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notesSlides/notesSlide5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6.xml" ContentType="application/vnd.openxmlformats-officedocument.presentationml.notesSlide+xml"/>
  <Override PartName="/ppt/ink/ink5.xml" ContentType="application/inkml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524" r:id="rId2"/>
    <p:sldId id="256" r:id="rId3"/>
    <p:sldId id="513" r:id="rId4"/>
    <p:sldId id="514" r:id="rId5"/>
    <p:sldId id="515" r:id="rId6"/>
    <p:sldId id="516" r:id="rId7"/>
    <p:sldId id="517" r:id="rId8"/>
    <p:sldId id="518" r:id="rId9"/>
    <p:sldId id="519" r:id="rId10"/>
    <p:sldId id="520" r:id="rId11"/>
    <p:sldId id="521" r:id="rId12"/>
    <p:sldId id="522" r:id="rId13"/>
    <p:sldId id="523" r:id="rId14"/>
    <p:sldId id="511" r:id="rId15"/>
  </p:sldIdLst>
  <p:sldSz cx="9906000" cy="6858000" type="A4"/>
  <p:notesSz cx="9144000" cy="6858000"/>
  <p:defaultTextStyle>
    <a:defPPr>
      <a:defRPr lang="de-DE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1542"/>
    <p:restoredTop sz="88910"/>
  </p:normalViewPr>
  <p:slideViewPr>
    <p:cSldViewPr snapToGrid="0" snapToObjects="1">
      <p:cViewPr varScale="1">
        <p:scale>
          <a:sx n="71" d="100"/>
          <a:sy n="71" d="100"/>
        </p:scale>
        <p:origin x="192" y="264"/>
      </p:cViewPr>
      <p:guideLst>
        <p:guide orient="horz" pos="2160"/>
        <p:guide pos="2880"/>
        <p:guide pos="312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111" d="100"/>
          <a:sy n="111" d="100"/>
        </p:scale>
        <p:origin x="1600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B8FAB7-9DA6-42E2-BB80-6EB4D83E2AE8}" type="datetimeFigureOut">
              <a:rPr lang="zh-CN" altLang="en-US" smtClean="0"/>
              <a:t>2024/9/26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2D08B7-D15B-4122-BED5-76961CE891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57159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6T00:03:35.1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13759 13677 24575,'-47'15'0,"0"9"0,18-8 0,0 0 0,-22 12 0,24-12 0,0-2 0,-13 6 0,18-2 0,-2-3 0,7 1 0,3-7 0,-1 4 0,6-4 0,-4 3 0,1-3 0,0 3 0,3-3 0,-5 5 0,2-2 0,-3 3 0,3-4 0,2-3 0,6-3 0,-3 1 0,7-1 0,-2 0 0,-1 0 0,0 3 0,-2-2 0,-1 1 0,3-1 0,-2-1 0,2 1 0,0-1 0,1 0 0,-1 1 0,3-1 0,-3 0 0,1-2 0,1 2 0,-1-2 0,0 0 0,-1-1 0,0-2 0,1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6T00:13:52.1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23459 9471 8362,'7'0'0,"2"0"5081,15 0-5081,1 0 2793,0 0-2793,3 0 1695,-8 0-1695,21 0 6644,-16 0-6644,12 0 0,-17 0 0,-4 0 0,3 0 0,-6 0 0,8 0 0,-3 0 0,4 0 0,-5 0 0,0 0 0,0 0 0,-1 0 0,-2 0 0,-6 0 0,-3 0 0,0 0 0,1 0 0,-4 0 0,1 0 0</inkml:trace>
  <inkml:trace contextRef="#ctx0" brushRef="#br0" timeOffset="18116">20016 4430 24575,'33'0'0,"9"0"0,3 0 0,-5 0 0,-3 0 0,-17 0 0,4 0 0,-7 0 0,2 0 0,-1 0 0,-1 0 0,0 0 0,-8 0 0,-1 0 0,-2 0 0,-1 0 0,1 0 0,-1 0 0,0 0 0,1 0 0,-1 0 0,3 0 0,0 0 0,3 0 0,0 0 0,0 0 0,0 0 0,-3 0 0,-3 0 0,-2 0 0</inkml:trace>
  <inkml:trace contextRef="#ctx0" brushRef="#br0" timeOffset="40148">21062 16156 24575,'0'12'0,"0"11"0,0-5 0,0 19 0,0-6 0,3-1 0,-2 12 0,8-10 0,-7 17 0,12-13 0,-10 2 0,4-13 0,-5-7 0,-3-4 0,0-7 0,0-2 0,0-2 0</inkml:trace>
  <inkml:trace contextRef="#ctx0" brushRef="#br0" timeOffset="41099">22172 16287 24575,'0'8'0,"0"2"0,6 2 0,4 2 0,7 2 0,3-3 0,-4 0 0,3-3 0,-6-4 0,5 0 0,-6-6 0,0 3 0,-2-3 0,-4-6 0,2 0 0,-2-10 0,1-26 0,0-6 0,-4 8 0,-2-2 0,1 6 0,0 2 0,-2-23 0,0 20 0,-3 21 0,-6 9 0,-5 2 0,-10 5 0,-1 0 0,0 0 0,-3 6 0,6 5 0,-2 4 0,4 2 0,3-4 0,1-1 0,4 0 0,3 1 0,0-4 0,4 1 0,1-1 0,2-1 0,2 3 0,0-8 0,0 2 0</inkml:trace>
  <inkml:trace contextRef="#ctx0" brushRef="#br0" timeOffset="42182">23171 16176 24575,'0'38'0,"0"2"0,0 9 0,0-13 0,0-4 0,6-15 0,0-5 0,10 0 0,-3-8 0,6 8 0,-3-10 0,1 4 0,-2-6 0,1 0 0,-6 0 0,5 0 0,-9 0 0,2 0 0,-3-3 0,-2 0 0,-1-5 0,-2 2 0,0-8 0,0-2 0,0-16 0,0-11 0,-3-11 0,-1 13 0,0 8 0,-1 12 0,2 10 0,-1-3 0,-1 11 0,2 1 0,-5 2 0,2 0 0,-5 0 0,5 0 0,-5 0 0,2 0 0,-1 0 0,-5 0 0,5 0 0,-5 0 0,-1 0 0,3-3 0,1 2 0,0-1 0,8 2 0,-1 0 0</inkml:trace>
  <inkml:trace contextRef="#ctx0" brushRef="#br0" timeOffset="44199">20834 8990 24575,'31'0'0,"21"-14"0,-14 1 0,3-1 0,-4 0 0,1-2 0,0 1-1727,10-7 1,0 1 1726,7 0 0,0 1-744,-8 1 0,-2 2 744,1 4 0,1-1 0,2-1 0,0 0-186,-10 5 1,1 0 185,12-3 0,-1 0-435,-21 6 1,-1-1 434,15-7 0,0 2 0,14 6 0,-27-2 0,2-2 0,1 6 0,0 0 1383,24-8-1383,-17 4 0,2 1 953,-3 0 0,0-1-953,14-1 0,-1-2 859,-9-1 0,-2-1-859,-1 2 0,-4 0 0,8-10 1174,-8 5-1174,-5-3 0,5-5 0,-10 9 0,0-1 0,15-10 0,5-1 0,-17 12 0,7-2 0,-2 2 0,3-2 0,1 1 0,0-2 0,-5 4 0,1-4 0,-2 3 0,-2-3 0,0 1 0,-3 3 0,-7-2 0,12 0 0,-9 1 0,4 0 0,-8 1 0,-5 4 0,-1 2 0,-1-2 0,-1 5 0,2-2 0,-6 5 0,0 0 0,-5 3 0,-1 0 0</inkml:trace>
  <inkml:trace contextRef="#ctx0" brushRef="#br0" timeOffset="48247">26311 9629 24575,'0'35'0,"0"-4"0,0 6 0,0 18 0,0 1-819,0-12 0,0-2 819,0 9 0,0-4 531,0-6-531,0 8 271,0-13-271,0-8 0,0-15 0,0-1 0,0-9 0,0-1 0</inkml:trace>
  <inkml:trace contextRef="#ctx0" brushRef="#br0" timeOffset="49169">26305 9781 8191,'-3'-8'0,"1"-7"5063,5 2-5063,11-8 2818,3-4-2818,8 8 1719,16-14-1719,-16 24 6784,20-16-6784,-16 21 0,1-4 0,-1 6 0,4 0 0,-6 2 0,3 21 0,-7 10 0,-9 8 0,-7 5 0,0-12 0,-7 5 0,4 17 0,-4 0 0,0-1 0,0-5 0,-3-20 0,-1 3 0,-6-8 0,-5 0 0,-3-5 0,-7 2 0,-1-3 0,-3-1 0,-5-3 0,4-1 0,-3-2 0,-1-1 0,4-4 0,1 0 0,9-3 0,-1-1 0,13-3 0,-3 0 0</inkml:trace>
  <inkml:trace contextRef="#ctx0" brushRef="#br0" timeOffset="50205">26804 10204 24575,'0'20'0,"0"-4"0,0 9 0,0-10 0,0 1 0,0-4 0,0 0 0,0-3 0,0-1 0,0-3 0,0 1 0,0-1 0,0 3 0,0 1 0,0-1 0,0 0 0,0-3 0,7-2 0,4 0 0,20-3 0,18-4 0,7 0 0,-25-1 0,0 0 0,11-3 0,-13 2 0,-13 0 0,-10 4 0,-1-4 0,-5 1 0,0 2 0,0 1 0</inkml:trace>
  <inkml:trace contextRef="#ctx0" brushRef="#br0" timeOffset="50936">26918 10065 24575,'0'22'0,"0"13"0,0 4 0,0 2 0,0 0 0,0-16 0,0 7 0,0-6 0,0 6 0,0-7 0,0-1 0,0-5 0,0 5 0,0-6 0,0 5 0,0-14 0,0 3 0,0-3 0,0-3 0,0 0 0,0-4 0</inkml:trace>
  <inkml:trace contextRef="#ctx0" brushRef="#br0" timeOffset="51715">26229 9279 24575,'34'0'0,"13"0"0,-1 0 0,7 0 0,-7 0 0,3 0 0,0 0-1437,-3 0 0,1 0 1,-1 0 1436,-4 0 0,0 0 0,-3 0 0,6 0 0,-4 0 782,13 0-782,4 0 821,-13 0-821,-16 0 0,-5 0 0,-10 0 557,-3 0 0,-8 0 0,0 0 0</inkml:trace>
  <inkml:trace contextRef="#ctx0" brushRef="#br0" timeOffset="52515">26405 7591 24575,'0'23'0,"0"-2"0,0 22 0,0-8 0,0 4 0,0-2 0,0 1 0,0 18 0,0-1 0,0-15 0,0-4 0,0 21 0,0-25 0,0-21 0,0-2 0,0-1 0,0-6 0,0 1 0</inkml:trace>
  <inkml:trace contextRef="#ctx0" brushRef="#br0" timeOffset="53448">26357 7722 24575,'11'0'0,"-3"0"0,7 0 0,-2 0 0,4 0 0,5 0 0,-4 0 0,9 0 0,-2 0 0,4 0 0,0 0 0,-1 0 0,10 0 0,-2 5 0,5 15 0,-9 20 0,-18-14 0,-3 4 0,-4 5 0,-3 2 0,0-1 0,-1 1 0,-4 1 0,-2 1 0,-3 0 0,-2 0 0,-3-3 0,-2-2 0,-15 16 0,-5-11 0,10-17 0,-6-3 0,-13 6 0,-9-9 0,1 3 0,8-9 0,14-6 0,7-1 0,0-3 0,2 0 0,9 0 0,-2 0 0,9 0 0,1 0 0</inkml:trace>
  <inkml:trace contextRef="#ctx0" brushRef="#br0" timeOffset="54432">26816 8197 24575,'0'11'0,"0"0"0,0 1 0,0 0 0,0 5 0,0 5 0,0 7 0,0-1 0,0-3 0,0-7 0,0-7 0,0-2 0,2-7 0,1 1 0,9-3 0,1 0 0,7 0 0,4 0 0,-7 0 0,10 0 0,-5 0 0,2 0 0,0 0 0,-8 0 0,2 0 0,-8 0 0,1 0 0,-6 0 0,1 0 0,-3 0 0,-1 0 0</inkml:trace>
  <inkml:trace contextRef="#ctx0" brushRef="#br0" timeOffset="55148">27026 8274 24575,'0'38'0,"0"2"0,0 11 0,0-8 0,0 8 0,0-21 0,0-6 0,0-8 0,0-1 0,0-9 0,0-1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6T00:17:25.0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19472 4116 8295,'0'8'0,"0"-2"5074,0 4-5074,0-1 2803,0 7-2803,5-3 1704,0 6-1704,6-9 6699,-1 10-6699,1-12 0,1 5 0,-4-17 0,13-14 0,-9-3 0,15-17 0,-8 10 0,4-10 0,4 6 0,-3-2 0,8-2 0,-8 4 0,4-4 0,-10 9 0,0 3 0,-5 4 0,-3 3 0,-1 5 0,-3 3 0,-1 6 0,-2-2 0,2 5 0,-4-3 0,1 3 0</inkml:trace>
  <inkml:trace contextRef="#ctx0" brushRef="#br0" timeOffset="2162">19120 7103 24575,'5'23'0,"5"0"0,3 1 0,-4-8 0,-1-5 0,-5-3 0,5-2 0,-4 6 0,7-3 0,-4 1 0,-1 1 0,5-4 0,-9 4 0,8-7 0,-8 4 0,5-5 0,-4 0 0,0-3 0,0-3 0,-3-4 0,0 1 0,0-2 0,0 2 0,0 1 0,-3 2 0,2-2 0,-1 9 0,5 0 0,0 7 0,6 1 0,-2 4 0,5 0 0,-3 1 0,2 1 0,0-5 0,-4 3 0,2-4 0,-4-3 0,1-1 0,-1-2 0,1-1 0,-1-2 0,-2-5 0,-1-4 0,-2-6 0,0 0 0,0-3 0,0-4 0,0 0 0,0-5 0,6-4 0,-1 3 0,8-8 0,8-9 0,1-1-237,-7 17 1,0-1 236,9-17 0,-1 8 0,1-2 0,-1 6 0,-4-2 0,-4 8 0,-5 6 0,-3 1 0,-2 9 473,1-2-473,-3 6 0,0 1 0,-3 2 0,0 0 0</inkml:trace>
  <inkml:trace contextRef="#ctx0" brushRef="#br0" timeOffset="4395">24955 4872 24575,'17'-36'0,"10"1"0,3-3 0,2 0 0,8 0 0,-5-1 0,-1 0 0,5-4 0,-5 6 0,-5 4 0,-18 23 0,-2 17 0,0 3 0,8 17 0,-4-12 0,9 18 0,-7-12 0,7 10 0,-5 3 0,5-2 0,-7-6 0,-2-6 0,-8-11 0,0-2 0,-2-1 0,2-1 0,-2-2 0,0 0 0</inkml:trace>
  <inkml:trace contextRef="#ctx0" brushRef="#br0" timeOffset="5095">25082 4729 24575,'36'0'0,"-14"0"0,19 0 0,-22 0 0,9 0 0,-8 0 0,-1 0 0,-2 0 0,-2 0 0,1 0 0,-6 0 0,2 0 0,-4 0 0,-2 0 0,9 0 0,-5 0 0,12 0 0,9 0 0,-13 0 0,4 0 0</inkml:trace>
  <inkml:trace contextRef="#ctx0" brushRef="#br0" timeOffset="6129">25965 4729 24575,'0'12'0,"0"-2"0,0-2 0,0-1 0,0 1 0,0-3 0,0 0 0,8-2 0,2-1 0,5-2 0,-4 0 0,1 0 0,-3 0 0,0 0 0,-1 0 0,-2 0 0,-1 0 0,1-2 0,-1-1 0,-2-3 0,2 1 0,-4-1 0,1 1 0,-2-1 0,0 1 0,0-1 0,0-2 0,0 2 0,0-3 0,0 1 0,0-2 0,0 1 0,0-7 0,0 3 0,0-5 0,0 4 0,-2 8 0,-1 1 0,-2 7 0,2 1 0,0 2 0,3 1 0,-2-1 0,1 4 0,-1-3 0,2 2 0,0-5 0,0 0 0</inkml:trace>
  <inkml:trace contextRef="#ctx0" brushRef="#br0" timeOffset="7184">25101 7967 24575,'13'-48'0,"0"-1"0,1 2 0,2 0 0,5-3 0,1 1-851,-3 8 0,-1 3 851,4-13 0,-3 11 551,-10 1-551,1 14 281,-10 5-281,3 7 0,0 23 0,4 9 870,3 22-870,4 12 0,-6-23 0,-1-1 0,4 18 0,-1-2 0,-3-24 0,0 2 0,-1-6 0,-2-7 0,-1-5 0</inkml:trace>
  <inkml:trace contextRef="#ctx0" brushRef="#br0" timeOffset="7962">25120 7808 24575,'30'0'0,"8"0"0,-20 0 0,15 0 0,-13 0 0,1 0 0,-2 0 0,-9 0 0,1 0 0,-5 0 0,-1 0 0,0 0 0,-2 0 0,0 0 0</inkml:trace>
  <inkml:trace contextRef="#ctx0" brushRef="#br0" timeOffset="8761">25360 7668 24575,'0'31'0,"0"-14"0,0 14 0,0-12 0,7 18 0,-3-4 0,3 3 0,-2-17 0,-5-6 0,3-12 0,-3-1 0</inkml:trace>
  <inkml:trace contextRef="#ctx0" brushRef="#br0" timeOffset="9400">25697 7708 24575,'0'29'0,"0"0"0,0 4 0,0 16 0,0-15 0,0 12 0,0-21 0,0-4 0,0-1 0,0-11 0,0-1 0,0-5 0,0-1 0</inkml:trace>
  <inkml:trace contextRef="#ctx0" brushRef="#br0" timeOffset="9696">25697 8006 24575,'0'0'0</inkml:trace>
  <inkml:trace contextRef="#ctx0" brushRef="#br0" timeOffset="11249">18526 9729 24575,'-11'5'0,"3"2"0,-1 5 0,-1 4 0,1-3 0,-1 11 0,1-4 0,6 5 0,0-6 0,3 5 0,0-1 0,0-3 0,0 0 0,0-14 0,0 6 0,0-6 0,0 2 0,0-3 0,0 4 0,5-3 0,2 6 0,5-3 0,4 4 0,-3-1 0,2-2 0,1-1 0,-3-3 0,5 0 0,-5-2 0,12-1 0,-11-3 0,7 0 0,-7-8 0,-4 3 0,1-8 0,-3-2 0,-4 2 0,5-12 0,-6 7 0,5-19 0,-4 9 0,3-15 0,-6 9 0,2-5 0,-3 0 0,0 0 0,0 5 0,0 4 0,0 10 0,0 4 0,0 4 0,-5 2 0,1 4 0,-4 4 0,-1 2 0,3 0 0,-2 0 0,2 0 0,1 0 0,-1 0 0,-2 2 0,2 3 0,-4 4 0,4 5 0,-5 0 0,2 1 0,0 0 0,-3-3 0,2 3 0,-3 6 0,5-9 0,2 1 0</inkml:trace>
  <inkml:trace contextRef="#ctx0" brushRef="#br0" timeOffset="60776">4905 17507 8191,'-2'-6'0,"-8"1"5063,-3 5-5063,-7 0 2818,0 0-2818,-4 0 1719,3 0-1719,-2 0 6784,3 0-6784,0 0 0,3 0 0,-4 2 0,5 10 0,1-4 0,6 10 0,6-12 0,3 9 0,0-8 0,0 8 0,0-3 0,0 1 0,0 3 0,0-1 0,0-2 0,3 6 0,3-6 0,7 3 0,4 0 0,7-4 0,-2 4 0,2-5 0,-4-1 0,0 3 0,-4-6 0,0 2 0,-7-3 0,-1-1 0,-3 1 0,1-1 0,-1 1 0,-2-1 0,0 3 0,-3-1 0,0 3 0,0-1 0,0-1 0,0 0 0,-5-5 0,1 0 0,-7-3 0,2 0 0,-3 0 0,0 0 0,0 0 0,-4 0 0,3-3 0,-6 2 0,6-4 0,0 2 0,2-3 0,7 3 0,-1 0 0</inkml:trace>
  <inkml:trace contextRef="#ctx0" brushRef="#br0" timeOffset="61517">5205 17577 24575,'0'19'0,"0"11"0,0 5 0,0 9 0,0-5 0,0 18 0,0-18 0,0 4 0,0-24 0,0-10 0,0 0 0,0-6 0,0-1 0</inkml:trace>
  <inkml:trace contextRef="#ctx0" brushRef="#br0" timeOffset="62132">5506 17596 24575,'0'0'0</inkml:trace>
  <inkml:trace contextRef="#ctx0" brushRef="#br0" timeOffset="62826">5506 17596 24575,'0'0'0</inkml:trace>
  <inkml:trace contextRef="#ctx0" brushRef="#br0" timeOffset="63427">5518 18015 24575,'0'0'0</inkml:trace>
  <inkml:trace contextRef="#ctx0" brushRef="#br0" timeOffset="64516">5804 17685 24575,'0'14'0,"0"5"0,0 2 0,0 7 0,0-3 0,0 0 0,0 4 0,0-12 0,0 4 0,5-15 0,-2-1 0,5-5 0,0 0 0,-2 0 0,3 0 0,-4 0 0,1 0 0,-1-2 0,1-1 0,-1-3 0,1-2 0,-1 2 0,1-3 0,-3 4 0,-1-1 0,1-2 0,-2 1 0,4-4 0,-4-2 0,4 0 0,-1-6 0,-1 3 0,0-1 0,-3-2 0,0 6 0,0-2 0,0-1 0,0 3 0,0-8 0,0 8 0,-5-5 0,1 9 0,-8-3 0,6 6 0,-2 0 0,-1 4 0,3 2 0,-3 0 0,4 0 0,0 0 0,2 2 0,0 1 0,3 0 0,0-1 0</inkml:trace>
  <inkml:trace contextRef="#ctx0" brushRef="#br0" timeOffset="65626">6122 17455 24575,'3'5'0,"-1"3"0,1-1 0,2 4 0,7-2 0,-2 0 0,3-1 0,-4-2 0,-2 2 0,3-1 0,-6 1 0,4 1 0,-2-5 0,-3 4 0,2-6 0,-5 4 0,3-1 0,-3 0 0,0 1 0,0-1 0,0 1 0,0-1 0,0 3 0,0-1 0,0 7 0,0 0 0,0 10 0,0-3 0,0 6 0,0-2 0,-7 22 0,2-14 0,-6 13 0,7-13 0,-2-3 0,2 0 0,0-7 0,1-3 0,0-3 0,3-5 0,-3-3 0,3-4 0,0 1 0,0-1 0,-2-2 0,1 2 0,-4-5 0,3 2 0,-1-2 0,0 0 0</inkml:trace>
  <inkml:trace contextRef="#ctx0" brushRef="#br0" timeOffset="66833">4905 17483 24575,'21'0'0,"-1"0"0,-10 0 0,-2 0 0,-3 0 0,1 0 0,-3 0 0,-1 0 0</inkml:trace>
  <inkml:trace contextRef="#ctx0" brushRef="#br0" timeOffset="67816">4975 17488 24575,'0'11'0,"0"12"0,0-5 0,0 30 0,0-24 0,0 29 0,0-16 0,0 8 0,0 4 0,0-9 0,0 0 0,0-2 0,0-8 0,0 3 0,0-8 0,0 3 0,0-7 0,0-1 0,0-1 0,0-9 0,0 5 0,0-7 0,0 1 0,2-6 0,1-1 0,5-4 0,1-1 0,3 2 0,0-2 0,1 1 0,-1 1 0,0-2 0,0 3 0,-3 0 0,2 0 0,-5 0 0,5 0 0,-7 0 0,1 0 0</inkml:trace>
  <inkml:trace contextRef="#ctx0" brushRef="#br0" timeOffset="68916">4928 17454 24575,'24'0'0,"5"0"0,-12 0 0,11 0 0,-7 0 0,-1 0 0,-4 0 0,0 0 0,-7 0 0,1 0 0,-8 0 0</inkml:trace>
  <inkml:trace contextRef="#ctx0" brushRef="#br0" timeOffset="70160">6032 18188 24575,'13'0'0,"-1"0"0,0 0 0,4 0 0,-3 0 0,2 0 0,-6 0 0,3 0 0,-6 0 0,2 0 0,-5 0 0,-1 0 0</inkml:trace>
  <inkml:trace contextRef="#ctx0" brushRef="#br0" timeOffset="110005">12161 16048 24575,'0'9'0,"0"0"0,0 3 0,0 0 0,0 4 0,0-3 0,0-1 0,0 0 0,0-3 0,0 3 0,0-3 0,0-1 0,7-5 0,0-1 0,7-2 0,1 0 0,2 0 0,3 0 0,-7 0 0,5 0 0,-8 0 0,3-2 0,-5 1 0,-2-6 0,0 5 0,-3-6 0,-1 5 0,-2-2 0,0-1 0,0-2 0,0-1 0,0-4 0,0 1 0,0-3 0,0 2 0,0-3 0,0 4 0,0 0 0,0 3 0,0 0 0,0 1 0,0 2 0,-2-3 0,-1 4 0,-3-1 0,-2 3 0,-1-2 0,-3 4 0,0-4 0,-4 4 0,3-1 0,-2 2 0,5 0 0,2 0 0,3 0 0,-1 0 0,3 0 0,1 0 0</inkml:trace>
  <inkml:trace contextRef="#ctx0" brushRef="#br0" timeOffset="111337">12258 16904 8191,'-3'9'0,"0"6"5063,3-6-5063,0 7 2818,0-1-2818,0-2 1719,0 6-1719,0-6 6784,0 3-6784,0-5 0,0 1 0,0-3 0,0-1 0,0-2 0,0-1 0,0 0 0,0 0 0,5-2 0,2 0 0,4-1 0,-2-1 0,6 2 0,-5-3 0,9 0 0,-9 0 0,5 0 0,-6 0 0,3 0 0,-3 0 0,0 0 0,-4 0 0,1 0 0,-3-6 0,-1 3 0,-2-6 0,0 4 0,0-1 0,0 1 0,0-4 0,0 0 0,0-3 0,3 0 0,-3 0 0,3-1 0,-3 4 0,0 1 0,0-1 0,0 3 0,0-2 0,0 2 0,0 1 0,0 0 0,-2 0 0,-1-1 0,-6 3 0,0-2 0,-3 2 0,3-3 0,-3 3 0,3-3 0,0 6 0,0-3 0,4 3 0,-1 0 0,1 0 0,0 0 0,2 0 0,1 0 0</inkml:trace>
  <inkml:trace contextRef="#ctx0" brushRef="#br0" timeOffset="134245">12109 18027 8491,'0'-7'0,"0"-5"5092,0-12-5092,0-7 2774,4-8-2774,7 0 1677,-2 8-1677,12-6 0,-8 7 0,6-15 0,0 13 0,-6-6 6541,0 16-6541,-3 2 0,-4 5 0,0 6 0,-1 3 0,-2 4 0,0 5 0,2 0 0,-5 2 0,5 0 0,-2 1 0,3 2 0,-1 1 0,2 11 0,2-3 0,2 11 0,7 1 0,-2 1 0,3 8 0,-5-8 0,2 8 0,-5-12 0,3 6 0,-7-14 0,3 1 0,-4-7 0,0-2 0,-3-2 0,-1-3 0,-2-2 0,0 0 0</inkml:trace>
  <inkml:trace contextRef="#ctx0" brushRef="#br0" timeOffset="135048">12103 17827 8191,'5'0'0,"7"0"5063,-2 0-5063,13 0 2818,-6 0-2818,11 0 1719,-3 0-1719,4 0 6784,4 0-6784,-7 0 0,-1 0 0,-6 0 0,-6 0 0,0 0 0,-5 0 0,-5 0 0,-1 0 0</inkml:trace>
  <inkml:trace contextRef="#ctx0" brushRef="#br0" timeOffset="152395">12652 16023 24575,'0'11'0,"0"0"0,0 5 0,0-4 0,0 7 0,0-6 0,0 3 0,0-4 0,0 5 0,0-6 0,0 6 0,5-11 0,-1 5 0,11-7 0,-5 5 0,9-9 0,-6 3 0,6-3 0,-2 0 0,-4 0 0,5 0 0,-8 0 0,9 0 0,-6-3 0,3 0 0,-4-6 0,-3 2 0,-1-1 0,-2 2 0,-1 1 0,-2-1 0,0-2 0,-3 2 0,0-6 0,0-1 0,0-3 0,0 0 0,0-4 0,0 4 0,0 0 0,0-4 0,0 7 0,0 1 0,0 0 0,-3 6 0,-3 0 0,-3 1 0,-8 4 0,3-2 0,-7 3 0,8 0 0,-3 0 0,4 0 0,0 3 0,0 1 0,3 1 0,0 1 0,4-1 0,-4 4 0,3-3 0,-3 5 0,1-4 0,1 4 0,-2-2 0,3 1 0,1-2 0,1 0 0,2 2 0,2-4 0,0 0 0</inkml:trace>
  <inkml:trace contextRef="#ctx0" brushRef="#br0" timeOffset="153285">12763 16934 24575,'0'20'0,"0"4"0,0 1 0,0 4 0,0 0 0,0-1 0,0-3 0,0-1 0,0-8 0,0-3 0,0-5 0,0-2 0,0-5 0,0 1 0,0-5 0</inkml:trace>
  <inkml:trace contextRef="#ctx0" brushRef="#br0" timeOffset="157509">19637 11171 24575,'14'-37'0,"9"-11"0,-8 19 0,2-2-1772,7-10 0,2-2 1772,-3 5 0,1-1-821,-3 3 1,1-3-1,1 1 821,0 2 0,0-1 0,0-1 0,0-3 0,-1-1 0,-1 3 188,5-1 0,-2 2-188,-1-3 0,-3 4 0,-2-4 0,6 2 1480,-15 9-1480,-4 25 2935,-5 18-2935,0 8 0,0 34 0,0 0-496,0-11 1,0 3 495,0 2 0,0 3 0,0-10 0,0 1 0,0-2 0,0 6 0,0-1 0,0-5 0,0 2 0,0-2 0,0 12 0,0-1 0,0-4 0,0-1-132,0-1 0,0-5 132,0-6 0,0-18 0,0-5 0,0-7 0,0-2 0,0 0 0</inkml:trace>
  <inkml:trace contextRef="#ctx0" brushRef="#br0" timeOffset="158165">19791 10947 24575,'25'0'0,"3"0"0,22 0 0,-3 0 0,-5 0 0,10 0 0,-19 0 0,17 0 0,-15 0 0,-2 0 0,-12 0 0,-1 0 0,-11 0 0,-1 0 0,-5 0 0,0 0 0</inkml:trace>
  <inkml:trace contextRef="#ctx0" brushRef="#br0" timeOffset="159391">19368 13728 24575,'-5'-15'0,"-2"1"0,-17-5 0,5 5 0,-10-3 0,9 11 0,-4 3 0,3 3 0,1 0 0,-3 0 0,9 0 0,-9 0 0,10 5 0,-7 6 0,6 6 0,-3 7 0,3 1 0,-1 8 0,3-3 0,1 8 0,7 2 0,-6 0 0,8 9 0,-5-9 0,7 9 0,0-8 0,0 3 0,0-10 0,0-1 0,3-8 0,3-1 0,4-8 0,6 1 0,1-8 0,6 1 0,2-3 0,4 0 0,0-3 0,0-1 0,0-3 0,-1 0 0,6 0 0,-11 0 0,1 0 0,-12 0 0,-3-2 0,0-1 0,-4 0 0,-2-2 0,0 4 0,-3-1 0</inkml:trace>
  <inkml:trace contextRef="#ctx0" brushRef="#br0" timeOffset="165256">25330 12764 24575,'-11'0'0,"-3"0"0,-3 0 0,1 0 0,-3 0 0,2 0 0,-7 0 0,3 0 0,-3 0 0,4 0 0,0 0 0,0 0 0,-3 0 0,2 0 0,-3 3 0,0 4 0,5 11 0,-4-3 0,4 17 0,1-9 0,-1 15 0,4-4 0,3 1 0,4 8 0,5-7 0,3 8 0,0-10 0,0 0 0,3-6 0,12-1 0,5-1 0,20-2 0,2-4 0,-1-3 0,7-5 0,-8-4 0,6 0 0,-2-4 0,-10 0 0,-5-4 0,-5 0 0,-5 0 0,-6 0 0,-2 0 0,-8 0 0,0 0 0</inkml:trace>
  <inkml:trace contextRef="#ctx0" brushRef="#br0" timeOffset="167277">12992 17606 24575,'-18'0'0,"-1"0"0,3 0 0,-3-3 0,2 2 0,1-2 0,0 3 0,4 0 0,0 0 0,-4 0 0,6 0 0,-8 0 0,11 0 0,-8 0 0,9 0 0,-2 3 0,2 0 0,1 5 0,-1 1 0,2 7 0,-1 0 0,1 4 0,-3 0 0,0 0 0,4 3 0,-3-2 0,5 7 0,-5-7 0,5 7 0,-2-7 0,3 2 0,0-3 0,0 5 0,0-7 0,3 3 0,0-9 0,6 0 0,-2 0 0,4 0 0,-1 0 0,2 0 0,0 0 0,0-2 0,-3 1 0,3-4 0,-6 1 0,2-2 0,-2-3 0,-1 2 0,4-4 0,-3 1 0,2-2 0,-2 0 0,-1 0 0,1 0 0,-1 0 0,1 0 0,2 0 0,-2 0 0,3 0 0,-4 0 0,0-2 0,1 1 0,-1-4 0,1 4 0,-1-3 0,-2 1 0,0-3 0,-3 1 0,0 0 0,2 0 0,1-1 0,3 1 0,-1-1 0,1-2 0,-1 1 0,1-1 0,0 2 0,-3 1 0,-1 0 0,-2-1 0,0 1 0,0 2 0,0 1 0</inkml:trace>
  <inkml:trace contextRef="#ctx0" brushRef="#br0" timeOffset="170389">13203 15993 24575,'0'15'0,"0"-1"0,0-2 0,0 1 0,0-4 0,0 2 0,0-5 0,0 2 0,0-5 0,0 0 0</inkml:trace>
  <inkml:trace contextRef="#ctx0" brushRef="#br0" timeOffset="171408">13203 16009 24575,'0'14'0,"0"2"0,0 4 0,0-4 0,0 3 0,0 6 0,0-6 0,0 5 0,0-12 0,0 0 0,0 0 0,0-3 0,0 6 0,0-8 0,0 8 0,0-3 0,0-2 0,0 5 0,0-6 0,0 3 0,0-2 0,0-2 0,0-3 0,0 1 0,0-3 0,0-1 0</inkml:trace>
  <inkml:trace contextRef="#ctx0" brushRef="#br0" timeOffset="172898">13142 16933 24575,'0'14'0,"0"-2"0,0 7 0,0 1 0,0 1 0,0 7 0,0-3 0,0 0 0,0-2 0,0-3 0,0-6 0,0 4 0,0-8 0,0 2 0,0 0 0,3-6 0,0 0 0,0-1 0,5-2 0,-5 3 0,6-3 0,-1-1 0,-2-2 0,6 0 0,-6 0 0,5 0 0,-2 0 0,0 0 0,3-2 0,-6-2 0,2-1 0,-2-1 0,-3 1 0,2-1 0,-5 1 0,3-1 0,-3 0 0,0-2 0,0-1 0,0-3 0,2-6 0,-1 7 0,2-5 0,-1 9 0,-1-1 0,1 2 0,-2 1 0,0-1 0,0 1 0,0-1 0,0 1 0,0-1 0,0-2 0,0-1 0,0-3 0,0-4 0,0 3 0,0-3 0,0 1 0,0 2 0,0-3 0,0 1 0,0 4 0,0-3 0,-2 7 0,1-1 0,-4 2 0,2 1 0,-2 2 0,-1-2 0,1 4 0,0-1 0,-1 2 0,1 0 0,-1 0 0,1 0 0,0 0 0,0 0 0,-1 0 0,1 0 0,0 0 0,-1 0 0,-2 3 0,2-3 0,-3 6 0,4-6 0,-1 5 0,0-4 0,1 1 0,2 0 0,1-1 0,2 1 0</inkml:trace>
  <inkml:trace contextRef="#ctx0" brushRef="#br0" timeOffset="178750">15920 11909 24575,'14'3'0,"2"4"0,4 3 0,-7 3 0,6-3 0,-12 1 0,8-4 0,-5-1 0,-1 0 0,-1-4 0,-3 1 0,0 2 0,3-4 0,-2 1 0,5-2 0,-2 3 0,3 0 0,4 1 0,4 5 0,1-2 0,3 7 0,-5-1 0,1 0 0,0 1 0,-3-4 0,-2-1 0,-6-3 0,0-1 0,-4-2 0,1 0 0,-1-3 0,0 0 0,-2-3 0,-1 0 0,-2-5 0,0 1 0,0-4 0,0-2 0,0 0 0,0-10 0,3 6 0,1-11 0,3 3 0,0-4 0,0 4 0,0-3 0,4 3 0,-3-4 0,2 5 0,-1 0 0,-1 4 0,1 0 0,-3 6 0,1-1 0,-4 9 0,2-2 0,-5 2 0,3 3 0,-3 1 0</inkml:trace>
  <inkml:trace contextRef="#ctx0" brushRef="#br0" timeOffset="180309">15599 14938 24575,'17'13'0,"5"8"0,4-1 0,1 2 0,3 4 0,-4-6 0,0 2 0,3-3 0,-7-2 0,1-6 0,-9 2 0,-4-10 0,-7-5 0,0-2 0,-3-4 0,0 0 0,0 2 0,0-6 0,0 6 0,0-5 0,0 1 0,2-2 0,2-7 0,9-16 0,0-1 0,5-12 0,-7 20 0,0 0 0,7-16 0,1-7 0,-6 21 0,-5 6 0,1 8 0,-5 3 0,-2 5 0,-2 2 0,0 3 0,0 1 0</inkml:trace>
  <inkml:trace contextRef="#ctx0" brushRef="#br0" timeOffset="183105">20032 10455 24575,'-3'14'0,"1"12"0,2 6 0,0 8 0,0 14 0,-4-7-516,2-17 1,-1 1 515,1 1 0,0 0 0,-3 3 0,1 0 0,3 20 0,-1-21 0,0-2 0,2 10 253,0 14-253,0-16 0,0-1 0,0-18 0,0 2 0,0-13 778,0 2-778,0-14 0,0-11 0,0 0 0,0-21 0,0 16 0,0-11 0,0 5 0,0-10 0,0-7 0,0-15-592,0-1 592,0-1 0,7 2 0,3 0 0,7 9 0,-4-2 0,1 14 0,-7 12 0,4-3 0,-6 18 0,2-8 0,-2 10 592,-2 0-592,2-2 0,-2 2 0,3-6 0,3 3 0,4-4 0,-1 1 0,13-3 0,-11 4 0,10-1 0,-7 6 0,7 2 0,1 1 0,8 3 0,-3 0 0,3 0 0,-8 0 0,-1 0 0,-4 3 0,-7 0 0,2 6 0,-9-3 0,0 6 0,-3-3 0,-3 3 0,0-3 0,0 2 0,0 2 0,0 0 0,-10 7 0,-2-3 0,-10 5 0,-3-4 0,-2 4 0,-6-6 0,-3 6 0,8-10 0,-2 0 0,-19 10 0,20-11 0,-1-2 0,-14 3 0,5-1 0,9-3 0,2 3 0,8-8 0,6 0 0,2-3 0,7 0 0,-1 0 0,3 3 0,3-3 0,9 3 0,4-3 0,21 0 0,4 0 0,9 0-471,-6-1 0,2 2 471,11 3 0,-7 0 0,4 5 0,1 2 0,-19-1 0,0 4 0,-17-2 0,-7 0 0,0 0 942,0 4-942,-2-3 0,2 2 0,-3-2 0,0-1 0,0 0 0,-2-3 0,-2 2 0,-2-5 0,0 3 0,0-4 0,0 3 0,0-1 0,0 4 0,0-2 0,0 7 0,-5-3 0,-6 6 0,-3-2 0,-16 10 0,11-9 0,-19 9 0,7-12 0,-13 5 0,4-8 0,-10 0 0,-7-8 0,18 0 0,-20-4 0,31 0 0,-10-3 0,13-4 0,5-3 0,4-3 0,7 4 0,0-2 0,6 5 0,0-3 0,3 4 0,0 2 0,0 1 0</inkml:trace>
  <inkml:trace contextRef="#ctx0" brushRef="#br0" timeOffset="184374">18951 13697 24575,'0'42'0,"0"-10"0,3 1 0,-2-4 0,10 16 0,-9-8 0,9 12 0,-6-15 0,2 5 0,1-4 0,-1-2 0,-3-8 0,2 11 0,-2-13 0,0 10 0,2-17 0,-6-1 0,3-3 0,-3 0 0,0-2 0,2-2 0,-1-3 0,1-2 0,-2 0 0</inkml:trace>
  <inkml:trace contextRef="#ctx0" brushRef="#br0" timeOffset="185574">19001 13703 24575,'15'-3'0,"0"0"0,5 3 0,0 0 0,-4 0 0,3 0 0,-3 0 0,4 0 0,0 0 0,9 0 0,-7 0 0,4 0 0,-7 6 0,-6 5 0,3 2 0,-3 6 0,-1-6 0,2 10 0,-5-9 0,5 13 0,-7-6 0,6 0 0,-9 2 0,5-6 0,-6 3 0,4-1 0,-1 1 0,-2 0 0,-1 13 0,-3-10 0,0 13 0,0-15 0,0 16 0,-3-14 0,-1 10 0,-2-14 0,-3-2 0,2-2 0,-2-3 0,0 0 0,-1 0 0,-5 1 0,-1 0 0,-5 4 0,-3-3 0,-2 4 0,-4 0 0,1-3 0,3 0 0,-2-4 0,11-5 0,-6 1 0,10-4 0,-3 0 0,7-3 0,0 0 0,4 0 0,2-2 0,0-1 0,3-3 0,0-2 0,0 4 0,0-2 0</inkml:trace>
  <inkml:trace contextRef="#ctx0" brushRef="#br0" timeOffset="189102">20368 12506 24575,'28'45'0,"-1"-2"0,-3-12 0,1 1 0,8 11 0,3-3 0,-18-18 0,-2-6 0,-6-7 0,-2 0 0,-5-11 0,-1-2 0,-2-10 0,0 1 0,0-6 0,0-12 0,8-5 0,1-15 0,3 21 0,2-2-385,-2 0 0,1-1 385,2 3 0,0 0 0,2-4 0,-1 0 0,10-13 0,-11 20 0,0 1 0,9-18 0,-5 13 0,-5 6 0,-4 10 0,-5 8 0,1-1 0,-3 7 0,0-1 0</inkml:trace>
  <inkml:trace contextRef="#ctx0" brushRef="#br0" timeOffset="192214">24958 12474 24575,'3'15'0,"-1"7"0,-2 13 0,0 8 0,0-3 0,0 9 0,0-3 0,0 4 0,0 0 0,0-19 0,0 0 0,0 22 0,0 4 0,0-13 0,0 0 0,0 1 0,0 0 0,0-2 0,0-9 0,0-8 0,0-3 0,0-10 0,2-1 0,-1-3 0,4-6 0,-2-1 0,-1-4 0,1-4 0,-3-3 0,0-7 0,0 0 0,0-4 0,0 0 0,0-4 0,0-16 0,0 11 0,-1-2 0,2-2 0,2-7 0,-1 10 0,1-2 0,9-13 0,1-4 0,3 3 0,0 1 0,-1 9 0,-3 4 0,-3 14 0,0-1 0,-2 10 0,1 0 0,1 1 0,3-2 0,5 0 0,16-8 0,-10 7 0,19-9 0,-11 5 0,8 3 0,0 1 0,-5 3 0,0 4 0,-10 0 0,-3 4 0,-6 0 0,-3 0 0,-3 3 0,0 0 0,-6 5 0,-1 1 0,-2 3 0,0 1 0,0 2 0,0-2 0,-7 14 0,-5-3 0,-12 15 0,-10-1 0,12-16 0,0 0 0,-17 12 0,-7 4 0,14-16 0,-3 1 0,-3-4 0,11-8 0,1-1 0,14-7 0,7-3 0,1-2 0,2-1 0,2-2 0,2 2 0,8-3 0,12 2 0,8-3 0,20-2 0,2 5 0,-18 1 0,1 2-254,-3 1 1,0 0 253,0 0 0,0 0 0,-1 0 0,-1 0 0,22 0 0,-1 7 0,-12 1 0,-5 11 0,-12-5 0,-4 3 0,-9-5 0,-6 4 507,0-3-507,-3 2 0,0 1 0,-3 0 0,-12 9 0,-6 6 0,-21 3-517,20-13 1,-1 1 516,-6-1 0,-2 0 0,-2 3 0,-1 0-904,-2-2 1,-1 0 903,-5 1 0,-2-1 0,2-4 0,0-1-451,8-4 1,0-2 450,-6 2 0,1-3 0,9-5 0,0 0 0,-5 2 0,0-1 0,0-2 0,2-2 0,-19 2-189,3-4 189,19-3 0,10 2 0,11-2 0</inkml:trace>
  <inkml:trace contextRef="#ctx0" brushRef="#br0" timeOffset="194501">13253 17517 24575,'0'21'0,"0"6"0,0 13 0,0-12 0,0 18 0,0-13 0,0 13 0,0-11 0,0-3 0,0-11 0,0 0 0,0-9 0,0 0 0,0-4 0,0 1 0,0-1 0,0-3 0,0 0 0,0-12 0,0 1 0,0-10 0,0 0 0,0-1 0,0 1 0,0-3 0,0 6 0,0-6 0,0 6 0,0-3 0,0 4 0,0 0 0,0-8 0,4-6 0,2 0 0,9-7 0,0 8 0,8-6 0,-9 6 0,4 3 0,-8 7 0,1 3 0,-5 2 0,3 4 0,-4 4 0,0 2 0,0 0 0,0 0 0,1 0 0,2 3 0,1 0 0,3 6 0,0 0 0,-3 0 0,3 2 0,-6-4 0,2 4 0,-2-5 0,0 3 0,-3-4 0,-1 3 0,-2-1 0,0 1 0,0-3 0,0 4 0,0-3 0,-2 2 0,-4 1 0,-4-3 0,-2 3 0,0-3 0,-3 0 0,2 0 0,-3 1 0,4-1 0,3-1 0,-3-1 0,6-2 0,-2 0 0,-1-1 0,3 2 0,-3-3 0,4 0 0,-1 0 0,5 0 0,5 0 0,5 2 0,3 2 0,3 2 0,-2 0 0,6 0 0,-2 8 0,3-3 0,2 9 0,-5-2 0,4 3 0,-7-1 0,3 1 0,-7-1 0,-1-4 0,-2-1 0,-1-5 0,-3 1 0,-1-5 0,-2 2 0,0-2 0,0-1 0,0 1 0,0-1 0,-2-2 0,-4 2 0,-3-4 0,-4 2 0,1-3 0,0 0 0,0 0 0,-3 0 0,-2 0 0,-7 0 0,-18 0 0,-1 0 0,-10 0 0,14 0 0,-4 0 0,16 0 0,1 0 0,14 0 0,9-3 0,1 3 0,2-2 0</inkml:trace>
  <inkml:trace contextRef="#ctx0" brushRef="#br0" timeOffset="195377">13931 16070 24575,'0'23'0,"0"-1"0,0 6 0,0 2 0,0 10 0,0 4 0,0-4 0,0 4 0,0-5 0,0-5 0,0-1 0,0-8 0,0-4 0,0-6 0,0-6 0,0 0 0,0-7 0,0 1 0</inkml:trace>
  <inkml:trace contextRef="#ctx0" brushRef="#br0" timeOffset="196046">13808 16803 24575,'0'18'0,"0"7"0,0 10 0,0 20 0,0-1 0,0-19 0,0-1-596,0 14 596,-2-16 0,0 1 0,1 10 0,0-9 0,2-1 0,3 10 147,1 5-147,0-26 0,-4 2 0,2-12 0,-3-3 0,0-3 0,0-3 0</inkml:trace>
  <inkml:trace contextRef="#ctx0" brushRef="#br0" timeOffset="196709">13887 17694 24575,'0'20'0,"0"8"0,0 3 0,0 13 0,0-8 0,0 6 0,0-7 0,0-1 0,0 0 0,0-13 0,0-1 0,0-11 0,0-1 0,0-5 0,0-1 0</inkml:trace>
  <inkml:trace contextRef="#ctx0" brushRef="#br0" timeOffset="198022">13915 17696 24575,'23'0'0,"3"0"0,-5 0 0,7 0 0,1 0 0,-3 0 0,-1 0 0,-6 0 0,-6 0 0,0 0 0,-2 2 0,3 8 0,-4-2 0,5 8 0,-8-4 0,5-2 0,-5 9 0,2-9 0,-6 3 0,3-2 0,-3-2 0,0 3 0,0 0 0,-3-1 0,0 0 0,0-2 0,0-1 0,0-2 0,0-1 0,0 1 0,-3-1 0,3 1 0,-5-3 0,2 2 0,-3-2 0,1 0 0,-1 1 0,-2-3 0,2 1 0,-3 1 0,4-3 0,-4 3 0,0-1 0,0-1 0,-3 5 0,3-6 0,-3 6 0,-4-6 0,3 6 0,-2-3 0,3 0 0,-1 3 0,1-3 0,0 0 0,0 3 0,3-3 0,0 3 0,4-1 0,-1-2 0,1 2 0,-1-2 0,1 2 0,-1-2 0,1 2 0,-1-2 0,1 0 0,-3 2 0,2-2 0,-2 0 0,3 2 0,2-5 0,0 2 0</inkml:trace>
  <inkml:trace contextRef="#ctx0" brushRef="#br0" timeOffset="253423">16053 10735 24575,'-17'13'0,"-3"10"0,-23 18-1247,20-17 0,-1 2 1247,-1 2 0,-2-1 0,-3 0 0,1-1 482,-8 9-482,11-14 0,0 0 0,2 4 484,-12 12-484,13-10 0,1-2 0,1-4 1271,10-4-1271,-2 8 257,9-11-257,1 7 0,3-12 0,0-1 0,0-2 0,0-3 0,0-1 0</inkml:trace>
  <inkml:trace contextRef="#ctx0" brushRef="#br0" timeOffset="254087">15838 11498 24575,'0'29'0,"0"16"0,-12 3-1272,2-12 0,-1 3 1272,-4 4 0,-1 0-940,-5 7 1,1 1 939,0 3 0,2-1 0,4-14 0,0-1-213,-5 7 1,1-3 212,2 11 0,3-21 0,0-1 0,0 15 0,2-11 0,7-18 1072,1-5-1072,3-11 0,0 1 0,0-4 0</inkml:trace>
  <inkml:trace contextRef="#ctx0" brushRef="#br0" timeOffset="255109">15732 13938 24575,'-7'26'0,"-10"3"0,-14 17-1112,12-19 1,-3 1 1111,-3-3 0,1 1 0,-10 22 0,11-25 0,0 1 0,-4 18 521,-7 2-521,9-7 412,11-19-412,7-3 0,5-11 0,2 1 0</inkml:trace>
  <inkml:trace contextRef="#ctx0" brushRef="#br0" timeOffset="256251">15565 14896 24575,'0'18'0,"-3"1"0,0 1 0,-17 14 0,10-6 0,-14 17 0,8-11 0,4-3 0,-10 11 0,13-19 0,-10 14 0,9-16 0,-4 8 0,7-16 0,1 1 0</inkml:trace>
  <inkml:trace contextRef="#ctx0" brushRef="#br0" timeOffset="257376">20352 12128 24575,'0'15'0,"0"-4"0,0 0 0,0 2 0,0 12 0,0 5 0,-11 9 0,1 11-524,-2-22 0,-2 2 524,1 5 0,-2 0 0,-1 3 0,-2 1 0,-4 4 0,1-1 0,3-8 0,2-1-91,-2 4 1,1-3 90,1-1 0,6-10 0,7-18 0</inkml:trace>
  <inkml:trace contextRef="#ctx0" brushRef="#br0" timeOffset="258125">20274 13326 24575,'-3'17'0,"-9"14"0,-1 1 0,-7 12 0,-6 7 0,12-17 0,1-4 0,0 0 0,-2 3 0,-3 17 0,3-16 0,1-4 0,7-7 0,0-9 0,4-2 0,3-7 0,0-2 0,0 0 0</inkml:trace>
  <inkml:trace contextRef="#ctx0" brushRef="#br0" timeOffset="258994">23242 12592 24575,'0'21'0,"-7"2"0,-5 10 0,-5 12 0,-11 3 0,16-16 0,0-2 0,-13 14 0,3 9 0,7-17 0,0 3 0,4-10 0,0-6 0,8-6 0,0-5 0,3-3 0,0-4 0,0 0 0,0 1 0,-3 2 0,0 1 0,-3 3 0,-3 0 0,5-5 0,-2-2 0</inkml:trace>
  <inkml:trace contextRef="#ctx0" brushRef="#br0" timeOffset="260146">20374 13136 24575,'-7'18'0,"3"-5"0,-9 10 0,3-6 0,-3 2 0,2 1 0,2 0 0,2-6 0,1 0 0,3-5 0,0 1 0,3-2 0,0-3 0,-6 7 0,5-2 0,-8 9 0,5-6 0,-6 10 0,3-5 0,-7 9 0,10-14 0,-3-1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6T00:22:50.75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13407 17303 24575,'0'16'0,"0"5"0,0-11 0,0 9 0,0-3 0,0 1 0,0 2 0,0 2 0,2-1 0,4-1 0,0-10 0,2-7 0,4-2 0,-2 0 0,9 0 0,-2 0 0,6 0 0,2 0 0,0-6 0,3 2 0,-8-9 0,9-2 0,-7-3 0,4-5 0,-4 2 0,-4-4 0,0-1 0,-4-3 0,-3 4 0,-1 1 0,-4-1 0,-2 5 0,-2-1 0,-2 9 0,0 4 0,0 3 0,-5-1 0,-2-3 0,-8 2 0,-2-2 0,-3 3 0,-4-1 0,0-4 0,-5 6 0,0-4 0,0 8 0,0-2 0,4 3 0,1 0 0,4 0 0,4 0 0,0 0 0,4 0 0,3 0 0,0 2 0,4 1 0,-1 3 0,3 2 0,-2-2 0,2 6 0,0-3 0,-3 3 0,3 0 0,-3 0 0,0 0 0,2 0 0,-3 2 0,5 1 0,-5 0 0,6-4 0,-4-5 0,5-4 0,-3-2 0</inkml:trace>
  <inkml:trace contextRef="#ctx0" brushRef="#br0" timeOffset="4932">15078 9958 24575,'2'8'0,"13"7"0,-4-7 0,13 9 0,-8-7 0,8 4 0,1 0 0,4 0 0,-4 0 0,-2-3 0,-6-2 0,-2-3 0,-3-2 0,-2-2 0,-2-2 0,-5-5 0,-1-13 0,15-26 0,-2 9 0,2-3 0,3-2 0,1 0-644,3-6 0,0 3 644,-8 12 0,0 2 0,3-3 0,1 1-385,12-16 385,2 0 0,-5 4 0,-10 10 0,-1 10 0,-8 6 0,-2 9 0,-2 2 315,-1 3 1,-2 1 0,-1 2-1</inkml:trace>
  <inkml:trace contextRef="#ctx0" brushRef="#br0" timeOffset="6049">15529 4424 8486,'12'11'0,"19"14"1783,2 2 0,2 2-1783,-3 1 0,1-1 0,6 2 0,1 0 0,-4 0 0,-3-2 1255,-9-10 0,0-1-1255,7 8 0,-1-1 0,8 5 1912,-4 3-1912,-8-10 5814,-6-9-5814,-10-6 1668,2-4-1668,-9 1 0,-1-5 0,-2 3 0</inkml:trace>
  <inkml:trace contextRef="#ctx0" brushRef="#br0" timeOffset="6838">16077 4072 9790,'0'9'0,"0"4"5105,0 0-5105,-6 10 2568,-6 3-2568,-12 8 0,-6 9 231,10-17 1,-1 2-232,0 5 0,-2 2 0,-4 2 0,0 1 0,4 1 0,0 1 0,-4 0 0,0 0 0,5-3 0,0-1 0,-3 5 0,0-2 0,6-15 0,1 0 2386,-3 8 0,1-1-2386,-9 3-40,-1 9 40,6-8 0,3-9 0,9-8 1397,-1-3-1397,10-9 476,-2 3-476,4-4 0,-1-2 0,2-1 0</inkml:trace>
  <inkml:trace contextRef="#ctx0" brushRef="#br0" timeOffset="43182">22617 7829 24575,'0'20'0,"0"8"0,0-6 0,0 15 0,0-7 0,0 14 0,0-3 0,0 3 0,0-5 0,0 0 0,0-5 0,0 4 0,0-4 0,0-4 0,0-2 0,0-8 0,0 5 0,0-8 0,0 1 0,0-15 0,0-7 0,-3-8 0,2-9 0,-5-3 0,1-15 0,-2-1 0,2 10 0,1-2-545,-4-15 545,5 11 0,0-1 0,-4-16 0,6 19 0,1-1 0,-2 3 0,0 1 0,2-1 0,0 1 0,0-4 0,0 1 0,0-25 0,2 12 0,4 19 0,2 18 0,7 3 545,1 6-545,17-2 0,6 3 0,11 0 0,-11 0 0,-10 3 0,-10 0 0,-6 6 0,3 1 0,-7-1 0,0 2 0,-4-2 0,1 3 0,-2 0 0,-2 0 0,-2 0 0,0 0 0,0 4 0,0-3 0,-3 6 0,-3-3 0,-7 1 0,-1 2 0,-5-5 0,5-1 0,-2-4 0,7-4 0,-2 4 0,5-6 0,5 2 0,9-5 0,11 0 0,6 0 0,4 0 0,4 0 0,-3 0 0,3 3 0,-5 4 0,-3 4 0,-2 2 0,-9 3 0,2 1 0,-9 0 0,2 2 0,-5-6 0,-1 6 0,-3-3 0,0 9 0,-14-2 0,-4 4 0,-7-13 0,-6-1 0,-5 2 0,-2-1 0,-8-1 0,-1-1 0,5 0 0,1-3 0,8-2 0,3-2 0,-10-1 0,7 0 0,3-4 0,11 0 0,2 0 0,14 0 0,0 0 0</inkml:trace>
  <inkml:trace contextRef="#ctx0" brushRef="#br0" timeOffset="44598">23207 11577 24575,'-23'0'0,"1"0"0,-2 0 0,-1 0 0,-8 0 0,-11 0 0,-5 0 0,-10 0 0,10 0 0,0 12 0,6 23 0,6 11 0,15-9 0,2 4 0,6-2 0,3 2 0,0 2 0,2-1 0,4-8 0,3-2 0,2 18 0,0-21 0,0-4 0,0-5 0,0-4 0,8-4 0,3 1 0,13 1 0,1-3 0,4 2 0,4-5 0,-3 3 0,4-7 0,-1-1 0,6-3 0,9 0 0,-6 0 0,-7 0 0,-14-2 0,-9-1 0,-3-3 0,-4 0 0,-3 1 0,-2-1 0,0 1 0,0 0 0,0 2 0,0 0 0</inkml:trace>
  <inkml:trace contextRef="#ctx0" brushRef="#br0" timeOffset="127399">15231 16812 24575,'3'20'0,"-1"14"0,-2 17 0,0-21 0,0 1 0,0 29 0,0-26 0,0 0 0,0 19 0,0 5 0,0-14 0,0-10 0,0-1 0,0-8 0,0-1 0,0-8 0,0-3 0,0-2 0,0-2 0,0 0 0,0-2 0,0-4 0,0 0 0</inkml:trace>
  <inkml:trace contextRef="#ctx0" brushRef="#br0" timeOffset="128493">16053 10502 8191,'20'7'0,"-5"-1"0,-9-6 0,-4 0 0</inkml:trace>
  <inkml:trace contextRef="#ctx0" brushRef="#br0" timeOffset="129350">14960 9791 24575,'32'38'0,"-9"-14"0,3 2 0,14 11 0,2-1 0,-12-8 0,-1-2-906,2 1 0,-2-2 906,8 8 288,-4-1-288,3-3 370,-10 0-370,-9-17 0,-2 8 0,-7-14 916,1 3-916,-3-6 59,0-2 1,-4-2-1,-2-1 1</inkml:trace>
  <inkml:trace contextRef="#ctx0" brushRef="#br0" timeOffset="130094">15404 9710 24575,'-3'21'0,"-4"2"0,-8 10 0,-10 8 0,-6 6-676,12-20 0,-2 0 676,1 3 0,-2-1 0,0-1 0,-1 0 0,0 2 0,0-1 0,-12 11-125,16-15 1,0-1 124,-13 7 0,1 13 0,1-15 0,8 2 0,8-11 0,0-4 0,10-8 0,-2-5 0</inkml:trace>
  <inkml:trace contextRef="#ctx0" brushRef="#br0" timeOffset="131494">15385 4418 8191,'-6'-2'0,"1"4"5063,10 1-5063,10 11 2818,-3 0-2818,16 8 1719,-3 1-1719,-1-4 0,20 17 0,-18-7 0,14 2 0,-8 3 0,-2-10 6784,1 3-6784,-4 0 0,-2-9 0,-8-1 0,-1-10 0,-4 1 0,-1-8 0,-2 1 0,-4-16 0,-2 0 0,-3-10 0,0 5 0,0 0 0,0 0 0,0-14 0,3 2 0,2-17 0,7-7-985,-4 18 0,0-3 985,4-4 0,1-3-1200,0-9 1,2-1 1199,3 2 0,1 2 0,-5 9 0,0 0-506,3-3 0,0 2 506,-5 15 0,-1 2-134,1-4 0,-1 0 134,10-16 1578,-7 22-1578,-3 2 2444,-3 16-2444,-2 3 0,-3 4 0,0 2 0</inkml:trace>
  <inkml:trace contextRef="#ctx0" brushRef="#br0" timeOffset="136949">13141 4327 24575,'0'15'0,"0"-4"0,0 1 0,0-3 0,0 0 0,0-1 0,0-2 0,0-1 0,0 0 0,8 1 0,2-3 0,13 2 0,15 0 0,7-1 0,10-1 0,-13-3 0,-15 0 0,-14-2 0,-7-1 0,-3-3 0,-1-2 0,-2 1 0,0-1 0,0-1 0,0-3 0,-3-5 0,0-3 0,-5-8 0,1 3 0,0-13 0,-1 8 0,1-8 0,-1 8 0,1-3 0,-1 4 0,4 7 0,-1 3 0,1 10 0,-1 0 0,-1 6 0,1 1 0,-1 2 0,0 0 0,1 0 0,-1 0 0,1 0 0,-1 2 0,1 4 0,-1 3 0,3-1 0,0 1 0,0-1 0,3 6 0,-6 0 0,6 3 0,-6-5 0,3 0 0,-1 0 0,-1 0 0,4 0 0,-1 1 0,-1-1 0,-1 3 0,1-2 0,-3 6 0,5-3 0,-5 4 0,6 0 0,-3-4 0,0 0 0,2-7 0,-2-1 0,3-2 0,0-1 0,0 0 0,0-1 0,0-2 0</inkml:trace>
  <inkml:trace contextRef="#ctx0" brushRef="#br0" timeOffset="138349">15367 4352 24575,'0'10'0,"8"10"0,10 8 0,17 10 0,-3 0 0,8-4 0,-11 1 0,-2-10 0,0 6 0,-1-5 0,-4-8 0,4 7 0,-10-14 0,0 5 0,-4-10 0,-3 3 0,-1-6 0,-3-1 0,0-2 0,0-2 0,-2-1 0,2-9 0,-1-10 0,0-4 0,-1-8 0,0 6 0,1-11 0,5 11 0,1-2 0,9-25 0,-5 21 0,0 1 0,7-13 0,0-3 0,-8 18 0,0 0 0,6-18 0,-6 20 0,0 1 0,2-5 0,-4 4 0,2 4 0,-5 1 0,1 4 0,-2 1 0,-1 2 0,1-2 0,-1 6 0,0-3 0,0 4 0,-3 3 0,2 1 0,-4 2 0,2 3 0,-3 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6T00:27:32.89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3865 7142 24575,'23'0'0,"-5"0"0,19 0 0,-11 0 0,7 0 0,-4 0 0,4 0 0,-3 0 0,4 0 0,-9 0 0,-5 0 0,-7 0 0,-2 0 0,-5 0 0,0 0 0,-4 0 0</inkml:trace>
  <inkml:trace contextRef="#ctx0" brushRef="#br0" timeOffset="1623">8362 7129 8191,'0'-3'0,"0"0"5063,5 3-5063,1 0 2818,2 0-2818,1 0 1719,3 0-1719,0 0 6784,4 0-6784,0 0 0,4 0 0,-4 0 0,7 0 0,-6 0 0,7 0 0,-7 0 0,-2 0 0,-3 0 0,-3 0 0,2 0 0,-4 0 0,1 0 0,-3 0 0,-2 0 0,-1 0 0</inkml:trace>
  <inkml:trace contextRef="#ctx0" brushRef="#br0" timeOffset="103237">20452 7693 24575,'-35'0'0,"-4"0"0,-17 0-1646,-1 0 1646,23 0 0,-1 0 0,1 0 0,-2 0 0,-4 0 0,-1 0 0,-1 0 0,-1 0-934,-4 0 1,-2 0 933,-1 0 0,-1 0 0,-6 0 0,-1 0 0,4 0 0,-1 0 0,-5 0 0,2 0 0,9 0 0,3 0 0,4 0 0,2 0 817,-17 0-817,18 0 0,5 0 0,13 0 0,1 0 761,8 0-761,0 0 1935,3 0-1935,0 0 0,2 0 0,3 2 0,-1 9 0,5 8 0,0 8 0,0 3 0,0-1 0,0 4 0,0-3 0,-6 3 0,4-4 0,-8-4 0,10-1 0,-6-8 0,5 0 0,-1-4 0,2-3 0,0-1 0,0 1 0,0-3 0,0 2 0,0-2 0,0-1 0,0 0 0,0 1 0,0-1 0,0 1 0,0-1 0,0 2 0,-6 8 0,-1 1 0,0-2 0,1-6 0</inkml:trace>
  <inkml:trace contextRef="#ctx0" brushRef="#br0" timeOffset="105030">20646 4767 8191,'-18'0'0,"3"0"5063,-5 0-5063,-1 0 2818,-2 0-2818,-14 0 0,5 0 0,-22 0 1007,-5 0-1007,19 0 0,-2 0 0,-7 0 0,-2 0 2116,-2 0 1,-2 0-2117,-1 0 0,-2 0 0,1 0 0,0 0 0,1 0 0,2 0 0,11 0 0,2 0-319,-7 0 1,3 0 318,-10 0 0,14 0 0,1 0 0,-12 0 0,-3 0 0,21 0 0,-3 0 908,11 0-908,-2 0 2234,8 0-2234,4 0 758,0 0-758,4 0 0,0 0 0,-3 0 0,6 0 0,-2 0 0,5 0 0,1 0 0,-3 0 0,-1 0 0,0 0 0,1 0 0,2 0 0,-2 0 0,1 0 0,-1 0 0,3 0 0,2 3 0,0 0 0,3 2 0,0 0 0,0 0 0,0 4 0,0 3 0,0 9 0,0 12 0,0 7 0,0 10 0,0-20 0,0 2-288,0 0 1,0 1 287,0 4 0,0 1-1292,0 3 1,0 0 1291,0 0 0,0 1 0,0 7 0,0 0 0,0 1 0,0 1 0,0-11 0,0 2 0,0-1 0,0 16 0,0 3 0,1-11 0,-1 4 0,0 2 0,-1 0 0,0 0 0,-2 1 0,0-1 0,0 2-702,0-9 1,1 0 0,-1 1-1,0-1 1,0 0 701,-3 7 0,0-1 0,0 0 0,-1 0 0,1 0 0,0 1 0,0-2 0,0-3 0,0-1 0,0-3 0,0 1 0,1 7 0,0 0 0,0-4-522,0 0 0,0-6 522,2-7 0,1 0 0,-3 16 0,0 0 0,4-17 0,1-1 0,-3 12 0,1 0 0,2-14 0,0 0-112,-2 6 0,0 0 112,1 0 0,1-1 0,-5 21 0,5-29 0,0 0 0,0 17 1833,0 8-1833,0-10 0,0-1 3649,0-14-3649,0-2 1475,0-8-1475,0-4 922,0 0-922,0-4 54,0 0-54,0 0 0,0 3 0,3 1 0,-3 2 0,3-3 0,-3-4 0,0-5 0,0-4 0</inkml:trace>
  <inkml:trace contextRef="#ctx0" brushRef="#br0" timeOffset="110213">20530 5895 8376,'-8'0'0,"-12"0"1090,-24 0 0,-6 0-1090,15 0 0,-3 0 0,-5 0 0,-7 0 0,-3 0 0,3 0 132,0 0 0,1 0 0,-3 0-132,0 0 0,-4 0 0,-2 0 0,1 0 0,0 0 0,-1 0 0,0 0 0,3 0 0,-6 0 0,3 0 0,-2 0-1,7 0 1,-2 0 0,-1 0 0,4 0 0,-5 0 0,3 0 0,-2 0 0,7 0 0,-2 0 0,-1 0 0,1 0 0,2 0 0,0 0 0,0 0 0,1 0 0,-10 0 0,1 0 0,1 0 433,2 0 1,1 0 0,4 0-434,-1 0 0,1 0 109,1 0 0,-3 0 0,4 0-109,1 0 0,1 0 398,4 0 1,-3 0-1,2 0-398,-12 0 0,4 0 0,10 0 0,1 0 0,2 0 0,1 0 0,-22 0 3049,7 0-3049,19 0 0,1 0 3092,-24 0-3092,9 0 2492,26-4-2492,12-25 0,8-23 0,2 14 0,1-3 489,1-6 1,2-4-490,3 2 0,3-4 0,-2 1-1110,-1 7 1,-1 0 0,1-1 1109,1 2 0,-1-2 0,1 0 0,-1 2 0,-1-5 0,0 2 0,0 0 0,-1 2 0,1 0 0,-1 2 0,4-10 0,-1 1 0,-1-3 0,-1 1 0,-1 14 0,-1 1-527,0-7 1,-2 0 526,1 6 0,0 3-110,0 5 1,-1 1 109,1-25 0,-2 11 0,-3 1 905,0 6-905,0 4 3252,0 0-3252,0 9 1331,0-3-1331,0 8 301,0-4-301,0 4 0,0 4 0,0-3 0,0 6 0,0 0 0,0 2 0,0 4 0,0-1 0,0 0 0,3 5 0,-3-5 0,2 8 0,-2-3 0</inkml:trace>
  <inkml:trace contextRef="#ctx0" brushRef="#br0" timeOffset="111729">20554 6799 24575,'-19'3'0,"-6"-1"0,-19-2 0,-15 0-1665,22 0 1,-2 0 1664,-2 0 0,-3 0-1017,-1 0 1,-3 0 0,-1 0 1016,5 0 0,0 0 0,-4 0-610,-2 0 0,-3 0 1,-2 0-1,2 0 610,3-1 0,1-1 0,0 0 0,-2 1 0,4-1 0,-1 0 0,-1 1 0,-1-1 0,0 0-636,-3 1 0,-1-1 0,0 1 0,0-1 0,3 0 636,-4 1 0,2-1 0,0 0 0,-1 1 0,5 0 0,-1 1 0,-1 1 0,1-1 0,3 0-762,-14 0 1,4 0 0,-2 0 761,9 0 0,0 0 0,0 0 0,0 0 0,-10 0 0,1 0 0,4 0 168,13 0 1,3 0 0,0 0-169,-22 0 0,4 0 822,23 0 1,0 0-823,-9 0 0,2 0 3049,-18 0-3049,10 0 0,10 0 0,9 0 5646,9 0-5646,3 0 2033,11 0-2033,-3 0 1256,4 0-1256,3-5 146,1 1-146,2-3 0,0-2 0,0 0 0,0-7 0,0-9 0,0-10 0,0-22-1072,0 19 1,0-3 1071,0-5 0,0-2 0,-1 8 0,1-2 0,1 0-976,1 1 0,2-2 0,0 0 976,2-7 0,0-1 0,2 0-949,3 0 0,2-1 1,0 1 948,-1-3 0,1-1 0,1 1 0,0 2 0,0 1 0,0 0 0,-3 3 0,-2 0 0,2 1-130,0 2 0,0 1 0,0-1 130,-2 1 0,0-1 0,0 0 0,0-1 0,0-1 0,0 1 0,-3 1 0,-2 0 0,1 3 0,0-8 0,-2 3 0,-3 8 0,0 6 0,0-2 1423,0 6-1423,0 5 2583,0 8-2583,0 0 3665,0 7-3665,-3 0 636,3 4-636,-5 2 0,2-2 0,-2 2 0,2-2 0,-2 2 0,4-2 0,-4 5 0,5-3 0,-3 3 0</inkml:trace>
  <inkml:trace contextRef="#ctx0" brushRef="#br0" timeOffset="120046">20019 4025 24575,'-27'0'0,"-4"0"0,-3 0 0,3 0 0,-22 0 0,8 0-508,11 0 0,-1 0 508,4 0 0,-1 0 0,-5 0 0,-2 0 0,4 0 0,-2 0 0,-7 0 0,0 0 0,13 0 0,1 0 0,-6 0 0,1 0 0,-17 0 22,-6 0-22,12 0 0,3 0 0,21 0 0,-9 0 0,20 0 757,-8 0-757,10 0 237,-3 0-237,0 0 0,-1 0 0,-11 0 0,12 0 0,-9 0 0,16 0 0,-1 0 0,1 0 0,-3 0 0,2 0 0,-5 0 0,5 0 0,-5 0 0,5 0 0,-3 0 0,4 3 0,-1 0 0,3 2 0,-2 3 0,4 5 0,-5 7 0,2 5 0,0 8 0,-3 12 0,3-8 0,1-2 0,1 1-1058,-1 21 1058,3-17 0,0 2 0,0 0 0,0-1 0,0 4 0,0 1 0,0 5 0,0 5 0,0 0 0,0 6 0,0-1 0,0-3 0,0 0 0,0 3-1369,0-5 1,0 4 0,0-1 0,0-5 1368,0-2 0,0-3 0,0-2 0,0-4 0,0-1 0,0-4 0,0-4 0,0-5 0,3 22 0,-2-7 0,3-5 0,-4 11 0,0-9 0,0 13 0,0-18 0,0 11 0,0-7 0,0 6 759,0-7-759,0-9 5772,0-10-5772,0-7 0,0-5 0,0-5 0,0-1 0</inkml:trace>
  <inkml:trace contextRef="#ctx0" brushRef="#br0" timeOffset="123202">16309 8461 24575,'22'0'0,"7"0"0,5 0 0,6 1 0,4 2 0,0 1 0,5 1 0,-3 1-1585,4-1 1,-2 1 1584,-4 1 0,3 2 0,-4-1 0,4-3 0,-2 0 0,7 2 0,0 1 0,1-3 0,-3-1 0,-8 1 0,-1 0 0,1-2 0,1-1 0,6 3 0,1 0 0,-5-4 0,1-1 0,6 2 0,1 1 0,-3-1 0,-1 0 0,1-1 0,0 0 0,0 1 0,-1 0 0,-3-1 0,-1-2 0,-8 1 0,-1 0-77,5 0 0,-1 0 77,-7 0 0,-1 0 0,3 0 0,0 0 0,-3 0 0,-1 0 0,9 0 0,2 0 331,-1 4 1,2 0-332,15 1 0,2 0 0,-7 1 0,-1 1 0,3 2 0,-2-2 0,-19-2 0,-1-1 0,-1 2 0,-3 0 0,1-2 0,2 3 1563,-11-4-1563,3 4 967,0-3-967,1 2 130,3-2-130,1 0 0,0 2 0,0-5 0,0 2 0,-1-3 0,-3 0 0,-1 0 0,-4 0 0,0 0 0,-4 0 0,-1 0 0,-5-5 0,-1-5 0,21 2 0,14-1 0,-9 9 0,5 0-1400,17 0 0,2 0 1400,-6 0 0,1 0-1145,-5 0 0,5 0 1,-1 0 1144,-1 0 0,0 0 0,1 0-1103,5 0 0,1 0 1,1 0 1102,-12 0 0,1 0 0,0 0 0,-1 0 0,11 0 0,-1 0 0,-1 0-534,-1 0 0,-1 0 0,-3 0 534,7 1 0,-2-2 124,3-3 1,-2-1-125,-19 4 0,2-1 580,8-4 0,5-3 0,-1 0-580,-7 3 0,-1 1 0,2-1 0,0 0 0,2-2 0,0 0 0,-3-1 688,-2 0 1,-3-1 0,0 0-689,2 2 0,-1 0 0,-3-1 0,0-4 0,-1-1 0,3 1 0,1 1 0,-4 0 0,-1 0 0,-7 1 0,-1 0 1149,4 2 0,0 0-1149,19-4 0,-21 4 0,0 1 0,26-2 0,-1-2 1583,-6 7-1583,0-2 0,1 6 0,-17-1 0,0 0 0,-4 2 0,1 0 28,9 0 0,1 0-28,-3 0 0,0 0 269,4 0 1,1 0-270,4 0 0,1 0 0,3 0 0,-1 0 0,-11 0 0,2 0 0,19 0 0,-3 0 0,-2 0 0,-4 0 0,-1 0 0,4 0 0,-23 0 0,0 0 0,20 0 0,-12 0 443,3 0-443,-15 0 861,6 0-861,-17 0 1309,3 0-1309,-6 0 0,6 0 0,1 0 0,1 0 0,7 0 0,-7 0 0,11 0 0,-6 0 0,7-3 0,-4 2 0,5-6 0,5 6 0,6-6 0,6 2-666,5-3 666,1-1 0,-5 4 0,-21 1 0,-1 0 0,16-1 0,10-4 0,-5 5 0,-1-4 0,-5 4-218,-6-4 218,10-4 0,-12 0 0,17-6 0,-3-3-583,-21 6 1,-1-1 582,4-3 0,0-1 0,-1-1 0,3-2 0,-3 1 0,1-2 0,1 1 0,9-4 0,0 0 0,5-7 0,0 2 0,-15 11 0,-2 1 0,-8-2 0,-2 2 0,2 3 0,25 2 0,9 1 0,-14 5 0,3 1-1245,8 1 1,8 1-1,-1-1 1245,-10-3 0,0 0 0,0 0 0,2 1 0,0 1 0,4 0 0,-12 1 0,4-1 0,0 1 0,0-1 0,-3 2 0,1 0 0,-4 0 0,2 1 0,2-1-835,6-1 1,4-1 0,1 0 0,-1 1-1,-3 1 835,0 1 0,-4 1 0,0 1 0,-1-1 0,11-1 0,0 0 0,-1 0-407,1 1 1,0 0-1,-38 3 407</inkml:trace>
  <inkml:trace contextRef="#ctx0" brushRef="#br0" timeOffset="124712">16422 8381 24575,'-8'3'0,"-9"-1"0,-9-5 0,-8-9 0,-10-1 0,-7-12-756,19 14 0,0-1 756,0-1 0,0-1 0,-6-1 0,0 1-262,-16-8 262,21 7 0,-2-1 0,0 1 0,1 0 0,5 0 0,0 1 0,-6 0 0,3 1 0,-2-2 0,5 3 0,1 2 0,7 3 1108,-3 0-1108,0 4 666,3-3-666,-3 5 0,4-2 0,1 3 0,-5 0 0,3 0 0,-7 0 0,-6 0 0,-7 0 0,-15 0-598,-1 0 598,4 0 0,-1 0 0,3 0 0,5 0 0,-4 0 0,23 0 0,-9 0 0,18 0 0,-4 0 0,7 0 598,9-3-598,0 1 0,3-1 0,3 0 0</inkml:trace>
  <inkml:trace contextRef="#ctx0" brushRef="#br0" timeOffset="126145">3873 5827 24575,'0'0'0</inkml:trace>
  <inkml:trace contextRef="#ctx0" brushRef="#br0" timeOffset="174633">20438 16669 24575,'19'0'0,"36"0"0,-21 0 0,2 0-1852,9 0 1,3 0 1851,10 0 0,1 0-856,-19 0 0,1 0 1,0 0 855,6 0 0,2 0 0,0 0 0,4 0 0,1 0 0,-1 0 0,-2 0 0,-1 0 0,0 0 0,1 0 0,0 0 0,0 0 0,-4 0 0,-1 0 0,1 0 0,0 0 0,1 0 0,-2 0 0,14 0 0,-1 0 0,-16 0 0,1 0 0,0 0 0,-2 0 0,0 0 0,-1 0 0,19 0 0,0 0 0,-14 0 0,1 0 0,-1 0 0,10-1 0,0 2-134,-15 0 0,0 1 0,0-1 134,13 0 0,-1 0 0,-2 3 0,-1 1 0,-1-2 0,0-1 0,1 1 0,-2 0-358,-13 0 0,0-1 358,9-2 0,-2 0 0,12 0 455,-22 0 1,-1 0-456,25 0 0,-5 0 0,-6 0 2669,-1 0-2669,-5 0 2127,-5 0-2127,-1 0 1027,-4 0-1027,9 0 654,-11-3-654,2 2 0,-8-5 0,-8 5 0,4-1 0,-4 2 0,-1-3 0,3 2 0,1-1 0,4 2 0,4 0 0,1 0 0,4 0 0,4-4 0,-3 3 0,3-2 0,-8 3 0,-1 0 0,-4 0 0,-4 0 0,0 0 0,-7 0 0,-1 0 0,-2 0 0,-3-2 0,-1-1 0,0 0 0,-1-2 0,1 4 0,-2-1 0</inkml:trace>
  <inkml:trace contextRef="#ctx0" brushRef="#br0" timeOffset="190426">5043 9017 24575,'34'0'0,"6"0"0,5 0 0,6 0 0,-11 0 0,13 0 0,-21 0 0,16 0 0,-22 0 0,6 0 0,-18 0 0,5 0 0,-13 0 0,3 0 0,-6 0 0,-1 0 0</inkml:trace>
  <inkml:trace contextRef="#ctx0" brushRef="#br0" timeOffset="191375">7092 8944 24575,'37'0'0,"-1"0"0,8 0 0,12 0-1852,-8 0 1852,-6 0 0,0 0 0,0 0 41,-5 0 1,-1 0-42,5 0 427,-4 0-427,-4 0 0,-16 0 0,-2 0 232,-6 0 0,-3 0 0,-4 0 1</inkml:trace>
  <inkml:trace contextRef="#ctx0" brushRef="#br0" timeOffset="290256">4951 9170 24575,'17'0'0,"10"0"0,-2 0 0,9 0 0,10 0 0,-15 0 0,23 0 0,-3 0 0,-10 0 0,-7 0 0,0 0-461,18 0 461,-17 0 0,-1 0 0,18 0 0,-11 0 0,2 0 0,-10 0 0,-1 0 0,7 0 0,-1 0 0,-4 0 0,-3 0 0,-3 3 0,6 1 0,-15 3 0,3-1 0,-11-2 461,-1-2-461,-2 1 0,-1-3 0,1 3 0,-1-3 0,0 0 0,3 0 0,5 0 0,3 0 0,9 0 0,-3 0 0,-4 0 0,-3 0 0,-9 0 0,3 0 0,-4 0 0,1 0 0,-3 0 0,-1 0 0</inkml:trace>
  <inkml:trace contextRef="#ctx0" brushRef="#br0" timeOffset="386285">5916 14352 8602,'-7'-2'0,"-3"-1"5101,-22 3-5101,5 0 0,-27 0 0,6 0 1088,17 0 0,-1 0-1088,1 0 0,-1 0 0,-5 0 0,-1 0 0,5 0 0,-1 0 0,-4 0 0,1 0 0,-21 0 0,24 0 0,1 0 0,-21 0 873,9 10 0,-1 4-873,6 3 0,2 3 0,-9 11 0,1 3 0,10-7 0,3 0 2831,4 2 0,3-2-2831,-5 11 0,-1 3 0,12-5 0,4-2 705,1-4-705,8-6 0,3 4 0,1-3 583,3 8-583,0-3 0,4 19 0,8-12 0,5 18-446,13-8 446,-1-9 0,-7-8 0,2-1 0,17 9 0,-19-17 0,1 1 0,0-2 0,1-3 0,29 11 0,-24-14 0,2 0 0,6-1 0,1-3 0,-6-2 0,1-3 0,19 1 0,5-2 0,-3-1 0,2-1 0,-13 0 0,0 0 0,1-2 0,-2-2 0,-1-3 0,-3 1 0,1-2 0,-4-2 0,-2-1 0,-4-2 0,4-7 0,-8 4 0,-5 0 0,-4-2 0,-3 3 0,0-6 0,-3 3 446,3-8-446,-3 3 0,5-12 0,4-2 0,-2-11 0,4-10-556,-1 5 556,-2 0 0,3-4 0,-5 8 0,1-4 0,-4 11 0,-3 7 0,-3 8 0,-3 1 0,-1 4 0,-3 4 0,0-3 556,-15-8-556,3 8 0,-10-2 0,-5 0 0,-7 5 0,-5 1 0,-11-1 0,-1 2 0,7 2 0,0 3-560,-1 5 1,2 4 559,-9 0 0,-1 0 0,4 0 0,14 3 0,9 0 0,6 4 0,14-4 0,0 0 0</inkml:trace>
  <inkml:trace contextRef="#ctx0" brushRef="#br0" timeOffset="393934">7599 14360 8191,'-3'-6'0,"1"1"5063,2-3-5063,0 1 2818,-6-1-2818,2-1 1719,-7 2-1719,1-4 6784,-9 4-6784,1-3 0,-6 3 0,0 0 0,0 4 0,-5-1 0,7 4 0,-5 0 0,10 0 0,-7 0 0,0 0 0,6 0 0,-5 0 0,7 3 0,-9 12 0,4-3 0,-6 18 0,6-12 0,-2 13 0,4-9 0,-3 7 0,8-7 0,-5 6 0,5-3 0,-4 5 0,-2 9 0,3-11 0,3-1 0,0 1 0,0 5 0,-8 15 0,11-15 0,3-4 0,4 0 0,-2 4 0,5-3 0,-3 8 0,4-8 0,0 7 0,0-2 0,0-1 0,0 4 0,0-12 0,0 6 0,0-14 0,0 5 0,0-10 0,0 2 0,3-3 0,0 0 0,3 0 0,4 4 0,-1-3 0,4 6 0,3-6 0,1 3 0,3-3 0,-1-2 0,5-1 0,1-3 0,26-3 0,-12-1 0,-8-3 0,0 0 0,9-4 0,5-4 0,-6-4 0,-4-7 0,-5 3 0,-5-1 0,-8 0 0,-4 4 0,-4-6 0,-3 6 0,1-6 0,0-6 0,0-6 0,-3-13 0,0 13 0,0-1-924,-1-7 1,0-3 923,0-11 0,0-2-1237,1 1 1,1-1 1236,-3 13 0,0 0 0,0 3 0,3-4 0,0 2-466,-1-11 0,-2 2 466,0 19 0,0 1 0,-2-3 0,0 1 0,0-13 1508,0 15-1508,0 10 2563,0 7-2563,-3 7 1181,-3 4-1181,-6 2 0,-1 0 0,-9 0 0,9 0 0,-3 0 0,10 0 0,4 0 0</inkml:trace>
  <inkml:trace contextRef="#ctx0" brushRef="#br0" timeOffset="397108">5707 13111 8191,'-2'-3'0,"-4"1"5063,-7-4-5063,-3 4 2818,-1-6-2818,-2 4 1719,3 0-1719,-14 2 6784,-1 2-6784,-4 0 0,5 0 0,2 0 0,7 0 0,-7 0 0,3 0 0,-5 13 0,0 1 0,-3 21 0,5-6 0,9-3 0,0 0-791,-7 13 791,2-5 0,1 2 0,-4 13 0,9-20 0,0 1 0,4 0 0,1 0 0,-7 14 0,6-11 0,1 0 0,-4 9-65,0 7 65,6-10 0,6-4 0,2-2 0,3-8 0,0 3 788,0-3-788,0 4 68,10 1-68,3 0 0,14-3 0,11 10 0,-1-15 0,-11-9 0,4-1 0,9-2 0,2-4 0,-6-2 0,0-2 0,5 2 0,0 0 0,-9-3 0,-2-2 0,18-7-312,-17 2 0,1-1 312,21-15 0,-1-3 0,-1-5 0,-9 5 0,-10 2 0,-2 0 0,2-3 0,-4 4 0,-2 0 0,-1-5 0,9-5 0,-10 2 0,-5 0 0,-4 5 0,-3-3 0,4-12 0,-6-2 0,-1-5 0,-4-1 0,-4 12 0,0-13 0,-4-1 0,-6 11 0,-2 11 0,-3 2 0,-17 0 0,-11-16 312,16 27 0,-3 1-312,-3-1 0,-2 1 0,-7-1 0,-1 2 0,9 3 0,1 2 0,-20-3 0,25 4 0,11 6 0,2-2 0,8 3 0,2 0 0</inkml:trace>
  <inkml:trace contextRef="#ctx0" brushRef="#br0" timeOffset="402051">10483 13268 24575,'0'-11'0,"0"-5"0,0 2 0,-5-2 0,1 0 0,-5 1 0,0 4 0,-1-4 0,-5 8 0,2-2 0,-6 6 0,2 0 0,-3 3 0,-4 0 0,-14 0 0,-11 0 0,15 0 0,1 0 0,-23 0-272,22-1 1,1 2 271,-13 10 0,12-4 0,0 2 0,3 6 0,1 1 0,-21 11 0,23-12 0,1 0 0,-12 14 0,-7-4 0,9-3 0,8-2 0,12-9 0,1 9 0,3-7 0,0 6 543,3-3-543,-2 4 0,1 4 0,0-3 0,1 3 0,4-8 0,-1 3 0,4-6 0,0 6 0,3-6 0,0 6 0,0 1 0,0 1 0,0 7 0,2-7 0,12 19 0,13 3 0,1 4 0,10-2 0,-11-17 0,4-2 0,1-2 0,-2-5 0,0-4 0,14 1 0,-7-8 0,18 1 0,-20-6 0,13-3 0,-7 0 0,9 0 0,-4-3 0,-2-1 0,-5-8 0,-5 1 0,4-5 0,-7-3 0,14-6 0,-6-5 0,-5 2 0,1-8 0,-11 8 0,5-8 0,-3 2 0,-2 1 0,-5 0 0,-4 7 0,-5 2 0,-3 0 0,0 3 0,0-3 0,-4 0 0,0 3 0,-3-3 0,0 0 0,-3-1 0,-4-4 0,-12 3 0,-1-3 0,-21-5 0,12 8 0,-16-6 0,11 16 0,-6-3 0,1 7 0,5 1 0,4 4 0,10 3 0,4 1 0,9 3 0,2 0 0</inkml:trace>
  <inkml:trace contextRef="#ctx0" brushRef="#br0" timeOffset="409057">5125 12526 24575,'13'0'0,"4"0"0,8 0 0,-3 0 0,20 0 0,-15 0 0,21 0 0,-8 0 0,5 4 0,-2 0 0,-4 4 0,0 0 0,0-1 0,-4-2 0,-2-2 0,-4 0 0,-1-2 0,-3 2 0,-2-3 0,-3 0 0,0 0 0,0 0 0,-4 0 0,3 0 0,-6 0 0,0 0 0,-2 0 0,-5 0 0,3 0 0,-4 3 0,-2-5 0,-1 2 0,-2-3 0,0 0 0</inkml:trace>
  <inkml:trace contextRef="#ctx0" brushRef="#br0" timeOffset="411400">5368 11256 24575,'0'46'0,"0"8"0,0-4 0,0 8 0,0-19 0,0 1 0,0-11 0,0-5 0,0-8 0,0-3 0,0-5 0,0-7 0,2-10 0,2-1 0,-1-11 0,3 0 0,-2 0 0,3-6 0,-3 2 0,2-4 0,-2 4 0,5-4 0,-5 11 0,4 0 0,-7 7 0,4 4 0,-2-1 0,0 3 0,1 2 0,-1-2 0,3 2 0,-1-3 0,1 3 0,2-2 0,1 2 0,0-3 0,0 0 0,-4 3 0,0-2 0,1 4 0,-1-1 0,1 2 0,-1 0 0,0 0 0,-2 5 0,0 10 0,-3 2 0,3 12 0,-2 1 0,5-4 0,-6-1 0,6-4 0,-5-11 0,1 4 0,-2-9 0,0 1 0,3-3 0,0-1 0,-1-7 0,3-1 0,-4-6 0,4 0 0,-4 0 0,4 0 0,-4 0 0,4 0 0,-4 2 0,4-1 0,-2 2 0,3 0 0,-3 0 0,2 4 0,-2-1 0,5 1 0,-4-1 0,3 1 0,-4 2 0,2 0 0,1 3 0,-1 0 0,-2 3 0,-1 3 0,-2 6 0,0 4 0,0 1 0,0 2 0,0-3 0,0 0 0,0 3 0,0-6 0,0 6 0,0-6 0,0 2 0,0-6 0,0 3 0,-3-6 0,3 2 0,-3-2 0,3-3 0,0-1 0</inkml:trace>
  <inkml:trace contextRef="#ctx0" brushRef="#br0" timeOffset="412824">5851 11495 24575,'0'19'0,"0"6"0,0-8 0,0 4 0,0-2 0,0-6 0,0 2 0,0-3 0,0-3 0,0-1 0,0-2 0,0-1 0,4-2 0,-1 0 0,5-3 0,-3 0 0,1 0 0,2 0 0,-2 0 0,2-6 0,0 2 0,-4-7 0,4 4 0,-5-1 0,2 2 0,1-2 0,-3 2 0,2-3 0,-4 4 0,1-1 0,-2 1 0,0-4 0,0 3 0,0-2 0,0 2 0,0 1 0,0-1 0,0-2 0,0 1 0,0-4 0,0 5 0,0-6 0,0 6 0,0-5 0,0 5 0,0-8 0,0 7 0,0-4 0,0 6 0,0-1 0,-2 3 0,-1 1 0,-3 2 0,1 0 0,-1 0 0,-2-3 0,2 3 0,-3-3 0,4 3 0,-4 0 0,3 0 0,-2 0 0,2 0 0,1 0 0,-1 0 0,1 0 0,-1 0 0,4 2 0,-1-1 0,3 1 0</inkml:trace>
  <inkml:trace contextRef="#ctx0" brushRef="#br0" timeOffset="415883">6874 11215 24575,'-3'10'0,"0"9"0,3 11 0,0 10 0,0-4 0,0-7 0,0-14 0,0 1 0,0-3 0,0-1 0,0 0 0,0-6 0,0 2 0,0-3 0,0 0 0,0 1 0,8-29 0,-3 10 0,7-27 0,-2 15 0,1-4 0,0 5 0,3-4 0,-4 11 0,0-3 0,-2 11 0,-2 0 0,0 6 0,-1 1 0,0 2 0,1 0 0,-1 0 0,0 0 0,1 2 0,-4 4 0,1 3 0,0 7 0,-3-4 0,6 13 0,-3-11 0,3 7 0,-2-9 0,1 0 0,-2-1 0,0-2 0,0-1 0,-3-2 0,2-3 0,1-1 0,2-2 0,0 0 0,1-5 0,0-2 0,-3-5 0,2 0 0,-1 0 0,2-4 0,3 3 0,-2-3 0,5 1 0,-6 2 0,3 0 0,-3 2 0,0 5 0,0-3 0,-1 6 0,0 1 0,1 2 0,-3 2 0,-1 4 0,-2 6 0,0 4 0,0 4 0,0 0 0,0 0 0,0 0 0,0-1 0,0 1 0,0 0 0,0-4 0,0 3 0,0-3 0,0 1 0,0-5 0,0 3 0,0-8 0,0 5 0,0-9 0,0-1 0</inkml:trace>
  <inkml:trace contextRef="#ctx0" brushRef="#br0" timeOffset="416483">7463 11397 24575,'0'20'0,"0"2"0,0 11 0,0-7 0,0 11 0,0-7 0,0 4 0,0-4 0,0-10 0,0-4 0,0-10 0,0 0 0</inkml:trace>
  <inkml:trace contextRef="#ctx0" brushRef="#br0" timeOffset="418017">8231 11245 24575,'0'11'0,"0"17"0,0-12 0,0 21 0,0-12 0,0 10 0,0-1 0,0-1 0,0-8 0,0-1 0,0-8 0,0 0 0,0-7 0,0-1 0,0-7 0,0-11 0,0-4 0,0-8 0,11-12 0,2 3 0,11-13 0,-10 16 0,1 1 0,10-12 0,-7 8 0,0 0 0,12-13 0,0 1 0,-1 2 0,-11 18 0,-1 3 0,-8 11 0,-1 3 0,0 3 0,-2 3 0,0 2 0,-4 4 0,-2 3 0,0 3 0,0 4 0,0-4 0,0 7 0,0 2 0,3 0 0,-2 2 0,5-3 0,-3 0 0,1-4 0,2 3 0,-6-9 0,3 5 0,0-9 0,-3 2 0,3-2 0,-3-1 0,0 0 0,2-2 0,1 0 0,2-5 0,-2-1 0,-1-6 0,1 0 0,1-7 0,2 0 0,0 0 0,1-3 0,-1 6 0,0-3 0,0 4 0,0 3 0,0 0 0,-1 6 0,0 1 0,-2 7 0,0 4 0,-3 3 0,0 7 0,0 1 0,0 1 0,0 7 0,0 1 0,0 1 0,0-1 0,0-5 0,0-8 0,0-1 0,0-3 0,0-3 0,0 0 0,0-8 0,0 0 0,0-3 0</inkml:trace>
  <inkml:trace contextRef="#ctx0" brushRef="#br0" timeOffset="419006">8912 11394 24575,'23'0'0,"-1"0"0,1 0 0,-2 0 0,-1 0 0,-7 0 0,-5 5 0,-2-4 0,-3 7 0,0-5 0,-3 2 0,0 4 0,0 3 0,-3 1 0,-4 10 0,-10-9 0,-3 14 0,-9-8 0,6 3 0,4-6 0,1-4 0,10-4 0,-6 0 0,7-6 0,-1 0 0,5-1 0,6 1 0,7 3 0,15 3 0,1-1 0,3 2 0,-5-4 0,-4-2 0,-4-1 0,-1 0 0,-5-3 0,-2 3 0,-3-3 0,-2 0 0,0 0 0</inkml:trace>
  <inkml:trace contextRef="#ctx0" brushRef="#br0" timeOffset="421201">9863 11284 24575,'0'37'0,"0"-5"0,0 0 0,0-2 0,0 9 0,0-1 0,0-3 0,0-2 0,0-8 0,0-5 0,0-5 0,0-13 0,0-10 0,0-10 0,0-11 0,0-4 0,0 2 0,3 0 0,4 3 0,8 2 0,0-3 0,3 3 0,-7 2 0,1 8 0,-5 0 0,1 9 0,-2 0 0,0 6 0,-1-1 0,-2 6 0,2 3 0,-4 4 0,1 5 0,1 0 0,1 4 0,-1-1 0,3 5 0,-2-3 0,3 2 0,-1-6 0,-2 2 0,1-9 0,-2 7 0,0-10 0,2 1 0,-2-5 0,-1-9 0,3 0 0,-4-7 0,4 1 0,-4-3 0,4 2 0,-4-3 0,4 7 0,-4 0 0,3 4 0,-3-1 0,1 1 0,1 2 0,-3 8 0,2 6 0,-2 11 0,4 3 0,-4 8 0,7-3 0,-3 3 0,3-4 0,-3-4 0,2-1 0,-5-11 0,4 2 0,-4-9 0,2 3 0,-3-8 0,0-10 0,0-2 0,0-6 0,0 1 0,0 3 0,0-2 0,0 5 0,0-1 0,0 2 0,0-6 0,0 0 0,0 0 0,0 4 0,0 3 0,0-1 0,0 3 0,2-6 0,2 3 0,2-6 0,3-2 0,2-3 0,2 0 0,4-1 0,-6 5 0,5-1 0,-7 8 0,0 0 0,-1 4 0,-2 2 0,-1 0 0,1 3 0,-1 0 0,0 0 0,0 0 0,0 8 0,-2 5 0,3 15 0,0 4 0,2-1 0,1-2 0,-2-9 0,-4 0 0,3-4 0,-5 0 0,1-4 0,-2-3 0,0-1 0,0-2 0,0-1 0,0-2 0,0-1 0</inkml:trace>
  <inkml:trace contextRef="#ctx0" brushRef="#br0" timeOffset="422758">10466 11412 24575,'30'0'0,"-5"0"0,2 0 0,-9 0 0,1 0 0,-7 0 0,0 0 0,0 0 0,0 0 0,-2 0 0,-2 7 0,-5-2 0,-1 5 0,-2 2 0,0-2 0,0 8 0,0-5 0,0 10 0,-3-6 0,0 7 0,-6-8 0,-1 0 0,1-7 0,-5 5 0,7-8 0,-4 3 0,5-7 0,1-2 0,2-2 0,1-1 0,2-2 0,2 2 0,1 0 0,5 3 0,1 0 0,7 0 0,0 0 0,4 0 0,4 0 0,-4 0 0,4 0 0,-4 3 0,0 1 0,-1 5 0,-6-3 0,-3 2 0,-4-2 0,-3-1 0,-1 3 0,-2 1 0,0-1 0,0 0 0,-2 3 0,-4 1 0,0 0 0,-5-1 0,5-5 0,-3-1 0,4 1 0,-4-3 0,3 2 0,-5-2 0,-2 0 0,-3 2 0,-4-4 0,-4 2 0,-1-3 0,0 0 0,-2 0 0,2 0 0,0 0 0,5 0 0,4 0 0,4-3 0,5 3 0,2-3 0</inkml:trace>
  <inkml:trace contextRef="#ctx0" brushRef="#br0" timeOffset="428849">3679 10695 24575,'17'0'0,"4"0"0,4 0 0,4 0 0,4 0 0,-3 0 0,3 0 0,-4 0 0,-4 0 0,-1 0 0,-8 0 0,-4 0 0,-3 0 0,-4 0 0,1 0 0,-3 0 0,-1 0 0</inkml:trace>
  <inkml:trace contextRef="#ctx0" brushRef="#br0" timeOffset="437038">3870 15266 24575,'21'0'0,"11"0"0,-4 0 0,13 0 0,0 0 0,-7 0 0,13 0 0,-21 0 0,20 0 0,-16 0 0,6 0 0,-21 0 0,-9 0 0,-9 0 0,-10 0 0,-7 0 0,-10 0 0,0 0 0,-3 0 0,4 0 0,4 0 0,1 0 0,8 0 0,3 0 0,5 0 0,2 0 0,3 0 0,1 0 0</inkml:trace>
  <inkml:trace contextRef="#ctx0" brushRef="#br0" timeOffset="451032">8954 11543 24575,'15'0'0,"2"6"0,-4-2 0,6 8 0,-6-2 0,3 6 0,4-2 0,-5 9 0,5-8 0,-10 8 0,5-10 0,-7 6 0,2-5 0,-5 1 0,1-3 0,0-3 0,0 1 0,-4-1 0,-2 0 0,0-1 0,0-3 0,0 0 0,0 4 0,-2-3 0,-4 5 0,-4-4 0,-2 4 0,0-4 0,0 1 0,0-2 0,0 0 0,0 0 0,3 0 0,-3-3 0,3 2 0,0-4 0,0 2 0,4-3 0,-1 0 0,1 0 0,0 0 0,0 0 0,2 0 0,1 0 0</inkml:trace>
  <inkml:trace contextRef="#ctx0" brushRef="#br0" timeOffset="453264">10501 11483 24575,'11'-3'0,"6"1"0,-1 2 0,5 0 0,1 0 0,-6 3 0,0 0 0,-4 3 0,0 0 0,0 0 0,0 0 0,-3 0 0,-1 2 0,-2-2 0,0 3 0,-1-1 0,1-2 0,0 3 0,-1-1 0,-2-2 0,0 8 0,-1-7 0,-1 6 0,1-6 0,-2 1 0,0-3 0,0 4 0,0-3 0,0 5 0,-5-4 0,-2 4 0,-5-2 0,0 3 0,-4 4 0,3-3 0,-8 8 0,5-7 0,-5 2 0,1-2 0,4-5 0,0 3 0,4-5 0,3 2 0,1-4 0,2-2 0,1 0 0,6-3 0,9-3 0,2 2 0,9-4 0,-5 1 0,8 0 0,16-3 0,2 2 0,14-3 0,-11 0 0,9-1-410,-7 1 410,8 3 0,-5-2 0,1 6 0,-6-7 0,-6 8 0,-6-4 0,-4 4 0,-5 0 0,-3 0 0,-6 0 410,-3 0-410,-2 0 0,-2 0 0,-3 0 0,1 0 0,-3-2 0,-1 1 0,-2-1 0</inkml:trace>
  <inkml:trace contextRef="#ctx0" brushRef="#br0" timeOffset="454898">10437 11432 24575,'21'0'0,"0"0"0,7 0 0,-6 0 0,3-3 0,-13 5 0,0-4 0,-6 7 0,-1-5 0,0 5 0,-2-2 0,2 2 0,-2-2 0,3 2 0,-4-2 0,3 3 0,-2-1 0,3 0 0,-1 1 0,0-3 0,1 2 0,-1-3 0,1 1 0,-1 0 0,0-3 0,-2 2 0,1 3 0,-3 1 0,1 2 0,-2-3 0,0 1 0,0-1 0,0 0 0,0 1 0,0-1 0,0 1 0,0-1 0,0 1 0,0-1 0,-3 1 0,0 2 0,-3-2 0,-2 5 0,1-4 0,-1 4 0,-1-2 0,2 3 0,-4 0 0,4 0 0,-2 0 0,3 0 0,0-3 0,1 2 0,-1-5 0,3 2 0,0-2 0,1-1 0,1 1 0,-1-1 0,-1 0 0,3 1 0,-3-1 0,3 1 0,-2-3 0,1 2 0,-1-3 0,2 4 0,0-4 0,0 1 0</inkml:trace>
  <inkml:trace contextRef="#ctx0" brushRef="#br0" timeOffset="461832">11281 10610 24575,'14'0'0,"3"0"0,13 0 0,-7 0 0,24 0 0,-20 0 0,15 0 0,-12 0 0,8 0 0,-8 0 0,3 0 0,0 0 0,-7 0 0,3 0 0,-10 0 0,-5 0 0,0 0 0,-7 0 0,1 0 0,-3 0 0,-2 0 0,0 0 0</inkml:trace>
  <inkml:trace contextRef="#ctx0" brushRef="#br0" timeOffset="466263">8822 10641 24575,'20'0'0,"0"0"0,4 0 0,1 0 0,8 0 0,-3 0 0,7 0 0,-7 0 0,8 0 0,-12 0 0,2 0 0,-8 0 0,-6 0 0,0 0 0,-8 0 0,0 0 0,-3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26F516-474B-49E6-8B3A-4C2D69386E26}" type="datetimeFigureOut">
              <a:rPr lang="zh-CN" altLang="en-US" smtClean="0"/>
              <a:t>2024/9/26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900363" y="857250"/>
            <a:ext cx="334327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B7EB77-94AC-4128-8DFB-759E46F1AD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0672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04126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90238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dirty="0">
                <a:solidFill>
                  <a:srgbClr val="000000"/>
                </a:solidFill>
              </a:rPr>
              <a:t>数字系统中的逻辑问题是层出不穷的，为解决这些逻辑问题而设计的逻辑电路也是无穷尽的。然而其中有些逻辑电路会经常、大量地出现在各种数字系统中，为了使用方便，这些逻辑电路被制成了中规模集成的标准化产品。本节将讨论数字系统中经常使用到的几种组合部件，即：编码器、译码器、数值分配器、数据选择器、数据比较器、算术运算电路和奇偶校验器，分析它们的逻辑功能和使用方法。</a:t>
            </a:r>
            <a:endParaRPr kumimoji="1" lang="zh-CN" altLang="zh-CN" dirty="0">
              <a:solidFill>
                <a:srgbClr val="000000"/>
              </a:solidFill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9112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在通道选择信号的作用下，将数据分时送到多个不同的通道上去，相当于多输出的单刀多掷开关。</a:t>
            </a:r>
          </a:p>
          <a:p>
            <a:pPr eaLnBrk="1" hangingPunct="1"/>
            <a:r>
              <a:rPr lang="zh-CN" altLang="en-US" dirty="0"/>
              <a:t>定义：能够将</a:t>
            </a:r>
            <a:r>
              <a:rPr lang="en-US" altLang="zh-CN" dirty="0"/>
              <a:t>1</a:t>
            </a:r>
            <a:r>
              <a:rPr lang="zh-CN" altLang="en-US" dirty="0"/>
              <a:t>个输入数据，根据需要传送到</a:t>
            </a:r>
            <a:r>
              <a:rPr lang="en-US" altLang="zh-CN" dirty="0"/>
              <a:t>n</a:t>
            </a:r>
            <a:r>
              <a:rPr lang="zh-CN" altLang="en-US" dirty="0"/>
              <a:t>个输出端的任何一个输出端的电路，叫做数据分配器，又称为多路分配器，其逻辑功能正好与数据选择器相反。</a:t>
            </a:r>
          </a:p>
          <a:p>
            <a:pPr eaLnBrk="1" hangingPunct="1"/>
            <a:r>
              <a:rPr lang="zh-CN" altLang="en-US" dirty="0"/>
              <a:t>分类：</a:t>
            </a:r>
            <a:r>
              <a:rPr lang="en-US" altLang="zh-CN" dirty="0"/>
              <a:t>1</a:t>
            </a:r>
            <a:r>
              <a:rPr lang="zh-CN" altLang="en-US" dirty="0"/>
              <a:t>路</a:t>
            </a:r>
            <a:r>
              <a:rPr lang="en-US" altLang="zh-CN" dirty="0"/>
              <a:t>-4</a:t>
            </a:r>
            <a:r>
              <a:rPr lang="zh-CN" altLang="en-US" dirty="0"/>
              <a:t>路数据分配器（如</a:t>
            </a:r>
            <a:r>
              <a:rPr lang="en-US" altLang="zh-CN" dirty="0"/>
              <a:t>74LS139</a:t>
            </a:r>
            <a:r>
              <a:rPr lang="zh-CN" altLang="en-US" dirty="0"/>
              <a:t>）、</a:t>
            </a:r>
            <a:r>
              <a:rPr lang="en-US" altLang="zh-CN" dirty="0"/>
              <a:t>1</a:t>
            </a:r>
            <a:r>
              <a:rPr lang="zh-CN" altLang="en-US" dirty="0"/>
              <a:t>路</a:t>
            </a:r>
            <a:r>
              <a:rPr lang="en-US" altLang="zh-CN" dirty="0"/>
              <a:t>-8</a:t>
            </a:r>
            <a:r>
              <a:rPr lang="zh-CN" altLang="en-US" dirty="0"/>
              <a:t>路数据分配器（</a:t>
            </a:r>
            <a:r>
              <a:rPr lang="en-US" altLang="zh-CN" dirty="0"/>
              <a:t>74LS138</a:t>
            </a:r>
            <a:r>
              <a:rPr lang="zh-CN" altLang="en-US" dirty="0"/>
              <a:t>）等。 </a:t>
            </a:r>
          </a:p>
          <a:p>
            <a:pPr eaLnBrk="1" hangingPunct="1"/>
            <a:r>
              <a:rPr lang="zh-CN" altLang="en-US" dirty="0"/>
              <a:t>由于译码器和数据分配器的功能非常接近，所以译码器一个很重要的应用就是构成数据分配器。也正因为如此，市场上没有集成数据分配器产品，只有集成译码器产品。当需要数据分配器时，可以用译码器改接。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14801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在多路数据传送过程中，能够根据需要将其中任意一路选出来的电路，叫做数据选择器，也称多路选择器或多路开关。</a:t>
            </a:r>
          </a:p>
          <a:p>
            <a:pPr eaLnBrk="1" hangingPunct="1"/>
            <a:r>
              <a:rPr lang="zh-CN" altLang="en-US" dirty="0"/>
              <a:t>其逻辑功能正好与数据选择器相反。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97590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/>
            <a:r>
              <a:rPr lang="zh-CN" altLang="en-US" dirty="0"/>
              <a:t>在不增加逻辑情况下，任意</a:t>
            </a:r>
            <a:r>
              <a:rPr lang="en-US" altLang="zh-CN" dirty="0"/>
              <a:t>2</a:t>
            </a:r>
            <a:r>
              <a:rPr lang="zh-CN" altLang="en-US" dirty="0"/>
              <a:t>变量逻辑函数</a:t>
            </a:r>
          </a:p>
          <a:p>
            <a:pPr lvl="1" eaLnBrk="1" hangingPunct="1"/>
            <a:r>
              <a:rPr lang="zh-CN" altLang="en-US" dirty="0"/>
              <a:t>在可增加非门情况下，任意</a:t>
            </a:r>
            <a:r>
              <a:rPr lang="en-US" altLang="zh-CN" dirty="0"/>
              <a:t>3</a:t>
            </a:r>
            <a:r>
              <a:rPr lang="zh-CN" altLang="en-US" dirty="0"/>
              <a:t>变量逻辑函数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/A*C+/B*/C = /A*(B+/B)*C+(A+/A)*/B*/C = /A*B*C+/A*/B*C+A*/B*/C+/A*/B*/C = /A*B*C+/A*/B*(C+/C)+ A*/B*/C = /A*B*C + /A*/B*1 + A*/B*/C = m1*C + m0*1 + m2*/C</a:t>
            </a:r>
            <a:endParaRPr lang="zh-CN" altLang="en-US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07724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14885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lang="en-US" altLang="zh-CN" dirty="0" err="1"/>
              <a:t>Mastertitelformat</a:t>
            </a:r>
            <a:r>
              <a:rPr lang="en-US" altLang="zh-CN" dirty="0"/>
              <a:t> </a:t>
            </a:r>
            <a:r>
              <a:rPr lang="en-US" altLang="zh-CN" dirty="0" err="1"/>
              <a:t>bearbeiten</a:t>
            </a:r>
            <a:endParaRPr lang="en-US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Master-Untertitelformat bearbeiten</a:t>
            </a:r>
            <a:endParaRPr lang="en-US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EAD0EE8D-9D56-A393-A0B6-B1D464FF8959}"/>
              </a:ext>
            </a:extLst>
          </p:cNvPr>
          <p:cNvSpPr txBox="1">
            <a:spLocks/>
          </p:cNvSpPr>
          <p:nvPr userDrawn="1"/>
        </p:nvSpPr>
        <p:spPr>
          <a:xfrm>
            <a:off x="0" y="0"/>
            <a:ext cx="9906000" cy="5106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dirty="0"/>
              <a:t>计算机科学与技术学院本科课程</a:t>
            </a:r>
            <a:endParaRPr lang="en-US" altLang="zh-CN" sz="2800" dirty="0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32A6DDD0-4B5B-3901-545E-2EAC257EF171}"/>
              </a:ext>
            </a:extLst>
          </p:cNvPr>
          <p:cNvSpPr txBox="1">
            <a:spLocks/>
          </p:cNvSpPr>
          <p:nvPr userDrawn="1"/>
        </p:nvSpPr>
        <p:spPr>
          <a:xfrm>
            <a:off x="0" y="6741796"/>
            <a:ext cx="9906000" cy="1162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3216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9906000" cy="510639"/>
          </a:xfrm>
          <a:solidFill>
            <a:schemeClr val="accent1"/>
          </a:solidFill>
          <a:ln>
            <a:noFill/>
          </a:ln>
        </p:spPr>
        <p:txBody>
          <a:bodyPr>
            <a:normAutofit/>
          </a:bodyPr>
          <a:lstStyle>
            <a:lvl1pPr algn="ctr">
              <a:defRPr sz="3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en-US" altLang="zh-CN" dirty="0" err="1"/>
              <a:t>Mastertitelformat</a:t>
            </a:r>
            <a:r>
              <a:rPr lang="en-US" altLang="zh-CN" dirty="0"/>
              <a:t> </a:t>
            </a:r>
            <a:r>
              <a:rPr lang="en-US" altLang="zh-CN" dirty="0" err="1"/>
              <a:t>bearbeiten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17780" y="585760"/>
            <a:ext cx="9888220" cy="5947119"/>
          </a:xfrm>
        </p:spPr>
        <p:txBody>
          <a:bodyPr/>
          <a:lstStyle>
            <a:lvl1pPr>
              <a:defRPr sz="280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defRPr>
            </a:lvl1pPr>
            <a:lvl2pPr>
              <a:defRPr sz="240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defRPr>
            </a:lvl2pPr>
            <a:lvl3pPr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defRPr>
            </a:lvl5pPr>
          </a:lstStyle>
          <a:p>
            <a:pPr lvl="0"/>
            <a:r>
              <a:rPr lang="en-US" altLang="zh-CN" dirty="0" err="1"/>
              <a:t>Mastertextformat</a:t>
            </a:r>
            <a:r>
              <a:rPr lang="en-US" altLang="zh-CN" dirty="0"/>
              <a:t> </a:t>
            </a:r>
            <a:r>
              <a:rPr lang="en-US" altLang="zh-CN" dirty="0" err="1"/>
              <a:t>bearbeiten</a:t>
            </a:r>
            <a:endParaRPr lang="en-US" altLang="zh-CN" dirty="0"/>
          </a:p>
          <a:p>
            <a:pPr lvl="1"/>
            <a:r>
              <a:rPr lang="en-US" altLang="zh-CN" dirty="0" err="1"/>
              <a:t>Zweite</a:t>
            </a:r>
            <a:r>
              <a:rPr lang="en-US" altLang="zh-CN" dirty="0"/>
              <a:t> Ebene</a:t>
            </a:r>
          </a:p>
          <a:p>
            <a:pPr lvl="2"/>
            <a:r>
              <a:rPr lang="en-US" altLang="zh-CN" dirty="0" err="1"/>
              <a:t>Dritte</a:t>
            </a:r>
            <a:r>
              <a:rPr lang="en-US" altLang="zh-CN" dirty="0"/>
              <a:t> Ebene</a:t>
            </a:r>
          </a:p>
          <a:p>
            <a:pPr lvl="3"/>
            <a:r>
              <a:rPr lang="en-US" altLang="zh-CN" dirty="0" err="1"/>
              <a:t>Vierte</a:t>
            </a:r>
            <a:r>
              <a:rPr lang="en-US" altLang="zh-CN" dirty="0"/>
              <a:t> Ebene</a:t>
            </a:r>
          </a:p>
          <a:p>
            <a:pPr lvl="4"/>
            <a:r>
              <a:rPr lang="en-US" altLang="zh-CN" dirty="0" err="1"/>
              <a:t>Fünfte</a:t>
            </a:r>
            <a:r>
              <a:rPr lang="en-US" altLang="zh-CN" dirty="0"/>
              <a:t> Ebene</a:t>
            </a:r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384550" y="6532880"/>
            <a:ext cx="3136900" cy="188596"/>
          </a:xfrm>
        </p:spPr>
        <p:txBody>
          <a:bodyPr/>
          <a:lstStyle>
            <a:lvl1pPr>
              <a:defRPr sz="1000">
                <a:solidFill>
                  <a:srgbClr val="0070C0"/>
                </a:solidFill>
              </a:defRPr>
            </a:lvl1pPr>
          </a:lstStyle>
          <a:p>
            <a:r>
              <a:rPr lang="zh-CN" altLang="en-US"/>
              <a:t>模拟与数字电路：</a:t>
            </a:r>
            <a:r>
              <a:rPr lang="en-US" altLang="zh-CN"/>
              <a:t>7. </a:t>
            </a:r>
            <a:r>
              <a:rPr lang="zh-CN" altLang="en-US"/>
              <a:t>组合逻辑电路</a:t>
            </a:r>
            <a:r>
              <a:rPr lang="en-US" altLang="zh-CN"/>
              <a:t>3</a:t>
            </a:r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7475220" y="6543040"/>
            <a:ext cx="2311400" cy="188596"/>
          </a:xfrm>
        </p:spPr>
        <p:txBody>
          <a:bodyPr/>
          <a:lstStyle>
            <a:lvl1pPr>
              <a:defRPr sz="1000">
                <a:solidFill>
                  <a:srgbClr val="0070C0"/>
                </a:solidFill>
              </a:defRPr>
            </a:lvl1pPr>
          </a:lstStyle>
          <a:p>
            <a:fld id="{9E260BC5-5BF3-8746-862B-DC45E9CAA88B}" type="slidenum">
              <a:rPr lang="en-US" smtClean="0"/>
              <a:pPr/>
              <a:t>‹#›</a:t>
            </a:fld>
            <a:r>
              <a:rPr lang="en-US" altLang="zh-CN" dirty="0"/>
              <a:t>/</a:t>
            </a:r>
            <a:endParaRPr lang="en-US" dirty="0"/>
          </a:p>
        </p:txBody>
      </p:sp>
      <p:pic>
        <p:nvPicPr>
          <p:cNvPr id="7" name="Bild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58354" y="575599"/>
            <a:ext cx="629866" cy="574907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8A49508E-0CBC-36CF-BE0A-9CFE928D5051}"/>
              </a:ext>
            </a:extLst>
          </p:cNvPr>
          <p:cNvSpPr txBox="1">
            <a:spLocks/>
          </p:cNvSpPr>
          <p:nvPr userDrawn="1"/>
        </p:nvSpPr>
        <p:spPr>
          <a:xfrm>
            <a:off x="0" y="6741796"/>
            <a:ext cx="9906000" cy="1162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6482FF6C-9411-92E7-7DED-EBDB23C92E35}"/>
              </a:ext>
            </a:extLst>
          </p:cNvPr>
          <p:cNvSpPr txBox="1">
            <a:spLocks/>
          </p:cNvSpPr>
          <p:nvPr userDrawn="1"/>
        </p:nvSpPr>
        <p:spPr>
          <a:xfrm>
            <a:off x="17780" y="6522719"/>
            <a:ext cx="1684560" cy="2089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ctr" defTabSz="457200" rtl="0" eaLnBrk="1" latinLnBrk="0" hangingPunct="1">
              <a:defRPr sz="100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2023</a:t>
            </a:r>
            <a:r>
              <a:rPr lang="zh-CN" altLang="en-US" dirty="0"/>
              <a:t>年秋季学期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377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Mastertextformat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7. </a:t>
            </a:r>
            <a:r>
              <a:rPr lang="zh-CN" altLang="en-US"/>
              <a:t>组合逻辑电路</a:t>
            </a:r>
            <a:r>
              <a:rPr lang="en-US" altLang="zh-CN"/>
              <a:t>3</a:t>
            </a:r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770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7. </a:t>
            </a:r>
            <a:r>
              <a:rPr lang="zh-CN" altLang="en-US"/>
              <a:t>组合逻辑电路</a:t>
            </a:r>
            <a:r>
              <a:rPr lang="en-US" altLang="zh-CN"/>
              <a:t>3</a:t>
            </a:r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307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Mastertextformat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Mastertextformat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7. </a:t>
            </a:r>
            <a:r>
              <a:rPr lang="zh-CN" altLang="en-US"/>
              <a:t>组合逻辑电路</a:t>
            </a:r>
            <a:r>
              <a:rPr lang="en-US" altLang="zh-CN"/>
              <a:t>3</a:t>
            </a:r>
            <a:endParaRPr lang="en-US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405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7. </a:t>
            </a:r>
            <a:r>
              <a:rPr lang="zh-CN" altLang="en-US"/>
              <a:t>组合逻辑电路</a:t>
            </a:r>
            <a:r>
              <a:rPr lang="en-US" altLang="zh-CN"/>
              <a:t>3</a:t>
            </a:r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821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7. </a:t>
            </a:r>
            <a:r>
              <a:rPr lang="zh-CN" altLang="en-US"/>
              <a:t>组合逻辑电路</a:t>
            </a:r>
            <a:r>
              <a:rPr lang="en-US" altLang="zh-CN"/>
              <a:t>3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565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7. </a:t>
            </a:r>
            <a:r>
              <a:rPr lang="zh-CN" altLang="en-US"/>
              <a:t>组合逻辑电路</a:t>
            </a:r>
            <a:r>
              <a:rPr lang="en-US" altLang="zh-CN"/>
              <a:t>3</a:t>
            </a:r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735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7. </a:t>
            </a:r>
            <a:r>
              <a:rPr lang="zh-CN" altLang="en-US"/>
              <a:t>组合逻辑电路</a:t>
            </a:r>
            <a:r>
              <a:rPr lang="en-US" altLang="zh-CN"/>
              <a:t>3</a:t>
            </a:r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037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7. </a:t>
            </a:r>
            <a:r>
              <a:rPr lang="zh-CN" altLang="en-US"/>
              <a:t>组合逻辑电路</a:t>
            </a:r>
            <a:r>
              <a:rPr lang="en-US" altLang="zh-CN"/>
              <a:t>3</a:t>
            </a:r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457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7. </a:t>
            </a:r>
            <a:r>
              <a:rPr lang="zh-CN" altLang="en-US"/>
              <a:t>组合逻辑电路</a:t>
            </a:r>
            <a:r>
              <a:rPr lang="en-US" altLang="zh-CN"/>
              <a:t>3</a:t>
            </a:r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033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模拟与数字电路：</a:t>
            </a:r>
            <a:r>
              <a:rPr lang="en-US" altLang="zh-CN"/>
              <a:t>7. </a:t>
            </a:r>
            <a:r>
              <a:rPr lang="zh-CN" altLang="en-US"/>
              <a:t>组合逻辑电路</a:t>
            </a:r>
            <a:r>
              <a:rPr lang="en-US" altLang="zh-CN"/>
              <a:t>3</a:t>
            </a:r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204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.emf"/><Relationship Id="rId18" Type="http://schemas.openxmlformats.org/officeDocument/2006/relationships/oleObject" Target="../embeddings/oleObject9.bin"/><Relationship Id="rId26" Type="http://schemas.openxmlformats.org/officeDocument/2006/relationships/oleObject" Target="../embeddings/oleObject13.bin"/><Relationship Id="rId3" Type="http://schemas.openxmlformats.org/officeDocument/2006/relationships/image" Target="../media/image3.wmf"/><Relationship Id="rId21" Type="http://schemas.openxmlformats.org/officeDocument/2006/relationships/image" Target="../media/image12.emf"/><Relationship Id="rId34" Type="http://schemas.openxmlformats.org/officeDocument/2006/relationships/oleObject" Target="../embeddings/oleObject17.bin"/><Relationship Id="rId7" Type="http://schemas.openxmlformats.org/officeDocument/2006/relationships/image" Target="../media/image5.e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10.wmf"/><Relationship Id="rId25" Type="http://schemas.openxmlformats.org/officeDocument/2006/relationships/image" Target="../media/image14.emf"/><Relationship Id="rId33" Type="http://schemas.openxmlformats.org/officeDocument/2006/relationships/image" Target="../media/image18.emf"/><Relationship Id="rId2" Type="http://schemas.openxmlformats.org/officeDocument/2006/relationships/oleObject" Target="../embeddings/oleObject1.bin"/><Relationship Id="rId16" Type="http://schemas.openxmlformats.org/officeDocument/2006/relationships/oleObject" Target="../embeddings/oleObject8.bin"/><Relationship Id="rId20" Type="http://schemas.openxmlformats.org/officeDocument/2006/relationships/oleObject" Target="../embeddings/oleObject10.bin"/><Relationship Id="rId29" Type="http://schemas.openxmlformats.org/officeDocument/2006/relationships/image" Target="../media/image16.e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7.emf"/><Relationship Id="rId24" Type="http://schemas.openxmlformats.org/officeDocument/2006/relationships/oleObject" Target="../embeddings/oleObject12.bin"/><Relationship Id="rId32" Type="http://schemas.openxmlformats.org/officeDocument/2006/relationships/oleObject" Target="../embeddings/oleObject16.bin"/><Relationship Id="rId5" Type="http://schemas.openxmlformats.org/officeDocument/2006/relationships/image" Target="../media/image4.emf"/><Relationship Id="rId15" Type="http://schemas.openxmlformats.org/officeDocument/2006/relationships/image" Target="../media/image9.emf"/><Relationship Id="rId23" Type="http://schemas.openxmlformats.org/officeDocument/2006/relationships/image" Target="../media/image13.emf"/><Relationship Id="rId28" Type="http://schemas.openxmlformats.org/officeDocument/2006/relationships/oleObject" Target="../embeddings/oleObject14.bin"/><Relationship Id="rId36" Type="http://schemas.openxmlformats.org/officeDocument/2006/relationships/image" Target="../media/image20.png"/><Relationship Id="rId10" Type="http://schemas.openxmlformats.org/officeDocument/2006/relationships/oleObject" Target="../embeddings/oleObject5.bin"/><Relationship Id="rId19" Type="http://schemas.openxmlformats.org/officeDocument/2006/relationships/image" Target="../media/image11.wmf"/><Relationship Id="rId31" Type="http://schemas.openxmlformats.org/officeDocument/2006/relationships/image" Target="../media/image17.e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6.emf"/><Relationship Id="rId14" Type="http://schemas.openxmlformats.org/officeDocument/2006/relationships/oleObject" Target="../embeddings/oleObject7.bin"/><Relationship Id="rId22" Type="http://schemas.openxmlformats.org/officeDocument/2006/relationships/oleObject" Target="../embeddings/oleObject11.bin"/><Relationship Id="rId27" Type="http://schemas.openxmlformats.org/officeDocument/2006/relationships/image" Target="../media/image15.emf"/><Relationship Id="rId30" Type="http://schemas.openxmlformats.org/officeDocument/2006/relationships/oleObject" Target="../embeddings/oleObject15.bin"/><Relationship Id="rId35" Type="http://schemas.openxmlformats.org/officeDocument/2006/relationships/image" Target="../media/image19.emf"/><Relationship Id="rId8" Type="http://schemas.openxmlformats.org/officeDocument/2006/relationships/oleObject" Target="../embeddings/oleObject4.bin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3" Type="http://schemas.openxmlformats.org/officeDocument/2006/relationships/oleObject" Target="../embeddings/oleObject20.bin"/><Relationship Id="rId7" Type="http://schemas.openxmlformats.org/officeDocument/2006/relationships/oleObject" Target="../embeddings/oleObject22.bin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wmf"/><Relationship Id="rId11" Type="http://schemas.openxmlformats.org/officeDocument/2006/relationships/customXml" Target="../ink/ink5.xml"/><Relationship Id="rId5" Type="http://schemas.openxmlformats.org/officeDocument/2006/relationships/oleObject" Target="../embeddings/oleObject21.bin"/><Relationship Id="rId10" Type="http://schemas.openxmlformats.org/officeDocument/2006/relationships/image" Target="../media/image30.wmf"/><Relationship Id="rId4" Type="http://schemas.openxmlformats.org/officeDocument/2006/relationships/image" Target="../media/image27.wmf"/><Relationship Id="rId9" Type="http://schemas.openxmlformats.org/officeDocument/2006/relationships/oleObject" Target="../embeddings/oleObject23.bin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975F7A-50CF-504B-9B08-9A4F2126D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通知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A4A7AE-7414-0372-EEC2-54A038967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200" y="1456267"/>
            <a:ext cx="8906933" cy="5076612"/>
          </a:xfrm>
        </p:spPr>
        <p:txBody>
          <a:bodyPr/>
          <a:lstStyle/>
          <a:p>
            <a:pPr>
              <a:spcAft>
                <a:spcPct val="30000"/>
              </a:spcAft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>
              <a:spcAft>
                <a:spcPct val="30000"/>
              </a:spcAft>
              <a:buFont typeface="Arial" panose="020B0604020202020204" pitchFamily="34" charset="0"/>
              <a:buChar char="•"/>
            </a:pPr>
            <a:r>
              <a:rPr lang="zh-CN" altLang="en-US" dirty="0"/>
              <a:t>国庆放假调休通知已出，</a:t>
            </a:r>
            <a:r>
              <a:rPr lang="en-US" altLang="zh-CN" dirty="0"/>
              <a:t>9</a:t>
            </a:r>
            <a:r>
              <a:rPr lang="zh-CN" altLang="en-US" dirty="0"/>
              <a:t>月</a:t>
            </a:r>
            <a:r>
              <a:rPr lang="en-US" altLang="zh-CN" dirty="0"/>
              <a:t>29</a:t>
            </a:r>
            <a:r>
              <a:rPr lang="zh-CN" altLang="en-US" dirty="0"/>
              <a:t>日学校调周二的课。</a:t>
            </a:r>
            <a:endParaRPr lang="en-US" altLang="zh-CN" dirty="0"/>
          </a:p>
          <a:p>
            <a:pPr>
              <a:spcAft>
                <a:spcPct val="30000"/>
              </a:spcAft>
              <a:buFont typeface="Arial" panose="020B0604020202020204" pitchFamily="34" charset="0"/>
              <a:buChar char="•"/>
            </a:pPr>
            <a:r>
              <a:rPr lang="zh-CN" altLang="en-US" dirty="0"/>
              <a:t>由于老师要出差，</a:t>
            </a:r>
            <a:r>
              <a:rPr lang="en-US" altLang="zh-CN" dirty="0"/>
              <a:t>9</a:t>
            </a:r>
            <a:r>
              <a:rPr lang="zh-CN" altLang="en-US" dirty="0"/>
              <a:t>月</a:t>
            </a:r>
            <a:r>
              <a:rPr lang="en-US" altLang="zh-CN" dirty="0"/>
              <a:t>29</a:t>
            </a:r>
            <a:r>
              <a:rPr lang="zh-CN" altLang="en-US" dirty="0"/>
              <a:t>日模拟与数字电路课不上，课时拟于</a:t>
            </a:r>
            <a:r>
              <a:rPr lang="en-US" altLang="zh-CN" dirty="0"/>
              <a:t>10</a:t>
            </a:r>
            <a:r>
              <a:rPr lang="zh-CN" altLang="en-US" dirty="0"/>
              <a:t>月</a:t>
            </a:r>
            <a:r>
              <a:rPr lang="en-US" altLang="zh-CN" dirty="0"/>
              <a:t>8</a:t>
            </a:r>
            <a:r>
              <a:rPr lang="zh-CN" altLang="en-US" dirty="0"/>
              <a:t>日和</a:t>
            </a:r>
            <a:r>
              <a:rPr lang="en-US" altLang="zh-CN" dirty="0"/>
              <a:t>10</a:t>
            </a:r>
            <a:r>
              <a:rPr lang="zh-CN" altLang="en-US" dirty="0"/>
              <a:t>月</a:t>
            </a:r>
            <a:r>
              <a:rPr lang="en-US" altLang="zh-CN" dirty="0"/>
              <a:t>15</a:t>
            </a:r>
            <a:r>
              <a:rPr lang="zh-CN" altLang="en-US" dirty="0"/>
              <a:t>日各顺延</a:t>
            </a:r>
            <a:r>
              <a:rPr lang="en-US" altLang="zh-CN" dirty="0"/>
              <a:t>45</a:t>
            </a:r>
            <a:r>
              <a:rPr lang="zh-CN" altLang="en-US" dirty="0"/>
              <a:t>分钟补齐。</a:t>
            </a:r>
            <a:endParaRPr lang="en-US" altLang="zh-CN" dirty="0"/>
          </a:p>
          <a:p>
            <a:pPr>
              <a:spcAft>
                <a:spcPct val="30000"/>
              </a:spcAft>
              <a:buFont typeface="Arial" panose="020B0604020202020204" pitchFamily="34" charset="0"/>
              <a:buChar char="•"/>
            </a:pPr>
            <a:r>
              <a:rPr lang="zh-CN" altLang="en-US" dirty="0"/>
              <a:t>如有同学在以上时间有课程冲突，请</a:t>
            </a:r>
            <a:r>
              <a:rPr lang="en-US" altLang="zh-CN" dirty="0"/>
              <a:t>QQ</a:t>
            </a:r>
            <a:r>
              <a:rPr lang="zh-CN" altLang="en-US" dirty="0"/>
              <a:t>私联老师。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969AD9D-E054-4B3B-0217-98D0F6374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7. </a:t>
            </a:r>
            <a:r>
              <a:rPr lang="zh-CN" altLang="en-US"/>
              <a:t>组合逻辑电路</a:t>
            </a:r>
            <a:r>
              <a:rPr lang="en-US" altLang="zh-CN"/>
              <a:t>3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9918A83-A821-81DE-7555-202BFE661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</a:t>
            </a:fld>
            <a:r>
              <a:rPr lang="en-US" altLang="zh-CN" dirty="0"/>
              <a:t>/13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2267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742950" y="1077976"/>
            <a:ext cx="8420100" cy="1470025"/>
          </a:xfrm>
        </p:spPr>
        <p:txBody>
          <a:bodyPr>
            <a:normAutofit fontScale="90000"/>
          </a:bodyPr>
          <a:lstStyle/>
          <a:p>
            <a:br>
              <a:rPr lang="en-US" altLang="zh-CN" sz="2400" b="1" dirty="0">
                <a:latin typeface="黑体"/>
                <a:ea typeface="黑体"/>
                <a:cs typeface="黑体"/>
              </a:rPr>
            </a:br>
            <a:br>
              <a:rPr lang="en-US" altLang="zh-CN" b="1" dirty="0">
                <a:latin typeface="黑体"/>
                <a:ea typeface="黑体"/>
                <a:cs typeface="黑体"/>
              </a:rPr>
            </a:br>
            <a:r>
              <a:rPr lang="zh-CN" altLang="en-US" sz="2200" dirty="0">
                <a:solidFill>
                  <a:schemeClr val="accent1">
                    <a:lumMod val="50000"/>
                  </a:schemeClr>
                </a:solidFill>
              </a:rPr>
              <a:t>模拟与数字电路</a:t>
            </a:r>
            <a:br>
              <a:rPr lang="zh-CN" altLang="en-US" sz="22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altLang="zh-CN" sz="2200" dirty="0">
                <a:solidFill>
                  <a:schemeClr val="accent1">
                    <a:lumMod val="50000"/>
                  </a:schemeClr>
                </a:solidFill>
                <a:latin typeface="+mj-ea"/>
              </a:rPr>
              <a:t>Analog and Digital Circuits</a:t>
            </a:r>
            <a:endParaRPr lang="en-US" sz="2200" dirty="0">
              <a:solidFill>
                <a:schemeClr val="accent1">
                  <a:lumMod val="50000"/>
                </a:schemeClr>
              </a:solidFill>
              <a:latin typeface="+mj-ea"/>
            </a:endParaRP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485900" y="2546991"/>
            <a:ext cx="6934200" cy="2283426"/>
          </a:xfrm>
        </p:spPr>
        <p:txBody>
          <a:bodyPr>
            <a:noAutofit/>
          </a:bodyPr>
          <a:lstStyle/>
          <a:p>
            <a:endParaRPr lang="en-US" altLang="zh-CN" sz="1600" b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spcAft>
                <a:spcPct val="0"/>
              </a:spcAft>
              <a:buFontTx/>
              <a:buNone/>
            </a:pPr>
            <a:br>
              <a:rPr lang="en-US" altLang="zh-CN" sz="16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36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07_</a:t>
            </a:r>
            <a:r>
              <a:rPr lang="zh-CN" altLang="en-US" sz="36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组合逻辑电路</a:t>
            </a:r>
            <a:r>
              <a:rPr lang="en-US" altLang="zh-CN" sz="36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(3)</a:t>
            </a:r>
          </a:p>
          <a:p>
            <a:pPr algn="ctr" eaLnBrk="1" hangingPunct="1">
              <a:spcAft>
                <a:spcPct val="0"/>
              </a:spcAft>
              <a:buFontTx/>
              <a:buNone/>
            </a:pPr>
            <a:endParaRPr lang="en-US" altLang="zh-CN" sz="20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（数电</a:t>
            </a:r>
            <a:r>
              <a:rPr lang="en-US" altLang="zh-CN" sz="2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P166-177</a:t>
            </a:r>
            <a:r>
              <a:rPr lang="zh-CN" altLang="en-US" sz="2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endParaRPr lang="en-US" altLang="zh-CN" sz="20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br>
              <a:rPr lang="en-US" sz="2000" dirty="0">
                <a:solidFill>
                  <a:srgbClr val="0070C0"/>
                </a:solidFill>
              </a:rPr>
            </a:br>
            <a:endParaRPr lang="en-US" sz="2000" dirty="0">
              <a:solidFill>
                <a:srgbClr val="0070C0"/>
              </a:solidFill>
            </a:endParaRPr>
          </a:p>
        </p:txBody>
      </p:sp>
      <p:pic>
        <p:nvPicPr>
          <p:cNvPr id="4" name="Bild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9004" y="5093353"/>
            <a:ext cx="1727992" cy="1577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877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975F7A-50CF-504B-9B08-9A4F2126D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内容提纲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A4A7AE-7414-0372-EEC2-54A0389671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ct val="30000"/>
              </a:spcAft>
            </a:pPr>
            <a:r>
              <a:rPr lang="zh-CN" altLang="en-US" dirty="0"/>
              <a:t>数据分配器</a:t>
            </a:r>
            <a:endParaRPr lang="en-US" altLang="zh-CN" dirty="0"/>
          </a:p>
          <a:p>
            <a:pPr lvl="1">
              <a:spcAft>
                <a:spcPct val="30000"/>
              </a:spcAft>
            </a:pPr>
            <a:r>
              <a:rPr lang="zh-CN" altLang="en-US" dirty="0"/>
              <a:t>按照地址线，将输入送到指定道上输出</a:t>
            </a:r>
            <a:endParaRPr lang="en-US" altLang="zh-CN" dirty="0"/>
          </a:p>
          <a:p>
            <a:pPr>
              <a:spcAft>
                <a:spcPct val="30000"/>
              </a:spcAft>
            </a:pPr>
            <a:endParaRPr lang="en-US" altLang="zh-CN" dirty="0"/>
          </a:p>
          <a:p>
            <a:pPr>
              <a:spcAft>
                <a:spcPct val="30000"/>
              </a:spcAft>
            </a:pPr>
            <a:r>
              <a:rPr lang="zh-CN" altLang="en-US" dirty="0"/>
              <a:t>数据选择器</a:t>
            </a:r>
            <a:endParaRPr lang="en-US" altLang="zh-CN" dirty="0"/>
          </a:p>
          <a:p>
            <a:pPr lvl="1">
              <a:spcAft>
                <a:spcPct val="30000"/>
              </a:spcAft>
            </a:pPr>
            <a:r>
              <a:rPr lang="zh-CN" altLang="en-US" dirty="0"/>
              <a:t>按照地址线，将指定道上的输入送到输出</a:t>
            </a:r>
            <a:endParaRPr lang="en-US" altLang="zh-CN" dirty="0"/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969AD9D-E054-4B3B-0217-98D0F6374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7. </a:t>
            </a:r>
            <a:r>
              <a:rPr lang="zh-CN" altLang="en-US"/>
              <a:t>组合逻辑电路</a:t>
            </a:r>
            <a:r>
              <a:rPr lang="en-US" altLang="zh-CN"/>
              <a:t>3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9918A83-A821-81DE-7555-202BFE661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3</a:t>
            </a:fld>
            <a:r>
              <a:rPr lang="en-US" altLang="zh-CN" dirty="0"/>
              <a:t>/13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7681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E5772E-C209-3ADE-7503-6A69E6DA8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数据分配器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1C8495-739A-A1E2-1045-FD14077468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>
                <a:solidFill>
                  <a:srgbClr val="000000"/>
                </a:solidFill>
              </a:rPr>
              <a:t>将一路输入数据分配到多路输出端的电路</a:t>
            </a:r>
          </a:p>
          <a:p>
            <a:pPr lvl="1"/>
            <a:r>
              <a:rPr lang="zh-CN" altLang="en-US" dirty="0"/>
              <a:t>在通道选择信号控制下，可以将输入数据传送到多个输出通道中的任何一个通道输出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E128E28-3E5B-E9DE-F335-C13366185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7. </a:t>
            </a:r>
            <a:r>
              <a:rPr lang="zh-CN" altLang="en-US"/>
              <a:t>组合逻辑电路</a:t>
            </a:r>
            <a:r>
              <a:rPr lang="en-US" altLang="zh-CN"/>
              <a:t>3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93AB9CF-53E0-C8FA-BF30-487C62F4E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4</a:t>
            </a:fld>
            <a:r>
              <a:rPr lang="en-US" altLang="zh-CN" dirty="0"/>
              <a:t>/13</a:t>
            </a:r>
            <a:endParaRPr lang="en-US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A561A17D-1592-AEC5-FB9C-2BC87A23CE81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983162" y="4893109"/>
            <a:ext cx="295275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b="0">
                <a:solidFill>
                  <a:srgbClr val="000000"/>
                </a:solidFill>
              </a:rPr>
              <a:t>A</a:t>
            </a:r>
            <a:endParaRPr lang="en-US" altLang="zh-CN" b="0"/>
          </a:p>
        </p:txBody>
      </p:sp>
      <p:sp>
        <p:nvSpPr>
          <p:cNvPr id="7" name="Line 5">
            <a:extLst>
              <a:ext uri="{FF2B5EF4-FFF2-40B4-BE49-F238E27FC236}">
                <a16:creationId xmlns:a16="http://schemas.microsoft.com/office/drawing/2014/main" id="{D5B7D481-2E6B-4A2E-21EA-9F8CA61B259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03587" y="3742171"/>
            <a:ext cx="6270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Line 6">
            <a:extLst>
              <a:ext uri="{FF2B5EF4-FFF2-40B4-BE49-F238E27FC236}">
                <a16:creationId xmlns:a16="http://schemas.microsoft.com/office/drawing/2014/main" id="{40B8BA43-50B1-AD12-662C-5DAD0FE3CF1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44987" y="2769034"/>
            <a:ext cx="906463" cy="9731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Line 7">
            <a:extLst>
              <a:ext uri="{FF2B5EF4-FFF2-40B4-BE49-F238E27FC236}">
                <a16:creationId xmlns:a16="http://schemas.microsoft.com/office/drawing/2014/main" id="{7B3D607E-F774-DE29-7E86-F94CD8939B4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413375" y="2732521"/>
            <a:ext cx="121761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133841-1A3D-6530-5C01-0ED3EA723631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907212" y="2510271"/>
            <a:ext cx="390525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b="0">
                <a:solidFill>
                  <a:srgbClr val="000000"/>
                </a:solidFill>
              </a:rPr>
              <a:t>O</a:t>
            </a:r>
            <a:r>
              <a:rPr lang="en-US" altLang="zh-CN" sz="2100" b="0">
                <a:solidFill>
                  <a:srgbClr val="000000"/>
                </a:solidFill>
              </a:rPr>
              <a:t>0</a:t>
            </a:r>
            <a:endParaRPr lang="en-US" altLang="zh-CN" sz="2000" b="0">
              <a:latin typeface="Arial" panose="020B0604020202020204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5DC7EC2-B1E6-CBF6-19D7-43C190077CFE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486400" y="3142096"/>
            <a:ext cx="165100" cy="16827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21149E6-DCBE-B655-BD6A-87D7283FB4FA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260850" y="3669146"/>
            <a:ext cx="165100" cy="16827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6025534-532E-16A3-2830-3C953F209817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248275" y="2661084"/>
            <a:ext cx="165100" cy="16827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4" name="Line 13">
            <a:extLst>
              <a:ext uri="{FF2B5EF4-FFF2-40B4-BE49-F238E27FC236}">
                <a16:creationId xmlns:a16="http://schemas.microsoft.com/office/drawing/2014/main" id="{7EB68D5B-AAB9-1A98-9C93-2A648AC2A1A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38700" y="3202421"/>
            <a:ext cx="1587" cy="1511300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C88FCF-E17B-F0C2-1182-6E5DE3303A5E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905625" y="3016684"/>
            <a:ext cx="390525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b="0">
                <a:solidFill>
                  <a:srgbClr val="000000"/>
                </a:solidFill>
              </a:rPr>
              <a:t>O</a:t>
            </a:r>
            <a:r>
              <a:rPr lang="en-US" altLang="zh-CN" sz="2100" b="0">
                <a:solidFill>
                  <a:srgbClr val="000000"/>
                </a:solidFill>
              </a:rPr>
              <a:t>1</a:t>
            </a:r>
            <a:endParaRPr lang="en-US" altLang="zh-CN" sz="2000" b="0">
              <a:latin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BE4893-AD9E-81CD-4CD8-716DB8C73C32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773862" y="4188259"/>
            <a:ext cx="612775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b="0">
                <a:solidFill>
                  <a:srgbClr val="000000"/>
                </a:solidFill>
              </a:rPr>
              <a:t>O</a:t>
            </a:r>
            <a:r>
              <a:rPr lang="en-US" altLang="zh-CN" sz="2100" b="0">
                <a:solidFill>
                  <a:srgbClr val="000000"/>
                </a:solidFill>
              </a:rPr>
              <a:t>n-1</a:t>
            </a:r>
            <a:endParaRPr lang="en-US" altLang="zh-CN" sz="2000" b="0">
              <a:latin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85773F0-A7E6-47BC-8663-A18190A1E2BD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2844800" y="3494521"/>
            <a:ext cx="257175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b="0">
                <a:solidFill>
                  <a:srgbClr val="000000"/>
                </a:solidFill>
              </a:rPr>
              <a:t>D</a:t>
            </a:r>
            <a:endParaRPr lang="en-US" altLang="zh-CN" b="0">
              <a:latin typeface="Arial" panose="020B0604020202020204" pitchFamily="34" charset="0"/>
            </a:endParaRPr>
          </a:p>
        </p:txBody>
      </p:sp>
      <p:sp>
        <p:nvSpPr>
          <p:cNvPr id="18" name="Line 17">
            <a:extLst>
              <a:ext uri="{FF2B5EF4-FFF2-40B4-BE49-F238E27FC236}">
                <a16:creationId xmlns:a16="http://schemas.microsoft.com/office/drawing/2014/main" id="{88AC1D65-4028-8E52-E927-FE5207BF9E5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332412" y="4423209"/>
            <a:ext cx="1298575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9F2DA58-01F5-F7CE-5E9D-654CF7F7BD23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210175" y="4339071"/>
            <a:ext cx="165100" cy="16827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20" name="Text Box 19">
            <a:extLst>
              <a:ext uri="{FF2B5EF4-FFF2-40B4-BE49-F238E27FC236}">
                <a16:creationId xmlns:a16="http://schemas.microsoft.com/office/drawing/2014/main" id="{F31323FE-2841-A1DE-C3A6-F866527DF5AD}"/>
              </a:ext>
            </a:extLst>
          </p:cNvPr>
          <p:cNvSpPr txBox="1">
            <a:spLocks noChangeArrowheads="1"/>
          </p:cNvSpPr>
          <p:nvPr/>
        </p:nvSpPr>
        <p:spPr bwMode="auto">
          <a:xfrm rot="5400000" flipH="1">
            <a:off x="6069806" y="3474678"/>
            <a:ext cx="793750" cy="82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4800" b="0"/>
              <a:t>…</a:t>
            </a:r>
            <a:endParaRPr lang="en-US" altLang="zh-CN" sz="4000" b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6323465-04FA-D46E-0626-2EDE7B3D38C2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930650" y="2445184"/>
            <a:ext cx="2044700" cy="2268537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22" name="Line 21">
            <a:extLst>
              <a:ext uri="{FF2B5EF4-FFF2-40B4-BE49-F238E27FC236}">
                <a16:creationId xmlns:a16="http://schemas.microsoft.com/office/drawing/2014/main" id="{0D133627-9698-EF8E-8D04-2DDC5DBF525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837112" y="4713721"/>
            <a:ext cx="0" cy="5397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Line 29">
            <a:extLst>
              <a:ext uri="{FF2B5EF4-FFF2-40B4-BE49-F238E27FC236}">
                <a16:creationId xmlns:a16="http://schemas.microsoft.com/office/drawing/2014/main" id="{FD4BCBB6-E401-771A-F6E3-BCF9F4831F2B}"/>
              </a:ext>
            </a:extLst>
          </p:cNvPr>
          <p:cNvSpPr>
            <a:spLocks noChangeShapeType="1"/>
          </p:cNvSpPr>
          <p:nvPr/>
        </p:nvSpPr>
        <p:spPr bwMode="auto">
          <a:xfrm>
            <a:off x="5657850" y="3237346"/>
            <a:ext cx="9731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Line 30">
            <a:extLst>
              <a:ext uri="{FF2B5EF4-FFF2-40B4-BE49-F238E27FC236}">
                <a16:creationId xmlns:a16="http://schemas.microsoft.com/office/drawing/2014/main" id="{4147DE7E-2EDA-65CF-990A-7B89F2E299E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94137" y="3742171"/>
            <a:ext cx="3746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Text Box 31">
            <a:extLst>
              <a:ext uri="{FF2B5EF4-FFF2-40B4-BE49-F238E27FC236}">
                <a16:creationId xmlns:a16="http://schemas.microsoft.com/office/drawing/2014/main" id="{0BFDB30F-788D-D0D0-78F4-45F3CFB289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0887" y="3992996"/>
            <a:ext cx="1512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2400">
                <a:latin typeface="Arial" panose="020B0604020202020204" pitchFamily="34" charset="0"/>
              </a:rPr>
              <a:t>输入数据</a:t>
            </a:r>
          </a:p>
        </p:txBody>
      </p:sp>
      <p:sp>
        <p:nvSpPr>
          <p:cNvPr id="26" name="Text Box 32">
            <a:extLst>
              <a:ext uri="{FF2B5EF4-FFF2-40B4-BE49-F238E27FC236}">
                <a16:creationId xmlns:a16="http://schemas.microsoft.com/office/drawing/2014/main" id="{F4775777-8714-57AD-C184-CF52913C11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1362" y="4893109"/>
            <a:ext cx="1547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2400">
                <a:latin typeface="Arial" panose="020B0604020202020204" pitchFamily="34" charset="0"/>
              </a:rPr>
              <a:t>通道选择</a:t>
            </a:r>
          </a:p>
        </p:txBody>
      </p:sp>
      <p:sp>
        <p:nvSpPr>
          <p:cNvPr id="27" name="Text Box 33">
            <a:extLst>
              <a:ext uri="{FF2B5EF4-FFF2-40B4-BE49-F238E27FC236}">
                <a16:creationId xmlns:a16="http://schemas.microsoft.com/office/drawing/2014/main" id="{0FA61C94-565C-E20B-B507-83C0DEE792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5550" y="4893109"/>
            <a:ext cx="15128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2400">
                <a:latin typeface="Arial" panose="020B0604020202020204" pitchFamily="34" charset="0"/>
              </a:rPr>
              <a:t>输出通道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8" name="墨迹 27">
                <a:extLst>
                  <a:ext uri="{FF2B5EF4-FFF2-40B4-BE49-F238E27FC236}">
                    <a16:creationId xmlns:a16="http://schemas.microsoft.com/office/drawing/2014/main" id="{5E13A63D-549C-C75D-A561-333675BB9E27}"/>
                  </a:ext>
                </a:extLst>
              </p14:cNvPr>
              <p14:cNvContentPartPr/>
              <p14:nvPr/>
            </p14:nvContentPartPr>
            <p14:xfrm>
              <a:off x="4746600" y="4923720"/>
              <a:ext cx="207000" cy="157680"/>
            </p14:xfrm>
          </p:contentPart>
        </mc:Choice>
        <mc:Fallback>
          <p:pic>
            <p:nvPicPr>
              <p:cNvPr id="28" name="墨迹 27">
                <a:extLst>
                  <a:ext uri="{FF2B5EF4-FFF2-40B4-BE49-F238E27FC236}">
                    <a16:creationId xmlns:a16="http://schemas.microsoft.com/office/drawing/2014/main" id="{5E13A63D-549C-C75D-A561-333675BB9E2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37240" y="4914360"/>
                <a:ext cx="225720" cy="176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39902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2E8B24-264A-A175-6F82-CEA31B803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译码器实现数据分配器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CCBE29-A0B5-3A14-E426-8E8698D80F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" y="585760"/>
            <a:ext cx="9126220" cy="5947119"/>
          </a:xfrm>
        </p:spPr>
        <p:txBody>
          <a:bodyPr/>
          <a:lstStyle/>
          <a:p>
            <a:r>
              <a:rPr lang="zh-CN" altLang="en-US" dirty="0"/>
              <a:t>按照通道地址</a:t>
            </a:r>
            <a:r>
              <a:rPr lang="en-US" altLang="zh-CN" dirty="0"/>
              <a:t>A</a:t>
            </a:r>
            <a:r>
              <a:rPr lang="en-US" altLang="zh-CN" baseline="-10000" dirty="0"/>
              <a:t>2</a:t>
            </a:r>
            <a:r>
              <a:rPr lang="en-US" altLang="zh-CN" dirty="0"/>
              <a:t>A</a:t>
            </a:r>
            <a:r>
              <a:rPr lang="en-US" altLang="zh-CN" baseline="-10000" dirty="0"/>
              <a:t>1</a:t>
            </a:r>
            <a:r>
              <a:rPr lang="en-US" altLang="zh-CN" dirty="0"/>
              <a:t>A</a:t>
            </a:r>
            <a:r>
              <a:rPr lang="en-US" altLang="zh-CN" baseline="-10000" dirty="0"/>
              <a:t>0</a:t>
            </a:r>
            <a:r>
              <a:rPr lang="zh-CN" altLang="en-US" dirty="0"/>
              <a:t>的取值，将输入数据</a:t>
            </a:r>
            <a:r>
              <a:rPr lang="en-US" altLang="zh-CN" dirty="0"/>
              <a:t>D</a:t>
            </a:r>
            <a:r>
              <a:rPr lang="zh-CN" altLang="en-US" dirty="0"/>
              <a:t>从相应的输出通道 </a:t>
            </a:r>
            <a:r>
              <a:rPr lang="en-US" altLang="zh-CN" dirty="0"/>
              <a:t>Y</a:t>
            </a:r>
            <a:r>
              <a:rPr lang="en-US" altLang="zh-CN" baseline="-10000" dirty="0"/>
              <a:t>i  </a:t>
            </a:r>
            <a:r>
              <a:rPr lang="zh-CN" altLang="en-US" dirty="0"/>
              <a:t>输出，其他输出通道保持高电平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A70D659-5A09-87DD-18E0-3EA4E2673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7. </a:t>
            </a:r>
            <a:r>
              <a:rPr lang="zh-CN" altLang="en-US"/>
              <a:t>组合逻辑电路</a:t>
            </a:r>
            <a:r>
              <a:rPr lang="en-US" altLang="zh-CN"/>
              <a:t>3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5FC83EB-9B80-D840-46BE-FA096475F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5</a:t>
            </a:fld>
            <a:r>
              <a:rPr lang="en-US" altLang="zh-CN" dirty="0"/>
              <a:t>/13</a:t>
            </a:r>
            <a:endParaRPr lang="en-US" dirty="0"/>
          </a:p>
        </p:txBody>
      </p:sp>
      <p:sp>
        <p:nvSpPr>
          <p:cNvPr id="6" name="Line 11">
            <a:extLst>
              <a:ext uri="{FF2B5EF4-FFF2-40B4-BE49-F238E27FC236}">
                <a16:creationId xmlns:a16="http://schemas.microsoft.com/office/drawing/2014/main" id="{FEFE9EFF-8A95-71EC-28C8-925E1C0489C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08557" y="1068673"/>
            <a:ext cx="438727" cy="0"/>
          </a:xfrm>
          <a:prstGeom prst="line">
            <a:avLst/>
          </a:prstGeom>
          <a:noFill/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7" name="Object 3">
            <a:extLst>
              <a:ext uri="{FF2B5EF4-FFF2-40B4-BE49-F238E27FC236}">
                <a16:creationId xmlns:a16="http://schemas.microsoft.com/office/drawing/2014/main" id="{80C756FA-E308-5B67-C3CB-AA470E5935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4750382"/>
              </p:ext>
            </p:extLst>
          </p:nvPr>
        </p:nvGraphicFramePr>
        <p:xfrm>
          <a:off x="1690399" y="2928445"/>
          <a:ext cx="1560512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672808" imgH="266584" progId="Equation.3">
                  <p:embed/>
                </p:oleObj>
              </mc:Choice>
              <mc:Fallback>
                <p:oleObj name="公式" r:id="rId2" imgW="672808" imgH="266584" progId="Equation.3">
                  <p:embed/>
                  <p:pic>
                    <p:nvPicPr>
                      <p:cNvPr id="1024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0399" y="2928445"/>
                        <a:ext cx="1560512" cy="663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7">
            <a:extLst>
              <a:ext uri="{FF2B5EF4-FFF2-40B4-BE49-F238E27FC236}">
                <a16:creationId xmlns:a16="http://schemas.microsoft.com/office/drawing/2014/main" id="{DF935021-4B9A-8A31-1006-37D56746C1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2886" y="3903170"/>
            <a:ext cx="4079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A</a:t>
            </a:r>
          </a:p>
        </p:txBody>
      </p:sp>
      <p:sp>
        <p:nvSpPr>
          <p:cNvPr id="9" name="Line 11">
            <a:extLst>
              <a:ext uri="{FF2B5EF4-FFF2-40B4-BE49-F238E27FC236}">
                <a16:creationId xmlns:a16="http://schemas.microsoft.com/office/drawing/2014/main" id="{0A78A6B2-3FAB-B985-C04D-C9D44FD755CB}"/>
              </a:ext>
            </a:extLst>
          </p:cNvPr>
          <p:cNvSpPr>
            <a:spLocks noChangeShapeType="1"/>
          </p:cNvSpPr>
          <p:nvPr/>
        </p:nvSpPr>
        <p:spPr bwMode="auto">
          <a:xfrm>
            <a:off x="5454361" y="3680920"/>
            <a:ext cx="287338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Line 13">
            <a:extLst>
              <a:ext uri="{FF2B5EF4-FFF2-40B4-BE49-F238E27FC236}">
                <a16:creationId xmlns:a16="http://schemas.microsoft.com/office/drawing/2014/main" id="{A03CA5A5-7F3F-4C0A-D8EC-2D571D7DCAF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98824" y="3350720"/>
            <a:ext cx="0" cy="330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Text Box 14">
            <a:extLst>
              <a:ext uri="{FF2B5EF4-FFF2-40B4-BE49-F238E27FC236}">
                <a16:creationId xmlns:a16="http://schemas.microsoft.com/office/drawing/2014/main" id="{1880C95A-4F01-95E3-E7FD-C0A93F98D5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3174" y="2266458"/>
            <a:ext cx="7556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+5V</a:t>
            </a:r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9D080C22-0EA3-F197-8BAF-C24C242763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6974" y="2382345"/>
            <a:ext cx="1625600" cy="29670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3" name="Rectangle 16">
            <a:extLst>
              <a:ext uri="{FF2B5EF4-FFF2-40B4-BE49-F238E27FC236}">
                <a16:creationId xmlns:a16="http://schemas.microsoft.com/office/drawing/2014/main" id="{313A4DF5-ECBB-99D4-B2F0-8EB0F44B51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6974" y="2018808"/>
            <a:ext cx="1625600" cy="3419475"/>
          </a:xfrm>
          <a:prstGeom prst="rect">
            <a:avLst/>
          </a:prstGeom>
          <a:noFill/>
          <a:ln w="412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4" name="Rectangle 17">
            <a:extLst>
              <a:ext uri="{FF2B5EF4-FFF2-40B4-BE49-F238E27FC236}">
                <a16:creationId xmlns:a16="http://schemas.microsoft.com/office/drawing/2014/main" id="{33FC06B2-62E1-4931-0BA9-5A23D682BB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6736" y="3242770"/>
            <a:ext cx="381000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500" b="0">
                <a:solidFill>
                  <a:srgbClr val="000000"/>
                </a:solidFill>
              </a:rPr>
              <a:t>74x138</a:t>
            </a:r>
            <a:endParaRPr lang="en-US" altLang="zh-CN" sz="2000" b="0">
              <a:latin typeface="Arial" panose="020B0604020202020204" pitchFamily="34" charset="0"/>
            </a:endParaRPr>
          </a:p>
        </p:txBody>
      </p:sp>
      <p:graphicFrame>
        <p:nvGraphicFramePr>
          <p:cNvPr id="15" name="Object 5">
            <a:extLst>
              <a:ext uri="{FF2B5EF4-FFF2-40B4-BE49-F238E27FC236}">
                <a16:creationId xmlns:a16="http://schemas.microsoft.com/office/drawing/2014/main" id="{CC0AD6D9-7E0A-4A3A-986A-1E1BD3B632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8520728"/>
              </p:ext>
            </p:extLst>
          </p:nvPr>
        </p:nvGraphicFramePr>
        <p:xfrm>
          <a:off x="6106824" y="2737945"/>
          <a:ext cx="45402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06522" imgH="121811" progId="Equation.3">
                  <p:embed/>
                </p:oleObj>
              </mc:Choice>
              <mc:Fallback>
                <p:oleObj name="公式" r:id="rId4" imgW="106522" imgH="121811" progId="Equation.3">
                  <p:embed/>
                  <p:pic>
                    <p:nvPicPr>
                      <p:cNvPr id="1025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6824" y="2737945"/>
                        <a:ext cx="454025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Oval 23">
            <a:extLst>
              <a:ext uri="{FF2B5EF4-FFF2-40B4-BE49-F238E27FC236}">
                <a16:creationId xmlns:a16="http://schemas.microsoft.com/office/drawing/2014/main" id="{A77CFA6F-A5C7-C212-2A28-4BFA2DCBF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4799" y="3853958"/>
            <a:ext cx="142875" cy="142875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7" name="Oval 24">
            <a:extLst>
              <a:ext uri="{FF2B5EF4-FFF2-40B4-BE49-F238E27FC236}">
                <a16:creationId xmlns:a16="http://schemas.microsoft.com/office/drawing/2014/main" id="{74B2FA63-75F5-A4F2-DE3C-D7D910B1C6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4799" y="4250833"/>
            <a:ext cx="142875" cy="142875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8" name="Oval 25">
            <a:extLst>
              <a:ext uri="{FF2B5EF4-FFF2-40B4-BE49-F238E27FC236}">
                <a16:creationId xmlns:a16="http://schemas.microsoft.com/office/drawing/2014/main" id="{14CB5D9D-2A0C-891D-A330-29269B7BEA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4799" y="4646120"/>
            <a:ext cx="142875" cy="142875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9" name="Oval 26">
            <a:extLst>
              <a:ext uri="{FF2B5EF4-FFF2-40B4-BE49-F238E27FC236}">
                <a16:creationId xmlns:a16="http://schemas.microsoft.com/office/drawing/2014/main" id="{1C56E259-04DF-A3F9-C84D-4F47991770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4799" y="5035058"/>
            <a:ext cx="142875" cy="142875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20" name="Oval 27">
            <a:extLst>
              <a:ext uri="{FF2B5EF4-FFF2-40B4-BE49-F238E27FC236}">
                <a16:creationId xmlns:a16="http://schemas.microsoft.com/office/drawing/2014/main" id="{EA28C2B8-1CCC-CE38-9BB0-498138225D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4799" y="2271220"/>
            <a:ext cx="142875" cy="142875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21" name="Oval 28">
            <a:extLst>
              <a:ext uri="{FF2B5EF4-FFF2-40B4-BE49-F238E27FC236}">
                <a16:creationId xmlns:a16="http://schemas.microsoft.com/office/drawing/2014/main" id="{0376DDB2-DC77-924A-F54B-B185F25FF5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4799" y="2668095"/>
            <a:ext cx="142875" cy="142875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22" name="Oval 29">
            <a:extLst>
              <a:ext uri="{FF2B5EF4-FFF2-40B4-BE49-F238E27FC236}">
                <a16:creationId xmlns:a16="http://schemas.microsoft.com/office/drawing/2014/main" id="{E1553CAA-CE1D-2194-02BE-F2C1A9426F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4799" y="3063383"/>
            <a:ext cx="142875" cy="142875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23" name="Oval 30">
            <a:extLst>
              <a:ext uri="{FF2B5EF4-FFF2-40B4-BE49-F238E27FC236}">
                <a16:creationId xmlns:a16="http://schemas.microsoft.com/office/drawing/2014/main" id="{A7D40D30-D502-9785-4FEB-5466C7F80E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4799" y="3452320"/>
            <a:ext cx="142875" cy="142875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24" name="Line 35">
            <a:extLst>
              <a:ext uri="{FF2B5EF4-FFF2-40B4-BE49-F238E27FC236}">
                <a16:creationId xmlns:a16="http://schemas.microsoft.com/office/drawing/2014/main" id="{2C058174-34B2-73F9-CD16-60B35A910565}"/>
              </a:ext>
            </a:extLst>
          </p:cNvPr>
          <p:cNvSpPr>
            <a:spLocks noChangeShapeType="1"/>
          </p:cNvSpPr>
          <p:nvPr/>
        </p:nvSpPr>
        <p:spPr bwMode="auto">
          <a:xfrm>
            <a:off x="5595649" y="4935045"/>
            <a:ext cx="43338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Line 36">
            <a:extLst>
              <a:ext uri="{FF2B5EF4-FFF2-40B4-BE49-F238E27FC236}">
                <a16:creationId xmlns:a16="http://schemas.microsoft.com/office/drawing/2014/main" id="{2C7D7F15-C068-FC29-C26E-ABAD839AD6F7}"/>
              </a:ext>
            </a:extLst>
          </p:cNvPr>
          <p:cNvSpPr>
            <a:spLocks noChangeShapeType="1"/>
          </p:cNvSpPr>
          <p:nvPr/>
        </p:nvSpPr>
        <p:spPr bwMode="auto">
          <a:xfrm>
            <a:off x="5595649" y="4538170"/>
            <a:ext cx="43338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Line 37">
            <a:extLst>
              <a:ext uri="{FF2B5EF4-FFF2-40B4-BE49-F238E27FC236}">
                <a16:creationId xmlns:a16="http://schemas.microsoft.com/office/drawing/2014/main" id="{90159903-05F2-6332-54EA-9B353F245967}"/>
              </a:ext>
            </a:extLst>
          </p:cNvPr>
          <p:cNvSpPr>
            <a:spLocks noChangeShapeType="1"/>
          </p:cNvSpPr>
          <p:nvPr/>
        </p:nvSpPr>
        <p:spPr bwMode="auto">
          <a:xfrm>
            <a:off x="5595649" y="4142883"/>
            <a:ext cx="43338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Line 38">
            <a:extLst>
              <a:ext uri="{FF2B5EF4-FFF2-40B4-BE49-F238E27FC236}">
                <a16:creationId xmlns:a16="http://schemas.microsoft.com/office/drawing/2014/main" id="{EEEAD000-97B7-9F98-C8B5-FFB6DD2B0C7E}"/>
              </a:ext>
            </a:extLst>
          </p:cNvPr>
          <p:cNvSpPr>
            <a:spLocks noChangeShapeType="1"/>
          </p:cNvSpPr>
          <p:nvPr/>
        </p:nvSpPr>
        <p:spPr bwMode="auto">
          <a:xfrm>
            <a:off x="5595649" y="2558558"/>
            <a:ext cx="43338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" name="Oval 39">
            <a:extLst>
              <a:ext uri="{FF2B5EF4-FFF2-40B4-BE49-F238E27FC236}">
                <a16:creationId xmlns:a16="http://schemas.microsoft.com/office/drawing/2014/main" id="{12EC1BBD-67F1-D072-4D9F-30277C1ABB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6161" y="2883995"/>
            <a:ext cx="142875" cy="142875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29" name="Line 40">
            <a:extLst>
              <a:ext uri="{FF2B5EF4-FFF2-40B4-BE49-F238E27FC236}">
                <a16:creationId xmlns:a16="http://schemas.microsoft.com/office/drawing/2014/main" id="{23C9F8D2-6A7D-9CBB-449C-40D05CB64B2A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8661" y="2953845"/>
            <a:ext cx="3175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Oval 41">
            <a:extLst>
              <a:ext uri="{FF2B5EF4-FFF2-40B4-BE49-F238E27FC236}">
                <a16:creationId xmlns:a16="http://schemas.microsoft.com/office/drawing/2014/main" id="{1781760D-4558-6220-6427-50F4FAAF29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4574" y="3280870"/>
            <a:ext cx="142875" cy="142875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31" name="Line 42">
            <a:extLst>
              <a:ext uri="{FF2B5EF4-FFF2-40B4-BE49-F238E27FC236}">
                <a16:creationId xmlns:a16="http://schemas.microsoft.com/office/drawing/2014/main" id="{77B9EB88-A5D8-70AF-B6C7-2AFEBC0D7038}"/>
              </a:ext>
            </a:extLst>
          </p:cNvPr>
          <p:cNvSpPr>
            <a:spLocks noChangeShapeType="1"/>
          </p:cNvSpPr>
          <p:nvPr/>
        </p:nvSpPr>
        <p:spPr bwMode="auto">
          <a:xfrm>
            <a:off x="5595649" y="3350720"/>
            <a:ext cx="2889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2" name="Object 13">
            <a:extLst>
              <a:ext uri="{FF2B5EF4-FFF2-40B4-BE49-F238E27FC236}">
                <a16:creationId xmlns:a16="http://schemas.microsoft.com/office/drawing/2014/main" id="{F9C092A7-D06A-9560-E0CE-85173F1407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9475164"/>
              </p:ext>
            </p:extLst>
          </p:nvPr>
        </p:nvGraphicFramePr>
        <p:xfrm>
          <a:off x="6094124" y="2331545"/>
          <a:ext cx="42386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99006" imgH="137160" progId="Equation.3">
                  <p:embed/>
                </p:oleObj>
              </mc:Choice>
              <mc:Fallback>
                <p:oleObj name="公式" r:id="rId6" imgW="99006" imgH="137160" progId="Equation.3">
                  <p:embed/>
                  <p:pic>
                    <p:nvPicPr>
                      <p:cNvPr id="10271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4124" y="2331545"/>
                        <a:ext cx="423862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14">
            <a:extLst>
              <a:ext uri="{FF2B5EF4-FFF2-40B4-BE49-F238E27FC236}">
                <a16:creationId xmlns:a16="http://schemas.microsoft.com/office/drawing/2014/main" id="{4BC15FAD-6C03-8103-7713-0A782C4B06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9253224"/>
              </p:ext>
            </p:extLst>
          </p:nvPr>
        </p:nvGraphicFramePr>
        <p:xfrm>
          <a:off x="6135399" y="3155458"/>
          <a:ext cx="39687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83976" imgH="121811" progId="Equation.3">
                  <p:embed/>
                </p:oleObj>
              </mc:Choice>
              <mc:Fallback>
                <p:oleObj name="公式" r:id="rId8" imgW="83976" imgH="121811" progId="Equation.3">
                  <p:embed/>
                  <p:pic>
                    <p:nvPicPr>
                      <p:cNvPr id="10272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5399" y="3155458"/>
                        <a:ext cx="396875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15">
            <a:extLst>
              <a:ext uri="{FF2B5EF4-FFF2-40B4-BE49-F238E27FC236}">
                <a16:creationId xmlns:a16="http://schemas.microsoft.com/office/drawing/2014/main" id="{41EEA6BE-3E96-0892-A0CA-9633558154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032170"/>
              </p:ext>
            </p:extLst>
          </p:nvPr>
        </p:nvGraphicFramePr>
        <p:xfrm>
          <a:off x="6122699" y="3926983"/>
          <a:ext cx="481012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21879" imgH="121811" progId="Equation.3">
                  <p:embed/>
                </p:oleObj>
              </mc:Choice>
              <mc:Fallback>
                <p:oleObj name="公式" r:id="rId10" imgW="121879" imgH="121811" progId="Equation.3">
                  <p:embed/>
                  <p:pic>
                    <p:nvPicPr>
                      <p:cNvPr id="10273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2699" y="3926983"/>
                        <a:ext cx="481012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16">
            <a:extLst>
              <a:ext uri="{FF2B5EF4-FFF2-40B4-BE49-F238E27FC236}">
                <a16:creationId xmlns:a16="http://schemas.microsoft.com/office/drawing/2014/main" id="{17241A3D-93A9-A745-AAC0-172CE8293E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5034877"/>
              </p:ext>
            </p:extLst>
          </p:nvPr>
        </p:nvGraphicFramePr>
        <p:xfrm>
          <a:off x="6135399" y="4322270"/>
          <a:ext cx="452437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06522" imgH="121811" progId="Equation.3">
                  <p:embed/>
                </p:oleObj>
              </mc:Choice>
              <mc:Fallback>
                <p:oleObj name="公式" r:id="rId12" imgW="106522" imgH="121811" progId="Equation.3">
                  <p:embed/>
                  <p:pic>
                    <p:nvPicPr>
                      <p:cNvPr id="10274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5399" y="4322270"/>
                        <a:ext cx="452437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17">
            <a:extLst>
              <a:ext uri="{FF2B5EF4-FFF2-40B4-BE49-F238E27FC236}">
                <a16:creationId xmlns:a16="http://schemas.microsoft.com/office/drawing/2014/main" id="{66C483DE-19F1-86C2-1663-672CC0C846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9031702"/>
              </p:ext>
            </p:extLst>
          </p:nvPr>
        </p:nvGraphicFramePr>
        <p:xfrm>
          <a:off x="6121111" y="4708033"/>
          <a:ext cx="481013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21879" imgH="137160" progId="Equation.3">
                  <p:embed/>
                </p:oleObj>
              </mc:Choice>
              <mc:Fallback>
                <p:oleObj name="公式" r:id="rId14" imgW="121879" imgH="137160" progId="Equation.3">
                  <p:embed/>
                  <p:pic>
                    <p:nvPicPr>
                      <p:cNvPr id="10275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1111" y="4708033"/>
                        <a:ext cx="481013" cy="420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Text Box 48">
            <a:extLst>
              <a:ext uri="{FF2B5EF4-FFF2-40B4-BE49-F238E27FC236}">
                <a16:creationId xmlns:a16="http://schemas.microsoft.com/office/drawing/2014/main" id="{1CAE3E89-B157-DD22-DE74-5D8D7D773A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8911" y="2712545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D</a:t>
            </a:r>
          </a:p>
        </p:txBody>
      </p:sp>
      <p:sp>
        <p:nvSpPr>
          <p:cNvPr id="38" name="Line 49">
            <a:extLst>
              <a:ext uri="{FF2B5EF4-FFF2-40B4-BE49-F238E27FC236}">
                <a16:creationId xmlns:a16="http://schemas.microsoft.com/office/drawing/2014/main" id="{41252FE7-E70F-CAE7-6C45-626BEDBA53AA}"/>
              </a:ext>
            </a:extLst>
          </p:cNvPr>
          <p:cNvSpPr>
            <a:spLocks noChangeShapeType="1"/>
          </p:cNvSpPr>
          <p:nvPr/>
        </p:nvSpPr>
        <p:spPr bwMode="auto">
          <a:xfrm>
            <a:off x="7837199" y="3925395"/>
            <a:ext cx="2889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" name="Line 50">
            <a:extLst>
              <a:ext uri="{FF2B5EF4-FFF2-40B4-BE49-F238E27FC236}">
                <a16:creationId xmlns:a16="http://schemas.microsoft.com/office/drawing/2014/main" id="{922CE957-B407-09BB-825B-FE1F41532FEA}"/>
              </a:ext>
            </a:extLst>
          </p:cNvPr>
          <p:cNvSpPr>
            <a:spLocks noChangeShapeType="1"/>
          </p:cNvSpPr>
          <p:nvPr/>
        </p:nvSpPr>
        <p:spPr bwMode="auto">
          <a:xfrm>
            <a:off x="7837199" y="4322270"/>
            <a:ext cx="2889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" name="Line 51">
            <a:extLst>
              <a:ext uri="{FF2B5EF4-FFF2-40B4-BE49-F238E27FC236}">
                <a16:creationId xmlns:a16="http://schemas.microsoft.com/office/drawing/2014/main" id="{06ECC8A7-223B-3C3A-D45D-F12606F8921B}"/>
              </a:ext>
            </a:extLst>
          </p:cNvPr>
          <p:cNvSpPr>
            <a:spLocks noChangeShapeType="1"/>
          </p:cNvSpPr>
          <p:nvPr/>
        </p:nvSpPr>
        <p:spPr bwMode="auto">
          <a:xfrm>
            <a:off x="7837199" y="4717558"/>
            <a:ext cx="2889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" name="Line 52">
            <a:extLst>
              <a:ext uri="{FF2B5EF4-FFF2-40B4-BE49-F238E27FC236}">
                <a16:creationId xmlns:a16="http://schemas.microsoft.com/office/drawing/2014/main" id="{326B41BE-5254-B6D9-E824-6AA98A0290F0}"/>
              </a:ext>
            </a:extLst>
          </p:cNvPr>
          <p:cNvSpPr>
            <a:spLocks noChangeShapeType="1"/>
          </p:cNvSpPr>
          <p:nvPr/>
        </p:nvSpPr>
        <p:spPr bwMode="auto">
          <a:xfrm>
            <a:off x="7837199" y="5106495"/>
            <a:ext cx="2889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" name="Line 53">
            <a:extLst>
              <a:ext uri="{FF2B5EF4-FFF2-40B4-BE49-F238E27FC236}">
                <a16:creationId xmlns:a16="http://schemas.microsoft.com/office/drawing/2014/main" id="{C67759E8-26E7-F124-57C9-DEA1ADF90038}"/>
              </a:ext>
            </a:extLst>
          </p:cNvPr>
          <p:cNvSpPr>
            <a:spLocks noChangeShapeType="1"/>
          </p:cNvSpPr>
          <p:nvPr/>
        </p:nvSpPr>
        <p:spPr bwMode="auto">
          <a:xfrm>
            <a:off x="7837199" y="2342658"/>
            <a:ext cx="2889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" name="Line 54">
            <a:extLst>
              <a:ext uri="{FF2B5EF4-FFF2-40B4-BE49-F238E27FC236}">
                <a16:creationId xmlns:a16="http://schemas.microsoft.com/office/drawing/2014/main" id="{2899078F-38F1-2D3D-B8A8-12A93F1FDA0F}"/>
              </a:ext>
            </a:extLst>
          </p:cNvPr>
          <p:cNvSpPr>
            <a:spLocks noChangeShapeType="1"/>
          </p:cNvSpPr>
          <p:nvPr/>
        </p:nvSpPr>
        <p:spPr bwMode="auto">
          <a:xfrm>
            <a:off x="7837199" y="2739533"/>
            <a:ext cx="2889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" name="Line 55">
            <a:extLst>
              <a:ext uri="{FF2B5EF4-FFF2-40B4-BE49-F238E27FC236}">
                <a16:creationId xmlns:a16="http://schemas.microsoft.com/office/drawing/2014/main" id="{36B526EE-69C7-07A0-53DA-AD14035D02F4}"/>
              </a:ext>
            </a:extLst>
          </p:cNvPr>
          <p:cNvSpPr>
            <a:spLocks noChangeShapeType="1"/>
          </p:cNvSpPr>
          <p:nvPr/>
        </p:nvSpPr>
        <p:spPr bwMode="auto">
          <a:xfrm>
            <a:off x="7837199" y="3134820"/>
            <a:ext cx="2889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" name="Line 56">
            <a:extLst>
              <a:ext uri="{FF2B5EF4-FFF2-40B4-BE49-F238E27FC236}">
                <a16:creationId xmlns:a16="http://schemas.microsoft.com/office/drawing/2014/main" id="{E50AA4B9-375F-FC20-0D9C-4C180B3EA8A1}"/>
              </a:ext>
            </a:extLst>
          </p:cNvPr>
          <p:cNvSpPr>
            <a:spLocks noChangeShapeType="1"/>
          </p:cNvSpPr>
          <p:nvPr/>
        </p:nvSpPr>
        <p:spPr bwMode="auto">
          <a:xfrm>
            <a:off x="7837199" y="3523758"/>
            <a:ext cx="2889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" name="Text Box 58">
            <a:extLst>
              <a:ext uri="{FF2B5EF4-FFF2-40B4-BE49-F238E27FC236}">
                <a16:creationId xmlns:a16="http://schemas.microsoft.com/office/drawing/2014/main" id="{E3B94667-7EA9-2F34-9FA1-C2CA0F32F3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1049" y="2142633"/>
            <a:ext cx="5095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Y</a:t>
            </a:r>
            <a:r>
              <a:rPr kumimoji="1" lang="en-US" altLang="zh-CN" sz="2400" baseline="-10000">
                <a:ea typeface="楷体_GB2312" pitchFamily="49" charset="-122"/>
              </a:rPr>
              <a:t>0</a:t>
            </a:r>
          </a:p>
        </p:txBody>
      </p:sp>
      <p:sp>
        <p:nvSpPr>
          <p:cNvPr id="47" name="Text Box 59">
            <a:extLst>
              <a:ext uri="{FF2B5EF4-FFF2-40B4-BE49-F238E27FC236}">
                <a16:creationId xmlns:a16="http://schemas.microsoft.com/office/drawing/2014/main" id="{FDFD87BE-420E-11CC-222B-31C3FB986C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1049" y="2514108"/>
            <a:ext cx="5095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Y</a:t>
            </a:r>
            <a:r>
              <a:rPr kumimoji="1" lang="en-US" altLang="zh-CN" sz="2400" baseline="-10000">
                <a:ea typeface="楷体_GB2312" pitchFamily="49" charset="-122"/>
              </a:rPr>
              <a:t>1</a:t>
            </a:r>
          </a:p>
        </p:txBody>
      </p:sp>
      <p:sp>
        <p:nvSpPr>
          <p:cNvPr id="48" name="Text Box 60">
            <a:extLst>
              <a:ext uri="{FF2B5EF4-FFF2-40B4-BE49-F238E27FC236}">
                <a16:creationId xmlns:a16="http://schemas.microsoft.com/office/drawing/2014/main" id="{32B40A6F-763F-E8EE-B915-BCD680441A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1049" y="2909395"/>
            <a:ext cx="5095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Y</a:t>
            </a:r>
            <a:r>
              <a:rPr kumimoji="1" lang="en-US" altLang="zh-CN" sz="2400" baseline="-10000">
                <a:ea typeface="楷体_GB2312" pitchFamily="49" charset="-122"/>
              </a:rPr>
              <a:t>2</a:t>
            </a:r>
          </a:p>
        </p:txBody>
      </p:sp>
      <p:sp>
        <p:nvSpPr>
          <p:cNvPr id="49" name="Text Box 61">
            <a:extLst>
              <a:ext uri="{FF2B5EF4-FFF2-40B4-BE49-F238E27FC236}">
                <a16:creationId xmlns:a16="http://schemas.microsoft.com/office/drawing/2014/main" id="{0C0FB7D5-5178-2C65-1EC9-F634FB5D26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1049" y="3306270"/>
            <a:ext cx="5095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Y</a:t>
            </a:r>
            <a:r>
              <a:rPr kumimoji="1" lang="en-US" altLang="zh-CN" sz="2400" baseline="-10000">
                <a:ea typeface="楷体_GB2312" pitchFamily="49" charset="-122"/>
              </a:rPr>
              <a:t>3</a:t>
            </a:r>
          </a:p>
        </p:txBody>
      </p:sp>
      <p:sp>
        <p:nvSpPr>
          <p:cNvPr id="50" name="Text Box 62">
            <a:extLst>
              <a:ext uri="{FF2B5EF4-FFF2-40B4-BE49-F238E27FC236}">
                <a16:creationId xmlns:a16="http://schemas.microsoft.com/office/drawing/2014/main" id="{12368FA9-3A07-698E-50C9-F0FE137BF9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1049" y="3726958"/>
            <a:ext cx="5095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Y</a:t>
            </a:r>
            <a:r>
              <a:rPr kumimoji="1" lang="en-US" altLang="zh-CN" sz="2400" baseline="-10000">
                <a:ea typeface="楷体_GB2312" pitchFamily="49" charset="-122"/>
              </a:rPr>
              <a:t>4</a:t>
            </a:r>
          </a:p>
        </p:txBody>
      </p:sp>
      <p:sp>
        <p:nvSpPr>
          <p:cNvPr id="51" name="Text Box 63">
            <a:extLst>
              <a:ext uri="{FF2B5EF4-FFF2-40B4-BE49-F238E27FC236}">
                <a16:creationId xmlns:a16="http://schemas.microsoft.com/office/drawing/2014/main" id="{EE342183-22E5-4A09-5DF6-725E47D7EC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1049" y="4098433"/>
            <a:ext cx="5095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Y</a:t>
            </a:r>
            <a:r>
              <a:rPr kumimoji="1" lang="en-US" altLang="zh-CN" sz="2400" baseline="-10000">
                <a:ea typeface="楷体_GB2312" pitchFamily="49" charset="-122"/>
              </a:rPr>
              <a:t>5</a:t>
            </a:r>
          </a:p>
        </p:txBody>
      </p:sp>
      <p:sp>
        <p:nvSpPr>
          <p:cNvPr id="52" name="Text Box 64">
            <a:extLst>
              <a:ext uri="{FF2B5EF4-FFF2-40B4-BE49-F238E27FC236}">
                <a16:creationId xmlns:a16="http://schemas.microsoft.com/office/drawing/2014/main" id="{FEDF9265-95C3-870B-86CB-D9605E7E01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1049" y="4493720"/>
            <a:ext cx="5095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Y</a:t>
            </a:r>
            <a:r>
              <a:rPr kumimoji="1" lang="en-US" altLang="zh-CN" sz="2400" baseline="-10000">
                <a:ea typeface="楷体_GB2312" pitchFamily="49" charset="-122"/>
              </a:rPr>
              <a:t>6</a:t>
            </a:r>
          </a:p>
        </p:txBody>
      </p:sp>
      <p:sp>
        <p:nvSpPr>
          <p:cNvPr id="53" name="Text Box 65">
            <a:extLst>
              <a:ext uri="{FF2B5EF4-FFF2-40B4-BE49-F238E27FC236}">
                <a16:creationId xmlns:a16="http://schemas.microsoft.com/office/drawing/2014/main" id="{37082708-64B5-24D7-3E5F-35E01FBD0C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1049" y="4890595"/>
            <a:ext cx="5095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Y</a:t>
            </a:r>
            <a:r>
              <a:rPr kumimoji="1" lang="en-US" altLang="zh-CN" sz="2400" baseline="-10000">
                <a:ea typeface="楷体_GB2312" pitchFamily="49" charset="-122"/>
              </a:rPr>
              <a:t>7</a:t>
            </a:r>
          </a:p>
        </p:txBody>
      </p:sp>
      <p:graphicFrame>
        <p:nvGraphicFramePr>
          <p:cNvPr id="54" name="Object 18">
            <a:extLst>
              <a:ext uri="{FF2B5EF4-FFF2-40B4-BE49-F238E27FC236}">
                <a16:creationId xmlns:a16="http://schemas.microsoft.com/office/drawing/2014/main" id="{BD6C3EC1-D862-BC09-9384-DAFA4C946D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5935706"/>
              </p:ext>
            </p:extLst>
          </p:nvPr>
        </p:nvGraphicFramePr>
        <p:xfrm>
          <a:off x="1031586" y="4496895"/>
          <a:ext cx="3492500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244600" imgH="457200" progId="Equation.3">
                  <p:embed/>
                </p:oleObj>
              </mc:Choice>
              <mc:Fallback>
                <p:oleObj name="公式" r:id="rId16" imgW="1244600" imgH="457200" progId="Equation.3">
                  <p:embed/>
                  <p:pic>
                    <p:nvPicPr>
                      <p:cNvPr id="10293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1586" y="4496895"/>
                        <a:ext cx="3492500" cy="1085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" name="Text Box 74">
            <a:extLst>
              <a:ext uri="{FF2B5EF4-FFF2-40B4-BE49-F238E27FC236}">
                <a16:creationId xmlns:a16="http://schemas.microsoft.com/office/drawing/2014/main" id="{668F7305-B432-80B0-C7A0-EC37D2AD9B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8761" y="4322270"/>
            <a:ext cx="3905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B</a:t>
            </a:r>
          </a:p>
        </p:txBody>
      </p:sp>
      <p:sp>
        <p:nvSpPr>
          <p:cNvPr id="56" name="Text Box 75">
            <a:extLst>
              <a:ext uri="{FF2B5EF4-FFF2-40B4-BE49-F238E27FC236}">
                <a16:creationId xmlns:a16="http://schemas.microsoft.com/office/drawing/2014/main" id="{BCEB1BE3-F58C-F2FC-486A-4FCCF0E8F8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0349" y="4693745"/>
            <a:ext cx="4079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kumimoji="1" lang="en-US" altLang="zh-CN" sz="2400">
                <a:ea typeface="楷体_GB2312" pitchFamily="49" charset="-122"/>
              </a:rPr>
              <a:t>C</a:t>
            </a:r>
          </a:p>
        </p:txBody>
      </p:sp>
      <p:graphicFrame>
        <p:nvGraphicFramePr>
          <p:cNvPr id="57" name="Object 19">
            <a:extLst>
              <a:ext uri="{FF2B5EF4-FFF2-40B4-BE49-F238E27FC236}">
                <a16:creationId xmlns:a16="http://schemas.microsoft.com/office/drawing/2014/main" id="{EEE43419-9836-AC8C-9881-53A1FA736A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4465004"/>
              </p:ext>
            </p:extLst>
          </p:nvPr>
        </p:nvGraphicFramePr>
        <p:xfrm>
          <a:off x="1225261" y="3804745"/>
          <a:ext cx="2779713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167893" imgH="203112" progId="Equation.3">
                  <p:embed/>
                </p:oleObj>
              </mc:Choice>
              <mc:Fallback>
                <p:oleObj name="公式" r:id="rId18" imgW="1167893" imgH="203112" progId="Equation.3">
                  <p:embed/>
                  <p:pic>
                    <p:nvPicPr>
                      <p:cNvPr id="10297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5261" y="3804745"/>
                        <a:ext cx="2779713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Object 38">
            <a:extLst>
              <a:ext uri="{FF2B5EF4-FFF2-40B4-BE49-F238E27FC236}">
                <a16:creationId xmlns:a16="http://schemas.microsoft.com/office/drawing/2014/main" id="{FF00F266-5144-45F1-3128-1CCD3E929F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2199630"/>
              </p:ext>
            </p:extLst>
          </p:nvPr>
        </p:nvGraphicFramePr>
        <p:xfrm>
          <a:off x="7241886" y="2155333"/>
          <a:ext cx="331788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99006" imgH="137160" progId="Equation.3">
                  <p:embed/>
                </p:oleObj>
              </mc:Choice>
              <mc:Fallback>
                <p:oleObj name="公式" r:id="rId20" imgW="99006" imgH="137160" progId="Equation.3">
                  <p:embed/>
                  <p:pic>
                    <p:nvPicPr>
                      <p:cNvPr id="10298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41886" y="2155333"/>
                        <a:ext cx="331788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Object 57">
            <a:extLst>
              <a:ext uri="{FF2B5EF4-FFF2-40B4-BE49-F238E27FC236}">
                <a16:creationId xmlns:a16="http://schemas.microsoft.com/office/drawing/2014/main" id="{D48C2562-E7E9-2E5B-2331-73861063D2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9574363"/>
              </p:ext>
            </p:extLst>
          </p:nvPr>
        </p:nvGraphicFramePr>
        <p:xfrm>
          <a:off x="7257761" y="2582370"/>
          <a:ext cx="309563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83976" imgH="121811" progId="Equation.3">
                  <p:embed/>
                </p:oleObj>
              </mc:Choice>
              <mc:Fallback>
                <p:oleObj name="公式" r:id="rId22" imgW="83976" imgH="121811" progId="Equation.3">
                  <p:embed/>
                  <p:pic>
                    <p:nvPicPr>
                      <p:cNvPr id="10299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7761" y="2582370"/>
                        <a:ext cx="309563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Object 56">
            <a:extLst>
              <a:ext uri="{FF2B5EF4-FFF2-40B4-BE49-F238E27FC236}">
                <a16:creationId xmlns:a16="http://schemas.microsoft.com/office/drawing/2014/main" id="{5C890435-4308-1AF5-6882-57828806B8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7862656"/>
              </p:ext>
            </p:extLst>
          </p:nvPr>
        </p:nvGraphicFramePr>
        <p:xfrm>
          <a:off x="7256174" y="2987183"/>
          <a:ext cx="331787" cy="369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99006" imgH="121811" progId="Equation.3">
                  <p:embed/>
                </p:oleObj>
              </mc:Choice>
              <mc:Fallback>
                <p:oleObj name="公式" r:id="rId24" imgW="99006" imgH="121811" progId="Equation.3">
                  <p:embed/>
                  <p:pic>
                    <p:nvPicPr>
                      <p:cNvPr id="1030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6174" y="2987183"/>
                        <a:ext cx="331787" cy="369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Object 59">
            <a:extLst>
              <a:ext uri="{FF2B5EF4-FFF2-40B4-BE49-F238E27FC236}">
                <a16:creationId xmlns:a16="http://schemas.microsoft.com/office/drawing/2014/main" id="{772C4A61-6FDF-3E8B-6C54-6F660A1977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0128864"/>
              </p:ext>
            </p:extLst>
          </p:nvPr>
        </p:nvGraphicFramePr>
        <p:xfrm>
          <a:off x="7256174" y="3355483"/>
          <a:ext cx="331787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99006" imgH="137160" progId="Equation.3">
                  <p:embed/>
                </p:oleObj>
              </mc:Choice>
              <mc:Fallback>
                <p:oleObj name="公式" r:id="rId26" imgW="99006" imgH="137160" progId="Equation.3">
                  <p:embed/>
                  <p:pic>
                    <p:nvPicPr>
                      <p:cNvPr id="10301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6174" y="3355483"/>
                        <a:ext cx="331787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Object 60">
            <a:extLst>
              <a:ext uri="{FF2B5EF4-FFF2-40B4-BE49-F238E27FC236}">
                <a16:creationId xmlns:a16="http://schemas.microsoft.com/office/drawing/2014/main" id="{D642ADE3-6CA7-1AC2-2956-9566C0970D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2706596"/>
              </p:ext>
            </p:extLst>
          </p:nvPr>
        </p:nvGraphicFramePr>
        <p:xfrm>
          <a:off x="7267286" y="3771408"/>
          <a:ext cx="331788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8" imgW="99006" imgH="121811" progId="Equation.3">
                  <p:embed/>
                </p:oleObj>
              </mc:Choice>
              <mc:Fallback>
                <p:oleObj name="公式" r:id="rId28" imgW="99006" imgH="121811" progId="Equation.3">
                  <p:embed/>
                  <p:pic>
                    <p:nvPicPr>
                      <p:cNvPr id="10302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67286" y="3771408"/>
                        <a:ext cx="331788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" name="Object 61">
            <a:extLst>
              <a:ext uri="{FF2B5EF4-FFF2-40B4-BE49-F238E27FC236}">
                <a16:creationId xmlns:a16="http://schemas.microsoft.com/office/drawing/2014/main" id="{7205BCF5-7C90-301B-9167-73D57803D8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9747382"/>
              </p:ext>
            </p:extLst>
          </p:nvPr>
        </p:nvGraphicFramePr>
        <p:xfrm>
          <a:off x="7272049" y="4177808"/>
          <a:ext cx="331787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0" imgW="99006" imgH="137160" progId="Equation.3">
                  <p:embed/>
                </p:oleObj>
              </mc:Choice>
              <mc:Fallback>
                <p:oleObj name="公式" r:id="rId30" imgW="99006" imgH="137160" progId="Equation.3">
                  <p:embed/>
                  <p:pic>
                    <p:nvPicPr>
                      <p:cNvPr id="10303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72049" y="4177808"/>
                        <a:ext cx="331787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" name="Object 62">
            <a:extLst>
              <a:ext uri="{FF2B5EF4-FFF2-40B4-BE49-F238E27FC236}">
                <a16:creationId xmlns:a16="http://schemas.microsoft.com/office/drawing/2014/main" id="{21D01FD1-F183-4D78-DECB-309B8E2DD1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4950497"/>
              </p:ext>
            </p:extLst>
          </p:nvPr>
        </p:nvGraphicFramePr>
        <p:xfrm>
          <a:off x="7281574" y="4581033"/>
          <a:ext cx="331787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2" imgW="99006" imgH="137160" progId="Equation.3">
                  <p:embed/>
                </p:oleObj>
              </mc:Choice>
              <mc:Fallback>
                <p:oleObj name="公式" r:id="rId32" imgW="99006" imgH="137160" progId="Equation.3">
                  <p:embed/>
                  <p:pic>
                    <p:nvPicPr>
                      <p:cNvPr id="10304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81574" y="4581033"/>
                        <a:ext cx="331787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" name="Object 63">
            <a:extLst>
              <a:ext uri="{FF2B5EF4-FFF2-40B4-BE49-F238E27FC236}">
                <a16:creationId xmlns:a16="http://schemas.microsoft.com/office/drawing/2014/main" id="{65F12BB4-DE3D-4534-2B62-6B62D678C0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8103859"/>
              </p:ext>
            </p:extLst>
          </p:nvPr>
        </p:nvGraphicFramePr>
        <p:xfrm>
          <a:off x="7281574" y="4960445"/>
          <a:ext cx="331787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4" imgW="99006" imgH="137160" progId="Equation.3">
                  <p:embed/>
                </p:oleObj>
              </mc:Choice>
              <mc:Fallback>
                <p:oleObj name="公式" r:id="rId34" imgW="99006" imgH="137160" progId="Equation.3">
                  <p:embed/>
                  <p:pic>
                    <p:nvPicPr>
                      <p:cNvPr id="10305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81574" y="4960445"/>
                        <a:ext cx="331787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" name="Line 11">
            <a:extLst>
              <a:ext uri="{FF2B5EF4-FFF2-40B4-BE49-F238E27FC236}">
                <a16:creationId xmlns:a16="http://schemas.microsoft.com/office/drawing/2014/main" id="{4AB73A27-E472-23D9-CAEB-133635D09E7B}"/>
              </a:ext>
            </a:extLst>
          </p:cNvPr>
          <p:cNvSpPr>
            <a:spLocks noChangeShapeType="1"/>
          </p:cNvSpPr>
          <p:nvPr/>
        </p:nvSpPr>
        <p:spPr bwMode="auto">
          <a:xfrm>
            <a:off x="8227724" y="2191845"/>
            <a:ext cx="2873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" name="Line 11">
            <a:extLst>
              <a:ext uri="{FF2B5EF4-FFF2-40B4-BE49-F238E27FC236}">
                <a16:creationId xmlns:a16="http://schemas.microsoft.com/office/drawing/2014/main" id="{6A39A4D6-CBE9-FB60-2DC5-1D3FDAB379FF}"/>
              </a:ext>
            </a:extLst>
          </p:cNvPr>
          <p:cNvSpPr>
            <a:spLocks noChangeShapeType="1"/>
          </p:cNvSpPr>
          <p:nvPr/>
        </p:nvSpPr>
        <p:spPr bwMode="auto">
          <a:xfrm>
            <a:off x="8227724" y="2556970"/>
            <a:ext cx="2873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" name="Line 11">
            <a:extLst>
              <a:ext uri="{FF2B5EF4-FFF2-40B4-BE49-F238E27FC236}">
                <a16:creationId xmlns:a16="http://schemas.microsoft.com/office/drawing/2014/main" id="{4581583C-4A52-0066-26E7-14609456DC2B}"/>
              </a:ext>
            </a:extLst>
          </p:cNvPr>
          <p:cNvSpPr>
            <a:spLocks noChangeShapeType="1"/>
          </p:cNvSpPr>
          <p:nvPr/>
        </p:nvSpPr>
        <p:spPr bwMode="auto">
          <a:xfrm>
            <a:off x="8227724" y="2958608"/>
            <a:ext cx="2873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" name="Line 11">
            <a:extLst>
              <a:ext uri="{FF2B5EF4-FFF2-40B4-BE49-F238E27FC236}">
                <a16:creationId xmlns:a16="http://schemas.microsoft.com/office/drawing/2014/main" id="{E07BB236-61B8-2A7A-B1B8-A6DCCBE86FB6}"/>
              </a:ext>
            </a:extLst>
          </p:cNvPr>
          <p:cNvSpPr>
            <a:spLocks noChangeShapeType="1"/>
          </p:cNvSpPr>
          <p:nvPr/>
        </p:nvSpPr>
        <p:spPr bwMode="auto">
          <a:xfrm>
            <a:off x="8227724" y="3360245"/>
            <a:ext cx="2873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" name="Line 11">
            <a:extLst>
              <a:ext uri="{FF2B5EF4-FFF2-40B4-BE49-F238E27FC236}">
                <a16:creationId xmlns:a16="http://schemas.microsoft.com/office/drawing/2014/main" id="{5A164649-A717-AB32-070E-375C0546B695}"/>
              </a:ext>
            </a:extLst>
          </p:cNvPr>
          <p:cNvSpPr>
            <a:spLocks noChangeShapeType="1"/>
          </p:cNvSpPr>
          <p:nvPr/>
        </p:nvSpPr>
        <p:spPr bwMode="auto">
          <a:xfrm>
            <a:off x="8227724" y="3798395"/>
            <a:ext cx="2873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" name="Line 11">
            <a:extLst>
              <a:ext uri="{FF2B5EF4-FFF2-40B4-BE49-F238E27FC236}">
                <a16:creationId xmlns:a16="http://schemas.microsoft.com/office/drawing/2014/main" id="{5C9AFC5B-D4EE-3CC4-8AB2-602436616A41}"/>
              </a:ext>
            </a:extLst>
          </p:cNvPr>
          <p:cNvSpPr>
            <a:spLocks noChangeShapeType="1"/>
          </p:cNvSpPr>
          <p:nvPr/>
        </p:nvSpPr>
        <p:spPr bwMode="auto">
          <a:xfrm>
            <a:off x="8227724" y="4163520"/>
            <a:ext cx="2873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" name="Line 11">
            <a:extLst>
              <a:ext uri="{FF2B5EF4-FFF2-40B4-BE49-F238E27FC236}">
                <a16:creationId xmlns:a16="http://schemas.microsoft.com/office/drawing/2014/main" id="{24344107-7AAD-047B-494B-EE4782E4D2E7}"/>
              </a:ext>
            </a:extLst>
          </p:cNvPr>
          <p:cNvSpPr>
            <a:spLocks noChangeShapeType="1"/>
          </p:cNvSpPr>
          <p:nvPr/>
        </p:nvSpPr>
        <p:spPr bwMode="auto">
          <a:xfrm>
            <a:off x="8227724" y="4565158"/>
            <a:ext cx="2873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" name="Line 11">
            <a:extLst>
              <a:ext uri="{FF2B5EF4-FFF2-40B4-BE49-F238E27FC236}">
                <a16:creationId xmlns:a16="http://schemas.microsoft.com/office/drawing/2014/main" id="{9C2804C7-B96F-F03A-CD22-412CC08E03E5}"/>
              </a:ext>
            </a:extLst>
          </p:cNvPr>
          <p:cNvSpPr>
            <a:spLocks noChangeShapeType="1"/>
          </p:cNvSpPr>
          <p:nvPr/>
        </p:nvSpPr>
        <p:spPr bwMode="auto">
          <a:xfrm>
            <a:off x="8227724" y="4966795"/>
            <a:ext cx="2873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B6C9A92B-7A5F-53B9-C098-846C68A4F608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448637" y="1790726"/>
            <a:ext cx="2490933" cy="486287"/>
          </a:xfrm>
          <a:prstGeom prst="rect">
            <a:avLst/>
          </a:prstGeom>
          <a:blipFill rotWithShape="0">
            <a:blip r:embed="rId36"/>
            <a:stretch>
              <a:fillRect l="-245" t="-11250" b="-42500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779537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63767C-B103-3D7C-60A1-0616DCED0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sz="3200" dirty="0">
                <a:latin typeface="Arial" panose="020B0604020202020204" pitchFamily="34" charset="0"/>
              </a:rPr>
              <a:t>译码器</a:t>
            </a:r>
            <a:r>
              <a:rPr kumimoji="1" lang="zh-CN" altLang="en-US" dirty="0">
                <a:latin typeface="Arial" panose="020B0604020202020204" pitchFamily="34" charset="0"/>
              </a:rPr>
              <a:t>实现数据分配器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8630FC0-00E5-1A1C-D66C-5D02B08FF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7. </a:t>
            </a:r>
            <a:r>
              <a:rPr lang="zh-CN" altLang="en-US"/>
              <a:t>组合逻辑电路</a:t>
            </a:r>
            <a:r>
              <a:rPr lang="en-US" altLang="zh-CN"/>
              <a:t>3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B6E1BD4-C1CC-3861-BA25-1E3487330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6</a:t>
            </a:fld>
            <a:r>
              <a:rPr lang="en-US" altLang="zh-CN" dirty="0"/>
              <a:t>/13</a:t>
            </a:r>
            <a:endParaRPr lang="en-US" dirty="0"/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6FAE1A76-F11C-A040-B7FA-E0468EBD14A0}"/>
              </a:ext>
            </a:extLst>
          </p:cNvPr>
          <p:cNvGrpSpPr>
            <a:grpSpLocks/>
          </p:cNvGrpSpPr>
          <p:nvPr/>
        </p:nvGrpSpPr>
        <p:grpSpPr bwMode="auto">
          <a:xfrm>
            <a:off x="1568450" y="970756"/>
            <a:ext cx="7262813" cy="4916487"/>
            <a:chOff x="0" y="-25"/>
            <a:chExt cx="2698" cy="3598"/>
          </a:xfrm>
        </p:grpSpPr>
        <p:grpSp>
          <p:nvGrpSpPr>
            <p:cNvPr id="7" name="Group 5">
              <a:extLst>
                <a:ext uri="{FF2B5EF4-FFF2-40B4-BE49-F238E27FC236}">
                  <a16:creationId xmlns:a16="http://schemas.microsoft.com/office/drawing/2014/main" id="{D9CAC799-E089-7119-2364-AF2D9FA1F48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-25"/>
              <a:ext cx="1156" cy="342"/>
              <a:chOff x="0" y="-25"/>
              <a:chExt cx="1156" cy="342"/>
            </a:xfrm>
          </p:grpSpPr>
          <p:sp>
            <p:nvSpPr>
              <p:cNvPr id="431" name="Rectangle 6">
                <a:extLst>
                  <a:ext uri="{FF2B5EF4-FFF2-40B4-BE49-F238E27FC236}">
                    <a16:creationId xmlns:a16="http://schemas.microsoft.com/office/drawing/2014/main" id="{F30464FC-3330-CE89-AF17-CB0BFABDC6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-25"/>
                <a:ext cx="1156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Aft>
                    <a:spcPct val="0"/>
                  </a:spcAft>
                  <a:buFontTx/>
                  <a:buNone/>
                </a:pPr>
                <a:r>
                  <a:rPr lang="zh-CN" altLang="en-US" sz="2400" dirty="0">
                    <a:latin typeface="+mj-ea"/>
                    <a:ea typeface="+mj-ea"/>
                  </a:rPr>
                  <a:t>输         入</a:t>
                </a:r>
              </a:p>
            </p:txBody>
          </p:sp>
          <p:sp>
            <p:nvSpPr>
              <p:cNvPr id="432" name="Rectangle 7">
                <a:extLst>
                  <a:ext uri="{FF2B5EF4-FFF2-40B4-BE49-F238E27FC236}">
                    <a16:creationId xmlns:a16="http://schemas.microsoft.com/office/drawing/2014/main" id="{F5BD3AC9-EF16-2433-D3EF-73BB291A6E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1156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32952C46-98E6-6924-4D4E-A972CC0031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6" y="-25"/>
              <a:ext cx="1542" cy="342"/>
              <a:chOff x="1156" y="-25"/>
              <a:chExt cx="1542" cy="342"/>
            </a:xfrm>
          </p:grpSpPr>
          <p:sp>
            <p:nvSpPr>
              <p:cNvPr id="429" name="Rectangle 9">
                <a:extLst>
                  <a:ext uri="{FF2B5EF4-FFF2-40B4-BE49-F238E27FC236}">
                    <a16:creationId xmlns:a16="http://schemas.microsoft.com/office/drawing/2014/main" id="{9852731E-23CA-AB1E-4CDE-90F83BED14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6" y="-25"/>
                <a:ext cx="1542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Aft>
                    <a:spcPct val="0"/>
                  </a:spcAft>
                  <a:buFontTx/>
                  <a:buNone/>
                </a:pPr>
                <a:r>
                  <a:rPr lang="zh-CN" altLang="en-US" sz="2400" dirty="0">
                    <a:latin typeface="+mj-ea"/>
                    <a:ea typeface="+mj-ea"/>
                  </a:rPr>
                  <a:t>输          出</a:t>
                </a:r>
              </a:p>
            </p:txBody>
          </p:sp>
          <p:sp>
            <p:nvSpPr>
              <p:cNvPr id="430" name="Rectangle 10">
                <a:extLst>
                  <a:ext uri="{FF2B5EF4-FFF2-40B4-BE49-F238E27FC236}">
                    <a16:creationId xmlns:a16="http://schemas.microsoft.com/office/drawing/2014/main" id="{F0ACB0CD-AFB4-833B-2254-04EA477D02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6" y="0"/>
                <a:ext cx="1542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9" name="Group 11">
              <a:extLst>
                <a:ext uri="{FF2B5EF4-FFF2-40B4-BE49-F238E27FC236}">
                  <a16:creationId xmlns:a16="http://schemas.microsoft.com/office/drawing/2014/main" id="{21038904-7589-2283-480C-020A6F6C80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317"/>
              <a:ext cx="192" cy="403"/>
              <a:chOff x="0" y="317"/>
              <a:chExt cx="192" cy="403"/>
            </a:xfrm>
          </p:grpSpPr>
          <p:sp>
            <p:nvSpPr>
              <p:cNvPr id="427" name="Rectangle 12">
                <a:extLst>
                  <a:ext uri="{FF2B5EF4-FFF2-40B4-BE49-F238E27FC236}">
                    <a16:creationId xmlns:a16="http://schemas.microsoft.com/office/drawing/2014/main" id="{DD855BE8-F59B-33AC-8C06-47082F495C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317"/>
                <a:ext cx="192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E</a:t>
                </a:r>
                <a:r>
                  <a:rPr lang="en-US" altLang="zh-CN" sz="2400" b="0" baseline="-30000">
                    <a:ea typeface="黑体" panose="02010609060101010101" pitchFamily="49" charset="-122"/>
                  </a:rPr>
                  <a:t>3</a:t>
                </a:r>
                <a:endParaRPr lang="en-US" altLang="zh-CN" sz="2400" b="0">
                  <a:ea typeface="黑体" panose="02010609060101010101" pitchFamily="49" charset="-122"/>
                </a:endParaRPr>
              </a:p>
            </p:txBody>
          </p:sp>
          <p:sp>
            <p:nvSpPr>
              <p:cNvPr id="428" name="Rectangle 13">
                <a:extLst>
                  <a:ext uri="{FF2B5EF4-FFF2-40B4-BE49-F238E27FC236}">
                    <a16:creationId xmlns:a16="http://schemas.microsoft.com/office/drawing/2014/main" id="{FC79E3FC-16A1-AA82-A26E-E47DEB66F6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317"/>
                <a:ext cx="192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0" name="Group 14">
              <a:extLst>
                <a:ext uri="{FF2B5EF4-FFF2-40B4-BE49-F238E27FC236}">
                  <a16:creationId xmlns:a16="http://schemas.microsoft.com/office/drawing/2014/main" id="{8C377431-3841-A5BD-7F87-9FC37FD8AF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" y="317"/>
              <a:ext cx="193" cy="403"/>
              <a:chOff x="192" y="317"/>
              <a:chExt cx="193" cy="403"/>
            </a:xfrm>
          </p:grpSpPr>
          <p:sp>
            <p:nvSpPr>
              <p:cNvPr id="425" name="Rectangle 15">
                <a:extLst>
                  <a:ext uri="{FF2B5EF4-FFF2-40B4-BE49-F238E27FC236}">
                    <a16:creationId xmlns:a16="http://schemas.microsoft.com/office/drawing/2014/main" id="{D1472C95-6EAE-E81C-FCFF-6D7E431578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" y="317"/>
                <a:ext cx="193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solidFill>
                      <a:srgbClr val="0000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E</a:t>
                </a:r>
                <a:r>
                  <a:rPr lang="en-US" altLang="zh-CN" sz="2400" b="0" baseline="-30000">
                    <a:solidFill>
                      <a:srgbClr val="0000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2</a:t>
                </a:r>
                <a:endParaRPr lang="en-US" altLang="zh-CN" sz="2400" b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26" name="Rectangle 16">
                <a:extLst>
                  <a:ext uri="{FF2B5EF4-FFF2-40B4-BE49-F238E27FC236}">
                    <a16:creationId xmlns:a16="http://schemas.microsoft.com/office/drawing/2014/main" id="{6833A2AC-CA12-9080-0B6F-143E1F6F41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" y="317"/>
                <a:ext cx="193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1" name="Group 17">
              <a:extLst>
                <a:ext uri="{FF2B5EF4-FFF2-40B4-BE49-F238E27FC236}">
                  <a16:creationId xmlns:a16="http://schemas.microsoft.com/office/drawing/2014/main" id="{6027F344-C9F3-EC84-59DE-25F54F24332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5" y="317"/>
              <a:ext cx="193" cy="403"/>
              <a:chOff x="385" y="317"/>
              <a:chExt cx="193" cy="403"/>
            </a:xfrm>
          </p:grpSpPr>
          <p:sp>
            <p:nvSpPr>
              <p:cNvPr id="423" name="Rectangle 18">
                <a:extLst>
                  <a:ext uri="{FF2B5EF4-FFF2-40B4-BE49-F238E27FC236}">
                    <a16:creationId xmlns:a16="http://schemas.microsoft.com/office/drawing/2014/main" id="{CCCEA0C4-6A52-7CF5-19BC-6125159586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" y="317"/>
                <a:ext cx="193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latin typeface="黑体" panose="02010609060101010101" pitchFamily="49" charset="-122"/>
                    <a:ea typeface="黑体" panose="02010609060101010101" pitchFamily="49" charset="-122"/>
                  </a:rPr>
                  <a:t>E</a:t>
                </a:r>
                <a:r>
                  <a:rPr lang="en-US" altLang="zh-CN" sz="2400" b="0" baseline="-30000"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  <a:endParaRPr lang="en-US" altLang="zh-CN" sz="2400" b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24" name="Rectangle 19">
                <a:extLst>
                  <a:ext uri="{FF2B5EF4-FFF2-40B4-BE49-F238E27FC236}">
                    <a16:creationId xmlns:a16="http://schemas.microsoft.com/office/drawing/2014/main" id="{778BF4E3-CA69-E6AF-089A-E751E57AE3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" y="317"/>
                <a:ext cx="193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2" name="Group 20">
              <a:extLst>
                <a:ext uri="{FF2B5EF4-FFF2-40B4-BE49-F238E27FC236}">
                  <a16:creationId xmlns:a16="http://schemas.microsoft.com/office/drawing/2014/main" id="{82AC1660-16F9-6916-83C3-613FA0A3BD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8" y="317"/>
              <a:ext cx="192" cy="403"/>
              <a:chOff x="578" y="317"/>
              <a:chExt cx="192" cy="403"/>
            </a:xfrm>
          </p:grpSpPr>
          <p:sp>
            <p:nvSpPr>
              <p:cNvPr id="421" name="Rectangle 21">
                <a:extLst>
                  <a:ext uri="{FF2B5EF4-FFF2-40B4-BE49-F238E27FC236}">
                    <a16:creationId xmlns:a16="http://schemas.microsoft.com/office/drawing/2014/main" id="{CDE6B8CD-BA0C-7577-4480-F616E07CE3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8" y="317"/>
                <a:ext cx="192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A</a:t>
                </a:r>
                <a:r>
                  <a:rPr lang="en-US" altLang="zh-CN" sz="2400" b="0" baseline="-25000">
                    <a:ea typeface="黑体" panose="02010609060101010101" pitchFamily="49" charset="-122"/>
                  </a:rPr>
                  <a:t>2</a:t>
                </a:r>
              </a:p>
            </p:txBody>
          </p:sp>
          <p:sp>
            <p:nvSpPr>
              <p:cNvPr id="422" name="Rectangle 22">
                <a:extLst>
                  <a:ext uri="{FF2B5EF4-FFF2-40B4-BE49-F238E27FC236}">
                    <a16:creationId xmlns:a16="http://schemas.microsoft.com/office/drawing/2014/main" id="{EF1DA62E-F000-5D15-FC9C-DBCA0A72D6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8" y="317"/>
                <a:ext cx="192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3" name="Group 23">
              <a:extLst>
                <a:ext uri="{FF2B5EF4-FFF2-40B4-BE49-F238E27FC236}">
                  <a16:creationId xmlns:a16="http://schemas.microsoft.com/office/drawing/2014/main" id="{AE4C1816-36FE-AC6D-A88E-91A7B5FE2E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0" y="317"/>
              <a:ext cx="193" cy="403"/>
              <a:chOff x="770" y="317"/>
              <a:chExt cx="193" cy="403"/>
            </a:xfrm>
          </p:grpSpPr>
          <p:sp>
            <p:nvSpPr>
              <p:cNvPr id="419" name="Rectangle 24">
                <a:extLst>
                  <a:ext uri="{FF2B5EF4-FFF2-40B4-BE49-F238E27FC236}">
                    <a16:creationId xmlns:a16="http://schemas.microsoft.com/office/drawing/2014/main" id="{258F9D67-2BE4-E48C-E4EB-91076DEE5A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" y="317"/>
                <a:ext cx="193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A</a:t>
                </a:r>
                <a:r>
                  <a:rPr lang="en-US" altLang="zh-CN" sz="2400" b="0" baseline="-25000"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420" name="Rectangle 25">
                <a:extLst>
                  <a:ext uri="{FF2B5EF4-FFF2-40B4-BE49-F238E27FC236}">
                    <a16:creationId xmlns:a16="http://schemas.microsoft.com/office/drawing/2014/main" id="{5C86F2A6-7587-6927-3594-173B9EF39D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" y="317"/>
                <a:ext cx="193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4" name="Group 26">
              <a:extLst>
                <a:ext uri="{FF2B5EF4-FFF2-40B4-BE49-F238E27FC236}">
                  <a16:creationId xmlns:a16="http://schemas.microsoft.com/office/drawing/2014/main" id="{8DF07B67-059B-75A4-5764-C40CB117B6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3" y="317"/>
              <a:ext cx="193" cy="403"/>
              <a:chOff x="963" y="317"/>
              <a:chExt cx="193" cy="403"/>
            </a:xfrm>
          </p:grpSpPr>
          <p:sp>
            <p:nvSpPr>
              <p:cNvPr id="417" name="Rectangle 27">
                <a:extLst>
                  <a:ext uri="{FF2B5EF4-FFF2-40B4-BE49-F238E27FC236}">
                    <a16:creationId xmlns:a16="http://schemas.microsoft.com/office/drawing/2014/main" id="{D4D74A0F-2B15-9F2C-BEE9-BA3CE09FCD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" y="317"/>
                <a:ext cx="193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A</a:t>
                </a:r>
                <a:r>
                  <a:rPr lang="en-US" altLang="zh-CN" sz="2400" b="0" baseline="-25000">
                    <a:ea typeface="黑体" panose="02010609060101010101" pitchFamily="49" charset="-122"/>
                  </a:rPr>
                  <a:t>0</a:t>
                </a:r>
              </a:p>
            </p:txBody>
          </p:sp>
          <p:sp>
            <p:nvSpPr>
              <p:cNvPr id="418" name="Rectangle 28">
                <a:extLst>
                  <a:ext uri="{FF2B5EF4-FFF2-40B4-BE49-F238E27FC236}">
                    <a16:creationId xmlns:a16="http://schemas.microsoft.com/office/drawing/2014/main" id="{4640B744-0D0F-E1DD-4196-3CB3561374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" y="317"/>
                <a:ext cx="193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5" name="Group 29">
              <a:extLst>
                <a:ext uri="{FF2B5EF4-FFF2-40B4-BE49-F238E27FC236}">
                  <a16:creationId xmlns:a16="http://schemas.microsoft.com/office/drawing/2014/main" id="{A9BDF70C-5B32-E0C2-24A0-B004429DA2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6" y="317"/>
              <a:ext cx="193" cy="403"/>
              <a:chOff x="1156" y="317"/>
              <a:chExt cx="193" cy="403"/>
            </a:xfrm>
          </p:grpSpPr>
          <p:sp>
            <p:nvSpPr>
              <p:cNvPr id="415" name="Rectangle 30">
                <a:extLst>
                  <a:ext uri="{FF2B5EF4-FFF2-40B4-BE49-F238E27FC236}">
                    <a16:creationId xmlns:a16="http://schemas.microsoft.com/office/drawing/2014/main" id="{173875F9-60C7-559D-BA6F-E9CD443437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6" y="317"/>
                <a:ext cx="193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Y</a:t>
                </a:r>
                <a:r>
                  <a:rPr lang="en-US" altLang="zh-CN" sz="2400" b="0" baseline="-30000">
                    <a:ea typeface="黑体" panose="02010609060101010101" pitchFamily="49" charset="-122"/>
                  </a:rPr>
                  <a:t>0</a:t>
                </a:r>
                <a:endParaRPr lang="en-US" altLang="zh-CN" sz="2400" b="0">
                  <a:ea typeface="黑体" panose="02010609060101010101" pitchFamily="49" charset="-122"/>
                </a:endParaRPr>
              </a:p>
            </p:txBody>
          </p:sp>
          <p:sp>
            <p:nvSpPr>
              <p:cNvPr id="416" name="Rectangle 31">
                <a:extLst>
                  <a:ext uri="{FF2B5EF4-FFF2-40B4-BE49-F238E27FC236}">
                    <a16:creationId xmlns:a16="http://schemas.microsoft.com/office/drawing/2014/main" id="{082FAD1D-77AF-BBC9-2DD0-DFCB7E816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6" y="317"/>
                <a:ext cx="193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6" name="Group 32">
              <a:extLst>
                <a:ext uri="{FF2B5EF4-FFF2-40B4-BE49-F238E27FC236}">
                  <a16:creationId xmlns:a16="http://schemas.microsoft.com/office/drawing/2014/main" id="{61153985-D095-0570-5C6B-91ABB29463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49" y="317"/>
              <a:ext cx="192" cy="403"/>
              <a:chOff x="1349" y="317"/>
              <a:chExt cx="192" cy="403"/>
            </a:xfrm>
          </p:grpSpPr>
          <p:sp>
            <p:nvSpPr>
              <p:cNvPr id="413" name="Rectangle 33">
                <a:extLst>
                  <a:ext uri="{FF2B5EF4-FFF2-40B4-BE49-F238E27FC236}">
                    <a16:creationId xmlns:a16="http://schemas.microsoft.com/office/drawing/2014/main" id="{4EDF7E39-591B-0EFA-90C0-D5A14F9A78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9" y="317"/>
                <a:ext cx="192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Y</a:t>
                </a:r>
                <a:r>
                  <a:rPr lang="en-US" altLang="zh-CN" sz="2400" b="0" baseline="-30000">
                    <a:ea typeface="黑体" panose="02010609060101010101" pitchFamily="49" charset="-122"/>
                  </a:rPr>
                  <a:t>1</a:t>
                </a:r>
                <a:endParaRPr lang="en-US" altLang="zh-CN" sz="2400" b="0">
                  <a:ea typeface="黑体" panose="02010609060101010101" pitchFamily="49" charset="-122"/>
                </a:endParaRPr>
              </a:p>
            </p:txBody>
          </p:sp>
          <p:sp>
            <p:nvSpPr>
              <p:cNvPr id="414" name="Rectangle 34">
                <a:extLst>
                  <a:ext uri="{FF2B5EF4-FFF2-40B4-BE49-F238E27FC236}">
                    <a16:creationId xmlns:a16="http://schemas.microsoft.com/office/drawing/2014/main" id="{B9A10240-2942-47A6-5281-E948076617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9" y="317"/>
                <a:ext cx="192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7" name="Group 35">
              <a:extLst>
                <a:ext uri="{FF2B5EF4-FFF2-40B4-BE49-F238E27FC236}">
                  <a16:creationId xmlns:a16="http://schemas.microsoft.com/office/drawing/2014/main" id="{8A249063-142D-2126-DF57-75B95C9D78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41" y="317"/>
              <a:ext cx="193" cy="403"/>
              <a:chOff x="1541" y="317"/>
              <a:chExt cx="193" cy="403"/>
            </a:xfrm>
          </p:grpSpPr>
          <p:sp>
            <p:nvSpPr>
              <p:cNvPr id="411" name="Rectangle 36">
                <a:extLst>
                  <a:ext uri="{FF2B5EF4-FFF2-40B4-BE49-F238E27FC236}">
                    <a16:creationId xmlns:a16="http://schemas.microsoft.com/office/drawing/2014/main" id="{BF93CD49-0B74-704C-D7CD-B0C0C2FD60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41" y="317"/>
                <a:ext cx="193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Y</a:t>
                </a:r>
                <a:r>
                  <a:rPr lang="en-US" altLang="zh-CN" sz="2400" b="0" baseline="-30000">
                    <a:ea typeface="黑体" panose="02010609060101010101" pitchFamily="49" charset="-122"/>
                  </a:rPr>
                  <a:t>2</a:t>
                </a:r>
                <a:endParaRPr lang="en-US" altLang="zh-CN" sz="2400" b="0">
                  <a:ea typeface="黑体" panose="02010609060101010101" pitchFamily="49" charset="-122"/>
                </a:endParaRPr>
              </a:p>
            </p:txBody>
          </p:sp>
          <p:sp>
            <p:nvSpPr>
              <p:cNvPr id="412" name="Rectangle 37">
                <a:extLst>
                  <a:ext uri="{FF2B5EF4-FFF2-40B4-BE49-F238E27FC236}">
                    <a16:creationId xmlns:a16="http://schemas.microsoft.com/office/drawing/2014/main" id="{C32F0164-C255-13E3-8B40-FE3FE6F113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41" y="317"/>
                <a:ext cx="193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8" name="Group 38">
              <a:extLst>
                <a:ext uri="{FF2B5EF4-FFF2-40B4-BE49-F238E27FC236}">
                  <a16:creationId xmlns:a16="http://schemas.microsoft.com/office/drawing/2014/main" id="{1B7827F8-A99B-CE99-A86F-B801C2885C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34" y="317"/>
              <a:ext cx="193" cy="403"/>
              <a:chOff x="1734" y="317"/>
              <a:chExt cx="193" cy="403"/>
            </a:xfrm>
          </p:grpSpPr>
          <p:sp>
            <p:nvSpPr>
              <p:cNvPr id="409" name="Rectangle 39">
                <a:extLst>
                  <a:ext uri="{FF2B5EF4-FFF2-40B4-BE49-F238E27FC236}">
                    <a16:creationId xmlns:a16="http://schemas.microsoft.com/office/drawing/2014/main" id="{8AAA9FD5-29AB-977C-AF01-68419CDAB6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4" y="317"/>
                <a:ext cx="193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Y</a:t>
                </a:r>
                <a:r>
                  <a:rPr lang="en-US" altLang="zh-CN" sz="2400" b="0" baseline="-30000">
                    <a:ea typeface="黑体" panose="02010609060101010101" pitchFamily="49" charset="-122"/>
                  </a:rPr>
                  <a:t>3</a:t>
                </a:r>
                <a:endParaRPr lang="en-US" altLang="zh-CN" sz="2400" b="0">
                  <a:ea typeface="黑体" panose="02010609060101010101" pitchFamily="49" charset="-122"/>
                </a:endParaRPr>
              </a:p>
            </p:txBody>
          </p:sp>
          <p:sp>
            <p:nvSpPr>
              <p:cNvPr id="410" name="Rectangle 40">
                <a:extLst>
                  <a:ext uri="{FF2B5EF4-FFF2-40B4-BE49-F238E27FC236}">
                    <a16:creationId xmlns:a16="http://schemas.microsoft.com/office/drawing/2014/main" id="{EEBF7550-4C7B-08E6-A4C4-CA1D0C743D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4" y="317"/>
                <a:ext cx="193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9" name="Group 41">
              <a:extLst>
                <a:ext uri="{FF2B5EF4-FFF2-40B4-BE49-F238E27FC236}">
                  <a16:creationId xmlns:a16="http://schemas.microsoft.com/office/drawing/2014/main" id="{0895F468-9DEA-246B-DA1B-6AC0D966B14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7" y="317"/>
              <a:ext cx="192" cy="403"/>
              <a:chOff x="1927" y="317"/>
              <a:chExt cx="192" cy="403"/>
            </a:xfrm>
          </p:grpSpPr>
          <p:sp>
            <p:nvSpPr>
              <p:cNvPr id="407" name="Rectangle 42">
                <a:extLst>
                  <a:ext uri="{FF2B5EF4-FFF2-40B4-BE49-F238E27FC236}">
                    <a16:creationId xmlns:a16="http://schemas.microsoft.com/office/drawing/2014/main" id="{F83AA320-CA0A-0E13-8DEA-EA7941BB0C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7" y="317"/>
                <a:ext cx="192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Y</a:t>
                </a:r>
                <a:r>
                  <a:rPr lang="en-US" altLang="zh-CN" sz="2400" b="0" baseline="-30000">
                    <a:ea typeface="黑体" panose="02010609060101010101" pitchFamily="49" charset="-122"/>
                  </a:rPr>
                  <a:t>4</a:t>
                </a:r>
                <a:endParaRPr lang="en-US" altLang="zh-CN" sz="2400" b="0">
                  <a:ea typeface="黑体" panose="02010609060101010101" pitchFamily="49" charset="-122"/>
                </a:endParaRPr>
              </a:p>
            </p:txBody>
          </p:sp>
          <p:sp>
            <p:nvSpPr>
              <p:cNvPr id="408" name="Rectangle 43">
                <a:extLst>
                  <a:ext uri="{FF2B5EF4-FFF2-40B4-BE49-F238E27FC236}">
                    <a16:creationId xmlns:a16="http://schemas.microsoft.com/office/drawing/2014/main" id="{4EE8F7D4-8B2F-8583-2DF3-02C13656C9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7" y="317"/>
                <a:ext cx="192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0" name="Group 44">
              <a:extLst>
                <a:ext uri="{FF2B5EF4-FFF2-40B4-BE49-F238E27FC236}">
                  <a16:creationId xmlns:a16="http://schemas.microsoft.com/office/drawing/2014/main" id="{05F67B0A-20B8-0CA3-73F2-F8D2D2ED78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19" y="317"/>
              <a:ext cx="193" cy="403"/>
              <a:chOff x="2119" y="317"/>
              <a:chExt cx="193" cy="403"/>
            </a:xfrm>
          </p:grpSpPr>
          <p:sp>
            <p:nvSpPr>
              <p:cNvPr id="405" name="Rectangle 45">
                <a:extLst>
                  <a:ext uri="{FF2B5EF4-FFF2-40B4-BE49-F238E27FC236}">
                    <a16:creationId xmlns:a16="http://schemas.microsoft.com/office/drawing/2014/main" id="{4A5B9E5E-1FC4-2BBD-8088-202C01E364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9" y="317"/>
                <a:ext cx="193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Y</a:t>
                </a:r>
                <a:r>
                  <a:rPr lang="en-US" altLang="zh-CN" sz="2400" b="0" baseline="-30000">
                    <a:ea typeface="黑体" panose="02010609060101010101" pitchFamily="49" charset="-122"/>
                  </a:rPr>
                  <a:t>5</a:t>
                </a:r>
                <a:endParaRPr lang="en-US" altLang="zh-CN" sz="2400" b="0">
                  <a:ea typeface="黑体" panose="02010609060101010101" pitchFamily="49" charset="-122"/>
                </a:endParaRPr>
              </a:p>
            </p:txBody>
          </p:sp>
          <p:sp>
            <p:nvSpPr>
              <p:cNvPr id="406" name="Rectangle 46">
                <a:extLst>
                  <a:ext uri="{FF2B5EF4-FFF2-40B4-BE49-F238E27FC236}">
                    <a16:creationId xmlns:a16="http://schemas.microsoft.com/office/drawing/2014/main" id="{DC4247B4-8A7C-D5F0-357B-130547E2C7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9" y="317"/>
                <a:ext cx="193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1" name="Group 47">
              <a:extLst>
                <a:ext uri="{FF2B5EF4-FFF2-40B4-BE49-F238E27FC236}">
                  <a16:creationId xmlns:a16="http://schemas.microsoft.com/office/drawing/2014/main" id="{8C0A90E0-14DE-B35E-CB84-CBE701CA33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12" y="317"/>
              <a:ext cx="193" cy="403"/>
              <a:chOff x="2312" y="317"/>
              <a:chExt cx="193" cy="403"/>
            </a:xfrm>
          </p:grpSpPr>
          <p:sp>
            <p:nvSpPr>
              <p:cNvPr id="403" name="Rectangle 48">
                <a:extLst>
                  <a:ext uri="{FF2B5EF4-FFF2-40B4-BE49-F238E27FC236}">
                    <a16:creationId xmlns:a16="http://schemas.microsoft.com/office/drawing/2014/main" id="{7D3A0BAC-9109-32A2-5BA3-A22E875F9D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2" y="317"/>
                <a:ext cx="193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Y</a:t>
                </a:r>
                <a:r>
                  <a:rPr lang="en-US" altLang="zh-CN" sz="2400" b="0" baseline="-30000">
                    <a:ea typeface="黑体" panose="02010609060101010101" pitchFamily="49" charset="-122"/>
                  </a:rPr>
                  <a:t>6</a:t>
                </a:r>
                <a:endParaRPr lang="en-US" altLang="zh-CN" sz="2400" b="0">
                  <a:ea typeface="黑体" panose="02010609060101010101" pitchFamily="49" charset="-122"/>
                </a:endParaRPr>
              </a:p>
            </p:txBody>
          </p:sp>
          <p:sp>
            <p:nvSpPr>
              <p:cNvPr id="404" name="Rectangle 49">
                <a:extLst>
                  <a:ext uri="{FF2B5EF4-FFF2-40B4-BE49-F238E27FC236}">
                    <a16:creationId xmlns:a16="http://schemas.microsoft.com/office/drawing/2014/main" id="{C9E0FEC1-7EF0-60E4-ED9F-D109A6D9C7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2" y="317"/>
                <a:ext cx="193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2" name="Group 50">
              <a:extLst>
                <a:ext uri="{FF2B5EF4-FFF2-40B4-BE49-F238E27FC236}">
                  <a16:creationId xmlns:a16="http://schemas.microsoft.com/office/drawing/2014/main" id="{B23D10D5-EEC5-B00A-A003-C45A4805248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05" y="317"/>
              <a:ext cx="193" cy="403"/>
              <a:chOff x="2505" y="317"/>
              <a:chExt cx="193" cy="403"/>
            </a:xfrm>
          </p:grpSpPr>
          <p:sp>
            <p:nvSpPr>
              <p:cNvPr id="401" name="Rectangle 51">
                <a:extLst>
                  <a:ext uri="{FF2B5EF4-FFF2-40B4-BE49-F238E27FC236}">
                    <a16:creationId xmlns:a16="http://schemas.microsoft.com/office/drawing/2014/main" id="{7628F64D-4017-F257-9B8C-42D083D4C1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05" y="317"/>
                <a:ext cx="193" cy="4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Y</a:t>
                </a:r>
                <a:r>
                  <a:rPr lang="en-US" altLang="zh-CN" sz="2400" b="0" baseline="-30000">
                    <a:ea typeface="黑体" panose="02010609060101010101" pitchFamily="49" charset="-122"/>
                  </a:rPr>
                  <a:t>7</a:t>
                </a:r>
                <a:endParaRPr lang="en-US" altLang="zh-CN" sz="2400" b="0">
                  <a:ea typeface="黑体" panose="02010609060101010101" pitchFamily="49" charset="-122"/>
                </a:endParaRPr>
              </a:p>
            </p:txBody>
          </p:sp>
          <p:sp>
            <p:nvSpPr>
              <p:cNvPr id="402" name="Rectangle 52">
                <a:extLst>
                  <a:ext uri="{FF2B5EF4-FFF2-40B4-BE49-F238E27FC236}">
                    <a16:creationId xmlns:a16="http://schemas.microsoft.com/office/drawing/2014/main" id="{907FD889-6383-19FD-6C43-EDB553E378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05" y="317"/>
                <a:ext cx="193" cy="403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3" name="Group 53">
              <a:extLst>
                <a:ext uri="{FF2B5EF4-FFF2-40B4-BE49-F238E27FC236}">
                  <a16:creationId xmlns:a16="http://schemas.microsoft.com/office/drawing/2014/main" id="{F6E4D683-D508-F5CF-9F19-25DB86106D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720"/>
              <a:ext cx="192" cy="317"/>
              <a:chOff x="0" y="720"/>
              <a:chExt cx="192" cy="317"/>
            </a:xfrm>
          </p:grpSpPr>
          <p:sp>
            <p:nvSpPr>
              <p:cNvPr id="399" name="Rectangle 54">
                <a:extLst>
                  <a:ext uri="{FF2B5EF4-FFF2-40B4-BE49-F238E27FC236}">
                    <a16:creationId xmlns:a16="http://schemas.microsoft.com/office/drawing/2014/main" id="{C8F77654-612B-09BA-A47E-6C760598C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720"/>
                <a:ext cx="192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0</a:t>
                </a:r>
              </a:p>
            </p:txBody>
          </p:sp>
          <p:sp>
            <p:nvSpPr>
              <p:cNvPr id="400" name="Rectangle 55">
                <a:extLst>
                  <a:ext uri="{FF2B5EF4-FFF2-40B4-BE49-F238E27FC236}">
                    <a16:creationId xmlns:a16="http://schemas.microsoft.com/office/drawing/2014/main" id="{658B287F-0B0E-2BFE-A0D5-AD8231F370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720"/>
                <a:ext cx="192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4" name="Group 56">
              <a:extLst>
                <a:ext uri="{FF2B5EF4-FFF2-40B4-BE49-F238E27FC236}">
                  <a16:creationId xmlns:a16="http://schemas.microsoft.com/office/drawing/2014/main" id="{A0057812-B3D0-C3F8-0605-5C3A45B884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" y="720"/>
              <a:ext cx="193" cy="317"/>
              <a:chOff x="192" y="720"/>
              <a:chExt cx="193" cy="317"/>
            </a:xfrm>
          </p:grpSpPr>
          <p:sp>
            <p:nvSpPr>
              <p:cNvPr id="397" name="Rectangle 57">
                <a:extLst>
                  <a:ext uri="{FF2B5EF4-FFF2-40B4-BE49-F238E27FC236}">
                    <a16:creationId xmlns:a16="http://schemas.microsoft.com/office/drawing/2014/main" id="{3A885AAC-D52E-7189-87BE-97002E8D7A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" y="720"/>
                <a:ext cx="193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x</a:t>
                </a:r>
              </a:p>
            </p:txBody>
          </p:sp>
          <p:sp>
            <p:nvSpPr>
              <p:cNvPr id="398" name="Rectangle 58">
                <a:extLst>
                  <a:ext uri="{FF2B5EF4-FFF2-40B4-BE49-F238E27FC236}">
                    <a16:creationId xmlns:a16="http://schemas.microsoft.com/office/drawing/2014/main" id="{65F17069-6D6C-3F2A-D558-B7FED8A692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" y="720"/>
                <a:ext cx="193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5" name="Group 59">
              <a:extLst>
                <a:ext uri="{FF2B5EF4-FFF2-40B4-BE49-F238E27FC236}">
                  <a16:creationId xmlns:a16="http://schemas.microsoft.com/office/drawing/2014/main" id="{4381BE1C-B6C9-3143-F501-BC4B60ED1D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5" y="720"/>
              <a:ext cx="193" cy="317"/>
              <a:chOff x="385" y="720"/>
              <a:chExt cx="193" cy="317"/>
            </a:xfrm>
          </p:grpSpPr>
          <p:sp>
            <p:nvSpPr>
              <p:cNvPr id="395" name="Rectangle 60">
                <a:extLst>
                  <a:ext uri="{FF2B5EF4-FFF2-40B4-BE49-F238E27FC236}">
                    <a16:creationId xmlns:a16="http://schemas.microsoft.com/office/drawing/2014/main" id="{38FF44A5-371E-FD7F-E00C-8EE4E6901D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" y="720"/>
                <a:ext cx="193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0</a:t>
                </a:r>
              </a:p>
            </p:txBody>
          </p:sp>
          <p:sp>
            <p:nvSpPr>
              <p:cNvPr id="396" name="Rectangle 61">
                <a:extLst>
                  <a:ext uri="{FF2B5EF4-FFF2-40B4-BE49-F238E27FC236}">
                    <a16:creationId xmlns:a16="http://schemas.microsoft.com/office/drawing/2014/main" id="{B458CBF8-1873-5241-C61C-F04FDC8F3B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" y="720"/>
                <a:ext cx="193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6" name="Group 62">
              <a:extLst>
                <a:ext uri="{FF2B5EF4-FFF2-40B4-BE49-F238E27FC236}">
                  <a16:creationId xmlns:a16="http://schemas.microsoft.com/office/drawing/2014/main" id="{6DDF9B57-4697-1D20-19C5-F85932C878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8" y="720"/>
              <a:ext cx="192" cy="317"/>
              <a:chOff x="578" y="720"/>
              <a:chExt cx="192" cy="317"/>
            </a:xfrm>
          </p:grpSpPr>
          <p:sp>
            <p:nvSpPr>
              <p:cNvPr id="393" name="Rectangle 63">
                <a:extLst>
                  <a:ext uri="{FF2B5EF4-FFF2-40B4-BE49-F238E27FC236}">
                    <a16:creationId xmlns:a16="http://schemas.microsoft.com/office/drawing/2014/main" id="{CBF68A28-B05A-6D35-71FD-2FE59B47A8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8" y="720"/>
                <a:ext cx="192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x</a:t>
                </a:r>
              </a:p>
            </p:txBody>
          </p:sp>
          <p:sp>
            <p:nvSpPr>
              <p:cNvPr id="394" name="Rectangle 64">
                <a:extLst>
                  <a:ext uri="{FF2B5EF4-FFF2-40B4-BE49-F238E27FC236}">
                    <a16:creationId xmlns:a16="http://schemas.microsoft.com/office/drawing/2014/main" id="{6F7B0B8D-C47B-E53D-18B7-AEEDCD8D52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8" y="720"/>
                <a:ext cx="192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7" name="Group 65">
              <a:extLst>
                <a:ext uri="{FF2B5EF4-FFF2-40B4-BE49-F238E27FC236}">
                  <a16:creationId xmlns:a16="http://schemas.microsoft.com/office/drawing/2014/main" id="{D3BB3EFE-315F-06FE-DBBF-BE32BF1BB6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0" y="720"/>
              <a:ext cx="193" cy="317"/>
              <a:chOff x="770" y="720"/>
              <a:chExt cx="193" cy="317"/>
            </a:xfrm>
          </p:grpSpPr>
          <p:sp>
            <p:nvSpPr>
              <p:cNvPr id="391" name="Rectangle 66">
                <a:extLst>
                  <a:ext uri="{FF2B5EF4-FFF2-40B4-BE49-F238E27FC236}">
                    <a16:creationId xmlns:a16="http://schemas.microsoft.com/office/drawing/2014/main" id="{17C643A7-A160-0023-3E56-310E0D5DD1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" y="720"/>
                <a:ext cx="193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x</a:t>
                </a:r>
              </a:p>
            </p:txBody>
          </p:sp>
          <p:sp>
            <p:nvSpPr>
              <p:cNvPr id="392" name="Rectangle 67">
                <a:extLst>
                  <a:ext uri="{FF2B5EF4-FFF2-40B4-BE49-F238E27FC236}">
                    <a16:creationId xmlns:a16="http://schemas.microsoft.com/office/drawing/2014/main" id="{44DCEDFB-2551-78BA-AE14-930FBCB8E4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" y="720"/>
                <a:ext cx="193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8" name="Group 68">
              <a:extLst>
                <a:ext uri="{FF2B5EF4-FFF2-40B4-BE49-F238E27FC236}">
                  <a16:creationId xmlns:a16="http://schemas.microsoft.com/office/drawing/2014/main" id="{8DAAF41E-836A-2947-11D9-BDFD4E7C27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3" y="720"/>
              <a:ext cx="193" cy="317"/>
              <a:chOff x="963" y="720"/>
              <a:chExt cx="193" cy="317"/>
            </a:xfrm>
          </p:grpSpPr>
          <p:sp>
            <p:nvSpPr>
              <p:cNvPr id="389" name="Rectangle 69">
                <a:extLst>
                  <a:ext uri="{FF2B5EF4-FFF2-40B4-BE49-F238E27FC236}">
                    <a16:creationId xmlns:a16="http://schemas.microsoft.com/office/drawing/2014/main" id="{B2879E65-9C92-E760-98D1-CD312911EB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" y="720"/>
                <a:ext cx="193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x</a:t>
                </a:r>
              </a:p>
            </p:txBody>
          </p:sp>
          <p:sp>
            <p:nvSpPr>
              <p:cNvPr id="390" name="Rectangle 70">
                <a:extLst>
                  <a:ext uri="{FF2B5EF4-FFF2-40B4-BE49-F238E27FC236}">
                    <a16:creationId xmlns:a16="http://schemas.microsoft.com/office/drawing/2014/main" id="{B089D880-7738-3850-79C6-70E8A6FA11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" y="720"/>
                <a:ext cx="193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9" name="Group 71">
              <a:extLst>
                <a:ext uri="{FF2B5EF4-FFF2-40B4-BE49-F238E27FC236}">
                  <a16:creationId xmlns:a16="http://schemas.microsoft.com/office/drawing/2014/main" id="{DD140159-C304-4D8D-C356-700DC3AF76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6" y="720"/>
              <a:ext cx="193" cy="317"/>
              <a:chOff x="1156" y="720"/>
              <a:chExt cx="193" cy="317"/>
            </a:xfrm>
          </p:grpSpPr>
          <p:sp>
            <p:nvSpPr>
              <p:cNvPr id="387" name="Rectangle 72">
                <a:extLst>
                  <a:ext uri="{FF2B5EF4-FFF2-40B4-BE49-F238E27FC236}">
                    <a16:creationId xmlns:a16="http://schemas.microsoft.com/office/drawing/2014/main" id="{D320E4C1-3349-4577-F12F-842B397506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6" y="720"/>
                <a:ext cx="193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388" name="Rectangle 73">
                <a:extLst>
                  <a:ext uri="{FF2B5EF4-FFF2-40B4-BE49-F238E27FC236}">
                    <a16:creationId xmlns:a16="http://schemas.microsoft.com/office/drawing/2014/main" id="{0B51EA36-7084-8728-02A8-B89149B79F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6" y="720"/>
                <a:ext cx="193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0" name="Group 74">
              <a:extLst>
                <a:ext uri="{FF2B5EF4-FFF2-40B4-BE49-F238E27FC236}">
                  <a16:creationId xmlns:a16="http://schemas.microsoft.com/office/drawing/2014/main" id="{5562DDA0-E4E4-96BA-1053-AFA5EECAF1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49" y="720"/>
              <a:ext cx="192" cy="317"/>
              <a:chOff x="1349" y="720"/>
              <a:chExt cx="192" cy="317"/>
            </a:xfrm>
          </p:grpSpPr>
          <p:sp>
            <p:nvSpPr>
              <p:cNvPr id="385" name="Rectangle 75">
                <a:extLst>
                  <a:ext uri="{FF2B5EF4-FFF2-40B4-BE49-F238E27FC236}">
                    <a16:creationId xmlns:a16="http://schemas.microsoft.com/office/drawing/2014/main" id="{DAAF2FF1-7896-3DA7-E8DB-16E3BE1153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9" y="720"/>
                <a:ext cx="192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386" name="Rectangle 76">
                <a:extLst>
                  <a:ext uri="{FF2B5EF4-FFF2-40B4-BE49-F238E27FC236}">
                    <a16:creationId xmlns:a16="http://schemas.microsoft.com/office/drawing/2014/main" id="{D061FDC3-2FB3-A286-5FD2-507A222B04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9" y="720"/>
                <a:ext cx="192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1" name="Group 77">
              <a:extLst>
                <a:ext uri="{FF2B5EF4-FFF2-40B4-BE49-F238E27FC236}">
                  <a16:creationId xmlns:a16="http://schemas.microsoft.com/office/drawing/2014/main" id="{4712D98A-3885-0B35-3B3F-B36F5222F61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41" y="720"/>
              <a:ext cx="193" cy="317"/>
              <a:chOff x="1541" y="720"/>
              <a:chExt cx="193" cy="317"/>
            </a:xfrm>
          </p:grpSpPr>
          <p:sp>
            <p:nvSpPr>
              <p:cNvPr id="383" name="Rectangle 78">
                <a:extLst>
                  <a:ext uri="{FF2B5EF4-FFF2-40B4-BE49-F238E27FC236}">
                    <a16:creationId xmlns:a16="http://schemas.microsoft.com/office/drawing/2014/main" id="{A0E25F08-4D5C-7FA4-49CF-0C3C499A14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41" y="720"/>
                <a:ext cx="193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384" name="Rectangle 79">
                <a:extLst>
                  <a:ext uri="{FF2B5EF4-FFF2-40B4-BE49-F238E27FC236}">
                    <a16:creationId xmlns:a16="http://schemas.microsoft.com/office/drawing/2014/main" id="{9D804EC1-1670-C8B6-6E4C-80C20295B5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41" y="720"/>
                <a:ext cx="193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2" name="Group 80">
              <a:extLst>
                <a:ext uri="{FF2B5EF4-FFF2-40B4-BE49-F238E27FC236}">
                  <a16:creationId xmlns:a16="http://schemas.microsoft.com/office/drawing/2014/main" id="{72604ADD-9F96-E2D1-85A2-BFEEEF6F06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34" y="720"/>
              <a:ext cx="193" cy="317"/>
              <a:chOff x="1734" y="720"/>
              <a:chExt cx="193" cy="317"/>
            </a:xfrm>
          </p:grpSpPr>
          <p:sp>
            <p:nvSpPr>
              <p:cNvPr id="381" name="Rectangle 81">
                <a:extLst>
                  <a:ext uri="{FF2B5EF4-FFF2-40B4-BE49-F238E27FC236}">
                    <a16:creationId xmlns:a16="http://schemas.microsoft.com/office/drawing/2014/main" id="{71D704FF-8483-1E5F-B509-E87C2AB495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4" y="720"/>
                <a:ext cx="193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382" name="Rectangle 82">
                <a:extLst>
                  <a:ext uri="{FF2B5EF4-FFF2-40B4-BE49-F238E27FC236}">
                    <a16:creationId xmlns:a16="http://schemas.microsoft.com/office/drawing/2014/main" id="{76A8092D-A213-2C65-C556-34156F97DC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4" y="720"/>
                <a:ext cx="193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3" name="Group 83">
              <a:extLst>
                <a:ext uri="{FF2B5EF4-FFF2-40B4-BE49-F238E27FC236}">
                  <a16:creationId xmlns:a16="http://schemas.microsoft.com/office/drawing/2014/main" id="{D90C34CD-ABFC-00DE-5D6E-79214F345DB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7" y="720"/>
              <a:ext cx="192" cy="317"/>
              <a:chOff x="1927" y="720"/>
              <a:chExt cx="192" cy="317"/>
            </a:xfrm>
          </p:grpSpPr>
          <p:sp>
            <p:nvSpPr>
              <p:cNvPr id="379" name="Rectangle 84">
                <a:extLst>
                  <a:ext uri="{FF2B5EF4-FFF2-40B4-BE49-F238E27FC236}">
                    <a16:creationId xmlns:a16="http://schemas.microsoft.com/office/drawing/2014/main" id="{72A9A05F-AE96-341A-F9C8-6F15D432E1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7" y="720"/>
                <a:ext cx="192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380" name="Rectangle 85">
                <a:extLst>
                  <a:ext uri="{FF2B5EF4-FFF2-40B4-BE49-F238E27FC236}">
                    <a16:creationId xmlns:a16="http://schemas.microsoft.com/office/drawing/2014/main" id="{AC735C47-0ADF-234D-A9B0-D25B37BC1B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7" y="720"/>
                <a:ext cx="192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4" name="Group 86">
              <a:extLst>
                <a:ext uri="{FF2B5EF4-FFF2-40B4-BE49-F238E27FC236}">
                  <a16:creationId xmlns:a16="http://schemas.microsoft.com/office/drawing/2014/main" id="{66611B84-3164-9DDD-F406-2FD2837014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19" y="720"/>
              <a:ext cx="193" cy="317"/>
              <a:chOff x="2119" y="720"/>
              <a:chExt cx="193" cy="317"/>
            </a:xfrm>
          </p:grpSpPr>
          <p:sp>
            <p:nvSpPr>
              <p:cNvPr id="377" name="Rectangle 87">
                <a:extLst>
                  <a:ext uri="{FF2B5EF4-FFF2-40B4-BE49-F238E27FC236}">
                    <a16:creationId xmlns:a16="http://schemas.microsoft.com/office/drawing/2014/main" id="{767CA4FF-C64D-0EFD-51E6-CE76743135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9" y="720"/>
                <a:ext cx="193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378" name="Rectangle 88">
                <a:extLst>
                  <a:ext uri="{FF2B5EF4-FFF2-40B4-BE49-F238E27FC236}">
                    <a16:creationId xmlns:a16="http://schemas.microsoft.com/office/drawing/2014/main" id="{BF30EA56-0A05-167C-DA79-1186132883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9" y="720"/>
                <a:ext cx="193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5" name="Group 89">
              <a:extLst>
                <a:ext uri="{FF2B5EF4-FFF2-40B4-BE49-F238E27FC236}">
                  <a16:creationId xmlns:a16="http://schemas.microsoft.com/office/drawing/2014/main" id="{AECF5AA0-8234-0651-E48E-F33A4BCF88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12" y="720"/>
              <a:ext cx="193" cy="317"/>
              <a:chOff x="2312" y="720"/>
              <a:chExt cx="193" cy="317"/>
            </a:xfrm>
          </p:grpSpPr>
          <p:sp>
            <p:nvSpPr>
              <p:cNvPr id="375" name="Rectangle 90">
                <a:extLst>
                  <a:ext uri="{FF2B5EF4-FFF2-40B4-BE49-F238E27FC236}">
                    <a16:creationId xmlns:a16="http://schemas.microsoft.com/office/drawing/2014/main" id="{FA17D79B-0AAD-E32E-514B-EF9452C224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2" y="720"/>
                <a:ext cx="193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376" name="Rectangle 91">
                <a:extLst>
                  <a:ext uri="{FF2B5EF4-FFF2-40B4-BE49-F238E27FC236}">
                    <a16:creationId xmlns:a16="http://schemas.microsoft.com/office/drawing/2014/main" id="{5990C886-35D1-2048-3126-C6188CEEF7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2" y="720"/>
                <a:ext cx="193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6" name="Group 92">
              <a:extLst>
                <a:ext uri="{FF2B5EF4-FFF2-40B4-BE49-F238E27FC236}">
                  <a16:creationId xmlns:a16="http://schemas.microsoft.com/office/drawing/2014/main" id="{D64A7987-6DBC-7AC9-3D28-0B8AF22F3A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05" y="720"/>
              <a:ext cx="193" cy="317"/>
              <a:chOff x="2505" y="720"/>
              <a:chExt cx="193" cy="317"/>
            </a:xfrm>
          </p:grpSpPr>
          <p:sp>
            <p:nvSpPr>
              <p:cNvPr id="373" name="Rectangle 93">
                <a:extLst>
                  <a:ext uri="{FF2B5EF4-FFF2-40B4-BE49-F238E27FC236}">
                    <a16:creationId xmlns:a16="http://schemas.microsoft.com/office/drawing/2014/main" id="{32CB0C31-FB59-0792-B025-39D5931EB4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05" y="720"/>
                <a:ext cx="193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374" name="Rectangle 94">
                <a:extLst>
                  <a:ext uri="{FF2B5EF4-FFF2-40B4-BE49-F238E27FC236}">
                    <a16:creationId xmlns:a16="http://schemas.microsoft.com/office/drawing/2014/main" id="{E6FF8EF9-4507-1D4D-C4DE-2E55E5C5DA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05" y="720"/>
                <a:ext cx="193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7" name="Group 95">
              <a:extLst>
                <a:ext uri="{FF2B5EF4-FFF2-40B4-BE49-F238E27FC236}">
                  <a16:creationId xmlns:a16="http://schemas.microsoft.com/office/drawing/2014/main" id="{5223197B-2AFE-21BF-AEC4-E29363D08D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1037"/>
              <a:ext cx="192" cy="317"/>
              <a:chOff x="0" y="1037"/>
              <a:chExt cx="192" cy="317"/>
            </a:xfrm>
          </p:grpSpPr>
          <p:sp>
            <p:nvSpPr>
              <p:cNvPr id="371" name="Rectangle 96">
                <a:extLst>
                  <a:ext uri="{FF2B5EF4-FFF2-40B4-BE49-F238E27FC236}">
                    <a16:creationId xmlns:a16="http://schemas.microsoft.com/office/drawing/2014/main" id="{580E3BE9-7F46-96EB-D72C-0258C1CB4E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037"/>
                <a:ext cx="192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372" name="Rectangle 97">
                <a:extLst>
                  <a:ext uri="{FF2B5EF4-FFF2-40B4-BE49-F238E27FC236}">
                    <a16:creationId xmlns:a16="http://schemas.microsoft.com/office/drawing/2014/main" id="{BB3C46F4-9178-9C37-7BE9-5ACE02A884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037"/>
                <a:ext cx="192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8" name="Group 98">
              <a:extLst>
                <a:ext uri="{FF2B5EF4-FFF2-40B4-BE49-F238E27FC236}">
                  <a16:creationId xmlns:a16="http://schemas.microsoft.com/office/drawing/2014/main" id="{B85B740E-68FA-86E3-ABE2-8A7327D61C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" y="1037"/>
              <a:ext cx="193" cy="317"/>
              <a:chOff x="192" y="1037"/>
              <a:chExt cx="193" cy="317"/>
            </a:xfrm>
          </p:grpSpPr>
          <p:sp>
            <p:nvSpPr>
              <p:cNvPr id="369" name="Rectangle 99">
                <a:extLst>
                  <a:ext uri="{FF2B5EF4-FFF2-40B4-BE49-F238E27FC236}">
                    <a16:creationId xmlns:a16="http://schemas.microsoft.com/office/drawing/2014/main" id="{FC6A54FD-347E-7D24-1305-B8F9524E95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" y="1037"/>
                <a:ext cx="193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solidFill>
                      <a:srgbClr val="0000FF"/>
                    </a:solidFill>
                    <a:ea typeface="黑体" panose="02010609060101010101" pitchFamily="49" charset="-122"/>
                  </a:rPr>
                  <a:t>D</a:t>
                </a:r>
              </a:p>
            </p:txBody>
          </p:sp>
          <p:sp>
            <p:nvSpPr>
              <p:cNvPr id="370" name="Rectangle 100">
                <a:extLst>
                  <a:ext uri="{FF2B5EF4-FFF2-40B4-BE49-F238E27FC236}">
                    <a16:creationId xmlns:a16="http://schemas.microsoft.com/office/drawing/2014/main" id="{2892BAC8-E928-D8F0-96FF-1497D3251C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" y="1037"/>
                <a:ext cx="193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9" name="Group 101">
              <a:extLst>
                <a:ext uri="{FF2B5EF4-FFF2-40B4-BE49-F238E27FC236}">
                  <a16:creationId xmlns:a16="http://schemas.microsoft.com/office/drawing/2014/main" id="{DE8773E5-897E-E0A2-0E4C-1EAE6965899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5" y="1037"/>
              <a:ext cx="193" cy="317"/>
              <a:chOff x="385" y="1037"/>
              <a:chExt cx="193" cy="317"/>
            </a:xfrm>
          </p:grpSpPr>
          <p:sp>
            <p:nvSpPr>
              <p:cNvPr id="367" name="Rectangle 102">
                <a:extLst>
                  <a:ext uri="{FF2B5EF4-FFF2-40B4-BE49-F238E27FC236}">
                    <a16:creationId xmlns:a16="http://schemas.microsoft.com/office/drawing/2014/main" id="{9DF9865D-8410-A17B-997A-88A5C2A6D1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" y="1037"/>
                <a:ext cx="193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0</a:t>
                </a:r>
              </a:p>
            </p:txBody>
          </p:sp>
          <p:sp>
            <p:nvSpPr>
              <p:cNvPr id="368" name="Rectangle 103">
                <a:extLst>
                  <a:ext uri="{FF2B5EF4-FFF2-40B4-BE49-F238E27FC236}">
                    <a16:creationId xmlns:a16="http://schemas.microsoft.com/office/drawing/2014/main" id="{422BC476-E6C4-83B0-DA42-5A6F07667C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" y="1037"/>
                <a:ext cx="193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40" name="Group 104">
              <a:extLst>
                <a:ext uri="{FF2B5EF4-FFF2-40B4-BE49-F238E27FC236}">
                  <a16:creationId xmlns:a16="http://schemas.microsoft.com/office/drawing/2014/main" id="{E9403836-D36A-EAEC-0675-8A97E51210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8" y="1037"/>
              <a:ext cx="192" cy="317"/>
              <a:chOff x="578" y="1037"/>
              <a:chExt cx="192" cy="317"/>
            </a:xfrm>
          </p:grpSpPr>
          <p:sp>
            <p:nvSpPr>
              <p:cNvPr id="365" name="Rectangle 105">
                <a:extLst>
                  <a:ext uri="{FF2B5EF4-FFF2-40B4-BE49-F238E27FC236}">
                    <a16:creationId xmlns:a16="http://schemas.microsoft.com/office/drawing/2014/main" id="{FFCE5FCB-3711-F79B-FC56-C1178D530A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8" y="1037"/>
                <a:ext cx="192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0</a:t>
                </a:r>
              </a:p>
            </p:txBody>
          </p:sp>
          <p:sp>
            <p:nvSpPr>
              <p:cNvPr id="366" name="Rectangle 106">
                <a:extLst>
                  <a:ext uri="{FF2B5EF4-FFF2-40B4-BE49-F238E27FC236}">
                    <a16:creationId xmlns:a16="http://schemas.microsoft.com/office/drawing/2014/main" id="{7DC39542-2E89-882E-B37F-C75FDE9B6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8" y="1037"/>
                <a:ext cx="192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41" name="Group 107">
              <a:extLst>
                <a:ext uri="{FF2B5EF4-FFF2-40B4-BE49-F238E27FC236}">
                  <a16:creationId xmlns:a16="http://schemas.microsoft.com/office/drawing/2014/main" id="{6F2C0B36-1373-407D-D4A4-CA5A090414F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0" y="1037"/>
              <a:ext cx="193" cy="317"/>
              <a:chOff x="770" y="1037"/>
              <a:chExt cx="193" cy="317"/>
            </a:xfrm>
          </p:grpSpPr>
          <p:sp>
            <p:nvSpPr>
              <p:cNvPr id="363" name="Rectangle 108">
                <a:extLst>
                  <a:ext uri="{FF2B5EF4-FFF2-40B4-BE49-F238E27FC236}">
                    <a16:creationId xmlns:a16="http://schemas.microsoft.com/office/drawing/2014/main" id="{04C7F51D-69EE-77A7-7B17-307CAE3BDB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" y="1037"/>
                <a:ext cx="193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0</a:t>
                </a:r>
              </a:p>
            </p:txBody>
          </p:sp>
          <p:sp>
            <p:nvSpPr>
              <p:cNvPr id="364" name="Rectangle 109">
                <a:extLst>
                  <a:ext uri="{FF2B5EF4-FFF2-40B4-BE49-F238E27FC236}">
                    <a16:creationId xmlns:a16="http://schemas.microsoft.com/office/drawing/2014/main" id="{70AF28A0-2B59-D7A3-62CB-9CA62246AE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" y="1037"/>
                <a:ext cx="193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42" name="Group 110">
              <a:extLst>
                <a:ext uri="{FF2B5EF4-FFF2-40B4-BE49-F238E27FC236}">
                  <a16:creationId xmlns:a16="http://schemas.microsoft.com/office/drawing/2014/main" id="{FDC293A3-C669-81AA-8E70-2DFAB68FFFA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3" y="1037"/>
              <a:ext cx="193" cy="317"/>
              <a:chOff x="963" y="1037"/>
              <a:chExt cx="193" cy="317"/>
            </a:xfrm>
          </p:grpSpPr>
          <p:sp>
            <p:nvSpPr>
              <p:cNvPr id="361" name="Rectangle 111">
                <a:extLst>
                  <a:ext uri="{FF2B5EF4-FFF2-40B4-BE49-F238E27FC236}">
                    <a16:creationId xmlns:a16="http://schemas.microsoft.com/office/drawing/2014/main" id="{44AE1BE7-BAB6-3BFB-04E4-F6B2961E1B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" y="1037"/>
                <a:ext cx="193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0</a:t>
                </a:r>
              </a:p>
            </p:txBody>
          </p:sp>
          <p:sp>
            <p:nvSpPr>
              <p:cNvPr id="362" name="Rectangle 112">
                <a:extLst>
                  <a:ext uri="{FF2B5EF4-FFF2-40B4-BE49-F238E27FC236}">
                    <a16:creationId xmlns:a16="http://schemas.microsoft.com/office/drawing/2014/main" id="{AC62F7F8-E0D0-3928-0301-E86C516DAA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" y="1037"/>
                <a:ext cx="193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43" name="Group 113">
              <a:extLst>
                <a:ext uri="{FF2B5EF4-FFF2-40B4-BE49-F238E27FC236}">
                  <a16:creationId xmlns:a16="http://schemas.microsoft.com/office/drawing/2014/main" id="{7AE8795D-EF9E-CEF4-CE4C-10136F6AAF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6" y="1037"/>
              <a:ext cx="193" cy="317"/>
              <a:chOff x="1156" y="1037"/>
              <a:chExt cx="193" cy="317"/>
            </a:xfrm>
          </p:grpSpPr>
          <p:sp>
            <p:nvSpPr>
              <p:cNvPr id="359" name="Rectangle 114">
                <a:extLst>
                  <a:ext uri="{FF2B5EF4-FFF2-40B4-BE49-F238E27FC236}">
                    <a16:creationId xmlns:a16="http://schemas.microsoft.com/office/drawing/2014/main" id="{AA19F8D2-3458-F29B-52E6-3E3276E49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6" y="1037"/>
                <a:ext cx="193" cy="317"/>
              </a:xfrm>
              <a:prstGeom prst="rect">
                <a:avLst/>
              </a:prstGeom>
              <a:solidFill>
                <a:srgbClr val="99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solidFill>
                      <a:srgbClr val="0000FF"/>
                    </a:solidFill>
                    <a:ea typeface="黑体" panose="02010609060101010101" pitchFamily="49" charset="-122"/>
                  </a:rPr>
                  <a:t>D</a:t>
                </a:r>
              </a:p>
            </p:txBody>
          </p:sp>
          <p:sp>
            <p:nvSpPr>
              <p:cNvPr id="360" name="Rectangle 115">
                <a:extLst>
                  <a:ext uri="{FF2B5EF4-FFF2-40B4-BE49-F238E27FC236}">
                    <a16:creationId xmlns:a16="http://schemas.microsoft.com/office/drawing/2014/main" id="{4FCA1691-79B6-C684-15D7-3EBC4406B7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6" y="1037"/>
                <a:ext cx="193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44" name="Group 116">
              <a:extLst>
                <a:ext uri="{FF2B5EF4-FFF2-40B4-BE49-F238E27FC236}">
                  <a16:creationId xmlns:a16="http://schemas.microsoft.com/office/drawing/2014/main" id="{E5568994-9F3E-6B33-2ED0-E3C671B313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49" y="1037"/>
              <a:ext cx="192" cy="317"/>
              <a:chOff x="1349" y="1037"/>
              <a:chExt cx="192" cy="317"/>
            </a:xfrm>
          </p:grpSpPr>
          <p:sp>
            <p:nvSpPr>
              <p:cNvPr id="357" name="Rectangle 117">
                <a:extLst>
                  <a:ext uri="{FF2B5EF4-FFF2-40B4-BE49-F238E27FC236}">
                    <a16:creationId xmlns:a16="http://schemas.microsoft.com/office/drawing/2014/main" id="{3E5CFEBB-8DA9-E1D4-86AD-995F8B1979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9" y="1037"/>
                <a:ext cx="192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358" name="Rectangle 118">
                <a:extLst>
                  <a:ext uri="{FF2B5EF4-FFF2-40B4-BE49-F238E27FC236}">
                    <a16:creationId xmlns:a16="http://schemas.microsoft.com/office/drawing/2014/main" id="{43F4F84A-F45C-00F3-0F47-4620F0DEC8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9" y="1037"/>
                <a:ext cx="192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45" name="Group 119">
              <a:extLst>
                <a:ext uri="{FF2B5EF4-FFF2-40B4-BE49-F238E27FC236}">
                  <a16:creationId xmlns:a16="http://schemas.microsoft.com/office/drawing/2014/main" id="{7E8E53AB-E30C-46D8-4F0D-2EC73E14A2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41" y="1037"/>
              <a:ext cx="193" cy="317"/>
              <a:chOff x="1541" y="1037"/>
              <a:chExt cx="193" cy="317"/>
            </a:xfrm>
          </p:grpSpPr>
          <p:sp>
            <p:nvSpPr>
              <p:cNvPr id="355" name="Rectangle 120">
                <a:extLst>
                  <a:ext uri="{FF2B5EF4-FFF2-40B4-BE49-F238E27FC236}">
                    <a16:creationId xmlns:a16="http://schemas.microsoft.com/office/drawing/2014/main" id="{D95D48C2-6107-A593-B7D5-43FC3AE6BD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41" y="1037"/>
                <a:ext cx="193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356" name="Rectangle 121">
                <a:extLst>
                  <a:ext uri="{FF2B5EF4-FFF2-40B4-BE49-F238E27FC236}">
                    <a16:creationId xmlns:a16="http://schemas.microsoft.com/office/drawing/2014/main" id="{175BE731-CE29-F5EC-F527-4A96A5CDF7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41" y="1037"/>
                <a:ext cx="193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46" name="Group 122">
              <a:extLst>
                <a:ext uri="{FF2B5EF4-FFF2-40B4-BE49-F238E27FC236}">
                  <a16:creationId xmlns:a16="http://schemas.microsoft.com/office/drawing/2014/main" id="{F4FEA7B8-1BA5-6722-4079-47616DB8EB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34" y="1037"/>
              <a:ext cx="193" cy="317"/>
              <a:chOff x="1734" y="1037"/>
              <a:chExt cx="193" cy="317"/>
            </a:xfrm>
          </p:grpSpPr>
          <p:sp>
            <p:nvSpPr>
              <p:cNvPr id="353" name="Rectangle 123">
                <a:extLst>
                  <a:ext uri="{FF2B5EF4-FFF2-40B4-BE49-F238E27FC236}">
                    <a16:creationId xmlns:a16="http://schemas.microsoft.com/office/drawing/2014/main" id="{359A0165-833B-E15B-B73E-4BF57950E2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4" y="1037"/>
                <a:ext cx="193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354" name="Rectangle 124">
                <a:extLst>
                  <a:ext uri="{FF2B5EF4-FFF2-40B4-BE49-F238E27FC236}">
                    <a16:creationId xmlns:a16="http://schemas.microsoft.com/office/drawing/2014/main" id="{8F466A08-47DD-E6A7-1C6F-67866F1BED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4" y="1037"/>
                <a:ext cx="193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47" name="Group 125">
              <a:extLst>
                <a:ext uri="{FF2B5EF4-FFF2-40B4-BE49-F238E27FC236}">
                  <a16:creationId xmlns:a16="http://schemas.microsoft.com/office/drawing/2014/main" id="{DF886D6E-7408-0FD8-BABB-CB156EFD37B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7" y="1037"/>
              <a:ext cx="192" cy="317"/>
              <a:chOff x="1927" y="1037"/>
              <a:chExt cx="192" cy="317"/>
            </a:xfrm>
          </p:grpSpPr>
          <p:sp>
            <p:nvSpPr>
              <p:cNvPr id="351" name="Rectangle 126">
                <a:extLst>
                  <a:ext uri="{FF2B5EF4-FFF2-40B4-BE49-F238E27FC236}">
                    <a16:creationId xmlns:a16="http://schemas.microsoft.com/office/drawing/2014/main" id="{F156764B-8E2C-BFAF-5D63-9DE58A8AC2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7" y="1037"/>
                <a:ext cx="192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352" name="Rectangle 127">
                <a:extLst>
                  <a:ext uri="{FF2B5EF4-FFF2-40B4-BE49-F238E27FC236}">
                    <a16:creationId xmlns:a16="http://schemas.microsoft.com/office/drawing/2014/main" id="{F9A43B7F-A262-0F30-2A47-27D842A7D5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7" y="1037"/>
                <a:ext cx="192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48" name="Group 128">
              <a:extLst>
                <a:ext uri="{FF2B5EF4-FFF2-40B4-BE49-F238E27FC236}">
                  <a16:creationId xmlns:a16="http://schemas.microsoft.com/office/drawing/2014/main" id="{55C44CBF-CB73-C1F0-7CF6-7166EC3560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19" y="1037"/>
              <a:ext cx="193" cy="317"/>
              <a:chOff x="2119" y="1037"/>
              <a:chExt cx="193" cy="317"/>
            </a:xfrm>
          </p:grpSpPr>
          <p:sp>
            <p:nvSpPr>
              <p:cNvPr id="349" name="Rectangle 129">
                <a:extLst>
                  <a:ext uri="{FF2B5EF4-FFF2-40B4-BE49-F238E27FC236}">
                    <a16:creationId xmlns:a16="http://schemas.microsoft.com/office/drawing/2014/main" id="{5476B922-6FCB-E644-0F0F-A39BB17556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9" y="1037"/>
                <a:ext cx="193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350" name="Rectangle 130">
                <a:extLst>
                  <a:ext uri="{FF2B5EF4-FFF2-40B4-BE49-F238E27FC236}">
                    <a16:creationId xmlns:a16="http://schemas.microsoft.com/office/drawing/2014/main" id="{7DC0FCB2-C544-0FB8-A51D-8F39E1BF8E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9" y="1037"/>
                <a:ext cx="193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49" name="Group 131">
              <a:extLst>
                <a:ext uri="{FF2B5EF4-FFF2-40B4-BE49-F238E27FC236}">
                  <a16:creationId xmlns:a16="http://schemas.microsoft.com/office/drawing/2014/main" id="{D38FC45B-BC2F-08FD-DA9D-F41EFCA9C2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12" y="1037"/>
              <a:ext cx="193" cy="317"/>
              <a:chOff x="2312" y="1037"/>
              <a:chExt cx="193" cy="317"/>
            </a:xfrm>
          </p:grpSpPr>
          <p:sp>
            <p:nvSpPr>
              <p:cNvPr id="347" name="Rectangle 132">
                <a:extLst>
                  <a:ext uri="{FF2B5EF4-FFF2-40B4-BE49-F238E27FC236}">
                    <a16:creationId xmlns:a16="http://schemas.microsoft.com/office/drawing/2014/main" id="{C0EB8B51-9B80-F452-2BB5-E583E63CA2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2" y="1037"/>
                <a:ext cx="193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348" name="Rectangle 133">
                <a:extLst>
                  <a:ext uri="{FF2B5EF4-FFF2-40B4-BE49-F238E27FC236}">
                    <a16:creationId xmlns:a16="http://schemas.microsoft.com/office/drawing/2014/main" id="{978866F9-EDEE-78EB-F786-BCB3ED042E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2" y="1037"/>
                <a:ext cx="193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50" name="Group 134">
              <a:extLst>
                <a:ext uri="{FF2B5EF4-FFF2-40B4-BE49-F238E27FC236}">
                  <a16:creationId xmlns:a16="http://schemas.microsoft.com/office/drawing/2014/main" id="{7AC27925-BC6A-D1A4-59E1-F492AE7E3D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05" y="1037"/>
              <a:ext cx="193" cy="317"/>
              <a:chOff x="2505" y="1037"/>
              <a:chExt cx="193" cy="317"/>
            </a:xfrm>
          </p:grpSpPr>
          <p:sp>
            <p:nvSpPr>
              <p:cNvPr id="345" name="Rectangle 135">
                <a:extLst>
                  <a:ext uri="{FF2B5EF4-FFF2-40B4-BE49-F238E27FC236}">
                    <a16:creationId xmlns:a16="http://schemas.microsoft.com/office/drawing/2014/main" id="{30D19D03-D8F8-B5E2-8833-20136410D0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05" y="1037"/>
                <a:ext cx="193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346" name="Rectangle 136">
                <a:extLst>
                  <a:ext uri="{FF2B5EF4-FFF2-40B4-BE49-F238E27FC236}">
                    <a16:creationId xmlns:a16="http://schemas.microsoft.com/office/drawing/2014/main" id="{B9219C4D-1CC4-060A-F793-BA1FB51BC7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05" y="1037"/>
                <a:ext cx="193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51" name="Group 137">
              <a:extLst>
                <a:ext uri="{FF2B5EF4-FFF2-40B4-BE49-F238E27FC236}">
                  <a16:creationId xmlns:a16="http://schemas.microsoft.com/office/drawing/2014/main" id="{6001B0E2-352F-B9B9-EECA-297FA29F0B0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1354"/>
              <a:ext cx="192" cy="317"/>
              <a:chOff x="0" y="1354"/>
              <a:chExt cx="192" cy="317"/>
            </a:xfrm>
          </p:grpSpPr>
          <p:sp>
            <p:nvSpPr>
              <p:cNvPr id="343" name="Rectangle 138">
                <a:extLst>
                  <a:ext uri="{FF2B5EF4-FFF2-40B4-BE49-F238E27FC236}">
                    <a16:creationId xmlns:a16="http://schemas.microsoft.com/office/drawing/2014/main" id="{751F45A6-8721-3510-5C30-6903EAB7EE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354"/>
                <a:ext cx="192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344" name="Rectangle 139">
                <a:extLst>
                  <a:ext uri="{FF2B5EF4-FFF2-40B4-BE49-F238E27FC236}">
                    <a16:creationId xmlns:a16="http://schemas.microsoft.com/office/drawing/2014/main" id="{6E182C3D-85D7-4172-3F7C-2D7E67EDDB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354"/>
                <a:ext cx="192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52" name="Group 140">
              <a:extLst>
                <a:ext uri="{FF2B5EF4-FFF2-40B4-BE49-F238E27FC236}">
                  <a16:creationId xmlns:a16="http://schemas.microsoft.com/office/drawing/2014/main" id="{53CA7C2D-8D0B-4F1B-895D-B38D62BE82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" y="1354"/>
              <a:ext cx="193" cy="317"/>
              <a:chOff x="192" y="1354"/>
              <a:chExt cx="193" cy="317"/>
            </a:xfrm>
          </p:grpSpPr>
          <p:sp>
            <p:nvSpPr>
              <p:cNvPr id="341" name="Rectangle 141">
                <a:extLst>
                  <a:ext uri="{FF2B5EF4-FFF2-40B4-BE49-F238E27FC236}">
                    <a16:creationId xmlns:a16="http://schemas.microsoft.com/office/drawing/2014/main" id="{4F3A110C-0B53-92C5-8D93-1D65E8AED5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" y="1354"/>
                <a:ext cx="193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solidFill>
                      <a:srgbClr val="0000FF"/>
                    </a:solidFill>
                    <a:ea typeface="黑体" panose="02010609060101010101" pitchFamily="49" charset="-122"/>
                  </a:rPr>
                  <a:t>D</a:t>
                </a:r>
              </a:p>
            </p:txBody>
          </p:sp>
          <p:sp>
            <p:nvSpPr>
              <p:cNvPr id="342" name="Rectangle 142">
                <a:extLst>
                  <a:ext uri="{FF2B5EF4-FFF2-40B4-BE49-F238E27FC236}">
                    <a16:creationId xmlns:a16="http://schemas.microsoft.com/office/drawing/2014/main" id="{90021169-3429-1715-7132-00AF964E9D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" y="1354"/>
                <a:ext cx="193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53" name="Group 143">
              <a:extLst>
                <a:ext uri="{FF2B5EF4-FFF2-40B4-BE49-F238E27FC236}">
                  <a16:creationId xmlns:a16="http://schemas.microsoft.com/office/drawing/2014/main" id="{E0102E77-30E4-1DDF-305A-D5F7EC0EDA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5" y="1354"/>
              <a:ext cx="193" cy="317"/>
              <a:chOff x="385" y="1354"/>
              <a:chExt cx="193" cy="317"/>
            </a:xfrm>
          </p:grpSpPr>
          <p:sp>
            <p:nvSpPr>
              <p:cNvPr id="339" name="Rectangle 144">
                <a:extLst>
                  <a:ext uri="{FF2B5EF4-FFF2-40B4-BE49-F238E27FC236}">
                    <a16:creationId xmlns:a16="http://schemas.microsoft.com/office/drawing/2014/main" id="{EE5DC8DF-BF0C-18CA-1BDD-C45FA9E334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" y="1354"/>
                <a:ext cx="193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0</a:t>
                </a:r>
              </a:p>
            </p:txBody>
          </p:sp>
          <p:sp>
            <p:nvSpPr>
              <p:cNvPr id="340" name="Rectangle 145">
                <a:extLst>
                  <a:ext uri="{FF2B5EF4-FFF2-40B4-BE49-F238E27FC236}">
                    <a16:creationId xmlns:a16="http://schemas.microsoft.com/office/drawing/2014/main" id="{4C30F4F3-DB41-1283-9BB5-D0DB86E1D5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" y="1354"/>
                <a:ext cx="193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54" name="Group 146">
              <a:extLst>
                <a:ext uri="{FF2B5EF4-FFF2-40B4-BE49-F238E27FC236}">
                  <a16:creationId xmlns:a16="http://schemas.microsoft.com/office/drawing/2014/main" id="{12118451-3E06-C2F3-813C-286A7F5442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8" y="1354"/>
              <a:ext cx="192" cy="317"/>
              <a:chOff x="578" y="1354"/>
              <a:chExt cx="192" cy="317"/>
            </a:xfrm>
          </p:grpSpPr>
          <p:sp>
            <p:nvSpPr>
              <p:cNvPr id="337" name="Rectangle 147">
                <a:extLst>
                  <a:ext uri="{FF2B5EF4-FFF2-40B4-BE49-F238E27FC236}">
                    <a16:creationId xmlns:a16="http://schemas.microsoft.com/office/drawing/2014/main" id="{11DB9F22-FA03-5430-1235-184E1B08E0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8" y="1354"/>
                <a:ext cx="192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0</a:t>
                </a:r>
              </a:p>
            </p:txBody>
          </p:sp>
          <p:sp>
            <p:nvSpPr>
              <p:cNvPr id="338" name="Rectangle 148">
                <a:extLst>
                  <a:ext uri="{FF2B5EF4-FFF2-40B4-BE49-F238E27FC236}">
                    <a16:creationId xmlns:a16="http://schemas.microsoft.com/office/drawing/2014/main" id="{1C27A47A-0568-C153-0715-7FAE429BFE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8" y="1354"/>
                <a:ext cx="192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55" name="Group 149">
              <a:extLst>
                <a:ext uri="{FF2B5EF4-FFF2-40B4-BE49-F238E27FC236}">
                  <a16:creationId xmlns:a16="http://schemas.microsoft.com/office/drawing/2014/main" id="{C4F88DA6-DF30-85BE-8B6B-9C026913158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0" y="1354"/>
              <a:ext cx="193" cy="317"/>
              <a:chOff x="770" y="1354"/>
              <a:chExt cx="193" cy="317"/>
            </a:xfrm>
          </p:grpSpPr>
          <p:sp>
            <p:nvSpPr>
              <p:cNvPr id="335" name="Rectangle 150">
                <a:extLst>
                  <a:ext uri="{FF2B5EF4-FFF2-40B4-BE49-F238E27FC236}">
                    <a16:creationId xmlns:a16="http://schemas.microsoft.com/office/drawing/2014/main" id="{687E75FF-BDF5-5494-DD5F-72D6144815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" y="1354"/>
                <a:ext cx="193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0</a:t>
                </a:r>
              </a:p>
            </p:txBody>
          </p:sp>
          <p:sp>
            <p:nvSpPr>
              <p:cNvPr id="336" name="Rectangle 151">
                <a:extLst>
                  <a:ext uri="{FF2B5EF4-FFF2-40B4-BE49-F238E27FC236}">
                    <a16:creationId xmlns:a16="http://schemas.microsoft.com/office/drawing/2014/main" id="{B5BD7826-8D63-9DB2-03BE-BABBB4BE5D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" y="1354"/>
                <a:ext cx="193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56" name="Group 152">
              <a:extLst>
                <a:ext uri="{FF2B5EF4-FFF2-40B4-BE49-F238E27FC236}">
                  <a16:creationId xmlns:a16="http://schemas.microsoft.com/office/drawing/2014/main" id="{E4595B9C-CC92-E038-D2C1-78392ADB8C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3" y="1354"/>
              <a:ext cx="193" cy="317"/>
              <a:chOff x="963" y="1354"/>
              <a:chExt cx="193" cy="317"/>
            </a:xfrm>
          </p:grpSpPr>
          <p:sp>
            <p:nvSpPr>
              <p:cNvPr id="333" name="Rectangle 153">
                <a:extLst>
                  <a:ext uri="{FF2B5EF4-FFF2-40B4-BE49-F238E27FC236}">
                    <a16:creationId xmlns:a16="http://schemas.microsoft.com/office/drawing/2014/main" id="{DC876353-92C0-FD66-8708-6EA296EC0E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" y="1354"/>
                <a:ext cx="193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334" name="Rectangle 154">
                <a:extLst>
                  <a:ext uri="{FF2B5EF4-FFF2-40B4-BE49-F238E27FC236}">
                    <a16:creationId xmlns:a16="http://schemas.microsoft.com/office/drawing/2014/main" id="{BAD8BEB8-60F7-2B23-E2AC-7FC85DC893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" y="1354"/>
                <a:ext cx="193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57" name="Group 155">
              <a:extLst>
                <a:ext uri="{FF2B5EF4-FFF2-40B4-BE49-F238E27FC236}">
                  <a16:creationId xmlns:a16="http://schemas.microsoft.com/office/drawing/2014/main" id="{5B29CA50-36D6-CB15-AE4A-8BB78B33D0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6" y="1354"/>
              <a:ext cx="193" cy="317"/>
              <a:chOff x="1156" y="1354"/>
              <a:chExt cx="193" cy="317"/>
            </a:xfrm>
          </p:grpSpPr>
          <p:sp>
            <p:nvSpPr>
              <p:cNvPr id="331" name="Rectangle 156">
                <a:extLst>
                  <a:ext uri="{FF2B5EF4-FFF2-40B4-BE49-F238E27FC236}">
                    <a16:creationId xmlns:a16="http://schemas.microsoft.com/office/drawing/2014/main" id="{6D6E80BC-63B4-D5F5-060E-9416D41811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6" y="1354"/>
                <a:ext cx="193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332" name="Rectangle 157">
                <a:extLst>
                  <a:ext uri="{FF2B5EF4-FFF2-40B4-BE49-F238E27FC236}">
                    <a16:creationId xmlns:a16="http://schemas.microsoft.com/office/drawing/2014/main" id="{AC1B48B2-97FB-1155-2F16-A0402528B8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6" y="1354"/>
                <a:ext cx="193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58" name="Group 158">
              <a:extLst>
                <a:ext uri="{FF2B5EF4-FFF2-40B4-BE49-F238E27FC236}">
                  <a16:creationId xmlns:a16="http://schemas.microsoft.com/office/drawing/2014/main" id="{1770CEE8-9576-5FF8-5BCC-F5B549D067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49" y="1354"/>
              <a:ext cx="192" cy="317"/>
              <a:chOff x="1349" y="1354"/>
              <a:chExt cx="192" cy="317"/>
            </a:xfrm>
          </p:grpSpPr>
          <p:sp>
            <p:nvSpPr>
              <p:cNvPr id="329" name="Rectangle 159">
                <a:extLst>
                  <a:ext uri="{FF2B5EF4-FFF2-40B4-BE49-F238E27FC236}">
                    <a16:creationId xmlns:a16="http://schemas.microsoft.com/office/drawing/2014/main" id="{35D3ADFA-1D24-BFF3-2A4A-50854729F7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9" y="1354"/>
                <a:ext cx="192" cy="317"/>
              </a:xfrm>
              <a:prstGeom prst="rect">
                <a:avLst/>
              </a:prstGeom>
              <a:solidFill>
                <a:srgbClr val="99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solidFill>
                      <a:srgbClr val="0000FF"/>
                    </a:solidFill>
                    <a:ea typeface="黑体" panose="02010609060101010101" pitchFamily="49" charset="-122"/>
                  </a:rPr>
                  <a:t>D</a:t>
                </a:r>
              </a:p>
            </p:txBody>
          </p:sp>
          <p:sp>
            <p:nvSpPr>
              <p:cNvPr id="330" name="Rectangle 160">
                <a:extLst>
                  <a:ext uri="{FF2B5EF4-FFF2-40B4-BE49-F238E27FC236}">
                    <a16:creationId xmlns:a16="http://schemas.microsoft.com/office/drawing/2014/main" id="{83BE4B35-295D-A0BA-2A54-65CFED2AB9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9" y="1354"/>
                <a:ext cx="192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59" name="Group 161">
              <a:extLst>
                <a:ext uri="{FF2B5EF4-FFF2-40B4-BE49-F238E27FC236}">
                  <a16:creationId xmlns:a16="http://schemas.microsoft.com/office/drawing/2014/main" id="{4B027184-62DA-3553-3375-C35D9B1E4E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41" y="1354"/>
              <a:ext cx="193" cy="317"/>
              <a:chOff x="1541" y="1354"/>
              <a:chExt cx="193" cy="317"/>
            </a:xfrm>
          </p:grpSpPr>
          <p:sp>
            <p:nvSpPr>
              <p:cNvPr id="327" name="Rectangle 162">
                <a:extLst>
                  <a:ext uri="{FF2B5EF4-FFF2-40B4-BE49-F238E27FC236}">
                    <a16:creationId xmlns:a16="http://schemas.microsoft.com/office/drawing/2014/main" id="{BB6E54EC-84B9-7226-2CD2-595494963E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41" y="1354"/>
                <a:ext cx="193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328" name="Rectangle 163">
                <a:extLst>
                  <a:ext uri="{FF2B5EF4-FFF2-40B4-BE49-F238E27FC236}">
                    <a16:creationId xmlns:a16="http://schemas.microsoft.com/office/drawing/2014/main" id="{D27190A8-C10E-E0C0-7E3F-8990BF23C3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41" y="1354"/>
                <a:ext cx="193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60" name="Group 164">
              <a:extLst>
                <a:ext uri="{FF2B5EF4-FFF2-40B4-BE49-F238E27FC236}">
                  <a16:creationId xmlns:a16="http://schemas.microsoft.com/office/drawing/2014/main" id="{10103113-C6D5-2C4C-4CDF-A44C58D7C0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34" y="1354"/>
              <a:ext cx="193" cy="317"/>
              <a:chOff x="1734" y="1354"/>
              <a:chExt cx="193" cy="317"/>
            </a:xfrm>
          </p:grpSpPr>
          <p:sp>
            <p:nvSpPr>
              <p:cNvPr id="325" name="Rectangle 165">
                <a:extLst>
                  <a:ext uri="{FF2B5EF4-FFF2-40B4-BE49-F238E27FC236}">
                    <a16:creationId xmlns:a16="http://schemas.microsoft.com/office/drawing/2014/main" id="{DDDE9003-DA69-E261-BAD5-11F739F89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4" y="1354"/>
                <a:ext cx="193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326" name="Rectangle 166">
                <a:extLst>
                  <a:ext uri="{FF2B5EF4-FFF2-40B4-BE49-F238E27FC236}">
                    <a16:creationId xmlns:a16="http://schemas.microsoft.com/office/drawing/2014/main" id="{87C11C07-0704-D51C-34BC-62ADC9ED24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4" y="1354"/>
                <a:ext cx="193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61" name="Group 167">
              <a:extLst>
                <a:ext uri="{FF2B5EF4-FFF2-40B4-BE49-F238E27FC236}">
                  <a16:creationId xmlns:a16="http://schemas.microsoft.com/office/drawing/2014/main" id="{6DD69112-EEDE-5CF2-8290-7BF893F7B9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7" y="1354"/>
              <a:ext cx="192" cy="317"/>
              <a:chOff x="1927" y="1354"/>
              <a:chExt cx="192" cy="317"/>
            </a:xfrm>
          </p:grpSpPr>
          <p:sp>
            <p:nvSpPr>
              <p:cNvPr id="323" name="Rectangle 168">
                <a:extLst>
                  <a:ext uri="{FF2B5EF4-FFF2-40B4-BE49-F238E27FC236}">
                    <a16:creationId xmlns:a16="http://schemas.microsoft.com/office/drawing/2014/main" id="{12A001FF-D9BD-0FD5-2555-4245F2DD11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7" y="1354"/>
                <a:ext cx="192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324" name="Rectangle 169">
                <a:extLst>
                  <a:ext uri="{FF2B5EF4-FFF2-40B4-BE49-F238E27FC236}">
                    <a16:creationId xmlns:a16="http://schemas.microsoft.com/office/drawing/2014/main" id="{F5EE2930-62C5-BBB1-9821-802C84A618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7" y="1354"/>
                <a:ext cx="192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62" name="Group 170">
              <a:extLst>
                <a:ext uri="{FF2B5EF4-FFF2-40B4-BE49-F238E27FC236}">
                  <a16:creationId xmlns:a16="http://schemas.microsoft.com/office/drawing/2014/main" id="{E7210EDB-6B74-D1DB-886E-3FB2506B39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19" y="1354"/>
              <a:ext cx="193" cy="317"/>
              <a:chOff x="2119" y="1354"/>
              <a:chExt cx="193" cy="317"/>
            </a:xfrm>
          </p:grpSpPr>
          <p:sp>
            <p:nvSpPr>
              <p:cNvPr id="321" name="Rectangle 171">
                <a:extLst>
                  <a:ext uri="{FF2B5EF4-FFF2-40B4-BE49-F238E27FC236}">
                    <a16:creationId xmlns:a16="http://schemas.microsoft.com/office/drawing/2014/main" id="{B9D55B25-C338-4A60-3766-280147FC0E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9" y="1354"/>
                <a:ext cx="193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322" name="Rectangle 172">
                <a:extLst>
                  <a:ext uri="{FF2B5EF4-FFF2-40B4-BE49-F238E27FC236}">
                    <a16:creationId xmlns:a16="http://schemas.microsoft.com/office/drawing/2014/main" id="{882BAB13-3727-98E9-4ABB-11E48747B4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9" y="1354"/>
                <a:ext cx="193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63" name="Group 173">
              <a:extLst>
                <a:ext uri="{FF2B5EF4-FFF2-40B4-BE49-F238E27FC236}">
                  <a16:creationId xmlns:a16="http://schemas.microsoft.com/office/drawing/2014/main" id="{C91421CE-6E88-FD62-2A2B-B0B79EADA87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12" y="1354"/>
              <a:ext cx="193" cy="317"/>
              <a:chOff x="2312" y="1354"/>
              <a:chExt cx="193" cy="317"/>
            </a:xfrm>
          </p:grpSpPr>
          <p:sp>
            <p:nvSpPr>
              <p:cNvPr id="319" name="Rectangle 174">
                <a:extLst>
                  <a:ext uri="{FF2B5EF4-FFF2-40B4-BE49-F238E27FC236}">
                    <a16:creationId xmlns:a16="http://schemas.microsoft.com/office/drawing/2014/main" id="{34A51218-4D0C-8EA2-5AC8-3142294CB0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2" y="1354"/>
                <a:ext cx="193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320" name="Rectangle 175">
                <a:extLst>
                  <a:ext uri="{FF2B5EF4-FFF2-40B4-BE49-F238E27FC236}">
                    <a16:creationId xmlns:a16="http://schemas.microsoft.com/office/drawing/2014/main" id="{12330496-E3A5-035E-9218-5C375A19FB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2" y="1354"/>
                <a:ext cx="193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64" name="Group 176">
              <a:extLst>
                <a:ext uri="{FF2B5EF4-FFF2-40B4-BE49-F238E27FC236}">
                  <a16:creationId xmlns:a16="http://schemas.microsoft.com/office/drawing/2014/main" id="{62AA4BB3-D84D-2062-A6E2-90CB84F6A9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05" y="1354"/>
              <a:ext cx="193" cy="317"/>
              <a:chOff x="2505" y="1354"/>
              <a:chExt cx="193" cy="317"/>
            </a:xfrm>
          </p:grpSpPr>
          <p:sp>
            <p:nvSpPr>
              <p:cNvPr id="317" name="Rectangle 177">
                <a:extLst>
                  <a:ext uri="{FF2B5EF4-FFF2-40B4-BE49-F238E27FC236}">
                    <a16:creationId xmlns:a16="http://schemas.microsoft.com/office/drawing/2014/main" id="{E7010652-77C4-D3B6-0928-EFC4CE7563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05" y="1354"/>
                <a:ext cx="193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318" name="Rectangle 178">
                <a:extLst>
                  <a:ext uri="{FF2B5EF4-FFF2-40B4-BE49-F238E27FC236}">
                    <a16:creationId xmlns:a16="http://schemas.microsoft.com/office/drawing/2014/main" id="{C13DD267-85BD-572D-2FD4-AA5FC6026B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05" y="1354"/>
                <a:ext cx="193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65" name="Group 179">
              <a:extLst>
                <a:ext uri="{FF2B5EF4-FFF2-40B4-BE49-F238E27FC236}">
                  <a16:creationId xmlns:a16="http://schemas.microsoft.com/office/drawing/2014/main" id="{0F2BF36A-A612-FF8E-76F3-BE46B12A92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1671"/>
              <a:ext cx="192" cy="317"/>
              <a:chOff x="0" y="1671"/>
              <a:chExt cx="192" cy="317"/>
            </a:xfrm>
          </p:grpSpPr>
          <p:sp>
            <p:nvSpPr>
              <p:cNvPr id="315" name="Rectangle 180">
                <a:extLst>
                  <a:ext uri="{FF2B5EF4-FFF2-40B4-BE49-F238E27FC236}">
                    <a16:creationId xmlns:a16="http://schemas.microsoft.com/office/drawing/2014/main" id="{1EE08550-4564-A3B3-449B-75B33EF7D8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671"/>
                <a:ext cx="192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316" name="Rectangle 181">
                <a:extLst>
                  <a:ext uri="{FF2B5EF4-FFF2-40B4-BE49-F238E27FC236}">
                    <a16:creationId xmlns:a16="http://schemas.microsoft.com/office/drawing/2014/main" id="{C9EE49D8-53D7-72EF-9D5C-17AF835D8B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671"/>
                <a:ext cx="192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66" name="Group 182">
              <a:extLst>
                <a:ext uri="{FF2B5EF4-FFF2-40B4-BE49-F238E27FC236}">
                  <a16:creationId xmlns:a16="http://schemas.microsoft.com/office/drawing/2014/main" id="{C788135B-B65E-97E5-36F5-A86772EEE8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" y="1671"/>
              <a:ext cx="193" cy="317"/>
              <a:chOff x="192" y="1671"/>
              <a:chExt cx="193" cy="317"/>
            </a:xfrm>
          </p:grpSpPr>
          <p:sp>
            <p:nvSpPr>
              <p:cNvPr id="313" name="Rectangle 183">
                <a:extLst>
                  <a:ext uri="{FF2B5EF4-FFF2-40B4-BE49-F238E27FC236}">
                    <a16:creationId xmlns:a16="http://schemas.microsoft.com/office/drawing/2014/main" id="{2B757F49-7396-DA2B-C2CE-1DEEA8DF4A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" y="1671"/>
                <a:ext cx="193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solidFill>
                      <a:srgbClr val="0000FF"/>
                    </a:solidFill>
                    <a:ea typeface="黑体" panose="02010609060101010101" pitchFamily="49" charset="-122"/>
                  </a:rPr>
                  <a:t>D</a:t>
                </a:r>
              </a:p>
            </p:txBody>
          </p:sp>
          <p:sp>
            <p:nvSpPr>
              <p:cNvPr id="314" name="Rectangle 184">
                <a:extLst>
                  <a:ext uri="{FF2B5EF4-FFF2-40B4-BE49-F238E27FC236}">
                    <a16:creationId xmlns:a16="http://schemas.microsoft.com/office/drawing/2014/main" id="{25455AB6-018E-CDF3-9E87-D4AA5E4FEB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" y="1671"/>
                <a:ext cx="193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67" name="Group 185">
              <a:extLst>
                <a:ext uri="{FF2B5EF4-FFF2-40B4-BE49-F238E27FC236}">
                  <a16:creationId xmlns:a16="http://schemas.microsoft.com/office/drawing/2014/main" id="{031094F6-37FD-EED3-DC7B-D7ED02C467F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5" y="1671"/>
              <a:ext cx="193" cy="317"/>
              <a:chOff x="385" y="1671"/>
              <a:chExt cx="193" cy="317"/>
            </a:xfrm>
          </p:grpSpPr>
          <p:sp>
            <p:nvSpPr>
              <p:cNvPr id="311" name="Rectangle 186">
                <a:extLst>
                  <a:ext uri="{FF2B5EF4-FFF2-40B4-BE49-F238E27FC236}">
                    <a16:creationId xmlns:a16="http://schemas.microsoft.com/office/drawing/2014/main" id="{27584AB6-A5E2-1441-73A4-193C93728B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" y="1671"/>
                <a:ext cx="193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/>
                  <a:t>0</a:t>
                </a:r>
              </a:p>
            </p:txBody>
          </p:sp>
          <p:sp>
            <p:nvSpPr>
              <p:cNvPr id="312" name="Rectangle 187">
                <a:extLst>
                  <a:ext uri="{FF2B5EF4-FFF2-40B4-BE49-F238E27FC236}">
                    <a16:creationId xmlns:a16="http://schemas.microsoft.com/office/drawing/2014/main" id="{FB59A821-775C-B39A-4AFC-83343A548F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" y="1671"/>
                <a:ext cx="193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68" name="Group 188">
              <a:extLst>
                <a:ext uri="{FF2B5EF4-FFF2-40B4-BE49-F238E27FC236}">
                  <a16:creationId xmlns:a16="http://schemas.microsoft.com/office/drawing/2014/main" id="{CB30CCAA-20CE-B441-F25C-C811BE0848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8" y="1671"/>
              <a:ext cx="192" cy="317"/>
              <a:chOff x="578" y="1671"/>
              <a:chExt cx="192" cy="317"/>
            </a:xfrm>
          </p:grpSpPr>
          <p:sp>
            <p:nvSpPr>
              <p:cNvPr id="309" name="Rectangle 189">
                <a:extLst>
                  <a:ext uri="{FF2B5EF4-FFF2-40B4-BE49-F238E27FC236}">
                    <a16:creationId xmlns:a16="http://schemas.microsoft.com/office/drawing/2014/main" id="{44897640-6471-20CF-1786-B6F9C0F0FD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8" y="1671"/>
                <a:ext cx="192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0</a:t>
                </a:r>
              </a:p>
            </p:txBody>
          </p:sp>
          <p:sp>
            <p:nvSpPr>
              <p:cNvPr id="310" name="Rectangle 190">
                <a:extLst>
                  <a:ext uri="{FF2B5EF4-FFF2-40B4-BE49-F238E27FC236}">
                    <a16:creationId xmlns:a16="http://schemas.microsoft.com/office/drawing/2014/main" id="{487760EC-2AAA-2D40-482D-CC4DB6ECCB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8" y="1671"/>
                <a:ext cx="192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69" name="Group 191">
              <a:extLst>
                <a:ext uri="{FF2B5EF4-FFF2-40B4-BE49-F238E27FC236}">
                  <a16:creationId xmlns:a16="http://schemas.microsoft.com/office/drawing/2014/main" id="{EF12CA8C-793C-C924-6741-87BDC8392B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0" y="1671"/>
              <a:ext cx="193" cy="317"/>
              <a:chOff x="770" y="1671"/>
              <a:chExt cx="193" cy="317"/>
            </a:xfrm>
          </p:grpSpPr>
          <p:sp>
            <p:nvSpPr>
              <p:cNvPr id="307" name="Rectangle 192">
                <a:extLst>
                  <a:ext uri="{FF2B5EF4-FFF2-40B4-BE49-F238E27FC236}">
                    <a16:creationId xmlns:a16="http://schemas.microsoft.com/office/drawing/2014/main" id="{7790BE87-A734-7AF9-DE6A-0874A0B1D2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" y="1671"/>
                <a:ext cx="193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308" name="Rectangle 193">
                <a:extLst>
                  <a:ext uri="{FF2B5EF4-FFF2-40B4-BE49-F238E27FC236}">
                    <a16:creationId xmlns:a16="http://schemas.microsoft.com/office/drawing/2014/main" id="{2AEE8CEC-7997-2545-143A-31A0DBABA6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" y="1671"/>
                <a:ext cx="193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70" name="Group 194">
              <a:extLst>
                <a:ext uri="{FF2B5EF4-FFF2-40B4-BE49-F238E27FC236}">
                  <a16:creationId xmlns:a16="http://schemas.microsoft.com/office/drawing/2014/main" id="{03342B8E-CE02-C884-A8F8-7E5BFDA293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3" y="1671"/>
              <a:ext cx="193" cy="317"/>
              <a:chOff x="963" y="1671"/>
              <a:chExt cx="193" cy="317"/>
            </a:xfrm>
          </p:grpSpPr>
          <p:sp>
            <p:nvSpPr>
              <p:cNvPr id="305" name="Rectangle 195">
                <a:extLst>
                  <a:ext uri="{FF2B5EF4-FFF2-40B4-BE49-F238E27FC236}">
                    <a16:creationId xmlns:a16="http://schemas.microsoft.com/office/drawing/2014/main" id="{9DD2A972-5F0F-C0B1-E97B-19CF39C9DD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" y="1671"/>
                <a:ext cx="193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0</a:t>
                </a:r>
              </a:p>
            </p:txBody>
          </p:sp>
          <p:sp>
            <p:nvSpPr>
              <p:cNvPr id="306" name="Rectangle 196">
                <a:extLst>
                  <a:ext uri="{FF2B5EF4-FFF2-40B4-BE49-F238E27FC236}">
                    <a16:creationId xmlns:a16="http://schemas.microsoft.com/office/drawing/2014/main" id="{6BB28633-C11D-710E-FB7D-01BB9703EB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" y="1671"/>
                <a:ext cx="193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71" name="Group 197">
              <a:extLst>
                <a:ext uri="{FF2B5EF4-FFF2-40B4-BE49-F238E27FC236}">
                  <a16:creationId xmlns:a16="http://schemas.microsoft.com/office/drawing/2014/main" id="{42E805CA-BCC3-1142-E04C-F4756F3AA6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6" y="1671"/>
              <a:ext cx="193" cy="317"/>
              <a:chOff x="1156" y="1671"/>
              <a:chExt cx="193" cy="317"/>
            </a:xfrm>
          </p:grpSpPr>
          <p:sp>
            <p:nvSpPr>
              <p:cNvPr id="303" name="Rectangle 198">
                <a:extLst>
                  <a:ext uri="{FF2B5EF4-FFF2-40B4-BE49-F238E27FC236}">
                    <a16:creationId xmlns:a16="http://schemas.microsoft.com/office/drawing/2014/main" id="{DA829EED-9E7E-2F7C-4CEC-B9CBE55C9C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6" y="1671"/>
                <a:ext cx="193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304" name="Rectangle 199">
                <a:extLst>
                  <a:ext uri="{FF2B5EF4-FFF2-40B4-BE49-F238E27FC236}">
                    <a16:creationId xmlns:a16="http://schemas.microsoft.com/office/drawing/2014/main" id="{C8A8935F-6974-49C4-8DFD-091E09CA34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6" y="1671"/>
                <a:ext cx="193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72" name="Group 200">
              <a:extLst>
                <a:ext uri="{FF2B5EF4-FFF2-40B4-BE49-F238E27FC236}">
                  <a16:creationId xmlns:a16="http://schemas.microsoft.com/office/drawing/2014/main" id="{A47B66C6-0FC0-0E25-8EB9-16CC47832C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49" y="1671"/>
              <a:ext cx="192" cy="317"/>
              <a:chOff x="1349" y="1671"/>
              <a:chExt cx="192" cy="317"/>
            </a:xfrm>
          </p:grpSpPr>
          <p:sp>
            <p:nvSpPr>
              <p:cNvPr id="301" name="Rectangle 201">
                <a:extLst>
                  <a:ext uri="{FF2B5EF4-FFF2-40B4-BE49-F238E27FC236}">
                    <a16:creationId xmlns:a16="http://schemas.microsoft.com/office/drawing/2014/main" id="{71AE9537-E2E2-CB5E-A6C9-0147BD0188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9" y="1671"/>
                <a:ext cx="192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302" name="Rectangle 202">
                <a:extLst>
                  <a:ext uri="{FF2B5EF4-FFF2-40B4-BE49-F238E27FC236}">
                    <a16:creationId xmlns:a16="http://schemas.microsoft.com/office/drawing/2014/main" id="{3295AEB8-A89E-A930-88AB-A97E95596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9" y="1671"/>
                <a:ext cx="192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73" name="Group 203">
              <a:extLst>
                <a:ext uri="{FF2B5EF4-FFF2-40B4-BE49-F238E27FC236}">
                  <a16:creationId xmlns:a16="http://schemas.microsoft.com/office/drawing/2014/main" id="{54305AA5-59B1-62C5-8A9F-1606825E814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41" y="1671"/>
              <a:ext cx="193" cy="317"/>
              <a:chOff x="1541" y="1671"/>
              <a:chExt cx="193" cy="317"/>
            </a:xfrm>
          </p:grpSpPr>
          <p:sp>
            <p:nvSpPr>
              <p:cNvPr id="299" name="Rectangle 204">
                <a:extLst>
                  <a:ext uri="{FF2B5EF4-FFF2-40B4-BE49-F238E27FC236}">
                    <a16:creationId xmlns:a16="http://schemas.microsoft.com/office/drawing/2014/main" id="{42E8E533-EEF9-BE48-8035-B92CE99A94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41" y="1671"/>
                <a:ext cx="193" cy="317"/>
              </a:xfrm>
              <a:prstGeom prst="rect">
                <a:avLst/>
              </a:prstGeom>
              <a:solidFill>
                <a:srgbClr val="99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solidFill>
                      <a:srgbClr val="0000FF"/>
                    </a:solidFill>
                    <a:ea typeface="黑体" panose="02010609060101010101" pitchFamily="49" charset="-122"/>
                  </a:rPr>
                  <a:t>D</a:t>
                </a:r>
              </a:p>
            </p:txBody>
          </p:sp>
          <p:sp>
            <p:nvSpPr>
              <p:cNvPr id="300" name="Rectangle 205">
                <a:extLst>
                  <a:ext uri="{FF2B5EF4-FFF2-40B4-BE49-F238E27FC236}">
                    <a16:creationId xmlns:a16="http://schemas.microsoft.com/office/drawing/2014/main" id="{9EC45778-A60D-941F-087B-6AB93B1B2D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41" y="1671"/>
                <a:ext cx="193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74" name="Group 206">
              <a:extLst>
                <a:ext uri="{FF2B5EF4-FFF2-40B4-BE49-F238E27FC236}">
                  <a16:creationId xmlns:a16="http://schemas.microsoft.com/office/drawing/2014/main" id="{7D2477C5-07C5-0736-99AB-C08FA2C944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34" y="1671"/>
              <a:ext cx="193" cy="317"/>
              <a:chOff x="1734" y="1671"/>
              <a:chExt cx="193" cy="317"/>
            </a:xfrm>
          </p:grpSpPr>
          <p:sp>
            <p:nvSpPr>
              <p:cNvPr id="297" name="Rectangle 207">
                <a:extLst>
                  <a:ext uri="{FF2B5EF4-FFF2-40B4-BE49-F238E27FC236}">
                    <a16:creationId xmlns:a16="http://schemas.microsoft.com/office/drawing/2014/main" id="{DDC40533-D370-6C4A-4086-366C47E614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4" y="1671"/>
                <a:ext cx="193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298" name="Rectangle 208">
                <a:extLst>
                  <a:ext uri="{FF2B5EF4-FFF2-40B4-BE49-F238E27FC236}">
                    <a16:creationId xmlns:a16="http://schemas.microsoft.com/office/drawing/2014/main" id="{7B80C19D-47F9-814C-6D41-05AF9D6963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4" y="1671"/>
                <a:ext cx="193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75" name="Group 209">
              <a:extLst>
                <a:ext uri="{FF2B5EF4-FFF2-40B4-BE49-F238E27FC236}">
                  <a16:creationId xmlns:a16="http://schemas.microsoft.com/office/drawing/2014/main" id="{EBF38711-387E-71F1-C3B2-B673F54D314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7" y="1671"/>
              <a:ext cx="192" cy="317"/>
              <a:chOff x="1927" y="1671"/>
              <a:chExt cx="192" cy="317"/>
            </a:xfrm>
          </p:grpSpPr>
          <p:sp>
            <p:nvSpPr>
              <p:cNvPr id="295" name="Rectangle 210">
                <a:extLst>
                  <a:ext uri="{FF2B5EF4-FFF2-40B4-BE49-F238E27FC236}">
                    <a16:creationId xmlns:a16="http://schemas.microsoft.com/office/drawing/2014/main" id="{E2F1F03C-D9D3-411F-826E-95DC6DA4BD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7" y="1671"/>
                <a:ext cx="192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296" name="Rectangle 211">
                <a:extLst>
                  <a:ext uri="{FF2B5EF4-FFF2-40B4-BE49-F238E27FC236}">
                    <a16:creationId xmlns:a16="http://schemas.microsoft.com/office/drawing/2014/main" id="{992A491C-3000-6AE8-D237-D1AB3F0A7F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7" y="1671"/>
                <a:ext cx="192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76" name="Group 212">
              <a:extLst>
                <a:ext uri="{FF2B5EF4-FFF2-40B4-BE49-F238E27FC236}">
                  <a16:creationId xmlns:a16="http://schemas.microsoft.com/office/drawing/2014/main" id="{46F48BA1-8E10-91FA-4E17-7BB6271A54D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19" y="1671"/>
              <a:ext cx="193" cy="317"/>
              <a:chOff x="2119" y="1671"/>
              <a:chExt cx="193" cy="317"/>
            </a:xfrm>
          </p:grpSpPr>
          <p:sp>
            <p:nvSpPr>
              <p:cNvPr id="293" name="Rectangle 213">
                <a:extLst>
                  <a:ext uri="{FF2B5EF4-FFF2-40B4-BE49-F238E27FC236}">
                    <a16:creationId xmlns:a16="http://schemas.microsoft.com/office/drawing/2014/main" id="{0B8FFFB4-10A5-183B-3011-023E912A99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9" y="1671"/>
                <a:ext cx="193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294" name="Rectangle 214">
                <a:extLst>
                  <a:ext uri="{FF2B5EF4-FFF2-40B4-BE49-F238E27FC236}">
                    <a16:creationId xmlns:a16="http://schemas.microsoft.com/office/drawing/2014/main" id="{7664AAB2-6C7D-B8E9-2477-2D8DEE5D2D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9" y="1671"/>
                <a:ext cx="193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77" name="Group 215">
              <a:extLst>
                <a:ext uri="{FF2B5EF4-FFF2-40B4-BE49-F238E27FC236}">
                  <a16:creationId xmlns:a16="http://schemas.microsoft.com/office/drawing/2014/main" id="{CDD713B0-1B87-FECB-022D-4AB311A3FBC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12" y="1671"/>
              <a:ext cx="193" cy="317"/>
              <a:chOff x="2312" y="1671"/>
              <a:chExt cx="193" cy="317"/>
            </a:xfrm>
          </p:grpSpPr>
          <p:sp>
            <p:nvSpPr>
              <p:cNvPr id="291" name="Rectangle 216">
                <a:extLst>
                  <a:ext uri="{FF2B5EF4-FFF2-40B4-BE49-F238E27FC236}">
                    <a16:creationId xmlns:a16="http://schemas.microsoft.com/office/drawing/2014/main" id="{ED8442E9-A7E5-21CC-30C8-54061C0094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2" y="1671"/>
                <a:ext cx="193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292" name="Rectangle 217">
                <a:extLst>
                  <a:ext uri="{FF2B5EF4-FFF2-40B4-BE49-F238E27FC236}">
                    <a16:creationId xmlns:a16="http://schemas.microsoft.com/office/drawing/2014/main" id="{A323A01A-BBBE-6AE1-9AA3-CEEEB04608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2" y="1671"/>
                <a:ext cx="193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78" name="Group 218">
              <a:extLst>
                <a:ext uri="{FF2B5EF4-FFF2-40B4-BE49-F238E27FC236}">
                  <a16:creationId xmlns:a16="http://schemas.microsoft.com/office/drawing/2014/main" id="{DAA9DAE0-6C0B-B1C9-1CA1-29D8A64C7C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05" y="1671"/>
              <a:ext cx="193" cy="317"/>
              <a:chOff x="2505" y="1671"/>
              <a:chExt cx="193" cy="317"/>
            </a:xfrm>
          </p:grpSpPr>
          <p:sp>
            <p:nvSpPr>
              <p:cNvPr id="289" name="Rectangle 219">
                <a:extLst>
                  <a:ext uri="{FF2B5EF4-FFF2-40B4-BE49-F238E27FC236}">
                    <a16:creationId xmlns:a16="http://schemas.microsoft.com/office/drawing/2014/main" id="{3789FF0C-3E78-6878-D6A2-69B6E9DC8A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05" y="1671"/>
                <a:ext cx="193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290" name="Rectangle 220">
                <a:extLst>
                  <a:ext uri="{FF2B5EF4-FFF2-40B4-BE49-F238E27FC236}">
                    <a16:creationId xmlns:a16="http://schemas.microsoft.com/office/drawing/2014/main" id="{E000A496-3783-198C-EEC5-E23AD0C6C1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05" y="1671"/>
                <a:ext cx="193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79" name="Group 221">
              <a:extLst>
                <a:ext uri="{FF2B5EF4-FFF2-40B4-BE49-F238E27FC236}">
                  <a16:creationId xmlns:a16="http://schemas.microsoft.com/office/drawing/2014/main" id="{1F3598B5-226B-C6AC-CF55-9B5D07373D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1988"/>
              <a:ext cx="192" cy="317"/>
              <a:chOff x="0" y="1988"/>
              <a:chExt cx="192" cy="317"/>
            </a:xfrm>
          </p:grpSpPr>
          <p:sp>
            <p:nvSpPr>
              <p:cNvPr id="287" name="Rectangle 222">
                <a:extLst>
                  <a:ext uri="{FF2B5EF4-FFF2-40B4-BE49-F238E27FC236}">
                    <a16:creationId xmlns:a16="http://schemas.microsoft.com/office/drawing/2014/main" id="{02E03E2D-A1F2-3BDF-BD0A-9DFEE33BA4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988"/>
                <a:ext cx="192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288" name="Rectangle 223">
                <a:extLst>
                  <a:ext uri="{FF2B5EF4-FFF2-40B4-BE49-F238E27FC236}">
                    <a16:creationId xmlns:a16="http://schemas.microsoft.com/office/drawing/2014/main" id="{365D6781-3D1A-4A81-34A7-DF06BBA9CB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988"/>
                <a:ext cx="192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80" name="Group 224">
              <a:extLst>
                <a:ext uri="{FF2B5EF4-FFF2-40B4-BE49-F238E27FC236}">
                  <a16:creationId xmlns:a16="http://schemas.microsoft.com/office/drawing/2014/main" id="{75157A14-FB1D-F4E0-8B9F-1CE6E7AC451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" y="1988"/>
              <a:ext cx="193" cy="317"/>
              <a:chOff x="192" y="1988"/>
              <a:chExt cx="193" cy="317"/>
            </a:xfrm>
          </p:grpSpPr>
          <p:sp>
            <p:nvSpPr>
              <p:cNvPr id="285" name="Rectangle 225">
                <a:extLst>
                  <a:ext uri="{FF2B5EF4-FFF2-40B4-BE49-F238E27FC236}">
                    <a16:creationId xmlns:a16="http://schemas.microsoft.com/office/drawing/2014/main" id="{CC32247D-24BB-6331-1EB0-BBFEC98095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" y="1988"/>
                <a:ext cx="193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solidFill>
                      <a:srgbClr val="0000FF"/>
                    </a:solidFill>
                    <a:ea typeface="黑体" panose="02010609060101010101" pitchFamily="49" charset="-122"/>
                  </a:rPr>
                  <a:t>D</a:t>
                </a:r>
              </a:p>
            </p:txBody>
          </p:sp>
          <p:sp>
            <p:nvSpPr>
              <p:cNvPr id="286" name="Rectangle 226">
                <a:extLst>
                  <a:ext uri="{FF2B5EF4-FFF2-40B4-BE49-F238E27FC236}">
                    <a16:creationId xmlns:a16="http://schemas.microsoft.com/office/drawing/2014/main" id="{DAA32EB4-D543-670F-AF96-EBF776D7DD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" y="1988"/>
                <a:ext cx="193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81" name="Group 227">
              <a:extLst>
                <a:ext uri="{FF2B5EF4-FFF2-40B4-BE49-F238E27FC236}">
                  <a16:creationId xmlns:a16="http://schemas.microsoft.com/office/drawing/2014/main" id="{C9805847-0F66-7C39-7D0B-BF35E5FA0D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5" y="1988"/>
              <a:ext cx="193" cy="317"/>
              <a:chOff x="385" y="1988"/>
              <a:chExt cx="193" cy="317"/>
            </a:xfrm>
          </p:grpSpPr>
          <p:sp>
            <p:nvSpPr>
              <p:cNvPr id="283" name="Rectangle 228">
                <a:extLst>
                  <a:ext uri="{FF2B5EF4-FFF2-40B4-BE49-F238E27FC236}">
                    <a16:creationId xmlns:a16="http://schemas.microsoft.com/office/drawing/2014/main" id="{115F84D1-C189-F4CB-4620-083E489EEC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" y="1988"/>
                <a:ext cx="193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/>
                  <a:t>0</a:t>
                </a:r>
              </a:p>
            </p:txBody>
          </p:sp>
          <p:sp>
            <p:nvSpPr>
              <p:cNvPr id="284" name="Rectangle 229">
                <a:extLst>
                  <a:ext uri="{FF2B5EF4-FFF2-40B4-BE49-F238E27FC236}">
                    <a16:creationId xmlns:a16="http://schemas.microsoft.com/office/drawing/2014/main" id="{5629A6AF-1735-6585-93AF-4F60BE219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" y="1988"/>
                <a:ext cx="193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82" name="Group 230">
              <a:extLst>
                <a:ext uri="{FF2B5EF4-FFF2-40B4-BE49-F238E27FC236}">
                  <a16:creationId xmlns:a16="http://schemas.microsoft.com/office/drawing/2014/main" id="{E298B99F-DF12-92DC-84CC-A363EDA28A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8" y="1988"/>
              <a:ext cx="192" cy="317"/>
              <a:chOff x="578" y="1988"/>
              <a:chExt cx="192" cy="317"/>
            </a:xfrm>
          </p:grpSpPr>
          <p:sp>
            <p:nvSpPr>
              <p:cNvPr id="281" name="Rectangle 231">
                <a:extLst>
                  <a:ext uri="{FF2B5EF4-FFF2-40B4-BE49-F238E27FC236}">
                    <a16:creationId xmlns:a16="http://schemas.microsoft.com/office/drawing/2014/main" id="{7D2649F5-14B4-4824-CE4B-8415971F04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8" y="1988"/>
                <a:ext cx="192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0</a:t>
                </a:r>
              </a:p>
            </p:txBody>
          </p:sp>
          <p:sp>
            <p:nvSpPr>
              <p:cNvPr id="282" name="Rectangle 232">
                <a:extLst>
                  <a:ext uri="{FF2B5EF4-FFF2-40B4-BE49-F238E27FC236}">
                    <a16:creationId xmlns:a16="http://schemas.microsoft.com/office/drawing/2014/main" id="{0FAEE1E1-9926-8193-7B1B-910F1EC09C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8" y="1988"/>
                <a:ext cx="192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83" name="Group 233">
              <a:extLst>
                <a:ext uri="{FF2B5EF4-FFF2-40B4-BE49-F238E27FC236}">
                  <a16:creationId xmlns:a16="http://schemas.microsoft.com/office/drawing/2014/main" id="{79742D76-2894-4935-94C8-A45B7BB9AD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0" y="1988"/>
              <a:ext cx="193" cy="317"/>
              <a:chOff x="770" y="1988"/>
              <a:chExt cx="193" cy="317"/>
            </a:xfrm>
          </p:grpSpPr>
          <p:sp>
            <p:nvSpPr>
              <p:cNvPr id="279" name="Rectangle 234">
                <a:extLst>
                  <a:ext uri="{FF2B5EF4-FFF2-40B4-BE49-F238E27FC236}">
                    <a16:creationId xmlns:a16="http://schemas.microsoft.com/office/drawing/2014/main" id="{84F7CD3C-283D-9A52-601A-7A9B0F01FC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" y="1988"/>
                <a:ext cx="193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280" name="Rectangle 235">
                <a:extLst>
                  <a:ext uri="{FF2B5EF4-FFF2-40B4-BE49-F238E27FC236}">
                    <a16:creationId xmlns:a16="http://schemas.microsoft.com/office/drawing/2014/main" id="{FEA63DE2-3B89-C827-B93B-3414EA5CD0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" y="1988"/>
                <a:ext cx="193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84" name="Group 236">
              <a:extLst>
                <a:ext uri="{FF2B5EF4-FFF2-40B4-BE49-F238E27FC236}">
                  <a16:creationId xmlns:a16="http://schemas.microsoft.com/office/drawing/2014/main" id="{E024239A-D6D7-BC87-E0ED-56F2BCB612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3" y="1988"/>
              <a:ext cx="193" cy="317"/>
              <a:chOff x="963" y="1988"/>
              <a:chExt cx="193" cy="317"/>
            </a:xfrm>
          </p:grpSpPr>
          <p:sp>
            <p:nvSpPr>
              <p:cNvPr id="277" name="Rectangle 237">
                <a:extLst>
                  <a:ext uri="{FF2B5EF4-FFF2-40B4-BE49-F238E27FC236}">
                    <a16:creationId xmlns:a16="http://schemas.microsoft.com/office/drawing/2014/main" id="{0456B2A9-1E46-5D11-8DEC-114A334A37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" y="1988"/>
                <a:ext cx="193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278" name="Rectangle 238">
                <a:extLst>
                  <a:ext uri="{FF2B5EF4-FFF2-40B4-BE49-F238E27FC236}">
                    <a16:creationId xmlns:a16="http://schemas.microsoft.com/office/drawing/2014/main" id="{127D8B47-6BDF-F081-F2F0-67FCBB2D77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" y="1988"/>
                <a:ext cx="193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85" name="Group 239">
              <a:extLst>
                <a:ext uri="{FF2B5EF4-FFF2-40B4-BE49-F238E27FC236}">
                  <a16:creationId xmlns:a16="http://schemas.microsoft.com/office/drawing/2014/main" id="{C5819BB9-546B-05E7-70CB-4A28BB0BD4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6" y="1988"/>
              <a:ext cx="193" cy="317"/>
              <a:chOff x="1156" y="1988"/>
              <a:chExt cx="193" cy="317"/>
            </a:xfrm>
          </p:grpSpPr>
          <p:sp>
            <p:nvSpPr>
              <p:cNvPr id="275" name="Rectangle 240">
                <a:extLst>
                  <a:ext uri="{FF2B5EF4-FFF2-40B4-BE49-F238E27FC236}">
                    <a16:creationId xmlns:a16="http://schemas.microsoft.com/office/drawing/2014/main" id="{5DE87D0E-A86E-8C3A-B896-B53C040F2C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6" y="1988"/>
                <a:ext cx="193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276" name="Rectangle 241">
                <a:extLst>
                  <a:ext uri="{FF2B5EF4-FFF2-40B4-BE49-F238E27FC236}">
                    <a16:creationId xmlns:a16="http://schemas.microsoft.com/office/drawing/2014/main" id="{5F5C3485-6197-D138-0A64-DB5A0F32CC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6" y="1988"/>
                <a:ext cx="193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86" name="Group 242">
              <a:extLst>
                <a:ext uri="{FF2B5EF4-FFF2-40B4-BE49-F238E27FC236}">
                  <a16:creationId xmlns:a16="http://schemas.microsoft.com/office/drawing/2014/main" id="{09C9EC22-86FB-C760-3908-75FB42A065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49" y="1988"/>
              <a:ext cx="192" cy="317"/>
              <a:chOff x="1349" y="1988"/>
              <a:chExt cx="192" cy="317"/>
            </a:xfrm>
          </p:grpSpPr>
          <p:sp>
            <p:nvSpPr>
              <p:cNvPr id="273" name="Rectangle 243">
                <a:extLst>
                  <a:ext uri="{FF2B5EF4-FFF2-40B4-BE49-F238E27FC236}">
                    <a16:creationId xmlns:a16="http://schemas.microsoft.com/office/drawing/2014/main" id="{67697AE5-4947-AF45-BBDD-505890C1BE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9" y="1988"/>
                <a:ext cx="192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274" name="Rectangle 244">
                <a:extLst>
                  <a:ext uri="{FF2B5EF4-FFF2-40B4-BE49-F238E27FC236}">
                    <a16:creationId xmlns:a16="http://schemas.microsoft.com/office/drawing/2014/main" id="{4C9ED57E-A70F-EAA1-421D-EE12582265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9" y="1988"/>
                <a:ext cx="192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87" name="Group 245">
              <a:extLst>
                <a:ext uri="{FF2B5EF4-FFF2-40B4-BE49-F238E27FC236}">
                  <a16:creationId xmlns:a16="http://schemas.microsoft.com/office/drawing/2014/main" id="{6601C562-AC6B-9425-BDD0-5A0701F848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41" y="1988"/>
              <a:ext cx="193" cy="317"/>
              <a:chOff x="1541" y="1988"/>
              <a:chExt cx="193" cy="317"/>
            </a:xfrm>
          </p:grpSpPr>
          <p:sp>
            <p:nvSpPr>
              <p:cNvPr id="271" name="Rectangle 246">
                <a:extLst>
                  <a:ext uri="{FF2B5EF4-FFF2-40B4-BE49-F238E27FC236}">
                    <a16:creationId xmlns:a16="http://schemas.microsoft.com/office/drawing/2014/main" id="{4F6ACC22-D664-67A1-6683-3C1EEA34D8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41" y="1988"/>
                <a:ext cx="193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272" name="Rectangle 247">
                <a:extLst>
                  <a:ext uri="{FF2B5EF4-FFF2-40B4-BE49-F238E27FC236}">
                    <a16:creationId xmlns:a16="http://schemas.microsoft.com/office/drawing/2014/main" id="{D851D79D-1022-69FF-C7A2-4FB70803AB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41" y="1988"/>
                <a:ext cx="193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88" name="Group 248">
              <a:extLst>
                <a:ext uri="{FF2B5EF4-FFF2-40B4-BE49-F238E27FC236}">
                  <a16:creationId xmlns:a16="http://schemas.microsoft.com/office/drawing/2014/main" id="{D363EABE-9DAD-F935-66C6-756100C7F1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34" y="1988"/>
              <a:ext cx="193" cy="317"/>
              <a:chOff x="1734" y="1988"/>
              <a:chExt cx="193" cy="317"/>
            </a:xfrm>
          </p:grpSpPr>
          <p:sp>
            <p:nvSpPr>
              <p:cNvPr id="269" name="Rectangle 249">
                <a:extLst>
                  <a:ext uri="{FF2B5EF4-FFF2-40B4-BE49-F238E27FC236}">
                    <a16:creationId xmlns:a16="http://schemas.microsoft.com/office/drawing/2014/main" id="{28A1C7C8-6ED4-95EA-AB4E-B5631FEB42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4" y="1988"/>
                <a:ext cx="193" cy="317"/>
              </a:xfrm>
              <a:prstGeom prst="rect">
                <a:avLst/>
              </a:prstGeom>
              <a:solidFill>
                <a:srgbClr val="99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solidFill>
                      <a:srgbClr val="0000FF"/>
                    </a:solidFill>
                    <a:ea typeface="黑体" panose="02010609060101010101" pitchFamily="49" charset="-122"/>
                  </a:rPr>
                  <a:t>D</a:t>
                </a:r>
              </a:p>
            </p:txBody>
          </p:sp>
          <p:sp>
            <p:nvSpPr>
              <p:cNvPr id="270" name="Rectangle 250">
                <a:extLst>
                  <a:ext uri="{FF2B5EF4-FFF2-40B4-BE49-F238E27FC236}">
                    <a16:creationId xmlns:a16="http://schemas.microsoft.com/office/drawing/2014/main" id="{024996B2-4132-647B-5A4E-4C36387C39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4" y="1988"/>
                <a:ext cx="193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89" name="Group 251">
              <a:extLst>
                <a:ext uri="{FF2B5EF4-FFF2-40B4-BE49-F238E27FC236}">
                  <a16:creationId xmlns:a16="http://schemas.microsoft.com/office/drawing/2014/main" id="{B35E3054-4F60-0DDB-1B7C-9DF558FD1F6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7" y="1988"/>
              <a:ext cx="192" cy="317"/>
              <a:chOff x="1927" y="1988"/>
              <a:chExt cx="192" cy="317"/>
            </a:xfrm>
          </p:grpSpPr>
          <p:sp>
            <p:nvSpPr>
              <p:cNvPr id="267" name="Rectangle 252">
                <a:extLst>
                  <a:ext uri="{FF2B5EF4-FFF2-40B4-BE49-F238E27FC236}">
                    <a16:creationId xmlns:a16="http://schemas.microsoft.com/office/drawing/2014/main" id="{593518DA-79CD-523F-5C7A-5AC273DBB9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7" y="1988"/>
                <a:ext cx="192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268" name="Rectangle 253">
                <a:extLst>
                  <a:ext uri="{FF2B5EF4-FFF2-40B4-BE49-F238E27FC236}">
                    <a16:creationId xmlns:a16="http://schemas.microsoft.com/office/drawing/2014/main" id="{BE1362A4-E528-CAB3-9810-8DE1392957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7" y="1988"/>
                <a:ext cx="192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90" name="Group 254">
              <a:extLst>
                <a:ext uri="{FF2B5EF4-FFF2-40B4-BE49-F238E27FC236}">
                  <a16:creationId xmlns:a16="http://schemas.microsoft.com/office/drawing/2014/main" id="{A88ADCF0-3EA0-6B64-8B53-50E095DE07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19" y="1988"/>
              <a:ext cx="193" cy="317"/>
              <a:chOff x="2119" y="1988"/>
              <a:chExt cx="193" cy="317"/>
            </a:xfrm>
          </p:grpSpPr>
          <p:sp>
            <p:nvSpPr>
              <p:cNvPr id="265" name="Rectangle 255">
                <a:extLst>
                  <a:ext uri="{FF2B5EF4-FFF2-40B4-BE49-F238E27FC236}">
                    <a16:creationId xmlns:a16="http://schemas.microsoft.com/office/drawing/2014/main" id="{936AC8D6-897B-CDCF-5A18-B29B8DAFEE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9" y="1988"/>
                <a:ext cx="193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266" name="Rectangle 256">
                <a:extLst>
                  <a:ext uri="{FF2B5EF4-FFF2-40B4-BE49-F238E27FC236}">
                    <a16:creationId xmlns:a16="http://schemas.microsoft.com/office/drawing/2014/main" id="{9C6CA756-A255-5838-8FE7-1519F03578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9" y="1988"/>
                <a:ext cx="193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91" name="Group 257">
              <a:extLst>
                <a:ext uri="{FF2B5EF4-FFF2-40B4-BE49-F238E27FC236}">
                  <a16:creationId xmlns:a16="http://schemas.microsoft.com/office/drawing/2014/main" id="{2F4F2FAC-2655-9728-5B91-375B68493F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12" y="1988"/>
              <a:ext cx="193" cy="317"/>
              <a:chOff x="2312" y="1988"/>
              <a:chExt cx="193" cy="317"/>
            </a:xfrm>
          </p:grpSpPr>
          <p:sp>
            <p:nvSpPr>
              <p:cNvPr id="263" name="Rectangle 258">
                <a:extLst>
                  <a:ext uri="{FF2B5EF4-FFF2-40B4-BE49-F238E27FC236}">
                    <a16:creationId xmlns:a16="http://schemas.microsoft.com/office/drawing/2014/main" id="{8B6BF39C-DB15-2B68-A6C7-2959DF431B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2" y="1988"/>
                <a:ext cx="193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264" name="Rectangle 259">
                <a:extLst>
                  <a:ext uri="{FF2B5EF4-FFF2-40B4-BE49-F238E27FC236}">
                    <a16:creationId xmlns:a16="http://schemas.microsoft.com/office/drawing/2014/main" id="{7DA23F26-4AFF-1062-ACB1-E388D6BE8A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2" y="1988"/>
                <a:ext cx="193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92" name="Group 260">
              <a:extLst>
                <a:ext uri="{FF2B5EF4-FFF2-40B4-BE49-F238E27FC236}">
                  <a16:creationId xmlns:a16="http://schemas.microsoft.com/office/drawing/2014/main" id="{4B46082F-09A8-E8C1-4E15-DA84CEA50A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05" y="1988"/>
              <a:ext cx="193" cy="317"/>
              <a:chOff x="2505" y="1988"/>
              <a:chExt cx="193" cy="317"/>
            </a:xfrm>
          </p:grpSpPr>
          <p:sp>
            <p:nvSpPr>
              <p:cNvPr id="261" name="Rectangle 261">
                <a:extLst>
                  <a:ext uri="{FF2B5EF4-FFF2-40B4-BE49-F238E27FC236}">
                    <a16:creationId xmlns:a16="http://schemas.microsoft.com/office/drawing/2014/main" id="{66D45D93-2B57-090B-5097-1F7AF01DD3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05" y="1988"/>
                <a:ext cx="193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262" name="Rectangle 262">
                <a:extLst>
                  <a:ext uri="{FF2B5EF4-FFF2-40B4-BE49-F238E27FC236}">
                    <a16:creationId xmlns:a16="http://schemas.microsoft.com/office/drawing/2014/main" id="{216CF718-3F9F-B824-6E3D-3F43EC44FA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05" y="1988"/>
                <a:ext cx="193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93" name="Group 263">
              <a:extLst>
                <a:ext uri="{FF2B5EF4-FFF2-40B4-BE49-F238E27FC236}">
                  <a16:creationId xmlns:a16="http://schemas.microsoft.com/office/drawing/2014/main" id="{49187911-8C11-0962-0345-288573B60B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2305"/>
              <a:ext cx="192" cy="317"/>
              <a:chOff x="0" y="2305"/>
              <a:chExt cx="192" cy="317"/>
            </a:xfrm>
          </p:grpSpPr>
          <p:sp>
            <p:nvSpPr>
              <p:cNvPr id="259" name="Rectangle 264">
                <a:extLst>
                  <a:ext uri="{FF2B5EF4-FFF2-40B4-BE49-F238E27FC236}">
                    <a16:creationId xmlns:a16="http://schemas.microsoft.com/office/drawing/2014/main" id="{ACB54089-761B-C365-0F02-86982D5885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2305"/>
                <a:ext cx="192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260" name="Rectangle 265">
                <a:extLst>
                  <a:ext uri="{FF2B5EF4-FFF2-40B4-BE49-F238E27FC236}">
                    <a16:creationId xmlns:a16="http://schemas.microsoft.com/office/drawing/2014/main" id="{8602AA65-E3E6-822A-FEB7-E932C3006F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2305"/>
                <a:ext cx="192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94" name="Group 266">
              <a:extLst>
                <a:ext uri="{FF2B5EF4-FFF2-40B4-BE49-F238E27FC236}">
                  <a16:creationId xmlns:a16="http://schemas.microsoft.com/office/drawing/2014/main" id="{D44AA74C-555A-3F58-1E72-F2FC0AE2DE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" y="2305"/>
              <a:ext cx="193" cy="317"/>
              <a:chOff x="192" y="2305"/>
              <a:chExt cx="193" cy="317"/>
            </a:xfrm>
          </p:grpSpPr>
          <p:sp>
            <p:nvSpPr>
              <p:cNvPr id="257" name="Rectangle 267">
                <a:extLst>
                  <a:ext uri="{FF2B5EF4-FFF2-40B4-BE49-F238E27FC236}">
                    <a16:creationId xmlns:a16="http://schemas.microsoft.com/office/drawing/2014/main" id="{5B30987E-2052-EA71-6181-B8C9716BC7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" y="2305"/>
                <a:ext cx="193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solidFill>
                      <a:srgbClr val="0000FF"/>
                    </a:solidFill>
                    <a:ea typeface="黑体" panose="02010609060101010101" pitchFamily="49" charset="-122"/>
                  </a:rPr>
                  <a:t>D</a:t>
                </a:r>
              </a:p>
            </p:txBody>
          </p:sp>
          <p:sp>
            <p:nvSpPr>
              <p:cNvPr id="258" name="Rectangle 268">
                <a:extLst>
                  <a:ext uri="{FF2B5EF4-FFF2-40B4-BE49-F238E27FC236}">
                    <a16:creationId xmlns:a16="http://schemas.microsoft.com/office/drawing/2014/main" id="{30872AE6-BA23-6FE8-3883-8184AC0B46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" y="2305"/>
                <a:ext cx="193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95" name="Group 269">
              <a:extLst>
                <a:ext uri="{FF2B5EF4-FFF2-40B4-BE49-F238E27FC236}">
                  <a16:creationId xmlns:a16="http://schemas.microsoft.com/office/drawing/2014/main" id="{50BA3D61-DCE4-87AA-D551-D6AF417B01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5" y="2305"/>
              <a:ext cx="193" cy="317"/>
              <a:chOff x="385" y="2305"/>
              <a:chExt cx="193" cy="317"/>
            </a:xfrm>
          </p:grpSpPr>
          <p:sp>
            <p:nvSpPr>
              <p:cNvPr id="255" name="Rectangle 270">
                <a:extLst>
                  <a:ext uri="{FF2B5EF4-FFF2-40B4-BE49-F238E27FC236}">
                    <a16:creationId xmlns:a16="http://schemas.microsoft.com/office/drawing/2014/main" id="{61C660C7-6FB1-5081-2E0C-644EE17834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" y="2305"/>
                <a:ext cx="193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/>
                  <a:t>0</a:t>
                </a:r>
              </a:p>
            </p:txBody>
          </p:sp>
          <p:sp>
            <p:nvSpPr>
              <p:cNvPr id="256" name="Rectangle 271">
                <a:extLst>
                  <a:ext uri="{FF2B5EF4-FFF2-40B4-BE49-F238E27FC236}">
                    <a16:creationId xmlns:a16="http://schemas.microsoft.com/office/drawing/2014/main" id="{DBD1AEE9-8A80-F4E9-7A39-BF4687BADA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" y="2305"/>
                <a:ext cx="193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96" name="Group 272">
              <a:extLst>
                <a:ext uri="{FF2B5EF4-FFF2-40B4-BE49-F238E27FC236}">
                  <a16:creationId xmlns:a16="http://schemas.microsoft.com/office/drawing/2014/main" id="{D157B8E5-41CA-0A52-C293-5727D4CA3F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8" y="2305"/>
              <a:ext cx="192" cy="317"/>
              <a:chOff x="578" y="2305"/>
              <a:chExt cx="192" cy="317"/>
            </a:xfrm>
          </p:grpSpPr>
          <p:sp>
            <p:nvSpPr>
              <p:cNvPr id="253" name="Rectangle 273">
                <a:extLst>
                  <a:ext uri="{FF2B5EF4-FFF2-40B4-BE49-F238E27FC236}">
                    <a16:creationId xmlns:a16="http://schemas.microsoft.com/office/drawing/2014/main" id="{AAD1B8E8-BB6A-F177-31A4-3CD11A2E55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8" y="2305"/>
                <a:ext cx="192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254" name="Rectangle 274">
                <a:extLst>
                  <a:ext uri="{FF2B5EF4-FFF2-40B4-BE49-F238E27FC236}">
                    <a16:creationId xmlns:a16="http://schemas.microsoft.com/office/drawing/2014/main" id="{3E4D2043-0B35-7301-793E-CC444599A9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8" y="2305"/>
                <a:ext cx="192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97" name="Group 275">
              <a:extLst>
                <a:ext uri="{FF2B5EF4-FFF2-40B4-BE49-F238E27FC236}">
                  <a16:creationId xmlns:a16="http://schemas.microsoft.com/office/drawing/2014/main" id="{5210B067-1481-1BE4-E5C5-285C9037CE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0" y="2305"/>
              <a:ext cx="193" cy="317"/>
              <a:chOff x="770" y="2305"/>
              <a:chExt cx="193" cy="317"/>
            </a:xfrm>
          </p:grpSpPr>
          <p:sp>
            <p:nvSpPr>
              <p:cNvPr id="251" name="Rectangle 276">
                <a:extLst>
                  <a:ext uri="{FF2B5EF4-FFF2-40B4-BE49-F238E27FC236}">
                    <a16:creationId xmlns:a16="http://schemas.microsoft.com/office/drawing/2014/main" id="{C32FA559-D165-8EAD-4ACA-9D4A44C9E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" y="2305"/>
                <a:ext cx="193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0</a:t>
                </a:r>
              </a:p>
            </p:txBody>
          </p:sp>
          <p:sp>
            <p:nvSpPr>
              <p:cNvPr id="252" name="Rectangle 277">
                <a:extLst>
                  <a:ext uri="{FF2B5EF4-FFF2-40B4-BE49-F238E27FC236}">
                    <a16:creationId xmlns:a16="http://schemas.microsoft.com/office/drawing/2014/main" id="{8D9463EE-C36D-A36C-4694-BD2C443D84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" y="2305"/>
                <a:ext cx="193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98" name="Group 278">
              <a:extLst>
                <a:ext uri="{FF2B5EF4-FFF2-40B4-BE49-F238E27FC236}">
                  <a16:creationId xmlns:a16="http://schemas.microsoft.com/office/drawing/2014/main" id="{D83B6811-1BC7-36AF-210B-9DC0E56EE2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3" y="2305"/>
              <a:ext cx="193" cy="317"/>
              <a:chOff x="963" y="2305"/>
              <a:chExt cx="193" cy="317"/>
            </a:xfrm>
          </p:grpSpPr>
          <p:sp>
            <p:nvSpPr>
              <p:cNvPr id="249" name="Rectangle 279">
                <a:extLst>
                  <a:ext uri="{FF2B5EF4-FFF2-40B4-BE49-F238E27FC236}">
                    <a16:creationId xmlns:a16="http://schemas.microsoft.com/office/drawing/2014/main" id="{B26664DD-6830-C699-4E2E-6F72B2DCE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" y="2305"/>
                <a:ext cx="193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0</a:t>
                </a:r>
              </a:p>
            </p:txBody>
          </p:sp>
          <p:sp>
            <p:nvSpPr>
              <p:cNvPr id="250" name="Rectangle 280">
                <a:extLst>
                  <a:ext uri="{FF2B5EF4-FFF2-40B4-BE49-F238E27FC236}">
                    <a16:creationId xmlns:a16="http://schemas.microsoft.com/office/drawing/2014/main" id="{06CC2DD7-9E50-0323-88CB-A573616B3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" y="2305"/>
                <a:ext cx="193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99" name="Group 281">
              <a:extLst>
                <a:ext uri="{FF2B5EF4-FFF2-40B4-BE49-F238E27FC236}">
                  <a16:creationId xmlns:a16="http://schemas.microsoft.com/office/drawing/2014/main" id="{AA1871B1-2BFD-15F8-C6D2-0350DAD0D4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6" y="2305"/>
              <a:ext cx="193" cy="317"/>
              <a:chOff x="1156" y="2305"/>
              <a:chExt cx="193" cy="317"/>
            </a:xfrm>
          </p:grpSpPr>
          <p:sp>
            <p:nvSpPr>
              <p:cNvPr id="247" name="Rectangle 282">
                <a:extLst>
                  <a:ext uri="{FF2B5EF4-FFF2-40B4-BE49-F238E27FC236}">
                    <a16:creationId xmlns:a16="http://schemas.microsoft.com/office/drawing/2014/main" id="{B4E293B9-16AC-DD2C-BFFD-88EB23C9B6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6" y="2305"/>
                <a:ext cx="193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248" name="Rectangle 283">
                <a:extLst>
                  <a:ext uri="{FF2B5EF4-FFF2-40B4-BE49-F238E27FC236}">
                    <a16:creationId xmlns:a16="http://schemas.microsoft.com/office/drawing/2014/main" id="{84AE0971-4F61-7C71-6EEC-4A375F8A2C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6" y="2305"/>
                <a:ext cx="193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00" name="Group 284">
              <a:extLst>
                <a:ext uri="{FF2B5EF4-FFF2-40B4-BE49-F238E27FC236}">
                  <a16:creationId xmlns:a16="http://schemas.microsoft.com/office/drawing/2014/main" id="{173F0168-5E63-664D-4542-16CCED06027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49" y="2305"/>
              <a:ext cx="192" cy="317"/>
              <a:chOff x="1349" y="2305"/>
              <a:chExt cx="192" cy="317"/>
            </a:xfrm>
          </p:grpSpPr>
          <p:sp>
            <p:nvSpPr>
              <p:cNvPr id="245" name="Rectangle 285">
                <a:extLst>
                  <a:ext uri="{FF2B5EF4-FFF2-40B4-BE49-F238E27FC236}">
                    <a16:creationId xmlns:a16="http://schemas.microsoft.com/office/drawing/2014/main" id="{4B2E753E-95E2-2BAA-8F89-652B2BC42C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9" y="2305"/>
                <a:ext cx="192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246" name="Rectangle 286">
                <a:extLst>
                  <a:ext uri="{FF2B5EF4-FFF2-40B4-BE49-F238E27FC236}">
                    <a16:creationId xmlns:a16="http://schemas.microsoft.com/office/drawing/2014/main" id="{F8FFDF3E-8F7E-64B2-C314-3E0FBAE98C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9" y="2305"/>
                <a:ext cx="192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01" name="Group 287">
              <a:extLst>
                <a:ext uri="{FF2B5EF4-FFF2-40B4-BE49-F238E27FC236}">
                  <a16:creationId xmlns:a16="http://schemas.microsoft.com/office/drawing/2014/main" id="{20814221-F123-14F8-55D0-59F6643861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41" y="2305"/>
              <a:ext cx="193" cy="317"/>
              <a:chOff x="1541" y="2305"/>
              <a:chExt cx="193" cy="317"/>
            </a:xfrm>
          </p:grpSpPr>
          <p:sp>
            <p:nvSpPr>
              <p:cNvPr id="243" name="Rectangle 288">
                <a:extLst>
                  <a:ext uri="{FF2B5EF4-FFF2-40B4-BE49-F238E27FC236}">
                    <a16:creationId xmlns:a16="http://schemas.microsoft.com/office/drawing/2014/main" id="{6C2433EF-471C-384A-0F34-54E6BFE21F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41" y="2305"/>
                <a:ext cx="193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244" name="Rectangle 289">
                <a:extLst>
                  <a:ext uri="{FF2B5EF4-FFF2-40B4-BE49-F238E27FC236}">
                    <a16:creationId xmlns:a16="http://schemas.microsoft.com/office/drawing/2014/main" id="{8363BCCE-6EAA-557C-602B-F21AC222C4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41" y="2305"/>
                <a:ext cx="193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02" name="Group 290">
              <a:extLst>
                <a:ext uri="{FF2B5EF4-FFF2-40B4-BE49-F238E27FC236}">
                  <a16:creationId xmlns:a16="http://schemas.microsoft.com/office/drawing/2014/main" id="{81663D96-C199-99AC-F5CB-F4A0EA551D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34" y="2305"/>
              <a:ext cx="193" cy="317"/>
              <a:chOff x="1734" y="2305"/>
              <a:chExt cx="193" cy="317"/>
            </a:xfrm>
          </p:grpSpPr>
          <p:sp>
            <p:nvSpPr>
              <p:cNvPr id="241" name="Rectangle 291">
                <a:extLst>
                  <a:ext uri="{FF2B5EF4-FFF2-40B4-BE49-F238E27FC236}">
                    <a16:creationId xmlns:a16="http://schemas.microsoft.com/office/drawing/2014/main" id="{11684379-FC1E-9B0B-87E5-237956608C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4" y="2305"/>
                <a:ext cx="193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242" name="Rectangle 292">
                <a:extLst>
                  <a:ext uri="{FF2B5EF4-FFF2-40B4-BE49-F238E27FC236}">
                    <a16:creationId xmlns:a16="http://schemas.microsoft.com/office/drawing/2014/main" id="{B39F782D-29D5-75CA-0DDA-8E4CF66E1D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4" y="2305"/>
                <a:ext cx="193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03" name="Group 293">
              <a:extLst>
                <a:ext uri="{FF2B5EF4-FFF2-40B4-BE49-F238E27FC236}">
                  <a16:creationId xmlns:a16="http://schemas.microsoft.com/office/drawing/2014/main" id="{BF63F03E-DBCA-8D94-0E6E-C1EAF62304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7" y="2305"/>
              <a:ext cx="192" cy="317"/>
              <a:chOff x="1927" y="2305"/>
              <a:chExt cx="192" cy="317"/>
            </a:xfrm>
          </p:grpSpPr>
          <p:sp>
            <p:nvSpPr>
              <p:cNvPr id="239" name="Rectangle 294">
                <a:extLst>
                  <a:ext uri="{FF2B5EF4-FFF2-40B4-BE49-F238E27FC236}">
                    <a16:creationId xmlns:a16="http://schemas.microsoft.com/office/drawing/2014/main" id="{64252845-F25D-824E-68AD-0E6276B5E9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7" y="2305"/>
                <a:ext cx="192" cy="317"/>
              </a:xfrm>
              <a:prstGeom prst="rect">
                <a:avLst/>
              </a:prstGeom>
              <a:solidFill>
                <a:srgbClr val="99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solidFill>
                      <a:srgbClr val="0000FF"/>
                    </a:solidFill>
                    <a:ea typeface="黑体" panose="02010609060101010101" pitchFamily="49" charset="-122"/>
                  </a:rPr>
                  <a:t>D</a:t>
                </a:r>
              </a:p>
            </p:txBody>
          </p:sp>
          <p:sp>
            <p:nvSpPr>
              <p:cNvPr id="240" name="Rectangle 295">
                <a:extLst>
                  <a:ext uri="{FF2B5EF4-FFF2-40B4-BE49-F238E27FC236}">
                    <a16:creationId xmlns:a16="http://schemas.microsoft.com/office/drawing/2014/main" id="{DBB71C66-BDDC-9505-2844-95BB98C251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7" y="2305"/>
                <a:ext cx="192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04" name="Group 296">
              <a:extLst>
                <a:ext uri="{FF2B5EF4-FFF2-40B4-BE49-F238E27FC236}">
                  <a16:creationId xmlns:a16="http://schemas.microsoft.com/office/drawing/2014/main" id="{45E156D2-A185-6F9B-F91E-3411FBD447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19" y="2305"/>
              <a:ext cx="193" cy="317"/>
              <a:chOff x="2119" y="2305"/>
              <a:chExt cx="193" cy="317"/>
            </a:xfrm>
          </p:grpSpPr>
          <p:sp>
            <p:nvSpPr>
              <p:cNvPr id="237" name="Rectangle 297">
                <a:extLst>
                  <a:ext uri="{FF2B5EF4-FFF2-40B4-BE49-F238E27FC236}">
                    <a16:creationId xmlns:a16="http://schemas.microsoft.com/office/drawing/2014/main" id="{DDD0C36F-BCD3-C35D-FA9E-72851D57ED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9" y="2305"/>
                <a:ext cx="193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238" name="Rectangle 298">
                <a:extLst>
                  <a:ext uri="{FF2B5EF4-FFF2-40B4-BE49-F238E27FC236}">
                    <a16:creationId xmlns:a16="http://schemas.microsoft.com/office/drawing/2014/main" id="{7F98C8E8-0EFD-BF1C-0F11-26F3205C6E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9" y="2305"/>
                <a:ext cx="193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05" name="Group 299">
              <a:extLst>
                <a:ext uri="{FF2B5EF4-FFF2-40B4-BE49-F238E27FC236}">
                  <a16:creationId xmlns:a16="http://schemas.microsoft.com/office/drawing/2014/main" id="{477D3A86-70A5-0CB0-5F20-6750D41412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12" y="2305"/>
              <a:ext cx="193" cy="317"/>
              <a:chOff x="2312" y="2305"/>
              <a:chExt cx="193" cy="317"/>
            </a:xfrm>
          </p:grpSpPr>
          <p:sp>
            <p:nvSpPr>
              <p:cNvPr id="235" name="Rectangle 300">
                <a:extLst>
                  <a:ext uri="{FF2B5EF4-FFF2-40B4-BE49-F238E27FC236}">
                    <a16:creationId xmlns:a16="http://schemas.microsoft.com/office/drawing/2014/main" id="{40133BBD-DFF1-08A0-C2DE-5ED3F0298F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2" y="2305"/>
                <a:ext cx="193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236" name="Rectangle 301">
                <a:extLst>
                  <a:ext uri="{FF2B5EF4-FFF2-40B4-BE49-F238E27FC236}">
                    <a16:creationId xmlns:a16="http://schemas.microsoft.com/office/drawing/2014/main" id="{C8E76243-792E-7582-9CF9-66274D1E46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2" y="2305"/>
                <a:ext cx="193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06" name="Group 302">
              <a:extLst>
                <a:ext uri="{FF2B5EF4-FFF2-40B4-BE49-F238E27FC236}">
                  <a16:creationId xmlns:a16="http://schemas.microsoft.com/office/drawing/2014/main" id="{1FCDCC2F-E43E-708F-90D5-26CEEAEE86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05" y="2305"/>
              <a:ext cx="193" cy="317"/>
              <a:chOff x="2505" y="2305"/>
              <a:chExt cx="193" cy="317"/>
            </a:xfrm>
          </p:grpSpPr>
          <p:sp>
            <p:nvSpPr>
              <p:cNvPr id="233" name="Rectangle 303">
                <a:extLst>
                  <a:ext uri="{FF2B5EF4-FFF2-40B4-BE49-F238E27FC236}">
                    <a16:creationId xmlns:a16="http://schemas.microsoft.com/office/drawing/2014/main" id="{750630B0-43CB-49EA-3121-98FCB6EABB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05" y="2305"/>
                <a:ext cx="193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234" name="Rectangle 304">
                <a:extLst>
                  <a:ext uri="{FF2B5EF4-FFF2-40B4-BE49-F238E27FC236}">
                    <a16:creationId xmlns:a16="http://schemas.microsoft.com/office/drawing/2014/main" id="{3C027CDF-3BD0-4CC7-F331-EFE4E80C7B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05" y="2305"/>
                <a:ext cx="193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07" name="Group 305">
              <a:extLst>
                <a:ext uri="{FF2B5EF4-FFF2-40B4-BE49-F238E27FC236}">
                  <a16:creationId xmlns:a16="http://schemas.microsoft.com/office/drawing/2014/main" id="{4774C7F2-1548-F673-E06A-871528F8D12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2622"/>
              <a:ext cx="192" cy="317"/>
              <a:chOff x="0" y="2622"/>
              <a:chExt cx="192" cy="317"/>
            </a:xfrm>
          </p:grpSpPr>
          <p:sp>
            <p:nvSpPr>
              <p:cNvPr id="231" name="Rectangle 306">
                <a:extLst>
                  <a:ext uri="{FF2B5EF4-FFF2-40B4-BE49-F238E27FC236}">
                    <a16:creationId xmlns:a16="http://schemas.microsoft.com/office/drawing/2014/main" id="{215BC969-C887-CDB1-3E2D-198D5E7476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2622"/>
                <a:ext cx="192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232" name="Rectangle 307">
                <a:extLst>
                  <a:ext uri="{FF2B5EF4-FFF2-40B4-BE49-F238E27FC236}">
                    <a16:creationId xmlns:a16="http://schemas.microsoft.com/office/drawing/2014/main" id="{B37B6989-F019-C538-51E4-57FF3F91D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2622"/>
                <a:ext cx="192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08" name="Group 308">
              <a:extLst>
                <a:ext uri="{FF2B5EF4-FFF2-40B4-BE49-F238E27FC236}">
                  <a16:creationId xmlns:a16="http://schemas.microsoft.com/office/drawing/2014/main" id="{94FF6F29-C944-65CD-706D-0E005393E3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" y="2622"/>
              <a:ext cx="193" cy="317"/>
              <a:chOff x="192" y="2622"/>
              <a:chExt cx="193" cy="317"/>
            </a:xfrm>
          </p:grpSpPr>
          <p:sp>
            <p:nvSpPr>
              <p:cNvPr id="229" name="Rectangle 309">
                <a:extLst>
                  <a:ext uri="{FF2B5EF4-FFF2-40B4-BE49-F238E27FC236}">
                    <a16:creationId xmlns:a16="http://schemas.microsoft.com/office/drawing/2014/main" id="{9DE17BA4-A20E-15F7-85B3-0D1739E2FA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" y="2622"/>
                <a:ext cx="193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solidFill>
                      <a:srgbClr val="0000FF"/>
                    </a:solidFill>
                    <a:ea typeface="黑体" panose="02010609060101010101" pitchFamily="49" charset="-122"/>
                  </a:rPr>
                  <a:t>D</a:t>
                </a:r>
              </a:p>
            </p:txBody>
          </p:sp>
          <p:sp>
            <p:nvSpPr>
              <p:cNvPr id="230" name="Rectangle 310">
                <a:extLst>
                  <a:ext uri="{FF2B5EF4-FFF2-40B4-BE49-F238E27FC236}">
                    <a16:creationId xmlns:a16="http://schemas.microsoft.com/office/drawing/2014/main" id="{5203A187-2DB0-D276-70EB-1F942FDCFF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" y="2622"/>
                <a:ext cx="193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09" name="Group 311">
              <a:extLst>
                <a:ext uri="{FF2B5EF4-FFF2-40B4-BE49-F238E27FC236}">
                  <a16:creationId xmlns:a16="http://schemas.microsoft.com/office/drawing/2014/main" id="{73BC8616-D24D-CCA1-44EC-B36AE9D009C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5" y="2622"/>
              <a:ext cx="193" cy="317"/>
              <a:chOff x="385" y="2622"/>
              <a:chExt cx="193" cy="317"/>
            </a:xfrm>
          </p:grpSpPr>
          <p:sp>
            <p:nvSpPr>
              <p:cNvPr id="227" name="Rectangle 312">
                <a:extLst>
                  <a:ext uri="{FF2B5EF4-FFF2-40B4-BE49-F238E27FC236}">
                    <a16:creationId xmlns:a16="http://schemas.microsoft.com/office/drawing/2014/main" id="{190BA301-BF71-41B1-1F51-6FCF3E266F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" y="2622"/>
                <a:ext cx="193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0</a:t>
                </a:r>
              </a:p>
            </p:txBody>
          </p:sp>
          <p:sp>
            <p:nvSpPr>
              <p:cNvPr id="228" name="Rectangle 313">
                <a:extLst>
                  <a:ext uri="{FF2B5EF4-FFF2-40B4-BE49-F238E27FC236}">
                    <a16:creationId xmlns:a16="http://schemas.microsoft.com/office/drawing/2014/main" id="{2F70389C-F759-9B4F-FE0D-48F1848EFF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" y="2622"/>
                <a:ext cx="193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10" name="Group 314">
              <a:extLst>
                <a:ext uri="{FF2B5EF4-FFF2-40B4-BE49-F238E27FC236}">
                  <a16:creationId xmlns:a16="http://schemas.microsoft.com/office/drawing/2014/main" id="{B7E20274-779E-F69F-3A66-C22D129CAB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8" y="2622"/>
              <a:ext cx="192" cy="317"/>
              <a:chOff x="578" y="2622"/>
              <a:chExt cx="192" cy="317"/>
            </a:xfrm>
          </p:grpSpPr>
          <p:sp>
            <p:nvSpPr>
              <p:cNvPr id="225" name="Rectangle 315">
                <a:extLst>
                  <a:ext uri="{FF2B5EF4-FFF2-40B4-BE49-F238E27FC236}">
                    <a16:creationId xmlns:a16="http://schemas.microsoft.com/office/drawing/2014/main" id="{DC421641-830B-58C4-FFBA-B693AA46FD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8" y="2622"/>
                <a:ext cx="192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226" name="Rectangle 316">
                <a:extLst>
                  <a:ext uri="{FF2B5EF4-FFF2-40B4-BE49-F238E27FC236}">
                    <a16:creationId xmlns:a16="http://schemas.microsoft.com/office/drawing/2014/main" id="{ED4C23D4-7DDE-69A9-EE20-38F818AE9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8" y="2622"/>
                <a:ext cx="192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11" name="Group 317">
              <a:extLst>
                <a:ext uri="{FF2B5EF4-FFF2-40B4-BE49-F238E27FC236}">
                  <a16:creationId xmlns:a16="http://schemas.microsoft.com/office/drawing/2014/main" id="{A83B9107-15B8-6AA1-BC88-D93BB8B610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0" y="2622"/>
              <a:ext cx="193" cy="317"/>
              <a:chOff x="770" y="2622"/>
              <a:chExt cx="193" cy="317"/>
            </a:xfrm>
          </p:grpSpPr>
          <p:sp>
            <p:nvSpPr>
              <p:cNvPr id="223" name="Rectangle 318">
                <a:extLst>
                  <a:ext uri="{FF2B5EF4-FFF2-40B4-BE49-F238E27FC236}">
                    <a16:creationId xmlns:a16="http://schemas.microsoft.com/office/drawing/2014/main" id="{59B8CFC7-BA5B-ACEB-381A-EBBA46EEB6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" y="2622"/>
                <a:ext cx="193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0</a:t>
                </a:r>
              </a:p>
            </p:txBody>
          </p:sp>
          <p:sp>
            <p:nvSpPr>
              <p:cNvPr id="224" name="Rectangle 319">
                <a:extLst>
                  <a:ext uri="{FF2B5EF4-FFF2-40B4-BE49-F238E27FC236}">
                    <a16:creationId xmlns:a16="http://schemas.microsoft.com/office/drawing/2014/main" id="{29D66F8E-A37E-CA2B-65A7-5EA660CDDC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" y="2622"/>
                <a:ext cx="193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12" name="Group 320">
              <a:extLst>
                <a:ext uri="{FF2B5EF4-FFF2-40B4-BE49-F238E27FC236}">
                  <a16:creationId xmlns:a16="http://schemas.microsoft.com/office/drawing/2014/main" id="{3801B402-25A9-0F6A-927A-46E24037DCC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3" y="2622"/>
              <a:ext cx="193" cy="317"/>
              <a:chOff x="963" y="2622"/>
              <a:chExt cx="193" cy="317"/>
            </a:xfrm>
          </p:grpSpPr>
          <p:sp>
            <p:nvSpPr>
              <p:cNvPr id="221" name="Rectangle 321">
                <a:extLst>
                  <a:ext uri="{FF2B5EF4-FFF2-40B4-BE49-F238E27FC236}">
                    <a16:creationId xmlns:a16="http://schemas.microsoft.com/office/drawing/2014/main" id="{516B363C-631C-E001-0B19-27174374B5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" y="2622"/>
                <a:ext cx="193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222" name="Rectangle 322">
                <a:extLst>
                  <a:ext uri="{FF2B5EF4-FFF2-40B4-BE49-F238E27FC236}">
                    <a16:creationId xmlns:a16="http://schemas.microsoft.com/office/drawing/2014/main" id="{F37D18E2-C471-D4F1-8DB3-9234682E8B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" y="2622"/>
                <a:ext cx="193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13" name="Group 323">
              <a:extLst>
                <a:ext uri="{FF2B5EF4-FFF2-40B4-BE49-F238E27FC236}">
                  <a16:creationId xmlns:a16="http://schemas.microsoft.com/office/drawing/2014/main" id="{C88C0236-CA46-2EDF-6B38-9CB7953EED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6" y="2622"/>
              <a:ext cx="193" cy="317"/>
              <a:chOff x="1156" y="2622"/>
              <a:chExt cx="193" cy="317"/>
            </a:xfrm>
          </p:grpSpPr>
          <p:sp>
            <p:nvSpPr>
              <p:cNvPr id="219" name="Rectangle 324">
                <a:extLst>
                  <a:ext uri="{FF2B5EF4-FFF2-40B4-BE49-F238E27FC236}">
                    <a16:creationId xmlns:a16="http://schemas.microsoft.com/office/drawing/2014/main" id="{665BCA0C-FC40-E7FE-B814-2C590CEAAB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6" y="2622"/>
                <a:ext cx="193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220" name="Rectangle 325">
                <a:extLst>
                  <a:ext uri="{FF2B5EF4-FFF2-40B4-BE49-F238E27FC236}">
                    <a16:creationId xmlns:a16="http://schemas.microsoft.com/office/drawing/2014/main" id="{FF7E0D0C-9976-DAA7-ECB8-D690329172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6" y="2622"/>
                <a:ext cx="193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14" name="Group 326">
              <a:extLst>
                <a:ext uri="{FF2B5EF4-FFF2-40B4-BE49-F238E27FC236}">
                  <a16:creationId xmlns:a16="http://schemas.microsoft.com/office/drawing/2014/main" id="{1719D573-9B6B-3FD6-213F-8DE3CAA0A0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49" y="2622"/>
              <a:ext cx="192" cy="317"/>
              <a:chOff x="1349" y="2622"/>
              <a:chExt cx="192" cy="317"/>
            </a:xfrm>
          </p:grpSpPr>
          <p:sp>
            <p:nvSpPr>
              <p:cNvPr id="217" name="Rectangle 327">
                <a:extLst>
                  <a:ext uri="{FF2B5EF4-FFF2-40B4-BE49-F238E27FC236}">
                    <a16:creationId xmlns:a16="http://schemas.microsoft.com/office/drawing/2014/main" id="{A13C2B74-130F-FFC3-A3E1-4D4A0B102A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9" y="2622"/>
                <a:ext cx="192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218" name="Rectangle 328">
                <a:extLst>
                  <a:ext uri="{FF2B5EF4-FFF2-40B4-BE49-F238E27FC236}">
                    <a16:creationId xmlns:a16="http://schemas.microsoft.com/office/drawing/2014/main" id="{BFF21674-78BC-0523-24DD-1DC67106DB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9" y="2622"/>
                <a:ext cx="192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15" name="Group 329">
              <a:extLst>
                <a:ext uri="{FF2B5EF4-FFF2-40B4-BE49-F238E27FC236}">
                  <a16:creationId xmlns:a16="http://schemas.microsoft.com/office/drawing/2014/main" id="{B2C5AB0D-0D3F-1DD0-3845-11554B3578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41" y="2622"/>
              <a:ext cx="193" cy="317"/>
              <a:chOff x="1541" y="2622"/>
              <a:chExt cx="193" cy="317"/>
            </a:xfrm>
          </p:grpSpPr>
          <p:sp>
            <p:nvSpPr>
              <p:cNvPr id="215" name="Rectangle 330">
                <a:extLst>
                  <a:ext uri="{FF2B5EF4-FFF2-40B4-BE49-F238E27FC236}">
                    <a16:creationId xmlns:a16="http://schemas.microsoft.com/office/drawing/2014/main" id="{69C2CD22-D199-B1D3-1F9D-8943E98831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41" y="2622"/>
                <a:ext cx="193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216" name="Rectangle 331">
                <a:extLst>
                  <a:ext uri="{FF2B5EF4-FFF2-40B4-BE49-F238E27FC236}">
                    <a16:creationId xmlns:a16="http://schemas.microsoft.com/office/drawing/2014/main" id="{A11F0DCF-F76A-D6CD-37F5-6567C2886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41" y="2622"/>
                <a:ext cx="193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16" name="Group 332">
              <a:extLst>
                <a:ext uri="{FF2B5EF4-FFF2-40B4-BE49-F238E27FC236}">
                  <a16:creationId xmlns:a16="http://schemas.microsoft.com/office/drawing/2014/main" id="{B53685F5-4E24-252F-2222-443763342A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34" y="2622"/>
              <a:ext cx="193" cy="317"/>
              <a:chOff x="1734" y="2622"/>
              <a:chExt cx="193" cy="317"/>
            </a:xfrm>
          </p:grpSpPr>
          <p:sp>
            <p:nvSpPr>
              <p:cNvPr id="213" name="Rectangle 333">
                <a:extLst>
                  <a:ext uri="{FF2B5EF4-FFF2-40B4-BE49-F238E27FC236}">
                    <a16:creationId xmlns:a16="http://schemas.microsoft.com/office/drawing/2014/main" id="{D34FAE48-3D58-259E-FABE-396B829EC0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4" y="2622"/>
                <a:ext cx="193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214" name="Rectangle 334">
                <a:extLst>
                  <a:ext uri="{FF2B5EF4-FFF2-40B4-BE49-F238E27FC236}">
                    <a16:creationId xmlns:a16="http://schemas.microsoft.com/office/drawing/2014/main" id="{E1A96900-057C-B44C-0F25-2C0E89DDDD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4" y="2622"/>
                <a:ext cx="193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17" name="Group 335">
              <a:extLst>
                <a:ext uri="{FF2B5EF4-FFF2-40B4-BE49-F238E27FC236}">
                  <a16:creationId xmlns:a16="http://schemas.microsoft.com/office/drawing/2014/main" id="{F6776CFE-90B7-9710-C3B6-31D6BA0A6C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7" y="2622"/>
              <a:ext cx="192" cy="317"/>
              <a:chOff x="1927" y="2622"/>
              <a:chExt cx="192" cy="317"/>
            </a:xfrm>
          </p:grpSpPr>
          <p:sp>
            <p:nvSpPr>
              <p:cNvPr id="211" name="Rectangle 336">
                <a:extLst>
                  <a:ext uri="{FF2B5EF4-FFF2-40B4-BE49-F238E27FC236}">
                    <a16:creationId xmlns:a16="http://schemas.microsoft.com/office/drawing/2014/main" id="{2618B980-1EB7-88BE-3D07-D9DBDF013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7" y="2622"/>
                <a:ext cx="192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212" name="Rectangle 337">
                <a:extLst>
                  <a:ext uri="{FF2B5EF4-FFF2-40B4-BE49-F238E27FC236}">
                    <a16:creationId xmlns:a16="http://schemas.microsoft.com/office/drawing/2014/main" id="{C18BF22D-86B4-7D8D-E832-06D0B8ED5E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7" y="2622"/>
                <a:ext cx="192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18" name="Group 338">
              <a:extLst>
                <a:ext uri="{FF2B5EF4-FFF2-40B4-BE49-F238E27FC236}">
                  <a16:creationId xmlns:a16="http://schemas.microsoft.com/office/drawing/2014/main" id="{9E76215D-8148-2B48-CD67-68392AA363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19" y="2622"/>
              <a:ext cx="193" cy="317"/>
              <a:chOff x="2119" y="2622"/>
              <a:chExt cx="193" cy="317"/>
            </a:xfrm>
          </p:grpSpPr>
          <p:sp>
            <p:nvSpPr>
              <p:cNvPr id="209" name="Rectangle 339">
                <a:extLst>
                  <a:ext uri="{FF2B5EF4-FFF2-40B4-BE49-F238E27FC236}">
                    <a16:creationId xmlns:a16="http://schemas.microsoft.com/office/drawing/2014/main" id="{33B10FAA-514B-8942-F9AD-2222593BAD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9" y="2622"/>
                <a:ext cx="193" cy="317"/>
              </a:xfrm>
              <a:prstGeom prst="rect">
                <a:avLst/>
              </a:prstGeom>
              <a:solidFill>
                <a:srgbClr val="99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solidFill>
                      <a:srgbClr val="0000FF"/>
                    </a:solidFill>
                    <a:ea typeface="黑体" panose="02010609060101010101" pitchFamily="49" charset="-122"/>
                  </a:rPr>
                  <a:t>D</a:t>
                </a:r>
              </a:p>
            </p:txBody>
          </p:sp>
          <p:sp>
            <p:nvSpPr>
              <p:cNvPr id="210" name="Rectangle 340">
                <a:extLst>
                  <a:ext uri="{FF2B5EF4-FFF2-40B4-BE49-F238E27FC236}">
                    <a16:creationId xmlns:a16="http://schemas.microsoft.com/office/drawing/2014/main" id="{AE430364-2DBF-200D-6392-48C81EF843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9" y="2622"/>
                <a:ext cx="193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19" name="Group 341">
              <a:extLst>
                <a:ext uri="{FF2B5EF4-FFF2-40B4-BE49-F238E27FC236}">
                  <a16:creationId xmlns:a16="http://schemas.microsoft.com/office/drawing/2014/main" id="{D2D0D0C5-F586-40F1-E933-93DAEE7E52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12" y="2622"/>
              <a:ext cx="193" cy="317"/>
              <a:chOff x="2312" y="2622"/>
              <a:chExt cx="193" cy="317"/>
            </a:xfrm>
          </p:grpSpPr>
          <p:sp>
            <p:nvSpPr>
              <p:cNvPr id="207" name="Rectangle 342">
                <a:extLst>
                  <a:ext uri="{FF2B5EF4-FFF2-40B4-BE49-F238E27FC236}">
                    <a16:creationId xmlns:a16="http://schemas.microsoft.com/office/drawing/2014/main" id="{6FDA1C4A-B5C7-86B1-5ACB-5AB45D108F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2" y="2622"/>
                <a:ext cx="193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208" name="Rectangle 343">
                <a:extLst>
                  <a:ext uri="{FF2B5EF4-FFF2-40B4-BE49-F238E27FC236}">
                    <a16:creationId xmlns:a16="http://schemas.microsoft.com/office/drawing/2014/main" id="{750D713E-2FA4-BD1C-1443-1233D9C38A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2" y="2622"/>
                <a:ext cx="193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20" name="Group 344">
              <a:extLst>
                <a:ext uri="{FF2B5EF4-FFF2-40B4-BE49-F238E27FC236}">
                  <a16:creationId xmlns:a16="http://schemas.microsoft.com/office/drawing/2014/main" id="{E72C5C72-77A3-E108-2E81-E0127E84C2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05" y="2622"/>
              <a:ext cx="193" cy="317"/>
              <a:chOff x="2505" y="2622"/>
              <a:chExt cx="193" cy="317"/>
            </a:xfrm>
          </p:grpSpPr>
          <p:sp>
            <p:nvSpPr>
              <p:cNvPr id="205" name="Rectangle 345">
                <a:extLst>
                  <a:ext uri="{FF2B5EF4-FFF2-40B4-BE49-F238E27FC236}">
                    <a16:creationId xmlns:a16="http://schemas.microsoft.com/office/drawing/2014/main" id="{9BD5BA28-A3A2-7AAC-E02E-3EAA4F979F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05" y="2622"/>
                <a:ext cx="193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206" name="Rectangle 346">
                <a:extLst>
                  <a:ext uri="{FF2B5EF4-FFF2-40B4-BE49-F238E27FC236}">
                    <a16:creationId xmlns:a16="http://schemas.microsoft.com/office/drawing/2014/main" id="{F5E8109E-FD24-7689-CF85-41770D4386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05" y="2622"/>
                <a:ext cx="193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21" name="Group 347">
              <a:extLst>
                <a:ext uri="{FF2B5EF4-FFF2-40B4-BE49-F238E27FC236}">
                  <a16:creationId xmlns:a16="http://schemas.microsoft.com/office/drawing/2014/main" id="{B64F9EB4-0DAD-706D-C285-794FB24DAD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2939"/>
              <a:ext cx="192" cy="317"/>
              <a:chOff x="0" y="2939"/>
              <a:chExt cx="192" cy="317"/>
            </a:xfrm>
          </p:grpSpPr>
          <p:sp>
            <p:nvSpPr>
              <p:cNvPr id="203" name="Rectangle 348">
                <a:extLst>
                  <a:ext uri="{FF2B5EF4-FFF2-40B4-BE49-F238E27FC236}">
                    <a16:creationId xmlns:a16="http://schemas.microsoft.com/office/drawing/2014/main" id="{DE4B2B71-0022-FBAA-6EBE-F2F29910D3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2939"/>
                <a:ext cx="192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204" name="Rectangle 349">
                <a:extLst>
                  <a:ext uri="{FF2B5EF4-FFF2-40B4-BE49-F238E27FC236}">
                    <a16:creationId xmlns:a16="http://schemas.microsoft.com/office/drawing/2014/main" id="{F3ABDEF1-CF26-E913-BE05-9782919715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2939"/>
                <a:ext cx="192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22" name="Group 350">
              <a:extLst>
                <a:ext uri="{FF2B5EF4-FFF2-40B4-BE49-F238E27FC236}">
                  <a16:creationId xmlns:a16="http://schemas.microsoft.com/office/drawing/2014/main" id="{F379F0F2-913A-5DE3-72AA-913DE2217C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" y="2939"/>
              <a:ext cx="193" cy="317"/>
              <a:chOff x="192" y="2939"/>
              <a:chExt cx="193" cy="317"/>
            </a:xfrm>
          </p:grpSpPr>
          <p:sp>
            <p:nvSpPr>
              <p:cNvPr id="201" name="Rectangle 351">
                <a:extLst>
                  <a:ext uri="{FF2B5EF4-FFF2-40B4-BE49-F238E27FC236}">
                    <a16:creationId xmlns:a16="http://schemas.microsoft.com/office/drawing/2014/main" id="{D1987D2C-D66B-7F32-257C-A4F3857FE6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" y="2939"/>
                <a:ext cx="193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solidFill>
                      <a:srgbClr val="0000FF"/>
                    </a:solidFill>
                    <a:ea typeface="黑体" panose="02010609060101010101" pitchFamily="49" charset="-122"/>
                  </a:rPr>
                  <a:t>D</a:t>
                </a:r>
              </a:p>
            </p:txBody>
          </p:sp>
          <p:sp>
            <p:nvSpPr>
              <p:cNvPr id="202" name="Rectangle 352">
                <a:extLst>
                  <a:ext uri="{FF2B5EF4-FFF2-40B4-BE49-F238E27FC236}">
                    <a16:creationId xmlns:a16="http://schemas.microsoft.com/office/drawing/2014/main" id="{85E9E20D-6C8A-13D2-C93A-C2D137D181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" y="2939"/>
                <a:ext cx="193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23" name="Group 353">
              <a:extLst>
                <a:ext uri="{FF2B5EF4-FFF2-40B4-BE49-F238E27FC236}">
                  <a16:creationId xmlns:a16="http://schemas.microsoft.com/office/drawing/2014/main" id="{BBF19215-8868-3589-F0F7-82ED01263F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5" y="2939"/>
              <a:ext cx="193" cy="317"/>
              <a:chOff x="385" y="2939"/>
              <a:chExt cx="193" cy="317"/>
            </a:xfrm>
          </p:grpSpPr>
          <p:sp>
            <p:nvSpPr>
              <p:cNvPr id="199" name="Rectangle 354">
                <a:extLst>
                  <a:ext uri="{FF2B5EF4-FFF2-40B4-BE49-F238E27FC236}">
                    <a16:creationId xmlns:a16="http://schemas.microsoft.com/office/drawing/2014/main" id="{86A8BA02-DE68-4D7C-7F07-31B18E2330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" y="2939"/>
                <a:ext cx="193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0</a:t>
                </a:r>
              </a:p>
            </p:txBody>
          </p:sp>
          <p:sp>
            <p:nvSpPr>
              <p:cNvPr id="200" name="Rectangle 355">
                <a:extLst>
                  <a:ext uri="{FF2B5EF4-FFF2-40B4-BE49-F238E27FC236}">
                    <a16:creationId xmlns:a16="http://schemas.microsoft.com/office/drawing/2014/main" id="{0109658E-1D54-9BB7-3023-1C3FEE6B7E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" y="2939"/>
                <a:ext cx="193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24" name="Group 356">
              <a:extLst>
                <a:ext uri="{FF2B5EF4-FFF2-40B4-BE49-F238E27FC236}">
                  <a16:creationId xmlns:a16="http://schemas.microsoft.com/office/drawing/2014/main" id="{E6A3B915-E116-8F09-0432-16CC183C07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8" y="2939"/>
              <a:ext cx="192" cy="317"/>
              <a:chOff x="578" y="2939"/>
              <a:chExt cx="192" cy="317"/>
            </a:xfrm>
          </p:grpSpPr>
          <p:sp>
            <p:nvSpPr>
              <p:cNvPr id="197" name="Rectangle 357">
                <a:extLst>
                  <a:ext uri="{FF2B5EF4-FFF2-40B4-BE49-F238E27FC236}">
                    <a16:creationId xmlns:a16="http://schemas.microsoft.com/office/drawing/2014/main" id="{E9EC3149-19F5-C903-0C78-DECF37199E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8" y="2939"/>
                <a:ext cx="192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198" name="Rectangle 358">
                <a:extLst>
                  <a:ext uri="{FF2B5EF4-FFF2-40B4-BE49-F238E27FC236}">
                    <a16:creationId xmlns:a16="http://schemas.microsoft.com/office/drawing/2014/main" id="{AC3EDED8-748E-CA41-1E6B-9EE9F877D5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8" y="2939"/>
                <a:ext cx="192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25" name="Group 359">
              <a:extLst>
                <a:ext uri="{FF2B5EF4-FFF2-40B4-BE49-F238E27FC236}">
                  <a16:creationId xmlns:a16="http://schemas.microsoft.com/office/drawing/2014/main" id="{5BC044A3-BF13-B94D-ED75-719454D6CDA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0" y="2939"/>
              <a:ext cx="193" cy="317"/>
              <a:chOff x="770" y="2939"/>
              <a:chExt cx="193" cy="317"/>
            </a:xfrm>
          </p:grpSpPr>
          <p:sp>
            <p:nvSpPr>
              <p:cNvPr id="195" name="Rectangle 360">
                <a:extLst>
                  <a:ext uri="{FF2B5EF4-FFF2-40B4-BE49-F238E27FC236}">
                    <a16:creationId xmlns:a16="http://schemas.microsoft.com/office/drawing/2014/main" id="{775BCAC1-D36F-B70B-BE1E-50CD7EAB8D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" y="2939"/>
                <a:ext cx="193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196" name="Rectangle 361">
                <a:extLst>
                  <a:ext uri="{FF2B5EF4-FFF2-40B4-BE49-F238E27FC236}">
                    <a16:creationId xmlns:a16="http://schemas.microsoft.com/office/drawing/2014/main" id="{2F391761-ED6A-2362-802F-D5AB6156E6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" y="2939"/>
                <a:ext cx="193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26" name="Group 362">
              <a:extLst>
                <a:ext uri="{FF2B5EF4-FFF2-40B4-BE49-F238E27FC236}">
                  <a16:creationId xmlns:a16="http://schemas.microsoft.com/office/drawing/2014/main" id="{A2D2DA0A-C0BD-F6F4-664C-5FA6DA8BDA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3" y="2939"/>
              <a:ext cx="193" cy="317"/>
              <a:chOff x="963" y="2939"/>
              <a:chExt cx="193" cy="317"/>
            </a:xfrm>
          </p:grpSpPr>
          <p:sp>
            <p:nvSpPr>
              <p:cNvPr id="193" name="Rectangle 363">
                <a:extLst>
                  <a:ext uri="{FF2B5EF4-FFF2-40B4-BE49-F238E27FC236}">
                    <a16:creationId xmlns:a16="http://schemas.microsoft.com/office/drawing/2014/main" id="{91937AD4-F1FF-053E-E7C6-BB9CDD17CB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" y="2939"/>
                <a:ext cx="193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0</a:t>
                </a:r>
              </a:p>
            </p:txBody>
          </p:sp>
          <p:sp>
            <p:nvSpPr>
              <p:cNvPr id="194" name="Rectangle 364">
                <a:extLst>
                  <a:ext uri="{FF2B5EF4-FFF2-40B4-BE49-F238E27FC236}">
                    <a16:creationId xmlns:a16="http://schemas.microsoft.com/office/drawing/2014/main" id="{CF7D8A60-5745-7919-B169-78235856FB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" y="2939"/>
                <a:ext cx="193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27" name="Group 365">
              <a:extLst>
                <a:ext uri="{FF2B5EF4-FFF2-40B4-BE49-F238E27FC236}">
                  <a16:creationId xmlns:a16="http://schemas.microsoft.com/office/drawing/2014/main" id="{F66AADB0-55DB-CE6E-BA1A-C4114B7B25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6" y="2939"/>
              <a:ext cx="193" cy="317"/>
              <a:chOff x="1156" y="2939"/>
              <a:chExt cx="193" cy="317"/>
            </a:xfrm>
          </p:grpSpPr>
          <p:sp>
            <p:nvSpPr>
              <p:cNvPr id="191" name="Rectangle 366">
                <a:extLst>
                  <a:ext uri="{FF2B5EF4-FFF2-40B4-BE49-F238E27FC236}">
                    <a16:creationId xmlns:a16="http://schemas.microsoft.com/office/drawing/2014/main" id="{47F73456-DADC-C709-A090-7D6655A334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6" y="2939"/>
                <a:ext cx="193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192" name="Rectangle 367">
                <a:extLst>
                  <a:ext uri="{FF2B5EF4-FFF2-40B4-BE49-F238E27FC236}">
                    <a16:creationId xmlns:a16="http://schemas.microsoft.com/office/drawing/2014/main" id="{9FA05213-8236-814D-E3C3-0CADFE0F0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6" y="2939"/>
                <a:ext cx="193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28" name="Group 368">
              <a:extLst>
                <a:ext uri="{FF2B5EF4-FFF2-40B4-BE49-F238E27FC236}">
                  <a16:creationId xmlns:a16="http://schemas.microsoft.com/office/drawing/2014/main" id="{EB45C344-C2CD-B786-F9A4-E0D3827106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49" y="2939"/>
              <a:ext cx="192" cy="317"/>
              <a:chOff x="1349" y="2939"/>
              <a:chExt cx="192" cy="317"/>
            </a:xfrm>
          </p:grpSpPr>
          <p:sp>
            <p:nvSpPr>
              <p:cNvPr id="189" name="Rectangle 369">
                <a:extLst>
                  <a:ext uri="{FF2B5EF4-FFF2-40B4-BE49-F238E27FC236}">
                    <a16:creationId xmlns:a16="http://schemas.microsoft.com/office/drawing/2014/main" id="{6F339B7D-3DED-AEE7-826B-3FE2AA3D90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9" y="2939"/>
                <a:ext cx="192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190" name="Rectangle 370">
                <a:extLst>
                  <a:ext uri="{FF2B5EF4-FFF2-40B4-BE49-F238E27FC236}">
                    <a16:creationId xmlns:a16="http://schemas.microsoft.com/office/drawing/2014/main" id="{225B99D6-5F7A-E0E5-2D3E-C6C06CEDD3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9" y="2939"/>
                <a:ext cx="192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29" name="Group 371">
              <a:extLst>
                <a:ext uri="{FF2B5EF4-FFF2-40B4-BE49-F238E27FC236}">
                  <a16:creationId xmlns:a16="http://schemas.microsoft.com/office/drawing/2014/main" id="{EFA52FFD-5537-FAE6-3E0C-49803C404E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41" y="2939"/>
              <a:ext cx="193" cy="317"/>
              <a:chOff x="1541" y="2939"/>
              <a:chExt cx="193" cy="317"/>
            </a:xfrm>
          </p:grpSpPr>
          <p:sp>
            <p:nvSpPr>
              <p:cNvPr id="187" name="Rectangle 372">
                <a:extLst>
                  <a:ext uri="{FF2B5EF4-FFF2-40B4-BE49-F238E27FC236}">
                    <a16:creationId xmlns:a16="http://schemas.microsoft.com/office/drawing/2014/main" id="{8A214A28-2BF3-9770-F197-5122464760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41" y="2939"/>
                <a:ext cx="193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188" name="Rectangle 373">
                <a:extLst>
                  <a:ext uri="{FF2B5EF4-FFF2-40B4-BE49-F238E27FC236}">
                    <a16:creationId xmlns:a16="http://schemas.microsoft.com/office/drawing/2014/main" id="{B21AB4BC-C607-79B1-3516-07D233A5A9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41" y="2939"/>
                <a:ext cx="193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30" name="Group 374">
              <a:extLst>
                <a:ext uri="{FF2B5EF4-FFF2-40B4-BE49-F238E27FC236}">
                  <a16:creationId xmlns:a16="http://schemas.microsoft.com/office/drawing/2014/main" id="{223D5E1C-2FCD-0AA1-3B7C-D7C4181ED4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34" y="2939"/>
              <a:ext cx="193" cy="317"/>
              <a:chOff x="1734" y="2939"/>
              <a:chExt cx="193" cy="317"/>
            </a:xfrm>
          </p:grpSpPr>
          <p:sp>
            <p:nvSpPr>
              <p:cNvPr id="185" name="Rectangle 375">
                <a:extLst>
                  <a:ext uri="{FF2B5EF4-FFF2-40B4-BE49-F238E27FC236}">
                    <a16:creationId xmlns:a16="http://schemas.microsoft.com/office/drawing/2014/main" id="{8C483C3F-4CDE-2349-7417-3DADD87F0F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4" y="2939"/>
                <a:ext cx="193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186" name="Rectangle 376">
                <a:extLst>
                  <a:ext uri="{FF2B5EF4-FFF2-40B4-BE49-F238E27FC236}">
                    <a16:creationId xmlns:a16="http://schemas.microsoft.com/office/drawing/2014/main" id="{4C40234F-7F8E-3410-EE5C-1B4235F10E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4" y="2939"/>
                <a:ext cx="193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31" name="Group 377">
              <a:extLst>
                <a:ext uri="{FF2B5EF4-FFF2-40B4-BE49-F238E27FC236}">
                  <a16:creationId xmlns:a16="http://schemas.microsoft.com/office/drawing/2014/main" id="{C0692DDF-2FD3-A77B-9C44-F5B9A8BDE1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7" y="2939"/>
              <a:ext cx="192" cy="317"/>
              <a:chOff x="1927" y="2939"/>
              <a:chExt cx="192" cy="317"/>
            </a:xfrm>
          </p:grpSpPr>
          <p:sp>
            <p:nvSpPr>
              <p:cNvPr id="183" name="Rectangle 378">
                <a:extLst>
                  <a:ext uri="{FF2B5EF4-FFF2-40B4-BE49-F238E27FC236}">
                    <a16:creationId xmlns:a16="http://schemas.microsoft.com/office/drawing/2014/main" id="{8911DD40-D146-1925-ECA7-265D462522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7" y="2939"/>
                <a:ext cx="192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184" name="Rectangle 379">
                <a:extLst>
                  <a:ext uri="{FF2B5EF4-FFF2-40B4-BE49-F238E27FC236}">
                    <a16:creationId xmlns:a16="http://schemas.microsoft.com/office/drawing/2014/main" id="{6658DAC0-9719-311F-BBED-558E7E8664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7" y="2939"/>
                <a:ext cx="192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32" name="Group 380">
              <a:extLst>
                <a:ext uri="{FF2B5EF4-FFF2-40B4-BE49-F238E27FC236}">
                  <a16:creationId xmlns:a16="http://schemas.microsoft.com/office/drawing/2014/main" id="{CB596C59-BACA-6305-1B68-1FDBD3EA92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19" y="2939"/>
              <a:ext cx="193" cy="317"/>
              <a:chOff x="2119" y="2939"/>
              <a:chExt cx="193" cy="317"/>
            </a:xfrm>
          </p:grpSpPr>
          <p:sp>
            <p:nvSpPr>
              <p:cNvPr id="181" name="Rectangle 381">
                <a:extLst>
                  <a:ext uri="{FF2B5EF4-FFF2-40B4-BE49-F238E27FC236}">
                    <a16:creationId xmlns:a16="http://schemas.microsoft.com/office/drawing/2014/main" id="{A8E313FD-88FA-18D3-EBA4-2B8FC7B8B7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9" y="2939"/>
                <a:ext cx="193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182" name="Rectangle 382">
                <a:extLst>
                  <a:ext uri="{FF2B5EF4-FFF2-40B4-BE49-F238E27FC236}">
                    <a16:creationId xmlns:a16="http://schemas.microsoft.com/office/drawing/2014/main" id="{F63A511A-A2F1-482E-606A-BA53985808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9" y="2939"/>
                <a:ext cx="193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33" name="Group 383">
              <a:extLst>
                <a:ext uri="{FF2B5EF4-FFF2-40B4-BE49-F238E27FC236}">
                  <a16:creationId xmlns:a16="http://schemas.microsoft.com/office/drawing/2014/main" id="{D3FE3E31-4B2E-0800-E38C-54790A5CEBC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12" y="2939"/>
              <a:ext cx="193" cy="317"/>
              <a:chOff x="2312" y="2939"/>
              <a:chExt cx="193" cy="317"/>
            </a:xfrm>
          </p:grpSpPr>
          <p:sp>
            <p:nvSpPr>
              <p:cNvPr id="179" name="Rectangle 384">
                <a:extLst>
                  <a:ext uri="{FF2B5EF4-FFF2-40B4-BE49-F238E27FC236}">
                    <a16:creationId xmlns:a16="http://schemas.microsoft.com/office/drawing/2014/main" id="{49166C3D-1150-81C7-6659-AB87155DF5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2" y="2939"/>
                <a:ext cx="193" cy="317"/>
              </a:xfrm>
              <a:prstGeom prst="rect">
                <a:avLst/>
              </a:prstGeom>
              <a:solidFill>
                <a:srgbClr val="99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solidFill>
                      <a:srgbClr val="0000FF"/>
                    </a:solidFill>
                    <a:ea typeface="黑体" panose="02010609060101010101" pitchFamily="49" charset="-122"/>
                  </a:rPr>
                  <a:t>D</a:t>
                </a:r>
              </a:p>
            </p:txBody>
          </p:sp>
          <p:sp>
            <p:nvSpPr>
              <p:cNvPr id="180" name="Rectangle 385">
                <a:extLst>
                  <a:ext uri="{FF2B5EF4-FFF2-40B4-BE49-F238E27FC236}">
                    <a16:creationId xmlns:a16="http://schemas.microsoft.com/office/drawing/2014/main" id="{3280FA5D-91DF-C6FE-00C1-CC886657F7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2" y="2939"/>
                <a:ext cx="193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34" name="Group 386">
              <a:extLst>
                <a:ext uri="{FF2B5EF4-FFF2-40B4-BE49-F238E27FC236}">
                  <a16:creationId xmlns:a16="http://schemas.microsoft.com/office/drawing/2014/main" id="{27B8F5F5-AFC2-9D06-13CB-DC30193C20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05" y="2939"/>
              <a:ext cx="193" cy="317"/>
              <a:chOff x="2505" y="2939"/>
              <a:chExt cx="193" cy="317"/>
            </a:xfrm>
          </p:grpSpPr>
          <p:sp>
            <p:nvSpPr>
              <p:cNvPr id="177" name="Rectangle 387">
                <a:extLst>
                  <a:ext uri="{FF2B5EF4-FFF2-40B4-BE49-F238E27FC236}">
                    <a16:creationId xmlns:a16="http://schemas.microsoft.com/office/drawing/2014/main" id="{D58CE7AC-2F2D-993E-2DD8-7FA32B2BB8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05" y="2939"/>
                <a:ext cx="193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178" name="Rectangle 388">
                <a:extLst>
                  <a:ext uri="{FF2B5EF4-FFF2-40B4-BE49-F238E27FC236}">
                    <a16:creationId xmlns:a16="http://schemas.microsoft.com/office/drawing/2014/main" id="{5F2BA7DB-C31E-FAC4-03D5-873DA2E3D5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05" y="2939"/>
                <a:ext cx="193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35" name="Group 389">
              <a:extLst>
                <a:ext uri="{FF2B5EF4-FFF2-40B4-BE49-F238E27FC236}">
                  <a16:creationId xmlns:a16="http://schemas.microsoft.com/office/drawing/2014/main" id="{903A42B4-FC6E-7DA0-EB49-B864396175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3256"/>
              <a:ext cx="192" cy="317"/>
              <a:chOff x="0" y="3256"/>
              <a:chExt cx="192" cy="317"/>
            </a:xfrm>
          </p:grpSpPr>
          <p:sp>
            <p:nvSpPr>
              <p:cNvPr id="175" name="Rectangle 390">
                <a:extLst>
                  <a:ext uri="{FF2B5EF4-FFF2-40B4-BE49-F238E27FC236}">
                    <a16:creationId xmlns:a16="http://schemas.microsoft.com/office/drawing/2014/main" id="{61589938-E226-8AAB-F583-5FC29C22A4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3256"/>
                <a:ext cx="192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176" name="Rectangle 391">
                <a:extLst>
                  <a:ext uri="{FF2B5EF4-FFF2-40B4-BE49-F238E27FC236}">
                    <a16:creationId xmlns:a16="http://schemas.microsoft.com/office/drawing/2014/main" id="{ADA721B7-20CF-FE63-F50C-8BE6094303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3256"/>
                <a:ext cx="192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36" name="Group 392">
              <a:extLst>
                <a:ext uri="{FF2B5EF4-FFF2-40B4-BE49-F238E27FC236}">
                  <a16:creationId xmlns:a16="http://schemas.microsoft.com/office/drawing/2014/main" id="{F26C7FA6-3D8D-F76E-1DBA-E013B2A707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" y="3256"/>
              <a:ext cx="193" cy="317"/>
              <a:chOff x="192" y="3256"/>
              <a:chExt cx="193" cy="317"/>
            </a:xfrm>
          </p:grpSpPr>
          <p:sp>
            <p:nvSpPr>
              <p:cNvPr id="173" name="Rectangle 393">
                <a:extLst>
                  <a:ext uri="{FF2B5EF4-FFF2-40B4-BE49-F238E27FC236}">
                    <a16:creationId xmlns:a16="http://schemas.microsoft.com/office/drawing/2014/main" id="{5EE3ACA7-E096-D710-2E19-E7876F6E7B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" y="3256"/>
                <a:ext cx="193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solidFill>
                      <a:srgbClr val="0000FF"/>
                    </a:solidFill>
                    <a:ea typeface="黑体" panose="02010609060101010101" pitchFamily="49" charset="-122"/>
                  </a:rPr>
                  <a:t>D</a:t>
                </a:r>
              </a:p>
            </p:txBody>
          </p:sp>
          <p:sp>
            <p:nvSpPr>
              <p:cNvPr id="174" name="Rectangle 394">
                <a:extLst>
                  <a:ext uri="{FF2B5EF4-FFF2-40B4-BE49-F238E27FC236}">
                    <a16:creationId xmlns:a16="http://schemas.microsoft.com/office/drawing/2014/main" id="{97A6E3B1-8E49-4DF5-2D0C-27C425A41C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" y="3256"/>
                <a:ext cx="193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37" name="Group 395">
              <a:extLst>
                <a:ext uri="{FF2B5EF4-FFF2-40B4-BE49-F238E27FC236}">
                  <a16:creationId xmlns:a16="http://schemas.microsoft.com/office/drawing/2014/main" id="{29F26D6D-5513-94C0-2C94-B55B7E0F74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5" y="3256"/>
              <a:ext cx="193" cy="317"/>
              <a:chOff x="385" y="3256"/>
              <a:chExt cx="193" cy="317"/>
            </a:xfrm>
          </p:grpSpPr>
          <p:sp>
            <p:nvSpPr>
              <p:cNvPr id="171" name="Rectangle 396">
                <a:extLst>
                  <a:ext uri="{FF2B5EF4-FFF2-40B4-BE49-F238E27FC236}">
                    <a16:creationId xmlns:a16="http://schemas.microsoft.com/office/drawing/2014/main" id="{E92D2B12-0854-F360-F111-B43E897F77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" y="3256"/>
                <a:ext cx="193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0</a:t>
                </a:r>
              </a:p>
            </p:txBody>
          </p:sp>
          <p:sp>
            <p:nvSpPr>
              <p:cNvPr id="172" name="Rectangle 397">
                <a:extLst>
                  <a:ext uri="{FF2B5EF4-FFF2-40B4-BE49-F238E27FC236}">
                    <a16:creationId xmlns:a16="http://schemas.microsoft.com/office/drawing/2014/main" id="{2334C4D6-2FDB-3FFF-932C-A33347720E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" y="3256"/>
                <a:ext cx="193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38" name="Group 398">
              <a:extLst>
                <a:ext uri="{FF2B5EF4-FFF2-40B4-BE49-F238E27FC236}">
                  <a16:creationId xmlns:a16="http://schemas.microsoft.com/office/drawing/2014/main" id="{DF0FDB31-614B-9DF6-02CF-D66FA5C633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8" y="3256"/>
              <a:ext cx="192" cy="317"/>
              <a:chOff x="578" y="3256"/>
              <a:chExt cx="192" cy="317"/>
            </a:xfrm>
          </p:grpSpPr>
          <p:sp>
            <p:nvSpPr>
              <p:cNvPr id="169" name="Rectangle 399">
                <a:extLst>
                  <a:ext uri="{FF2B5EF4-FFF2-40B4-BE49-F238E27FC236}">
                    <a16:creationId xmlns:a16="http://schemas.microsoft.com/office/drawing/2014/main" id="{F3173A9E-BB76-ED8C-7A61-F04AE15D9C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8" y="3256"/>
                <a:ext cx="192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170" name="Rectangle 400">
                <a:extLst>
                  <a:ext uri="{FF2B5EF4-FFF2-40B4-BE49-F238E27FC236}">
                    <a16:creationId xmlns:a16="http://schemas.microsoft.com/office/drawing/2014/main" id="{2D310CE5-FE2B-2B2A-1297-1F4A228100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8" y="3256"/>
                <a:ext cx="192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39" name="Group 401">
              <a:extLst>
                <a:ext uri="{FF2B5EF4-FFF2-40B4-BE49-F238E27FC236}">
                  <a16:creationId xmlns:a16="http://schemas.microsoft.com/office/drawing/2014/main" id="{137B1C35-35C0-7D48-9888-5F9F6D5676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0" y="3256"/>
              <a:ext cx="193" cy="317"/>
              <a:chOff x="770" y="3256"/>
              <a:chExt cx="193" cy="317"/>
            </a:xfrm>
          </p:grpSpPr>
          <p:sp>
            <p:nvSpPr>
              <p:cNvPr id="167" name="Rectangle 402">
                <a:extLst>
                  <a:ext uri="{FF2B5EF4-FFF2-40B4-BE49-F238E27FC236}">
                    <a16:creationId xmlns:a16="http://schemas.microsoft.com/office/drawing/2014/main" id="{C9C3E3DE-8398-130C-0C19-4C78CB0E9C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" y="3256"/>
                <a:ext cx="193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168" name="Rectangle 403">
                <a:extLst>
                  <a:ext uri="{FF2B5EF4-FFF2-40B4-BE49-F238E27FC236}">
                    <a16:creationId xmlns:a16="http://schemas.microsoft.com/office/drawing/2014/main" id="{9368116A-F216-EFF6-D42A-CE807AA594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0" y="3256"/>
                <a:ext cx="193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40" name="Group 404">
              <a:extLst>
                <a:ext uri="{FF2B5EF4-FFF2-40B4-BE49-F238E27FC236}">
                  <a16:creationId xmlns:a16="http://schemas.microsoft.com/office/drawing/2014/main" id="{8077709D-1089-6847-F902-28E3343AA9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3" y="3256"/>
              <a:ext cx="193" cy="317"/>
              <a:chOff x="963" y="3256"/>
              <a:chExt cx="193" cy="317"/>
            </a:xfrm>
          </p:grpSpPr>
          <p:sp>
            <p:nvSpPr>
              <p:cNvPr id="165" name="Rectangle 405">
                <a:extLst>
                  <a:ext uri="{FF2B5EF4-FFF2-40B4-BE49-F238E27FC236}">
                    <a16:creationId xmlns:a16="http://schemas.microsoft.com/office/drawing/2014/main" id="{92EECB97-2134-D4DA-2E60-F92133BEFA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" y="3256"/>
                <a:ext cx="193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166" name="Rectangle 406">
                <a:extLst>
                  <a:ext uri="{FF2B5EF4-FFF2-40B4-BE49-F238E27FC236}">
                    <a16:creationId xmlns:a16="http://schemas.microsoft.com/office/drawing/2014/main" id="{AE3D084A-457A-2132-2C03-3A618C9C90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3" y="3256"/>
                <a:ext cx="193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41" name="Group 407">
              <a:extLst>
                <a:ext uri="{FF2B5EF4-FFF2-40B4-BE49-F238E27FC236}">
                  <a16:creationId xmlns:a16="http://schemas.microsoft.com/office/drawing/2014/main" id="{E747004F-865B-B4E2-C8D9-1472BB2A4F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6" y="3256"/>
              <a:ext cx="193" cy="317"/>
              <a:chOff x="1156" y="3256"/>
              <a:chExt cx="193" cy="317"/>
            </a:xfrm>
          </p:grpSpPr>
          <p:sp>
            <p:nvSpPr>
              <p:cNvPr id="163" name="Rectangle 408">
                <a:extLst>
                  <a:ext uri="{FF2B5EF4-FFF2-40B4-BE49-F238E27FC236}">
                    <a16:creationId xmlns:a16="http://schemas.microsoft.com/office/drawing/2014/main" id="{C0D1335F-36B5-3EBC-7597-9CA68F73FA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6" y="3256"/>
                <a:ext cx="193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164" name="Rectangle 409">
                <a:extLst>
                  <a:ext uri="{FF2B5EF4-FFF2-40B4-BE49-F238E27FC236}">
                    <a16:creationId xmlns:a16="http://schemas.microsoft.com/office/drawing/2014/main" id="{5A17C21C-B47B-0E09-E2EC-7CD7254AD9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6" y="3256"/>
                <a:ext cx="193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42" name="Group 410">
              <a:extLst>
                <a:ext uri="{FF2B5EF4-FFF2-40B4-BE49-F238E27FC236}">
                  <a16:creationId xmlns:a16="http://schemas.microsoft.com/office/drawing/2014/main" id="{F642ADAE-E296-6D51-0041-5B29820A3BC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49" y="3256"/>
              <a:ext cx="192" cy="317"/>
              <a:chOff x="1349" y="3256"/>
              <a:chExt cx="192" cy="317"/>
            </a:xfrm>
          </p:grpSpPr>
          <p:sp>
            <p:nvSpPr>
              <p:cNvPr id="161" name="Rectangle 411">
                <a:extLst>
                  <a:ext uri="{FF2B5EF4-FFF2-40B4-BE49-F238E27FC236}">
                    <a16:creationId xmlns:a16="http://schemas.microsoft.com/office/drawing/2014/main" id="{4F2F4242-6752-4A5A-1C7E-6636111231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9" y="3256"/>
                <a:ext cx="192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162" name="Rectangle 412">
                <a:extLst>
                  <a:ext uri="{FF2B5EF4-FFF2-40B4-BE49-F238E27FC236}">
                    <a16:creationId xmlns:a16="http://schemas.microsoft.com/office/drawing/2014/main" id="{7C9F6983-B42C-4C0A-4936-A898D5138E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9" y="3256"/>
                <a:ext cx="192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43" name="Group 413">
              <a:extLst>
                <a:ext uri="{FF2B5EF4-FFF2-40B4-BE49-F238E27FC236}">
                  <a16:creationId xmlns:a16="http://schemas.microsoft.com/office/drawing/2014/main" id="{6B5A0835-4AE8-FED7-EF6E-4E6AA64ECE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41" y="3256"/>
              <a:ext cx="193" cy="317"/>
              <a:chOff x="1541" y="3256"/>
              <a:chExt cx="193" cy="317"/>
            </a:xfrm>
          </p:grpSpPr>
          <p:sp>
            <p:nvSpPr>
              <p:cNvPr id="159" name="Rectangle 414">
                <a:extLst>
                  <a:ext uri="{FF2B5EF4-FFF2-40B4-BE49-F238E27FC236}">
                    <a16:creationId xmlns:a16="http://schemas.microsoft.com/office/drawing/2014/main" id="{757D5E00-44CB-AA80-36D5-B4E1B08F6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41" y="3256"/>
                <a:ext cx="193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160" name="Rectangle 415">
                <a:extLst>
                  <a:ext uri="{FF2B5EF4-FFF2-40B4-BE49-F238E27FC236}">
                    <a16:creationId xmlns:a16="http://schemas.microsoft.com/office/drawing/2014/main" id="{23FAA302-840E-3F59-1D9A-14C4BF0037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41" y="3256"/>
                <a:ext cx="193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44" name="Group 416">
              <a:extLst>
                <a:ext uri="{FF2B5EF4-FFF2-40B4-BE49-F238E27FC236}">
                  <a16:creationId xmlns:a16="http://schemas.microsoft.com/office/drawing/2014/main" id="{18A16A10-6E80-DC50-5149-C651C53F19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34" y="3256"/>
              <a:ext cx="193" cy="317"/>
              <a:chOff x="1734" y="3256"/>
              <a:chExt cx="193" cy="317"/>
            </a:xfrm>
          </p:grpSpPr>
          <p:sp>
            <p:nvSpPr>
              <p:cNvPr id="157" name="Rectangle 417">
                <a:extLst>
                  <a:ext uri="{FF2B5EF4-FFF2-40B4-BE49-F238E27FC236}">
                    <a16:creationId xmlns:a16="http://schemas.microsoft.com/office/drawing/2014/main" id="{009474A9-ECBD-4420-3C0B-67F958B1D4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4" y="3256"/>
                <a:ext cx="193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158" name="Rectangle 418">
                <a:extLst>
                  <a:ext uri="{FF2B5EF4-FFF2-40B4-BE49-F238E27FC236}">
                    <a16:creationId xmlns:a16="http://schemas.microsoft.com/office/drawing/2014/main" id="{A5254824-475F-2174-05EF-62F43ECE39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4" y="3256"/>
                <a:ext cx="193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45" name="Group 419">
              <a:extLst>
                <a:ext uri="{FF2B5EF4-FFF2-40B4-BE49-F238E27FC236}">
                  <a16:creationId xmlns:a16="http://schemas.microsoft.com/office/drawing/2014/main" id="{589129F4-7264-F905-7D7F-630CF92C09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7" y="3256"/>
              <a:ext cx="192" cy="317"/>
              <a:chOff x="1927" y="3256"/>
              <a:chExt cx="192" cy="317"/>
            </a:xfrm>
          </p:grpSpPr>
          <p:sp>
            <p:nvSpPr>
              <p:cNvPr id="155" name="Rectangle 420">
                <a:extLst>
                  <a:ext uri="{FF2B5EF4-FFF2-40B4-BE49-F238E27FC236}">
                    <a16:creationId xmlns:a16="http://schemas.microsoft.com/office/drawing/2014/main" id="{F3F00C81-38BC-380E-6856-632CB4944F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7" y="3256"/>
                <a:ext cx="192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156" name="Rectangle 421">
                <a:extLst>
                  <a:ext uri="{FF2B5EF4-FFF2-40B4-BE49-F238E27FC236}">
                    <a16:creationId xmlns:a16="http://schemas.microsoft.com/office/drawing/2014/main" id="{93CB561A-B841-2C7C-2C42-7A34F4901A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7" y="3256"/>
                <a:ext cx="192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46" name="Group 422">
              <a:extLst>
                <a:ext uri="{FF2B5EF4-FFF2-40B4-BE49-F238E27FC236}">
                  <a16:creationId xmlns:a16="http://schemas.microsoft.com/office/drawing/2014/main" id="{559254FE-C9E8-3B4A-2333-5E358398FB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19" y="3256"/>
              <a:ext cx="193" cy="317"/>
              <a:chOff x="2119" y="3256"/>
              <a:chExt cx="193" cy="317"/>
            </a:xfrm>
          </p:grpSpPr>
          <p:sp>
            <p:nvSpPr>
              <p:cNvPr id="153" name="Rectangle 423">
                <a:extLst>
                  <a:ext uri="{FF2B5EF4-FFF2-40B4-BE49-F238E27FC236}">
                    <a16:creationId xmlns:a16="http://schemas.microsoft.com/office/drawing/2014/main" id="{2D76A34B-C69D-C480-3868-E7AE6425C8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9" y="3256"/>
                <a:ext cx="193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154" name="Rectangle 424">
                <a:extLst>
                  <a:ext uri="{FF2B5EF4-FFF2-40B4-BE49-F238E27FC236}">
                    <a16:creationId xmlns:a16="http://schemas.microsoft.com/office/drawing/2014/main" id="{3DF05481-B967-20AD-B993-61F201A623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9" y="3256"/>
                <a:ext cx="193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47" name="Group 425">
              <a:extLst>
                <a:ext uri="{FF2B5EF4-FFF2-40B4-BE49-F238E27FC236}">
                  <a16:creationId xmlns:a16="http://schemas.microsoft.com/office/drawing/2014/main" id="{C473CFFA-24B5-ABDF-9275-895EA6EE6E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12" y="3256"/>
              <a:ext cx="193" cy="317"/>
              <a:chOff x="2312" y="3256"/>
              <a:chExt cx="193" cy="317"/>
            </a:xfrm>
          </p:grpSpPr>
          <p:sp>
            <p:nvSpPr>
              <p:cNvPr id="151" name="Rectangle 426">
                <a:extLst>
                  <a:ext uri="{FF2B5EF4-FFF2-40B4-BE49-F238E27FC236}">
                    <a16:creationId xmlns:a16="http://schemas.microsoft.com/office/drawing/2014/main" id="{5B4F8F08-6CDC-5708-57F3-22658FCC72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2" y="3256"/>
                <a:ext cx="193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ea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152" name="Rectangle 427">
                <a:extLst>
                  <a:ext uri="{FF2B5EF4-FFF2-40B4-BE49-F238E27FC236}">
                    <a16:creationId xmlns:a16="http://schemas.microsoft.com/office/drawing/2014/main" id="{79A41ADA-CF0A-6CCD-3A63-310ECF57F5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2" y="3256"/>
                <a:ext cx="193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148" name="Group 428">
              <a:extLst>
                <a:ext uri="{FF2B5EF4-FFF2-40B4-BE49-F238E27FC236}">
                  <a16:creationId xmlns:a16="http://schemas.microsoft.com/office/drawing/2014/main" id="{346F6F0B-887A-4271-6154-8951B5CF9F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05" y="3256"/>
              <a:ext cx="193" cy="317"/>
              <a:chOff x="2505" y="3256"/>
              <a:chExt cx="193" cy="317"/>
            </a:xfrm>
          </p:grpSpPr>
          <p:sp>
            <p:nvSpPr>
              <p:cNvPr id="149" name="Rectangle 429">
                <a:extLst>
                  <a:ext uri="{FF2B5EF4-FFF2-40B4-BE49-F238E27FC236}">
                    <a16:creationId xmlns:a16="http://schemas.microsoft.com/office/drawing/2014/main" id="{13DFC250-3049-FCDD-ACD9-EA1F07F8DE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05" y="3256"/>
                <a:ext cx="193" cy="317"/>
              </a:xfrm>
              <a:prstGeom prst="rect">
                <a:avLst/>
              </a:prstGeom>
              <a:solidFill>
                <a:srgbClr val="99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 b="0">
                    <a:solidFill>
                      <a:srgbClr val="0000FF"/>
                    </a:solidFill>
                    <a:ea typeface="黑体" panose="02010609060101010101" pitchFamily="49" charset="-122"/>
                  </a:rPr>
                  <a:t>D</a:t>
                </a:r>
              </a:p>
            </p:txBody>
          </p:sp>
          <p:sp>
            <p:nvSpPr>
              <p:cNvPr id="150" name="Rectangle 430">
                <a:extLst>
                  <a:ext uri="{FF2B5EF4-FFF2-40B4-BE49-F238E27FC236}">
                    <a16:creationId xmlns:a16="http://schemas.microsoft.com/office/drawing/2014/main" id="{45A74BDC-1C5F-D216-CFE1-3C14EB4A57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05" y="3256"/>
                <a:ext cx="193" cy="317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433" name="Rectangle 431">
            <a:extLst>
              <a:ext uri="{FF2B5EF4-FFF2-40B4-BE49-F238E27FC236}">
                <a16:creationId xmlns:a16="http://schemas.microsoft.com/office/drawing/2014/main" id="{94412C90-6276-84F6-911B-906B15059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0513" y="1000918"/>
            <a:ext cx="7278687" cy="4891088"/>
          </a:xfrm>
          <a:prstGeom prst="rect">
            <a:avLst/>
          </a:prstGeom>
          <a:noFill/>
          <a:ln w="9525">
            <a:solidFill>
              <a:srgbClr val="A0A0A0"/>
            </a:solidFill>
            <a:miter lim="800000"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434" name="Line 433">
            <a:extLst>
              <a:ext uri="{FF2B5EF4-FFF2-40B4-BE49-F238E27FC236}">
                <a16:creationId xmlns:a16="http://schemas.microsoft.com/office/drawing/2014/main" id="{D6AE0374-61CB-99D2-6E4B-2BE1E89E2358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9975" y="1540668"/>
            <a:ext cx="180975" cy="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5" name="Line 434">
            <a:extLst>
              <a:ext uri="{FF2B5EF4-FFF2-40B4-BE49-F238E27FC236}">
                <a16:creationId xmlns:a16="http://schemas.microsoft.com/office/drawing/2014/main" id="{C6A9F5D6-88DF-1303-2810-E2B239103E50}"/>
              </a:ext>
            </a:extLst>
          </p:cNvPr>
          <p:cNvSpPr>
            <a:spLocks noChangeShapeType="1"/>
          </p:cNvSpPr>
          <p:nvPr/>
        </p:nvSpPr>
        <p:spPr bwMode="auto">
          <a:xfrm>
            <a:off x="5329238" y="1540668"/>
            <a:ext cx="1809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6" name="Line 435">
            <a:extLst>
              <a:ext uri="{FF2B5EF4-FFF2-40B4-BE49-F238E27FC236}">
                <a16:creationId xmlns:a16="http://schemas.microsoft.com/office/drawing/2014/main" id="{0E189D75-CCE9-02F3-B3F9-C6B9A54B6905}"/>
              </a:ext>
            </a:extLst>
          </p:cNvPr>
          <p:cNvSpPr>
            <a:spLocks noChangeShapeType="1"/>
          </p:cNvSpPr>
          <p:nvPr/>
        </p:nvSpPr>
        <p:spPr bwMode="auto">
          <a:xfrm>
            <a:off x="5835650" y="1540668"/>
            <a:ext cx="1809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7" name="Line 436">
            <a:extLst>
              <a:ext uri="{FF2B5EF4-FFF2-40B4-BE49-F238E27FC236}">
                <a16:creationId xmlns:a16="http://schemas.microsoft.com/office/drawing/2014/main" id="{68C73AE8-EDF2-5DBB-0585-8B5A58AE1718}"/>
              </a:ext>
            </a:extLst>
          </p:cNvPr>
          <p:cNvSpPr>
            <a:spLocks noChangeShapeType="1"/>
          </p:cNvSpPr>
          <p:nvPr/>
        </p:nvSpPr>
        <p:spPr bwMode="auto">
          <a:xfrm>
            <a:off x="6337300" y="1540668"/>
            <a:ext cx="1809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8" name="Line 437">
            <a:extLst>
              <a:ext uri="{FF2B5EF4-FFF2-40B4-BE49-F238E27FC236}">
                <a16:creationId xmlns:a16="http://schemas.microsoft.com/office/drawing/2014/main" id="{96CFB8E7-FDE6-DDF9-3AAD-384E8DC57054}"/>
              </a:ext>
            </a:extLst>
          </p:cNvPr>
          <p:cNvSpPr>
            <a:spLocks noChangeShapeType="1"/>
          </p:cNvSpPr>
          <p:nvPr/>
        </p:nvSpPr>
        <p:spPr bwMode="auto">
          <a:xfrm>
            <a:off x="6878638" y="1540668"/>
            <a:ext cx="1809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9" name="Line 438">
            <a:extLst>
              <a:ext uri="{FF2B5EF4-FFF2-40B4-BE49-F238E27FC236}">
                <a16:creationId xmlns:a16="http://schemas.microsoft.com/office/drawing/2014/main" id="{64F9127E-BDF7-B8AB-031A-01A4E8FAAA7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46950" y="1540668"/>
            <a:ext cx="1809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" name="Line 439">
            <a:extLst>
              <a:ext uri="{FF2B5EF4-FFF2-40B4-BE49-F238E27FC236}">
                <a16:creationId xmlns:a16="http://schemas.microsoft.com/office/drawing/2014/main" id="{340F694F-922D-DAA9-C4B5-A5E461D99A0C}"/>
              </a:ext>
            </a:extLst>
          </p:cNvPr>
          <p:cNvSpPr>
            <a:spLocks noChangeShapeType="1"/>
          </p:cNvSpPr>
          <p:nvPr/>
        </p:nvSpPr>
        <p:spPr bwMode="auto">
          <a:xfrm>
            <a:off x="7886700" y="1540668"/>
            <a:ext cx="1809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1" name="Line 440">
            <a:extLst>
              <a:ext uri="{FF2B5EF4-FFF2-40B4-BE49-F238E27FC236}">
                <a16:creationId xmlns:a16="http://schemas.microsoft.com/office/drawing/2014/main" id="{CFA4B0AE-8DF0-5E71-A0F5-8A803752D1EF}"/>
              </a:ext>
            </a:extLst>
          </p:cNvPr>
          <p:cNvSpPr>
            <a:spLocks noChangeShapeType="1"/>
          </p:cNvSpPr>
          <p:nvPr/>
        </p:nvSpPr>
        <p:spPr bwMode="auto">
          <a:xfrm>
            <a:off x="8426450" y="1540668"/>
            <a:ext cx="1809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2" name="Line 441">
            <a:extLst>
              <a:ext uri="{FF2B5EF4-FFF2-40B4-BE49-F238E27FC236}">
                <a16:creationId xmlns:a16="http://schemas.microsoft.com/office/drawing/2014/main" id="{39EE13B6-8BE0-8C54-48B5-5E05A037B1E1}"/>
              </a:ext>
            </a:extLst>
          </p:cNvPr>
          <p:cNvSpPr>
            <a:spLocks noChangeShapeType="1"/>
          </p:cNvSpPr>
          <p:nvPr/>
        </p:nvSpPr>
        <p:spPr bwMode="auto">
          <a:xfrm>
            <a:off x="2162175" y="1556543"/>
            <a:ext cx="1809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3" name="Line 442">
            <a:extLst>
              <a:ext uri="{FF2B5EF4-FFF2-40B4-BE49-F238E27FC236}">
                <a16:creationId xmlns:a16="http://schemas.microsoft.com/office/drawing/2014/main" id="{5E13EC74-E043-C58D-1D7C-8B9598A94264}"/>
              </a:ext>
            </a:extLst>
          </p:cNvPr>
          <p:cNvSpPr>
            <a:spLocks noChangeShapeType="1"/>
          </p:cNvSpPr>
          <p:nvPr/>
        </p:nvSpPr>
        <p:spPr bwMode="auto">
          <a:xfrm>
            <a:off x="2686050" y="1556543"/>
            <a:ext cx="1809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4" name="Line 443">
            <a:extLst>
              <a:ext uri="{FF2B5EF4-FFF2-40B4-BE49-F238E27FC236}">
                <a16:creationId xmlns:a16="http://schemas.microsoft.com/office/drawing/2014/main" id="{7765F9A4-8870-7BC4-37F1-997DDF449B4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89488" y="1540668"/>
            <a:ext cx="214312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24943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58E7B0-CBC5-9281-7CEB-C28F48D74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数据选择器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721895-2C92-D641-AF50-C484AEBAA9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" y="585760"/>
            <a:ext cx="9334038" cy="5947119"/>
          </a:xfrm>
        </p:spPr>
        <p:txBody>
          <a:bodyPr/>
          <a:lstStyle/>
          <a:p>
            <a:r>
              <a:rPr kumimoji="1" lang="en-US" altLang="zh-CN" dirty="0" err="1"/>
              <a:t>数据选择器</a:t>
            </a:r>
            <a:r>
              <a:rPr kumimoji="1" lang="en-US" altLang="zh-CN" dirty="0"/>
              <a:t>(Multiplexer</a:t>
            </a:r>
            <a:r>
              <a:rPr kumimoji="1" lang="zh-CN" altLang="en-US" dirty="0"/>
              <a:t>，简称</a:t>
            </a:r>
            <a:r>
              <a:rPr kumimoji="1" lang="en-US" altLang="zh-CN" dirty="0"/>
              <a:t>MUX)</a:t>
            </a:r>
            <a:r>
              <a:rPr kumimoji="1" lang="zh-CN" altLang="en-US" dirty="0"/>
              <a:t>：根据通道选择信号，从</a:t>
            </a:r>
            <a:r>
              <a:rPr kumimoji="1" lang="zh-CN" altLang="zh-CN" dirty="0"/>
              <a:t>多个</a:t>
            </a:r>
            <a:r>
              <a:rPr kumimoji="1" lang="zh-CN" altLang="en-US" dirty="0"/>
              <a:t>通道(</a:t>
            </a:r>
            <a:r>
              <a:rPr kumimoji="1" lang="zh-CN" altLang="zh-CN" dirty="0"/>
              <a:t>路</a:t>
            </a:r>
            <a:r>
              <a:rPr kumimoji="1" lang="en-US" altLang="zh-CN" dirty="0"/>
              <a:t>)</a:t>
            </a:r>
            <a:r>
              <a:rPr kumimoji="1" lang="zh-CN" altLang="zh-CN" dirty="0"/>
              <a:t>输入数据中选择一个</a:t>
            </a:r>
            <a:r>
              <a:rPr kumimoji="1" lang="zh-CN" altLang="en-US" dirty="0"/>
              <a:t>通道</a:t>
            </a:r>
            <a:r>
              <a:rPr kumimoji="1" lang="zh-CN" altLang="zh-CN" dirty="0"/>
              <a:t>数据输出，也称</a:t>
            </a:r>
            <a:r>
              <a:rPr lang="zh-CN" altLang="en-US" dirty="0"/>
              <a:t>多路选择器</a:t>
            </a:r>
            <a:endParaRPr lang="en-US" altLang="zh-CN" dirty="0"/>
          </a:p>
          <a:p>
            <a:r>
              <a:rPr kumimoji="1" lang="zh-CN" altLang="en-US" dirty="0"/>
              <a:t>常见集成数据选择器</a:t>
            </a:r>
          </a:p>
          <a:p>
            <a:pPr lvl="1"/>
            <a:r>
              <a:rPr kumimoji="1" lang="en-US" altLang="zh-CN" dirty="0"/>
              <a:t>2</a:t>
            </a:r>
            <a:r>
              <a:rPr kumimoji="1" lang="zh-CN" altLang="en-US" dirty="0"/>
              <a:t>选</a:t>
            </a:r>
            <a:r>
              <a:rPr kumimoji="1" lang="en-US" altLang="zh-CN" dirty="0"/>
              <a:t>1(74x157)</a:t>
            </a:r>
          </a:p>
          <a:p>
            <a:pPr lvl="1"/>
            <a:r>
              <a:rPr kumimoji="1" lang="en-US" altLang="zh-CN" dirty="0"/>
              <a:t>4</a:t>
            </a:r>
            <a:r>
              <a:rPr kumimoji="1" lang="zh-CN" altLang="en-US" dirty="0"/>
              <a:t>选</a:t>
            </a:r>
            <a:r>
              <a:rPr kumimoji="1" lang="en-US" altLang="zh-CN" dirty="0"/>
              <a:t>1(74x153)</a:t>
            </a:r>
          </a:p>
          <a:p>
            <a:pPr lvl="1"/>
            <a:r>
              <a:rPr kumimoji="1" lang="en-US" altLang="zh-CN" dirty="0"/>
              <a:t>8</a:t>
            </a:r>
            <a:r>
              <a:rPr kumimoji="1" lang="zh-CN" altLang="en-US" dirty="0"/>
              <a:t>选</a:t>
            </a:r>
            <a:r>
              <a:rPr kumimoji="1" lang="en-US" altLang="zh-CN" dirty="0"/>
              <a:t>1(74x151)</a:t>
            </a:r>
          </a:p>
          <a:p>
            <a:pPr lvl="1"/>
            <a:r>
              <a:rPr kumimoji="1" lang="en-US" altLang="zh-CN" dirty="0"/>
              <a:t>16</a:t>
            </a:r>
            <a:r>
              <a:rPr kumimoji="1" lang="zh-CN" altLang="en-US" dirty="0"/>
              <a:t>选</a:t>
            </a:r>
            <a:r>
              <a:rPr kumimoji="1" lang="en-US" altLang="zh-CN" dirty="0"/>
              <a:t>1(74x150)</a:t>
            </a:r>
            <a:r>
              <a:rPr kumimoji="1" lang="zh-CN" altLang="en-US" dirty="0"/>
              <a:t>等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41C99B5-60C4-64FC-90A0-56AF46ECC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7. </a:t>
            </a:r>
            <a:r>
              <a:rPr lang="zh-CN" altLang="en-US"/>
              <a:t>组合逻辑电路</a:t>
            </a:r>
            <a:r>
              <a:rPr lang="en-US" altLang="zh-CN"/>
              <a:t>3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E87FBCA-AACE-C1CE-D1F7-B2D12913D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7</a:t>
            </a:fld>
            <a:r>
              <a:rPr lang="en-US" altLang="zh-CN" dirty="0"/>
              <a:t>/13</a:t>
            </a:r>
            <a:endParaRPr lang="en-US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F58C9A8-9E0A-959F-0B1F-5CF76B4D9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6014" y="4742656"/>
            <a:ext cx="288925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b="0">
                <a:solidFill>
                  <a:srgbClr val="000000"/>
                </a:solidFill>
              </a:rPr>
              <a:t>S</a:t>
            </a:r>
            <a:endParaRPr lang="en-US" altLang="zh-CN" b="0"/>
          </a:p>
        </p:txBody>
      </p:sp>
      <p:sp>
        <p:nvSpPr>
          <p:cNvPr id="7" name="Line 7">
            <a:extLst>
              <a:ext uri="{FF2B5EF4-FFF2-40B4-BE49-F238E27FC236}">
                <a16:creationId xmlns:a16="http://schemas.microsoft.com/office/drawing/2014/main" id="{5F86156A-2446-2CC7-9918-53EAE8A2346B}"/>
              </a:ext>
            </a:extLst>
          </p:cNvPr>
          <p:cNvSpPr>
            <a:spLocks noChangeShapeType="1"/>
          </p:cNvSpPr>
          <p:nvPr/>
        </p:nvSpPr>
        <p:spPr bwMode="auto">
          <a:xfrm>
            <a:off x="8567564" y="3591719"/>
            <a:ext cx="7556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Line 8">
            <a:extLst>
              <a:ext uri="{FF2B5EF4-FFF2-40B4-BE49-F238E27FC236}">
                <a16:creationId xmlns:a16="http://schemas.microsoft.com/office/drawing/2014/main" id="{9D6DFD49-D5BC-6CF9-3BAB-FEFC3979581C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1414" y="2618581"/>
            <a:ext cx="889000" cy="9731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Line 9">
            <a:extLst>
              <a:ext uri="{FF2B5EF4-FFF2-40B4-BE49-F238E27FC236}">
                <a16:creationId xmlns:a16="http://schemas.microsoft.com/office/drawing/2014/main" id="{14C4543A-F715-B43E-936B-F69C5280839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03852" y="2582069"/>
            <a:ext cx="65881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Line 10">
            <a:extLst>
              <a:ext uri="{FF2B5EF4-FFF2-40B4-BE49-F238E27FC236}">
                <a16:creationId xmlns:a16="http://schemas.microsoft.com/office/drawing/2014/main" id="{9C4F326C-4860-5617-BEC1-AB957AB7AEAC}"/>
              </a:ext>
            </a:extLst>
          </p:cNvPr>
          <p:cNvSpPr>
            <a:spLocks noChangeShapeType="1"/>
          </p:cNvSpPr>
          <p:nvPr/>
        </p:nvSpPr>
        <p:spPr bwMode="auto">
          <a:xfrm>
            <a:off x="6840364" y="3123406"/>
            <a:ext cx="412750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C7F3309D-CF8F-702F-9EB4-AB8F767DCA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8164" y="2359819"/>
            <a:ext cx="390525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b="0">
                <a:solidFill>
                  <a:srgbClr val="000000"/>
                </a:solidFill>
              </a:rPr>
              <a:t>D</a:t>
            </a:r>
            <a:r>
              <a:rPr lang="en-US" altLang="zh-CN" sz="2100" b="0">
                <a:solidFill>
                  <a:srgbClr val="000000"/>
                </a:solidFill>
              </a:rPr>
              <a:t>0</a:t>
            </a:r>
            <a:endParaRPr lang="en-US" altLang="zh-CN" sz="2000" b="0">
              <a:latin typeface="Arial" panose="020B0604020202020204" pitchFamily="34" charset="0"/>
            </a:endParaRPr>
          </a:p>
        </p:txBody>
      </p:sp>
      <p:sp>
        <p:nvSpPr>
          <p:cNvPr id="12" name="Oval 12">
            <a:extLst>
              <a:ext uri="{FF2B5EF4-FFF2-40B4-BE49-F238E27FC236}">
                <a16:creationId xmlns:a16="http://schemas.microsoft.com/office/drawing/2014/main" id="{E0FA3626-BFE2-F484-E43F-1AE5A93277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9302" y="3026569"/>
            <a:ext cx="161925" cy="16827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3" name="Oval 13">
            <a:extLst>
              <a:ext uri="{FF2B5EF4-FFF2-40B4-BE49-F238E27FC236}">
                <a16:creationId xmlns:a16="http://schemas.microsoft.com/office/drawing/2014/main" id="{3E2C2C7E-E330-F865-8E04-A6001B7E03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31039" y="3518694"/>
            <a:ext cx="161925" cy="16827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4" name="Oval 14">
            <a:extLst>
              <a:ext uri="{FF2B5EF4-FFF2-40B4-BE49-F238E27FC236}">
                <a16:creationId xmlns:a16="http://schemas.microsoft.com/office/drawing/2014/main" id="{A58A6413-F7B9-5D8F-B9A0-94DA096B76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2664" y="2510631"/>
            <a:ext cx="161925" cy="16827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15" name="Line 15">
            <a:extLst>
              <a:ext uri="{FF2B5EF4-FFF2-40B4-BE49-F238E27FC236}">
                <a16:creationId xmlns:a16="http://schemas.microsoft.com/office/drawing/2014/main" id="{694B39E4-F801-1BF8-A395-494BE5DD4B9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024639" y="3051969"/>
            <a:ext cx="1588" cy="1511300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61A6CF8F-077A-6CED-50CA-18F84E068D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9752" y="2866231"/>
            <a:ext cx="390525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b="0">
                <a:solidFill>
                  <a:srgbClr val="000000"/>
                </a:solidFill>
              </a:rPr>
              <a:t>D</a:t>
            </a:r>
            <a:r>
              <a:rPr lang="en-US" altLang="zh-CN" sz="2100" b="0">
                <a:solidFill>
                  <a:srgbClr val="000000"/>
                </a:solidFill>
              </a:rPr>
              <a:t>1</a:t>
            </a:r>
            <a:endParaRPr lang="en-US" altLang="zh-CN" sz="2000" b="0">
              <a:latin typeface="Arial" panose="020B0604020202020204" pitchFamily="34" charset="0"/>
            </a:endParaRPr>
          </a:p>
        </p:txBody>
      </p:sp>
      <p:sp>
        <p:nvSpPr>
          <p:cNvPr id="17" name="Rectangle 17">
            <a:extLst>
              <a:ext uri="{FF2B5EF4-FFF2-40B4-BE49-F238E27FC236}">
                <a16:creationId xmlns:a16="http://schemas.microsoft.com/office/drawing/2014/main" id="{F42B477E-B0D3-A212-4F8E-1981523194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6402" y="4037806"/>
            <a:ext cx="612775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b="0">
                <a:solidFill>
                  <a:srgbClr val="000000"/>
                </a:solidFill>
              </a:rPr>
              <a:t>D</a:t>
            </a:r>
            <a:r>
              <a:rPr lang="en-US" altLang="zh-CN" sz="2100" b="0">
                <a:solidFill>
                  <a:srgbClr val="000000"/>
                </a:solidFill>
              </a:rPr>
              <a:t>n-1</a:t>
            </a:r>
            <a:endParaRPr lang="en-US" altLang="zh-CN" sz="2000" b="0">
              <a:latin typeface="Arial" panose="020B0604020202020204" pitchFamily="34" charset="0"/>
            </a:endParaRPr>
          </a:p>
        </p:txBody>
      </p:sp>
      <p:sp>
        <p:nvSpPr>
          <p:cNvPr id="18" name="Rectangle 18">
            <a:extLst>
              <a:ext uri="{FF2B5EF4-FFF2-40B4-BE49-F238E27FC236}">
                <a16:creationId xmlns:a16="http://schemas.microsoft.com/office/drawing/2014/main" id="{8E49AE68-2A4D-285C-4797-5C6C6C76BF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67627" y="3050381"/>
            <a:ext cx="257175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b="0">
                <a:solidFill>
                  <a:srgbClr val="000000"/>
                </a:solidFill>
              </a:rPr>
              <a:t>Y</a:t>
            </a:r>
            <a:endParaRPr lang="en-US" altLang="zh-CN" b="0">
              <a:latin typeface="Arial" panose="020B0604020202020204" pitchFamily="34" charset="0"/>
            </a:endParaRPr>
          </a:p>
        </p:txBody>
      </p:sp>
      <p:sp>
        <p:nvSpPr>
          <p:cNvPr id="19" name="Line 19">
            <a:extLst>
              <a:ext uri="{FF2B5EF4-FFF2-40B4-BE49-F238E27FC236}">
                <a16:creationId xmlns:a16="http://schemas.microsoft.com/office/drawing/2014/main" id="{C78C0F2E-90FC-99AE-24B6-8EFBB8982C1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40364" y="4272756"/>
            <a:ext cx="701675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Oval 20">
            <a:extLst>
              <a:ext uri="{FF2B5EF4-FFF2-40B4-BE49-F238E27FC236}">
                <a16:creationId xmlns:a16="http://schemas.microsoft.com/office/drawing/2014/main" id="{5DDC52F2-863C-2862-5F9C-25B09D39CB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0764" y="4188619"/>
            <a:ext cx="161925" cy="168275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21" name="Text Box 21">
            <a:extLst>
              <a:ext uri="{FF2B5EF4-FFF2-40B4-BE49-F238E27FC236}">
                <a16:creationId xmlns:a16="http://schemas.microsoft.com/office/drawing/2014/main" id="{6644C633-A211-C36D-6D6B-467C1FA7D667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5955333" y="3249613"/>
            <a:ext cx="793750" cy="82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4800" b="0"/>
              <a:t>…</a:t>
            </a:r>
            <a:endParaRPr lang="en-US" altLang="zh-CN" sz="4000" b="0"/>
          </a:p>
        </p:txBody>
      </p:sp>
      <p:sp>
        <p:nvSpPr>
          <p:cNvPr id="22" name="Rectangle 22">
            <a:extLst>
              <a:ext uri="{FF2B5EF4-FFF2-40B4-BE49-F238E27FC236}">
                <a16:creationId xmlns:a16="http://schemas.microsoft.com/office/drawing/2014/main" id="{9D91617E-4AE5-31A1-4A98-93A15E189E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1802" y="2294731"/>
            <a:ext cx="1944687" cy="2268538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23" name="Line 23">
            <a:extLst>
              <a:ext uri="{FF2B5EF4-FFF2-40B4-BE49-F238E27FC236}">
                <a16:creationId xmlns:a16="http://schemas.microsoft.com/office/drawing/2014/main" id="{9BC44C5B-5D98-FA4D-1F74-54E5D1071F8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27814" y="4563269"/>
            <a:ext cx="0" cy="46831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4" name="Group 27">
            <a:extLst>
              <a:ext uri="{FF2B5EF4-FFF2-40B4-BE49-F238E27FC236}">
                <a16:creationId xmlns:a16="http://schemas.microsoft.com/office/drawing/2014/main" id="{A2ECD846-F1A7-383D-8932-07469326B7F2}"/>
              </a:ext>
            </a:extLst>
          </p:cNvPr>
          <p:cNvGrpSpPr>
            <a:grpSpLocks/>
          </p:cNvGrpSpPr>
          <p:nvPr/>
        </p:nvGrpSpPr>
        <p:grpSpPr bwMode="auto">
          <a:xfrm>
            <a:off x="6335539" y="2582069"/>
            <a:ext cx="576263" cy="1692275"/>
            <a:chOff x="3447" y="2205"/>
            <a:chExt cx="272" cy="1066"/>
          </a:xfrm>
        </p:grpSpPr>
        <p:sp>
          <p:nvSpPr>
            <p:cNvPr id="25" name="Line 24">
              <a:extLst>
                <a:ext uri="{FF2B5EF4-FFF2-40B4-BE49-F238E27FC236}">
                  <a16:creationId xmlns:a16="http://schemas.microsoft.com/office/drawing/2014/main" id="{7C0557C3-E536-7A24-D937-0171599AE7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47" y="3271"/>
              <a:ext cx="2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25">
              <a:extLst>
                <a:ext uri="{FF2B5EF4-FFF2-40B4-BE49-F238E27FC236}">
                  <a16:creationId xmlns:a16="http://schemas.microsoft.com/office/drawing/2014/main" id="{4587CFCE-3BB6-4D9D-7B5F-82ED5AFE05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47" y="2546"/>
              <a:ext cx="2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26">
              <a:extLst>
                <a:ext uri="{FF2B5EF4-FFF2-40B4-BE49-F238E27FC236}">
                  <a16:creationId xmlns:a16="http://schemas.microsoft.com/office/drawing/2014/main" id="{453A55B3-26D4-2A71-9ADB-1A7EED22A6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47" y="2205"/>
              <a:ext cx="2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cxnSp>
        <p:nvCxnSpPr>
          <p:cNvPr id="28" name="直线连接符 27">
            <a:extLst>
              <a:ext uri="{FF2B5EF4-FFF2-40B4-BE49-F238E27FC236}">
                <a16:creationId xmlns:a16="http://schemas.microsoft.com/office/drawing/2014/main" id="{FFCC4781-51D2-147E-FA42-F8839B071E75}"/>
              </a:ext>
            </a:extLst>
          </p:cNvPr>
          <p:cNvCxnSpPr>
            <a:stCxn id="6" idx="3"/>
          </p:cNvCxnSpPr>
          <p:nvPr/>
        </p:nvCxnSpPr>
        <p:spPr>
          <a:xfrm flipV="1">
            <a:off x="7884939" y="4742656"/>
            <a:ext cx="307975" cy="2135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2971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B7EF03-28A0-695A-F38C-D72638434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设计</a:t>
            </a:r>
            <a:r>
              <a:rPr lang="en-US" altLang="zh-CN" dirty="0"/>
              <a:t>4</a:t>
            </a:r>
            <a:r>
              <a:rPr lang="zh-CN" altLang="en-US" dirty="0"/>
              <a:t>选</a:t>
            </a:r>
            <a:r>
              <a:rPr lang="en-US" altLang="zh-CN" dirty="0"/>
              <a:t>1</a:t>
            </a:r>
            <a:r>
              <a:rPr lang="zh-CN" altLang="en-US" dirty="0"/>
              <a:t>数据选择器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1F1B3A8-C97E-6491-B40C-628AB73D4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7. </a:t>
            </a:r>
            <a:r>
              <a:rPr lang="zh-CN" altLang="en-US"/>
              <a:t>组合逻辑电路</a:t>
            </a:r>
            <a:r>
              <a:rPr lang="en-US" altLang="zh-CN"/>
              <a:t>3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68D479B-D6FD-0063-D840-CAA1B2FB6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8</a:t>
            </a:fld>
            <a:r>
              <a:rPr lang="en-US" altLang="zh-CN" dirty="0"/>
              <a:t>/13</a:t>
            </a:r>
            <a:endParaRPr lang="en-US" dirty="0"/>
          </a:p>
        </p:txBody>
      </p:sp>
      <p:graphicFrame>
        <p:nvGraphicFramePr>
          <p:cNvPr id="6" name="Object 3">
            <a:extLst>
              <a:ext uri="{FF2B5EF4-FFF2-40B4-BE49-F238E27FC236}">
                <a16:creationId xmlns:a16="http://schemas.microsoft.com/office/drawing/2014/main" id="{82C0ED24-C6ED-5E25-3261-413952B159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4776278"/>
              </p:ext>
            </p:extLst>
          </p:nvPr>
        </p:nvGraphicFramePr>
        <p:xfrm>
          <a:off x="867497" y="5073655"/>
          <a:ext cx="5610225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400300" imgH="254000" progId="Equation.3">
                  <p:embed/>
                </p:oleObj>
              </mc:Choice>
              <mc:Fallback>
                <p:oleObj name="公式" r:id="rId2" imgW="2400300" imgH="254000" progId="Equation.3">
                  <p:embed/>
                  <p:pic>
                    <p:nvPicPr>
                      <p:cNvPr id="14342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7497" y="5073655"/>
                        <a:ext cx="5610225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Group 82">
            <a:extLst>
              <a:ext uri="{FF2B5EF4-FFF2-40B4-BE49-F238E27FC236}">
                <a16:creationId xmlns:a16="http://schemas.microsoft.com/office/drawing/2014/main" id="{98DCB648-21F6-FE5B-CFA0-25AE3EE269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2759586"/>
              </p:ext>
            </p:extLst>
          </p:nvPr>
        </p:nvGraphicFramePr>
        <p:xfrm>
          <a:off x="991322" y="1700218"/>
          <a:ext cx="2195512" cy="2924177"/>
        </p:xfrm>
        <a:graphic>
          <a:graphicData uri="http://schemas.openxmlformats.org/drawingml/2006/table">
            <a:tbl>
              <a:tblPr/>
              <a:tblGrid>
                <a:gridCol w="5413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91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5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73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</a:t>
                      </a:r>
                      <a:r>
                        <a:rPr kumimoji="0" lang="en-US" altLang="zh-CN" sz="2400" b="1" i="0" u="none" strike="noStrike" cap="none" normalizeH="0" baseline="-2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</a:t>
                      </a:r>
                      <a:r>
                        <a:rPr kumimoji="0" lang="en-US" altLang="zh-CN" sz="2400" b="1" i="0" u="none" strike="noStrike" cap="none" normalizeH="0" baseline="-2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Y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3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D</a:t>
                      </a:r>
                      <a:r>
                        <a:rPr kumimoji="0" lang="en-US" altLang="zh-CN" sz="2400" b="0" i="0" u="none" strike="noStrike" cap="none" normalizeH="0" baseline="-2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  <a:endParaRPr kumimoji="0" lang="zh-CN" altLang="en-US" sz="24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72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D</a:t>
                      </a:r>
                      <a:r>
                        <a:rPr kumimoji="0" lang="en-US" altLang="zh-CN" sz="2400" b="0" i="0" u="none" strike="noStrike" cap="none" normalizeH="0" baseline="-2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0" lang="zh-CN" altLang="en-US" sz="24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3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D</a:t>
                      </a:r>
                      <a:r>
                        <a:rPr kumimoji="0" lang="en-US" altLang="zh-CN" sz="2400" b="0" i="0" u="none" strike="noStrike" cap="none" normalizeH="0" baseline="-2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endParaRPr kumimoji="0" lang="zh-CN" altLang="en-US" sz="24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D</a:t>
                      </a:r>
                      <a:r>
                        <a:rPr kumimoji="0" lang="en-US" altLang="zh-CN" sz="2400" b="0" i="0" u="none" strike="noStrike" cap="none" normalizeH="0" baseline="-2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  <a:endParaRPr kumimoji="0" lang="zh-CN" altLang="en-US" sz="2400" b="0" i="0" u="none" strike="noStrike" cap="none" normalizeH="0" baseline="-2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Box 38">
            <a:extLst>
              <a:ext uri="{FF2B5EF4-FFF2-40B4-BE49-F238E27FC236}">
                <a16:creationId xmlns:a16="http://schemas.microsoft.com/office/drawing/2014/main" id="{3817BF20-A668-2AC6-97DB-B76201AD6E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9634" y="1023943"/>
            <a:ext cx="12557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>
                <a:latin typeface="Arial" panose="020B0604020202020204" pitchFamily="34" charset="0"/>
              </a:rPr>
              <a:t>功能表</a:t>
            </a:r>
          </a:p>
        </p:txBody>
      </p:sp>
      <p:grpSp>
        <p:nvGrpSpPr>
          <p:cNvPr id="9" name="Group 98">
            <a:extLst>
              <a:ext uri="{FF2B5EF4-FFF2-40B4-BE49-F238E27FC236}">
                <a16:creationId xmlns:a16="http://schemas.microsoft.com/office/drawing/2014/main" id="{5AF206E6-0417-9CF0-6E58-99C8A15B2512}"/>
              </a:ext>
            </a:extLst>
          </p:cNvPr>
          <p:cNvGrpSpPr>
            <a:grpSpLocks/>
          </p:cNvGrpSpPr>
          <p:nvPr/>
        </p:nvGrpSpPr>
        <p:grpSpPr bwMode="auto">
          <a:xfrm>
            <a:off x="3655147" y="808043"/>
            <a:ext cx="5005387" cy="4211637"/>
            <a:chOff x="2381" y="754"/>
            <a:chExt cx="3153" cy="2653"/>
          </a:xfrm>
        </p:grpSpPr>
        <p:grpSp>
          <p:nvGrpSpPr>
            <p:cNvPr id="10" name="Group 85">
              <a:extLst>
                <a:ext uri="{FF2B5EF4-FFF2-40B4-BE49-F238E27FC236}">
                  <a16:creationId xmlns:a16="http://schemas.microsoft.com/office/drawing/2014/main" id="{C842EBDC-5987-2D57-0442-4993907519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1" y="980"/>
              <a:ext cx="3153" cy="2427"/>
              <a:chOff x="2381" y="980"/>
              <a:chExt cx="3153" cy="2427"/>
            </a:xfrm>
          </p:grpSpPr>
          <p:pic>
            <p:nvPicPr>
              <p:cNvPr id="19" name="Picture 84">
                <a:extLst>
                  <a:ext uri="{FF2B5EF4-FFF2-40B4-BE49-F238E27FC236}">
                    <a16:creationId xmlns:a16="http://schemas.microsoft.com/office/drawing/2014/main" id="{8E57826D-29EE-6497-8732-7B5E4163B1F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18" y="1062"/>
                <a:ext cx="2770" cy="23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0" name="Text Box 63">
                <a:extLst>
                  <a:ext uri="{FF2B5EF4-FFF2-40B4-BE49-F238E27FC236}">
                    <a16:creationId xmlns:a16="http://schemas.microsoft.com/office/drawing/2014/main" id="{27EC079B-B18B-D19B-6164-CE5D9684AFE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95" y="3052"/>
                <a:ext cx="30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2400"/>
                  <a:t>S</a:t>
                </a:r>
                <a:r>
                  <a:rPr kumimoji="1" lang="en-US" altLang="zh-CN" sz="2000"/>
                  <a:t>1</a:t>
                </a:r>
                <a:endParaRPr kumimoji="1" lang="en-US" altLang="zh-CN"/>
              </a:p>
            </p:txBody>
          </p:sp>
          <p:sp>
            <p:nvSpPr>
              <p:cNvPr id="21" name="Text Box 64">
                <a:extLst>
                  <a:ext uri="{FF2B5EF4-FFF2-40B4-BE49-F238E27FC236}">
                    <a16:creationId xmlns:a16="http://schemas.microsoft.com/office/drawing/2014/main" id="{C3CB2031-2359-5A5B-DB7C-6DB86BDF0E3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95" y="2659"/>
                <a:ext cx="30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2400"/>
                  <a:t>S</a:t>
                </a:r>
                <a:r>
                  <a:rPr kumimoji="1" lang="en-US" altLang="zh-CN" sz="2000"/>
                  <a:t>0</a:t>
                </a:r>
                <a:endParaRPr kumimoji="1" lang="en-US" altLang="zh-CN"/>
              </a:p>
            </p:txBody>
          </p:sp>
          <p:sp>
            <p:nvSpPr>
              <p:cNvPr id="22" name="Text Box 65">
                <a:extLst>
                  <a:ext uri="{FF2B5EF4-FFF2-40B4-BE49-F238E27FC236}">
                    <a16:creationId xmlns:a16="http://schemas.microsoft.com/office/drawing/2014/main" id="{723A07AE-FF1A-5BC3-A1D8-8935B0F3867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81" y="980"/>
                <a:ext cx="33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2400"/>
                  <a:t>D</a:t>
                </a:r>
                <a:r>
                  <a:rPr kumimoji="1" lang="en-US" altLang="zh-CN" sz="2000"/>
                  <a:t>0</a:t>
                </a:r>
                <a:endParaRPr kumimoji="1" lang="en-US" altLang="zh-CN" sz="2400"/>
              </a:p>
            </p:txBody>
          </p:sp>
          <p:sp>
            <p:nvSpPr>
              <p:cNvPr id="23" name="Text Box 66">
                <a:extLst>
                  <a:ext uri="{FF2B5EF4-FFF2-40B4-BE49-F238E27FC236}">
                    <a16:creationId xmlns:a16="http://schemas.microsoft.com/office/drawing/2014/main" id="{8A6B7BF4-626B-0D39-1448-A526D7B5A64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81" y="1395"/>
                <a:ext cx="33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2400"/>
                  <a:t>D</a:t>
                </a:r>
                <a:r>
                  <a:rPr kumimoji="1" lang="en-US" altLang="zh-CN" sz="2000"/>
                  <a:t>1</a:t>
                </a:r>
                <a:endParaRPr kumimoji="1" lang="en-US" altLang="zh-CN" sz="2400"/>
              </a:p>
            </p:txBody>
          </p:sp>
          <p:sp>
            <p:nvSpPr>
              <p:cNvPr id="24" name="Text Box 67">
                <a:extLst>
                  <a:ext uri="{FF2B5EF4-FFF2-40B4-BE49-F238E27FC236}">
                    <a16:creationId xmlns:a16="http://schemas.microsoft.com/office/drawing/2014/main" id="{56654FD1-CB18-69DE-5E92-A0083E8D950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81" y="1781"/>
                <a:ext cx="33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2400"/>
                  <a:t>D</a:t>
                </a:r>
                <a:r>
                  <a:rPr kumimoji="1" lang="en-US" altLang="zh-CN" sz="2000"/>
                  <a:t>2</a:t>
                </a:r>
                <a:endParaRPr kumimoji="1" lang="en-US" altLang="zh-CN" sz="2400"/>
              </a:p>
            </p:txBody>
          </p:sp>
          <p:sp>
            <p:nvSpPr>
              <p:cNvPr id="25" name="Text Box 68">
                <a:extLst>
                  <a:ext uri="{FF2B5EF4-FFF2-40B4-BE49-F238E27FC236}">
                    <a16:creationId xmlns:a16="http://schemas.microsoft.com/office/drawing/2014/main" id="{B62FCBCC-5164-EDF0-0922-F30E7D4E01B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81" y="2182"/>
                <a:ext cx="33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kumimoji="1" lang="en-US" altLang="zh-CN" sz="2400"/>
                  <a:t>D</a:t>
                </a:r>
                <a:r>
                  <a:rPr kumimoji="1" lang="en-US" altLang="zh-CN" sz="2000"/>
                  <a:t>3</a:t>
                </a:r>
                <a:endParaRPr kumimoji="1" lang="en-US" altLang="zh-CN" sz="2400"/>
              </a:p>
            </p:txBody>
          </p:sp>
          <p:sp>
            <p:nvSpPr>
              <p:cNvPr id="26" name="Rectangle 69">
                <a:extLst>
                  <a:ext uri="{FF2B5EF4-FFF2-40B4-BE49-F238E27FC236}">
                    <a16:creationId xmlns:a16="http://schemas.microsoft.com/office/drawing/2014/main" id="{672D217D-7556-87DB-7F34-69ECBBBA29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0" y="1502"/>
                <a:ext cx="354" cy="246"/>
              </a:xfrm>
              <a:prstGeom prst="rect">
                <a:avLst/>
              </a:prstGeom>
              <a:solidFill>
                <a:srgbClr val="FFFFCC">
                  <a:alpha val="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/>
              <a:lstStyle>
                <a:lvl1pPr marL="342900" indent="-342900"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buFontTx/>
                  <a:buNone/>
                </a:pPr>
                <a:r>
                  <a:rPr lang="en-US" altLang="zh-CN" sz="2400">
                    <a:cs typeface="Times New Roman" panose="02020603050405020304" pitchFamily="18" charset="0"/>
                  </a:rPr>
                  <a:t>Y</a:t>
                </a:r>
              </a:p>
            </p:txBody>
          </p:sp>
        </p:grpSp>
        <p:grpSp>
          <p:nvGrpSpPr>
            <p:cNvPr id="11" name="Group 88">
              <a:extLst>
                <a:ext uri="{FF2B5EF4-FFF2-40B4-BE49-F238E27FC236}">
                  <a16:creationId xmlns:a16="http://schemas.microsoft.com/office/drawing/2014/main" id="{D8904FE6-7E7B-44F0-FB01-E7A32EE024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6" y="754"/>
              <a:ext cx="287" cy="288"/>
              <a:chOff x="3787" y="754"/>
              <a:chExt cx="287" cy="288"/>
            </a:xfrm>
          </p:grpSpPr>
          <p:sp>
            <p:nvSpPr>
              <p:cNvPr id="17" name="Rectangle 86">
                <a:extLst>
                  <a:ext uri="{FF2B5EF4-FFF2-40B4-BE49-F238E27FC236}">
                    <a16:creationId xmlns:a16="http://schemas.microsoft.com/office/drawing/2014/main" id="{5933349C-0F15-E260-23A6-8C5F4E356D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87" y="754"/>
                <a:ext cx="28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/>
                  <a:t>S</a:t>
                </a:r>
                <a:r>
                  <a:rPr lang="en-US" altLang="zh-CN" sz="2400" baseline="-20000"/>
                  <a:t>0</a:t>
                </a:r>
                <a:endParaRPr lang="zh-CN" altLang="en-US" sz="2400" baseline="-20000"/>
              </a:p>
            </p:txBody>
          </p:sp>
          <p:sp>
            <p:nvSpPr>
              <p:cNvPr id="18" name="Line 87">
                <a:extLst>
                  <a:ext uri="{FF2B5EF4-FFF2-40B4-BE49-F238E27FC236}">
                    <a16:creationId xmlns:a16="http://schemas.microsoft.com/office/drawing/2014/main" id="{0E7AAF15-69DE-4FBD-EB9B-047BCC2D30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3" y="799"/>
                <a:ext cx="1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2" name="Group 89">
              <a:extLst>
                <a:ext uri="{FF2B5EF4-FFF2-40B4-BE49-F238E27FC236}">
                  <a16:creationId xmlns:a16="http://schemas.microsoft.com/office/drawing/2014/main" id="{412CE6A0-81D8-18A0-0BA4-D469BBD9C2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38" y="754"/>
              <a:ext cx="287" cy="288"/>
              <a:chOff x="3787" y="754"/>
              <a:chExt cx="287" cy="288"/>
            </a:xfrm>
          </p:grpSpPr>
          <p:sp>
            <p:nvSpPr>
              <p:cNvPr id="15" name="Rectangle 90">
                <a:extLst>
                  <a:ext uri="{FF2B5EF4-FFF2-40B4-BE49-F238E27FC236}">
                    <a16:creationId xmlns:a16="http://schemas.microsoft.com/office/drawing/2014/main" id="{9539D5DE-6CF8-05F1-D4B6-8183B392FD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87" y="754"/>
                <a:ext cx="28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 sz="2400"/>
                  <a:t>S</a:t>
                </a:r>
                <a:r>
                  <a:rPr lang="en-US" altLang="zh-CN" sz="2400" baseline="-20000"/>
                  <a:t>1</a:t>
                </a:r>
                <a:endParaRPr lang="zh-CN" altLang="en-US" sz="2400" baseline="-20000"/>
              </a:p>
            </p:txBody>
          </p:sp>
          <p:sp>
            <p:nvSpPr>
              <p:cNvPr id="16" name="Line 91">
                <a:extLst>
                  <a:ext uri="{FF2B5EF4-FFF2-40B4-BE49-F238E27FC236}">
                    <a16:creationId xmlns:a16="http://schemas.microsoft.com/office/drawing/2014/main" id="{CEDCCD8B-2171-35F2-B613-040D7845B2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3" y="799"/>
                <a:ext cx="1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3" name="Rectangle 93">
              <a:extLst>
                <a:ext uri="{FF2B5EF4-FFF2-40B4-BE49-F238E27FC236}">
                  <a16:creationId xmlns:a16="http://schemas.microsoft.com/office/drawing/2014/main" id="{0441CA65-AB5C-C59B-DD5F-4896D96E9E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2" y="754"/>
              <a:ext cx="28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/>
                <a:t>S</a:t>
              </a:r>
              <a:r>
                <a:rPr lang="en-US" altLang="zh-CN" sz="2400" baseline="-20000"/>
                <a:t>0</a:t>
              </a:r>
              <a:endParaRPr lang="zh-CN" altLang="en-US" sz="2400" baseline="-20000"/>
            </a:p>
          </p:txBody>
        </p:sp>
        <p:sp>
          <p:nvSpPr>
            <p:cNvPr id="14" name="Rectangle 96">
              <a:extLst>
                <a:ext uri="{FF2B5EF4-FFF2-40B4-BE49-F238E27FC236}">
                  <a16:creationId xmlns:a16="http://schemas.microsoft.com/office/drawing/2014/main" id="{79C0953B-2F2A-81FA-22B6-9E587A57A7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4" y="754"/>
              <a:ext cx="28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/>
                <a:t>S</a:t>
              </a:r>
              <a:r>
                <a:rPr lang="en-US" altLang="zh-CN" sz="2400" baseline="-20000"/>
                <a:t>1</a:t>
              </a:r>
              <a:endParaRPr lang="zh-CN" altLang="en-US" sz="2400" baseline="-20000"/>
            </a:p>
          </p:txBody>
        </p:sp>
      </p:grpSp>
      <p:graphicFrame>
        <p:nvGraphicFramePr>
          <p:cNvPr id="27" name="Object 4">
            <a:extLst>
              <a:ext uri="{FF2B5EF4-FFF2-40B4-BE49-F238E27FC236}">
                <a16:creationId xmlns:a16="http://schemas.microsoft.com/office/drawing/2014/main" id="{24AB8F45-69E9-F594-41A6-8362309371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0404317"/>
              </p:ext>
            </p:extLst>
          </p:nvPr>
        </p:nvGraphicFramePr>
        <p:xfrm>
          <a:off x="6499947" y="4875218"/>
          <a:ext cx="1651000" cy="1017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660113" imgH="431613" progId="Equation.3">
                  <p:embed/>
                </p:oleObj>
              </mc:Choice>
              <mc:Fallback>
                <p:oleObj name="公式" r:id="rId5" imgW="660113" imgH="431613" progId="Equation.3">
                  <p:embed/>
                  <p:pic>
                    <p:nvPicPr>
                      <p:cNvPr id="1436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9947" y="4875218"/>
                        <a:ext cx="1651000" cy="1017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文本框 27">
            <a:extLst>
              <a:ext uri="{FF2B5EF4-FFF2-40B4-BE49-F238E27FC236}">
                <a16:creationId xmlns:a16="http://schemas.microsoft.com/office/drawing/2014/main" id="{8596B8F9-4E2C-F918-C4A9-D7E2564BE969}"/>
              </a:ext>
            </a:extLst>
          </p:cNvPr>
          <p:cNvSpPr txBox="1"/>
          <p:nvPr/>
        </p:nvSpPr>
        <p:spPr>
          <a:xfrm>
            <a:off x="4687022" y="6007708"/>
            <a:ext cx="5023860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000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是否可以（应该）使用与门和或门实现？</a:t>
            </a:r>
          </a:p>
        </p:txBody>
      </p:sp>
    </p:spTree>
    <p:extLst>
      <p:ext uri="{BB962C8B-B14F-4D97-AF65-F5344CB8AC3E}">
        <p14:creationId xmlns:p14="http://schemas.microsoft.com/office/powerpoint/2010/main" val="1471954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BF0E77-486B-DC3C-4E58-F33CADB6D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双</a:t>
            </a:r>
            <a:r>
              <a:rPr lang="en-US" altLang="zh-CN" dirty="0"/>
              <a:t>4</a:t>
            </a:r>
            <a:r>
              <a:rPr lang="zh-CN" altLang="en-US" dirty="0"/>
              <a:t>选</a:t>
            </a:r>
            <a:r>
              <a:rPr lang="en-US" altLang="zh-CN" dirty="0"/>
              <a:t>1</a:t>
            </a:r>
            <a:r>
              <a:rPr lang="zh-CN" altLang="en-US" dirty="0"/>
              <a:t>数据选择器</a:t>
            </a:r>
            <a:r>
              <a:rPr lang="en-US" altLang="zh-CN" dirty="0"/>
              <a:t>74x153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DF5C80-EC5B-426F-DF5F-3F5D72DCCA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公用通道选择控制</a:t>
            </a:r>
          </a:p>
          <a:p>
            <a:r>
              <a:rPr lang="zh-CN" altLang="en-US" dirty="0"/>
              <a:t>独立选通</a:t>
            </a:r>
            <a:r>
              <a:rPr lang="en-US" altLang="zh-CN" dirty="0"/>
              <a:t>(</a:t>
            </a:r>
            <a:r>
              <a:rPr lang="zh-CN" altLang="en-US" dirty="0"/>
              <a:t>使能</a:t>
            </a:r>
            <a:r>
              <a:rPr lang="en-US" altLang="zh-CN" dirty="0"/>
              <a:t>)</a:t>
            </a:r>
            <a:r>
              <a:rPr lang="zh-CN" altLang="en-US" dirty="0"/>
              <a:t>控制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43C2713-31C6-5DBD-E821-FF7A6A4BE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7. </a:t>
            </a:r>
            <a:r>
              <a:rPr lang="zh-CN" altLang="en-US"/>
              <a:t>组合逻辑电路</a:t>
            </a:r>
            <a:r>
              <a:rPr lang="en-US" altLang="zh-CN"/>
              <a:t>3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6521353-DAB8-4CAA-4162-0A72ABDC5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9</a:t>
            </a:fld>
            <a:r>
              <a:rPr lang="en-US" altLang="zh-CN" dirty="0"/>
              <a:t>/13</a:t>
            </a:r>
            <a:endParaRPr lang="en-US" dirty="0"/>
          </a:p>
        </p:txBody>
      </p:sp>
      <p:sp>
        <p:nvSpPr>
          <p:cNvPr id="6" name="Line 15">
            <a:extLst>
              <a:ext uri="{FF2B5EF4-FFF2-40B4-BE49-F238E27FC236}">
                <a16:creationId xmlns:a16="http://schemas.microsoft.com/office/drawing/2014/main" id="{C5F43972-6403-FBC2-B81E-661C485D9209}"/>
              </a:ext>
            </a:extLst>
          </p:cNvPr>
          <p:cNvSpPr>
            <a:spLocks noChangeShapeType="1"/>
          </p:cNvSpPr>
          <p:nvPr/>
        </p:nvSpPr>
        <p:spPr bwMode="auto">
          <a:xfrm>
            <a:off x="8367713" y="4394993"/>
            <a:ext cx="64928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Text Box 16">
            <a:extLst>
              <a:ext uri="{FF2B5EF4-FFF2-40B4-BE49-F238E27FC236}">
                <a16:creationId xmlns:a16="http://schemas.microsoft.com/office/drawing/2014/main" id="{DCD1E3E1-A999-4F3E-69F5-305FB04237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2925" y="1377156"/>
            <a:ext cx="1474788" cy="410368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 anchorCtr="1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  </a:t>
            </a: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8" name="Text Box 18">
            <a:extLst>
              <a:ext uri="{FF2B5EF4-FFF2-40B4-BE49-F238E27FC236}">
                <a16:creationId xmlns:a16="http://schemas.microsoft.com/office/drawing/2014/main" id="{B2744FD2-CF8A-BC68-DBB1-73A43423DC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7963" y="4196556"/>
            <a:ext cx="5318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 b="0"/>
              <a:t>Y</a:t>
            </a:r>
            <a:r>
              <a:rPr lang="en-US" altLang="zh-CN" sz="1800" b="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9" name="Line 20">
            <a:extLst>
              <a:ext uri="{FF2B5EF4-FFF2-40B4-BE49-F238E27FC236}">
                <a16:creationId xmlns:a16="http://schemas.microsoft.com/office/drawing/2014/main" id="{1E0DDB42-6893-3C50-DDCF-E8CFABD923D4}"/>
              </a:ext>
            </a:extLst>
          </p:cNvPr>
          <p:cNvSpPr>
            <a:spLocks noChangeShapeType="1"/>
          </p:cNvSpPr>
          <p:nvPr/>
        </p:nvSpPr>
        <p:spPr bwMode="auto">
          <a:xfrm>
            <a:off x="7370763" y="5480843"/>
            <a:ext cx="0" cy="3968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Text Box 21">
            <a:extLst>
              <a:ext uri="{FF2B5EF4-FFF2-40B4-BE49-F238E27FC236}">
                <a16:creationId xmlns:a16="http://schemas.microsoft.com/office/drawing/2014/main" id="{F5FF2514-B27F-E019-9B72-328AFFBD89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3275" y="5012531"/>
            <a:ext cx="4683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400" b="0"/>
              <a:t>S</a:t>
            </a:r>
            <a:r>
              <a:rPr lang="en-US" altLang="zh-CN" sz="1800" b="0"/>
              <a:t>1</a:t>
            </a:r>
          </a:p>
        </p:txBody>
      </p:sp>
      <p:sp>
        <p:nvSpPr>
          <p:cNvPr id="11" name="Line 22">
            <a:extLst>
              <a:ext uri="{FF2B5EF4-FFF2-40B4-BE49-F238E27FC236}">
                <a16:creationId xmlns:a16="http://schemas.microsoft.com/office/drawing/2014/main" id="{C62CA6A4-0EC3-B472-F6D4-D1991B5DE312}"/>
              </a:ext>
            </a:extLst>
          </p:cNvPr>
          <p:cNvSpPr>
            <a:spLocks noChangeShapeType="1"/>
          </p:cNvSpPr>
          <p:nvPr/>
        </p:nvSpPr>
        <p:spPr bwMode="auto">
          <a:xfrm>
            <a:off x="7874000" y="5480843"/>
            <a:ext cx="0" cy="3968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Text Box 23">
            <a:extLst>
              <a:ext uri="{FF2B5EF4-FFF2-40B4-BE49-F238E27FC236}">
                <a16:creationId xmlns:a16="http://schemas.microsoft.com/office/drawing/2014/main" id="{881D5902-C843-F4D8-CA1F-384837FE5F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6513" y="5012531"/>
            <a:ext cx="4683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400" b="0"/>
              <a:t>S</a:t>
            </a:r>
            <a:r>
              <a:rPr lang="en-US" altLang="zh-CN" sz="1800" b="0"/>
              <a:t>0</a:t>
            </a:r>
          </a:p>
        </p:txBody>
      </p:sp>
      <p:sp>
        <p:nvSpPr>
          <p:cNvPr id="13" name="Rectangle 30">
            <a:extLst>
              <a:ext uri="{FF2B5EF4-FFF2-40B4-BE49-F238E27FC236}">
                <a16:creationId xmlns:a16="http://schemas.microsoft.com/office/drawing/2014/main" id="{1894D25A-D51D-31F7-C25D-71A866CC3B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4725" y="3244056"/>
            <a:ext cx="914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400" b="0"/>
              <a:t>74x153</a:t>
            </a:r>
            <a:endParaRPr lang="zh-CN" altLang="en-US" sz="2400" b="0"/>
          </a:p>
        </p:txBody>
      </p:sp>
      <p:sp>
        <p:nvSpPr>
          <p:cNvPr id="14" name="Line 33">
            <a:extLst>
              <a:ext uri="{FF2B5EF4-FFF2-40B4-BE49-F238E27FC236}">
                <a16:creationId xmlns:a16="http://schemas.microsoft.com/office/drawing/2014/main" id="{1F3BCE56-E379-1EE6-52B5-F45FC218502C}"/>
              </a:ext>
            </a:extLst>
          </p:cNvPr>
          <p:cNvSpPr>
            <a:spLocks noChangeShapeType="1"/>
          </p:cNvSpPr>
          <p:nvPr/>
        </p:nvSpPr>
        <p:spPr bwMode="auto">
          <a:xfrm>
            <a:off x="8367713" y="2475706"/>
            <a:ext cx="64928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Text Box 35">
            <a:extLst>
              <a:ext uri="{FF2B5EF4-FFF2-40B4-BE49-F238E27FC236}">
                <a16:creationId xmlns:a16="http://schemas.microsoft.com/office/drawing/2014/main" id="{886BFA31-DD92-BC45-EDCF-B846C3CA34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7963" y="2277268"/>
            <a:ext cx="5191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 b="0"/>
              <a:t>Y</a:t>
            </a:r>
            <a:r>
              <a:rPr lang="en-US" altLang="zh-CN" sz="1800" b="0"/>
              <a:t>1</a:t>
            </a:r>
            <a:endParaRPr lang="en-US" altLang="zh-CN" sz="1600" b="0"/>
          </a:p>
        </p:txBody>
      </p:sp>
      <p:grpSp>
        <p:nvGrpSpPr>
          <p:cNvPr id="16" name="Group 54">
            <a:extLst>
              <a:ext uri="{FF2B5EF4-FFF2-40B4-BE49-F238E27FC236}">
                <a16:creationId xmlns:a16="http://schemas.microsoft.com/office/drawing/2014/main" id="{84ABAB18-6D16-B849-D124-D47D98FFBC31}"/>
              </a:ext>
            </a:extLst>
          </p:cNvPr>
          <p:cNvGrpSpPr>
            <a:grpSpLocks/>
          </p:cNvGrpSpPr>
          <p:nvPr/>
        </p:nvGrpSpPr>
        <p:grpSpPr bwMode="auto">
          <a:xfrm>
            <a:off x="6278563" y="1772443"/>
            <a:ext cx="1230312" cy="1493838"/>
            <a:chOff x="3446" y="1366"/>
            <a:chExt cx="775" cy="941"/>
          </a:xfrm>
        </p:grpSpPr>
        <p:sp>
          <p:nvSpPr>
            <p:cNvPr id="17" name="Line 34">
              <a:extLst>
                <a:ext uri="{FF2B5EF4-FFF2-40B4-BE49-F238E27FC236}">
                  <a16:creationId xmlns:a16="http://schemas.microsoft.com/office/drawing/2014/main" id="{902999E6-ACBA-FC1A-A8BA-0ECBFF2181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6" y="1499"/>
              <a:ext cx="38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Text Box 36">
              <a:extLst>
                <a:ext uri="{FF2B5EF4-FFF2-40B4-BE49-F238E27FC236}">
                  <a16:creationId xmlns:a16="http://schemas.microsoft.com/office/drawing/2014/main" id="{529D8326-1DD6-80AE-9CC3-786407FFE8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22" y="1366"/>
              <a:ext cx="39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 b="0"/>
                <a:t>D</a:t>
              </a:r>
              <a:r>
                <a:rPr lang="en-US" altLang="zh-CN" sz="1800" b="0"/>
                <a:t>10</a:t>
              </a:r>
            </a:p>
          </p:txBody>
        </p:sp>
        <p:sp>
          <p:nvSpPr>
            <p:cNvPr id="19" name="Line 37">
              <a:extLst>
                <a:ext uri="{FF2B5EF4-FFF2-40B4-BE49-F238E27FC236}">
                  <a16:creationId xmlns:a16="http://schemas.microsoft.com/office/drawing/2014/main" id="{38D2FFFF-4F18-5E29-D4D1-C6AA4AE022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6" y="1715"/>
              <a:ext cx="38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Text Box 38">
              <a:extLst>
                <a:ext uri="{FF2B5EF4-FFF2-40B4-BE49-F238E27FC236}">
                  <a16:creationId xmlns:a16="http://schemas.microsoft.com/office/drawing/2014/main" id="{9FE221DA-0C80-42F9-999E-AD89A07230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22" y="1582"/>
              <a:ext cx="39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 b="0"/>
                <a:t>D</a:t>
              </a:r>
              <a:r>
                <a:rPr lang="en-US" altLang="zh-CN" sz="1800" b="0"/>
                <a:t>11</a:t>
              </a:r>
            </a:p>
          </p:txBody>
        </p:sp>
        <p:sp>
          <p:nvSpPr>
            <p:cNvPr id="21" name="Line 39">
              <a:extLst>
                <a:ext uri="{FF2B5EF4-FFF2-40B4-BE49-F238E27FC236}">
                  <a16:creationId xmlns:a16="http://schemas.microsoft.com/office/drawing/2014/main" id="{2530B903-AE59-27CB-8290-497A57C7B7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6" y="1937"/>
              <a:ext cx="38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Text Box 40">
              <a:extLst>
                <a:ext uri="{FF2B5EF4-FFF2-40B4-BE49-F238E27FC236}">
                  <a16:creationId xmlns:a16="http://schemas.microsoft.com/office/drawing/2014/main" id="{29C2780E-D0E4-1717-0D5D-A538C18DA7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22" y="1804"/>
              <a:ext cx="39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 b="0"/>
                <a:t>D</a:t>
              </a:r>
              <a:r>
                <a:rPr lang="en-US" altLang="zh-CN" sz="1800" b="0"/>
                <a:t>12</a:t>
              </a:r>
            </a:p>
          </p:txBody>
        </p:sp>
        <p:sp>
          <p:nvSpPr>
            <p:cNvPr id="23" name="Line 41">
              <a:extLst>
                <a:ext uri="{FF2B5EF4-FFF2-40B4-BE49-F238E27FC236}">
                  <a16:creationId xmlns:a16="http://schemas.microsoft.com/office/drawing/2014/main" id="{CD0C7C18-A5E1-D8EC-9328-4CAA6C76E8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6" y="2153"/>
              <a:ext cx="38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Text Box 42">
              <a:extLst>
                <a:ext uri="{FF2B5EF4-FFF2-40B4-BE49-F238E27FC236}">
                  <a16:creationId xmlns:a16="http://schemas.microsoft.com/office/drawing/2014/main" id="{23941525-7736-7565-3DF8-2FC11F2A28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22" y="2019"/>
              <a:ext cx="39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 b="0"/>
                <a:t>D</a:t>
              </a:r>
              <a:r>
                <a:rPr lang="en-US" altLang="zh-CN" sz="1800" b="0"/>
                <a:t>13</a:t>
              </a:r>
            </a:p>
          </p:txBody>
        </p:sp>
      </p:grpSp>
      <p:sp>
        <p:nvSpPr>
          <p:cNvPr id="25" name="Line 46">
            <a:extLst>
              <a:ext uri="{FF2B5EF4-FFF2-40B4-BE49-F238E27FC236}">
                <a16:creationId xmlns:a16="http://schemas.microsoft.com/office/drawing/2014/main" id="{DBB2AC7D-259D-CDF5-A127-9DF084D2167C}"/>
              </a:ext>
            </a:extLst>
          </p:cNvPr>
          <p:cNvSpPr>
            <a:spLocks noChangeShapeType="1"/>
          </p:cNvSpPr>
          <p:nvPr/>
        </p:nvSpPr>
        <p:spPr bwMode="auto">
          <a:xfrm>
            <a:off x="6280150" y="1659731"/>
            <a:ext cx="6127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Text Box 47">
            <a:extLst>
              <a:ext uri="{FF2B5EF4-FFF2-40B4-BE49-F238E27FC236}">
                <a16:creationId xmlns:a16="http://schemas.microsoft.com/office/drawing/2014/main" id="{33068EBA-CA25-7B62-5BA8-64B532911F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7050" y="1448593"/>
            <a:ext cx="4841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 b="0"/>
              <a:t>E</a:t>
            </a:r>
            <a:r>
              <a:rPr lang="en-US" altLang="zh-CN" sz="1800" b="0"/>
              <a:t>1</a:t>
            </a:r>
          </a:p>
        </p:txBody>
      </p:sp>
      <p:sp>
        <p:nvSpPr>
          <p:cNvPr id="27" name="Line 17">
            <a:extLst>
              <a:ext uri="{FF2B5EF4-FFF2-40B4-BE49-F238E27FC236}">
                <a16:creationId xmlns:a16="http://schemas.microsoft.com/office/drawing/2014/main" id="{A8401060-2B90-9755-9925-57CC92744CEE}"/>
              </a:ext>
            </a:extLst>
          </p:cNvPr>
          <p:cNvSpPr>
            <a:spLocks noChangeShapeType="1"/>
          </p:cNvSpPr>
          <p:nvPr/>
        </p:nvSpPr>
        <p:spPr bwMode="auto">
          <a:xfrm>
            <a:off x="6278563" y="3874293"/>
            <a:ext cx="6127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" name="Text Box 19">
            <a:extLst>
              <a:ext uri="{FF2B5EF4-FFF2-40B4-BE49-F238E27FC236}">
                <a16:creationId xmlns:a16="http://schemas.microsoft.com/office/drawing/2014/main" id="{5285E50E-8B5A-EF38-7ACC-F4E4E0D9F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5463" y="3663156"/>
            <a:ext cx="6334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 b="0"/>
              <a:t>D</a:t>
            </a:r>
            <a:r>
              <a:rPr lang="en-US" altLang="zh-CN" sz="1800" b="0"/>
              <a:t>20</a:t>
            </a:r>
          </a:p>
        </p:txBody>
      </p:sp>
      <p:sp>
        <p:nvSpPr>
          <p:cNvPr id="29" name="Line 24">
            <a:extLst>
              <a:ext uri="{FF2B5EF4-FFF2-40B4-BE49-F238E27FC236}">
                <a16:creationId xmlns:a16="http://schemas.microsoft.com/office/drawing/2014/main" id="{675EEA15-AD84-F452-5EC5-0A71E5800DFA}"/>
              </a:ext>
            </a:extLst>
          </p:cNvPr>
          <p:cNvSpPr>
            <a:spLocks noChangeShapeType="1"/>
          </p:cNvSpPr>
          <p:nvPr/>
        </p:nvSpPr>
        <p:spPr bwMode="auto">
          <a:xfrm>
            <a:off x="6278563" y="4217193"/>
            <a:ext cx="6127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Text Box 25">
            <a:extLst>
              <a:ext uri="{FF2B5EF4-FFF2-40B4-BE49-F238E27FC236}">
                <a16:creationId xmlns:a16="http://schemas.microsoft.com/office/drawing/2014/main" id="{9B4C1035-7B9B-91CE-7C7F-16C4234ADE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5463" y="4006056"/>
            <a:ext cx="6334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 b="0"/>
              <a:t>D</a:t>
            </a:r>
            <a:r>
              <a:rPr lang="en-US" altLang="zh-CN" sz="1800" b="0"/>
              <a:t>21</a:t>
            </a:r>
          </a:p>
        </p:txBody>
      </p:sp>
      <p:sp>
        <p:nvSpPr>
          <p:cNvPr id="31" name="Line 26">
            <a:extLst>
              <a:ext uri="{FF2B5EF4-FFF2-40B4-BE49-F238E27FC236}">
                <a16:creationId xmlns:a16="http://schemas.microsoft.com/office/drawing/2014/main" id="{3677A209-AFEC-3CBE-3F21-346B1B918B9C}"/>
              </a:ext>
            </a:extLst>
          </p:cNvPr>
          <p:cNvSpPr>
            <a:spLocks noChangeShapeType="1"/>
          </p:cNvSpPr>
          <p:nvPr/>
        </p:nvSpPr>
        <p:spPr bwMode="auto">
          <a:xfrm>
            <a:off x="6278563" y="4569618"/>
            <a:ext cx="6127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" name="Text Box 27">
            <a:extLst>
              <a:ext uri="{FF2B5EF4-FFF2-40B4-BE49-F238E27FC236}">
                <a16:creationId xmlns:a16="http://schemas.microsoft.com/office/drawing/2014/main" id="{F1C86564-56C5-25B7-BC2E-B1CC35BCB1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5463" y="4358481"/>
            <a:ext cx="6334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 b="0"/>
              <a:t>D</a:t>
            </a:r>
            <a:r>
              <a:rPr lang="en-US" altLang="zh-CN" sz="1800" b="0"/>
              <a:t>22</a:t>
            </a:r>
          </a:p>
        </p:txBody>
      </p:sp>
      <p:sp>
        <p:nvSpPr>
          <p:cNvPr id="33" name="Line 28">
            <a:extLst>
              <a:ext uri="{FF2B5EF4-FFF2-40B4-BE49-F238E27FC236}">
                <a16:creationId xmlns:a16="http://schemas.microsoft.com/office/drawing/2014/main" id="{6EF77385-420E-C9FA-2569-70AB714D9FA1}"/>
              </a:ext>
            </a:extLst>
          </p:cNvPr>
          <p:cNvSpPr>
            <a:spLocks noChangeShapeType="1"/>
          </p:cNvSpPr>
          <p:nvPr/>
        </p:nvSpPr>
        <p:spPr bwMode="auto">
          <a:xfrm>
            <a:off x="6278563" y="4912518"/>
            <a:ext cx="6127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" name="Text Box 29">
            <a:extLst>
              <a:ext uri="{FF2B5EF4-FFF2-40B4-BE49-F238E27FC236}">
                <a16:creationId xmlns:a16="http://schemas.microsoft.com/office/drawing/2014/main" id="{435A4EDF-7302-74AF-4D63-B693544662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5463" y="4699793"/>
            <a:ext cx="6334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 b="0"/>
              <a:t>D</a:t>
            </a:r>
            <a:r>
              <a:rPr lang="en-US" altLang="zh-CN" sz="1800" b="0"/>
              <a:t>23</a:t>
            </a:r>
          </a:p>
        </p:txBody>
      </p:sp>
      <p:sp>
        <p:nvSpPr>
          <p:cNvPr id="35" name="Line 51">
            <a:extLst>
              <a:ext uri="{FF2B5EF4-FFF2-40B4-BE49-F238E27FC236}">
                <a16:creationId xmlns:a16="http://schemas.microsoft.com/office/drawing/2014/main" id="{C515958E-CFB5-144E-3A83-C612C4E7302D}"/>
              </a:ext>
            </a:extLst>
          </p:cNvPr>
          <p:cNvSpPr>
            <a:spLocks noChangeShapeType="1"/>
          </p:cNvSpPr>
          <p:nvPr/>
        </p:nvSpPr>
        <p:spPr bwMode="auto">
          <a:xfrm>
            <a:off x="6280150" y="3532981"/>
            <a:ext cx="6127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" name="Text Box 52">
            <a:extLst>
              <a:ext uri="{FF2B5EF4-FFF2-40B4-BE49-F238E27FC236}">
                <a16:creationId xmlns:a16="http://schemas.microsoft.com/office/drawing/2014/main" id="{564DBAA7-0331-BB1F-A582-D680A690C8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7050" y="3321843"/>
            <a:ext cx="4841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 b="0"/>
              <a:t>E</a:t>
            </a:r>
            <a:r>
              <a:rPr lang="en-US" altLang="zh-CN" sz="1800" b="0"/>
              <a:t>2</a:t>
            </a:r>
          </a:p>
        </p:txBody>
      </p:sp>
      <p:sp>
        <p:nvSpPr>
          <p:cNvPr id="37" name="Oval 471">
            <a:extLst>
              <a:ext uri="{FF2B5EF4-FFF2-40B4-BE49-F238E27FC236}">
                <a16:creationId xmlns:a16="http://schemas.microsoft.com/office/drawing/2014/main" id="{22DF9577-53F7-6E7C-0CB4-9312210427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9738" y="1593056"/>
            <a:ext cx="103187" cy="10795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38" name="Oval 472">
            <a:extLst>
              <a:ext uri="{FF2B5EF4-FFF2-40B4-BE49-F238E27FC236}">
                <a16:creationId xmlns:a16="http://schemas.microsoft.com/office/drawing/2014/main" id="{2AB6C485-911F-FB4D-CF07-06598329DA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9738" y="3464718"/>
            <a:ext cx="103187" cy="10795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graphicFrame>
        <p:nvGraphicFramePr>
          <p:cNvPr id="39" name="Group 466">
            <a:extLst>
              <a:ext uri="{FF2B5EF4-FFF2-40B4-BE49-F238E27FC236}">
                <a16:creationId xmlns:a16="http://schemas.microsoft.com/office/drawing/2014/main" id="{B06C22E8-142F-263F-6851-7151D7D07E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7509154"/>
              </p:ext>
            </p:extLst>
          </p:nvPr>
        </p:nvGraphicFramePr>
        <p:xfrm>
          <a:off x="1239838" y="2495232"/>
          <a:ext cx="2916237" cy="2771777"/>
        </p:xfrm>
        <a:graphic>
          <a:graphicData uri="http://schemas.openxmlformats.org/drawingml/2006/table">
            <a:tbl>
              <a:tblPr/>
              <a:tblGrid>
                <a:gridCol w="73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86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0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7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65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</a:t>
                      </a:r>
                      <a:r>
                        <a:rPr kumimoji="0" lang="en-US" altLang="zh-CN" sz="2400" b="1" i="0" u="none" strike="noStrike" cap="none" normalizeH="0" baseline="-1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</a:t>
                      </a:r>
                      <a:r>
                        <a:rPr kumimoji="0" lang="en-US" altLang="zh-CN" sz="2400" b="1" i="0" u="none" strike="noStrike" cap="none" normalizeH="0" baseline="-1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Y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60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x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2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D</a:t>
                      </a:r>
                      <a:r>
                        <a:rPr kumimoji="0" lang="en-US" altLang="zh-CN" sz="2400" b="0" i="0" u="none" strike="noStrike" cap="none" normalizeH="0" baseline="-1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  <a:endParaRPr kumimoji="0" lang="zh-CN" altLang="en-US" sz="2400" b="0" i="0" u="none" strike="noStrike" cap="none" normalizeH="0" baseline="-1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60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D</a:t>
                      </a:r>
                      <a:r>
                        <a:rPr kumimoji="0" lang="en-US" altLang="zh-CN" sz="2400" b="0" i="0" u="none" strike="noStrike" cap="none" normalizeH="0" baseline="-1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0" lang="zh-CN" altLang="en-US" sz="2400" b="0" i="0" u="none" strike="noStrike" cap="none" normalizeH="0" baseline="-1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D</a:t>
                      </a:r>
                      <a:r>
                        <a:rPr kumimoji="0" lang="en-US" altLang="zh-CN" sz="2400" b="0" i="0" u="none" strike="noStrike" cap="none" normalizeH="0" baseline="-1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endParaRPr kumimoji="0" lang="zh-CN" altLang="en-US" sz="2400" b="0" i="0" u="none" strike="noStrike" cap="none" normalizeH="0" baseline="-1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60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D</a:t>
                      </a:r>
                      <a:r>
                        <a:rPr kumimoji="0" lang="en-US" altLang="zh-CN" sz="2400" b="0" i="0" u="none" strike="noStrike" cap="none" normalizeH="0" baseline="-1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  <a:endParaRPr kumimoji="0" lang="zh-CN" altLang="en-US" sz="2400" b="0" i="0" u="none" strike="noStrike" cap="none" normalizeH="0" baseline="-1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0" name="Line 467">
            <a:extLst>
              <a:ext uri="{FF2B5EF4-FFF2-40B4-BE49-F238E27FC236}">
                <a16:creationId xmlns:a16="http://schemas.microsoft.com/office/drawing/2014/main" id="{2340079E-4611-E444-5F5A-DDBE4CDFAF88}"/>
              </a:ext>
            </a:extLst>
          </p:cNvPr>
          <p:cNvSpPr>
            <a:spLocks noChangeShapeType="1"/>
          </p:cNvSpPr>
          <p:nvPr/>
        </p:nvSpPr>
        <p:spPr bwMode="auto">
          <a:xfrm>
            <a:off x="1492250" y="2601594"/>
            <a:ext cx="2159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" name="Text Box 469">
            <a:extLst>
              <a:ext uri="{FF2B5EF4-FFF2-40B4-BE49-F238E27FC236}">
                <a16:creationId xmlns:a16="http://schemas.microsoft.com/office/drawing/2014/main" id="{945C83BD-B33D-E012-F51B-0279475D21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6763" y="1918969"/>
            <a:ext cx="11033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400">
                <a:latin typeface="Arial" panose="020B0604020202020204" pitchFamily="34" charset="0"/>
              </a:rPr>
              <a:t>功能表</a:t>
            </a:r>
          </a:p>
        </p:txBody>
      </p:sp>
    </p:spTree>
    <p:extLst>
      <p:ext uri="{BB962C8B-B14F-4D97-AF65-F5344CB8AC3E}">
        <p14:creationId xmlns:p14="http://schemas.microsoft.com/office/powerpoint/2010/main" val="34533649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502976-4DE2-2A1D-2DCC-258EEB157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8</a:t>
            </a:r>
            <a:r>
              <a:rPr lang="zh-CN" altLang="en-US" dirty="0"/>
              <a:t>选</a:t>
            </a:r>
            <a:r>
              <a:rPr lang="en-US" altLang="zh-CN" dirty="0"/>
              <a:t>1</a:t>
            </a:r>
            <a:r>
              <a:rPr lang="zh-CN" altLang="en-US" dirty="0"/>
              <a:t>数据选择器</a:t>
            </a:r>
            <a:r>
              <a:rPr lang="en-US" altLang="zh-CN" dirty="0"/>
              <a:t>74x151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D5EB87-CF54-FB22-3A6F-BEAE5BCBDA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带使能和互补输出的</a:t>
            </a:r>
            <a:r>
              <a:rPr lang="en-US" altLang="zh-CN" dirty="0"/>
              <a:t>8</a:t>
            </a:r>
            <a:r>
              <a:rPr lang="zh-CN" altLang="en-US" dirty="0"/>
              <a:t>通道数据选择器</a:t>
            </a:r>
          </a:p>
          <a:p>
            <a:pPr lvl="1"/>
            <a:r>
              <a:rPr lang="en-US" altLang="zh-CN" dirty="0"/>
              <a:t>D</a:t>
            </a:r>
            <a:r>
              <a:rPr lang="en-US" altLang="zh-CN" baseline="-25000" dirty="0"/>
              <a:t>0</a:t>
            </a:r>
            <a:r>
              <a:rPr lang="en-US" altLang="zh-CN" dirty="0"/>
              <a:t>~D</a:t>
            </a:r>
            <a:r>
              <a:rPr lang="en-US" altLang="zh-CN" baseline="-25000" dirty="0"/>
              <a:t>7</a:t>
            </a:r>
            <a:r>
              <a:rPr lang="zh-CN" altLang="en-US" dirty="0"/>
              <a:t>：</a:t>
            </a:r>
            <a:r>
              <a:rPr lang="en-US" altLang="zh-CN" dirty="0"/>
              <a:t>8 </a:t>
            </a:r>
            <a:r>
              <a:rPr lang="zh-CN" altLang="en-US" dirty="0"/>
              <a:t>路数据输入</a:t>
            </a:r>
          </a:p>
          <a:p>
            <a:pPr lvl="1"/>
            <a:r>
              <a:rPr lang="en-US" altLang="zh-CN" dirty="0"/>
              <a:t>Y</a:t>
            </a:r>
            <a:r>
              <a:rPr lang="zh-CN" altLang="en-US" dirty="0"/>
              <a:t>、</a:t>
            </a:r>
            <a:r>
              <a:rPr lang="en-US" altLang="zh-CN" dirty="0"/>
              <a:t>Y</a:t>
            </a:r>
            <a:r>
              <a:rPr lang="zh-CN" altLang="en-US" dirty="0"/>
              <a:t>：互补输出</a:t>
            </a:r>
          </a:p>
          <a:p>
            <a:pPr lvl="1"/>
            <a:r>
              <a:rPr lang="en-US" altLang="zh-CN" dirty="0"/>
              <a:t>S</a:t>
            </a:r>
            <a:r>
              <a:rPr lang="en-US" altLang="zh-CN" baseline="-25000" dirty="0"/>
              <a:t>2</a:t>
            </a:r>
            <a:r>
              <a:rPr lang="en-US" altLang="zh-CN" dirty="0"/>
              <a:t>~S</a:t>
            </a:r>
            <a:r>
              <a:rPr lang="en-US" altLang="zh-CN" baseline="-25000" dirty="0"/>
              <a:t>0</a:t>
            </a:r>
            <a:r>
              <a:rPr lang="en-US" altLang="zh-CN" dirty="0"/>
              <a:t> </a:t>
            </a:r>
            <a:r>
              <a:rPr lang="zh-CN" altLang="en-US" dirty="0"/>
              <a:t>：通道选择输入，</a:t>
            </a:r>
            <a:r>
              <a:rPr lang="en-US" altLang="zh-CN" dirty="0"/>
              <a:t>S</a:t>
            </a:r>
            <a:r>
              <a:rPr lang="en-US" altLang="zh-CN" baseline="-25000" dirty="0"/>
              <a:t>2</a:t>
            </a:r>
            <a:r>
              <a:rPr lang="zh-CN" altLang="en-US" dirty="0"/>
              <a:t>为最高位</a:t>
            </a:r>
          </a:p>
          <a:p>
            <a:pPr lvl="1"/>
            <a:r>
              <a:rPr lang="en-US" altLang="zh-CN" dirty="0"/>
              <a:t>E</a:t>
            </a:r>
            <a:r>
              <a:rPr lang="zh-CN" altLang="en-US" dirty="0"/>
              <a:t>：使能输入，低电平有效</a:t>
            </a:r>
          </a:p>
          <a:p>
            <a:pPr lvl="2">
              <a:spcBef>
                <a:spcPct val="15000"/>
              </a:spcBef>
            </a:pPr>
            <a:r>
              <a:rPr lang="en-US" altLang="zh-CN" sz="2400" dirty="0"/>
              <a:t>E=0</a:t>
            </a:r>
            <a:r>
              <a:rPr lang="zh-CN" altLang="en-US" sz="2400" dirty="0"/>
              <a:t>时，</a:t>
            </a:r>
            <a:r>
              <a:rPr lang="en-US" altLang="zh-CN" sz="2400" dirty="0"/>
              <a:t>Y=D</a:t>
            </a:r>
            <a:r>
              <a:rPr lang="en-US" altLang="zh-CN" sz="2400" baseline="-25000" dirty="0"/>
              <a:t>i</a:t>
            </a:r>
            <a:r>
              <a:rPr lang="zh-CN" altLang="en-US" sz="2400" dirty="0"/>
              <a:t>，</a:t>
            </a:r>
            <a:r>
              <a:rPr lang="en-US" altLang="zh-CN" sz="2400" dirty="0"/>
              <a:t>Y= D</a:t>
            </a:r>
            <a:r>
              <a:rPr lang="en-US" altLang="zh-CN" sz="2400" baseline="-25000" dirty="0"/>
              <a:t>i</a:t>
            </a:r>
          </a:p>
          <a:p>
            <a:pPr lvl="2">
              <a:spcBef>
                <a:spcPct val="15000"/>
              </a:spcBef>
            </a:pPr>
            <a:r>
              <a:rPr lang="en-US" altLang="zh-CN" sz="2400" dirty="0"/>
              <a:t>E=1</a:t>
            </a:r>
            <a:r>
              <a:rPr lang="zh-CN" altLang="en-US" sz="2400" dirty="0"/>
              <a:t>时，</a:t>
            </a:r>
            <a:r>
              <a:rPr lang="en-US" altLang="zh-CN" sz="2400" dirty="0"/>
              <a:t>Y=0</a:t>
            </a:r>
            <a:r>
              <a:rPr lang="zh-CN" altLang="en-US" sz="2400" dirty="0"/>
              <a:t>，</a:t>
            </a:r>
            <a:r>
              <a:rPr lang="en-US" altLang="zh-CN" sz="2400" dirty="0"/>
              <a:t>Y=1</a:t>
            </a:r>
            <a:endParaRPr kumimoji="1" lang="zh-CN" altLang="en-US" sz="2400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A8277F9-C076-58A2-6B8A-93CFB6292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7. </a:t>
            </a:r>
            <a:r>
              <a:rPr lang="zh-CN" altLang="en-US"/>
              <a:t>组合逻辑电路</a:t>
            </a:r>
            <a:r>
              <a:rPr lang="en-US" altLang="zh-CN"/>
              <a:t>3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00FDAE8-5B23-E03B-5DA0-7B2DF9285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10</a:t>
            </a:fld>
            <a:r>
              <a:rPr lang="en-US" altLang="zh-CN" dirty="0"/>
              <a:t>/13</a:t>
            </a:r>
            <a:endParaRPr lang="en-US" dirty="0"/>
          </a:p>
        </p:txBody>
      </p:sp>
      <p:sp>
        <p:nvSpPr>
          <p:cNvPr id="6" name="Line 11">
            <a:extLst>
              <a:ext uri="{FF2B5EF4-FFF2-40B4-BE49-F238E27FC236}">
                <a16:creationId xmlns:a16="http://schemas.microsoft.com/office/drawing/2014/main" id="{BE12714E-F2E7-869E-7583-CE83A8E5FBA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89154" y="1558977"/>
            <a:ext cx="254833" cy="0"/>
          </a:xfrm>
          <a:prstGeom prst="line">
            <a:avLst/>
          </a:prstGeom>
          <a:noFill/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Line 11">
            <a:extLst>
              <a:ext uri="{FF2B5EF4-FFF2-40B4-BE49-F238E27FC236}">
                <a16:creationId xmlns:a16="http://schemas.microsoft.com/office/drawing/2014/main" id="{B7DA08BC-3406-0D2B-066B-993D0A7F6FE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1967" y="2445895"/>
            <a:ext cx="254833" cy="0"/>
          </a:xfrm>
          <a:prstGeom prst="line">
            <a:avLst/>
          </a:prstGeom>
          <a:noFill/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Line 11">
            <a:extLst>
              <a:ext uri="{FF2B5EF4-FFF2-40B4-BE49-F238E27FC236}">
                <a16:creationId xmlns:a16="http://schemas.microsoft.com/office/drawing/2014/main" id="{A6DDB24D-C357-A1D3-65B7-C15272CDEA2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04207" y="2883105"/>
            <a:ext cx="254833" cy="0"/>
          </a:xfrm>
          <a:prstGeom prst="line">
            <a:avLst/>
          </a:prstGeom>
          <a:noFill/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0DCE53A9-A4CA-253A-8B47-50250FF6DE9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04207" y="3287840"/>
            <a:ext cx="254833" cy="0"/>
          </a:xfrm>
          <a:prstGeom prst="line">
            <a:avLst/>
          </a:prstGeom>
          <a:noFill/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Line 11">
            <a:extLst>
              <a:ext uri="{FF2B5EF4-FFF2-40B4-BE49-F238E27FC236}">
                <a16:creationId xmlns:a16="http://schemas.microsoft.com/office/drawing/2014/main" id="{75D4CA66-C805-2C4F-A65B-EC8E7B12196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07763" y="2868115"/>
            <a:ext cx="254833" cy="0"/>
          </a:xfrm>
          <a:prstGeom prst="line">
            <a:avLst/>
          </a:prstGeom>
          <a:noFill/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Line 11">
            <a:extLst>
              <a:ext uri="{FF2B5EF4-FFF2-40B4-BE49-F238E27FC236}">
                <a16:creationId xmlns:a16="http://schemas.microsoft.com/office/drawing/2014/main" id="{987804A2-380A-1A7A-7014-50EA2917DFC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64895" y="2870615"/>
            <a:ext cx="254833" cy="0"/>
          </a:xfrm>
          <a:prstGeom prst="line">
            <a:avLst/>
          </a:prstGeom>
          <a:noFill/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Line 11">
            <a:extLst>
              <a:ext uri="{FF2B5EF4-FFF2-40B4-BE49-F238E27FC236}">
                <a16:creationId xmlns:a16="http://schemas.microsoft.com/office/drawing/2014/main" id="{B09F1E52-7E48-F675-D18D-A0521B56F74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90342" y="3290335"/>
            <a:ext cx="254833" cy="0"/>
          </a:xfrm>
          <a:prstGeom prst="line">
            <a:avLst/>
          </a:prstGeom>
          <a:noFill/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9E44F74D-E5DE-120E-72B6-D33CA17687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2579" y="1379665"/>
            <a:ext cx="1765300" cy="381635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endParaRPr lang="zh-CN" altLang="en-US" sz="2400">
              <a:ea typeface="楷体_GB2312" pitchFamily="49" charset="-122"/>
            </a:endParaRPr>
          </a:p>
        </p:txBody>
      </p:sp>
      <p:sp>
        <p:nvSpPr>
          <p:cNvPr id="15" name="Text Box 7">
            <a:extLst>
              <a:ext uri="{FF2B5EF4-FFF2-40B4-BE49-F238E27FC236}">
                <a16:creationId xmlns:a16="http://schemas.microsoft.com/office/drawing/2014/main" id="{D6AA23FE-F963-5BE3-4EEB-43C05CC8F0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40042" y="2649665"/>
            <a:ext cx="4048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>
                <a:ea typeface="楷体_GB2312" pitchFamily="49" charset="-122"/>
              </a:rPr>
              <a:t>Y</a:t>
            </a:r>
          </a:p>
        </p:txBody>
      </p:sp>
      <p:sp>
        <p:nvSpPr>
          <p:cNvPr id="16" name="Text Box 8">
            <a:extLst>
              <a:ext uri="{FF2B5EF4-FFF2-40B4-BE49-F238E27FC236}">
                <a16:creationId xmlns:a16="http://schemas.microsoft.com/office/drawing/2014/main" id="{906933F3-E569-A63D-7FFB-39CBFEF218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1154" y="3370390"/>
            <a:ext cx="430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>
                <a:ea typeface="楷体_GB2312" pitchFamily="49" charset="-122"/>
              </a:rPr>
              <a:t>Y</a:t>
            </a:r>
          </a:p>
        </p:txBody>
      </p:sp>
      <p:sp>
        <p:nvSpPr>
          <p:cNvPr id="17" name="Text Box 6">
            <a:extLst>
              <a:ext uri="{FF2B5EF4-FFF2-40B4-BE49-F238E27FC236}">
                <a16:creationId xmlns:a16="http://schemas.microsoft.com/office/drawing/2014/main" id="{CDBF67D0-99DF-2F0B-0D20-38D2AF37DE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7504" y="1930527"/>
            <a:ext cx="506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>
                <a:ea typeface="楷体_GB2312" pitchFamily="49" charset="-122"/>
              </a:rPr>
              <a:t>D</a:t>
            </a:r>
            <a:r>
              <a:rPr lang="en-US" altLang="zh-CN" sz="2400" baseline="-25000">
                <a:ea typeface="楷体_GB2312" pitchFamily="49" charset="-122"/>
              </a:rPr>
              <a:t>7</a:t>
            </a:r>
          </a:p>
        </p:txBody>
      </p:sp>
      <p:sp>
        <p:nvSpPr>
          <p:cNvPr id="18" name="Text Box 10">
            <a:extLst>
              <a:ext uri="{FF2B5EF4-FFF2-40B4-BE49-F238E27FC236}">
                <a16:creationId xmlns:a16="http://schemas.microsoft.com/office/drawing/2014/main" id="{8B83EE2B-A155-D628-0E94-E30750D5A2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7504" y="2292477"/>
            <a:ext cx="506413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>
                <a:ea typeface="楷体_GB2312" pitchFamily="49" charset="-122"/>
              </a:rPr>
              <a:t>D</a:t>
            </a:r>
            <a:r>
              <a:rPr lang="en-US" altLang="zh-CN" sz="2400" baseline="-25000">
                <a:ea typeface="楷体_GB2312" pitchFamily="49" charset="-122"/>
              </a:rPr>
              <a:t>6</a:t>
            </a:r>
          </a:p>
        </p:txBody>
      </p:sp>
      <p:sp>
        <p:nvSpPr>
          <p:cNvPr id="19" name="Text Box 11">
            <a:extLst>
              <a:ext uri="{FF2B5EF4-FFF2-40B4-BE49-F238E27FC236}">
                <a16:creationId xmlns:a16="http://schemas.microsoft.com/office/drawing/2014/main" id="{2C1D89D3-59F9-CA26-878C-1F3B9D12AB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7504" y="2616327"/>
            <a:ext cx="506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>
                <a:ea typeface="楷体_GB2312" pitchFamily="49" charset="-122"/>
              </a:rPr>
              <a:t>D</a:t>
            </a:r>
            <a:r>
              <a:rPr lang="en-US" altLang="zh-CN" sz="2400" baseline="-25000">
                <a:ea typeface="楷体_GB2312" pitchFamily="49" charset="-122"/>
              </a:rPr>
              <a:t>5</a:t>
            </a:r>
          </a:p>
        </p:txBody>
      </p:sp>
      <p:sp>
        <p:nvSpPr>
          <p:cNvPr id="20" name="Text Box 12">
            <a:extLst>
              <a:ext uri="{FF2B5EF4-FFF2-40B4-BE49-F238E27FC236}">
                <a16:creationId xmlns:a16="http://schemas.microsoft.com/office/drawing/2014/main" id="{7E2B390A-3807-312D-2EDB-0DCE6A88D5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7504" y="2973515"/>
            <a:ext cx="506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>
                <a:ea typeface="楷体_GB2312" pitchFamily="49" charset="-122"/>
              </a:rPr>
              <a:t>D</a:t>
            </a:r>
            <a:r>
              <a:rPr lang="en-US" altLang="zh-CN" sz="2400" baseline="-25000">
                <a:ea typeface="楷体_GB2312" pitchFamily="49" charset="-122"/>
              </a:rPr>
              <a:t>4</a:t>
            </a:r>
          </a:p>
        </p:txBody>
      </p:sp>
      <p:sp>
        <p:nvSpPr>
          <p:cNvPr id="21" name="Text Box 13">
            <a:extLst>
              <a:ext uri="{FF2B5EF4-FFF2-40B4-BE49-F238E27FC236}">
                <a16:creationId xmlns:a16="http://schemas.microsoft.com/office/drawing/2014/main" id="{5C644F43-55D7-853A-0A93-8A3A3F44D9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7504" y="3310065"/>
            <a:ext cx="506413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>
                <a:ea typeface="楷体_GB2312" pitchFamily="49" charset="-122"/>
              </a:rPr>
              <a:t>D</a:t>
            </a:r>
            <a:r>
              <a:rPr lang="en-US" altLang="zh-CN" sz="2400" baseline="-25000">
                <a:ea typeface="楷体_GB2312" pitchFamily="49" charset="-122"/>
              </a:rPr>
              <a:t>3</a:t>
            </a:r>
          </a:p>
        </p:txBody>
      </p:sp>
      <p:sp>
        <p:nvSpPr>
          <p:cNvPr id="22" name="Text Box 14">
            <a:extLst>
              <a:ext uri="{FF2B5EF4-FFF2-40B4-BE49-F238E27FC236}">
                <a16:creationId xmlns:a16="http://schemas.microsoft.com/office/drawing/2014/main" id="{A91FC497-477F-0796-55B8-D5FDE3CA5C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7504" y="3668840"/>
            <a:ext cx="506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>
                <a:ea typeface="楷体_GB2312" pitchFamily="49" charset="-122"/>
              </a:rPr>
              <a:t>D</a:t>
            </a:r>
            <a:r>
              <a:rPr lang="en-US" altLang="zh-CN" sz="2400" baseline="-25000">
                <a:ea typeface="楷体_GB2312" pitchFamily="49" charset="-122"/>
              </a:rPr>
              <a:t>2</a:t>
            </a:r>
          </a:p>
        </p:txBody>
      </p:sp>
      <p:sp>
        <p:nvSpPr>
          <p:cNvPr id="23" name="Text Box 15">
            <a:extLst>
              <a:ext uri="{FF2B5EF4-FFF2-40B4-BE49-F238E27FC236}">
                <a16:creationId xmlns:a16="http://schemas.microsoft.com/office/drawing/2014/main" id="{FF985C0A-701D-462E-9FFF-01E0BD939D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7504" y="4024440"/>
            <a:ext cx="506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>
                <a:ea typeface="楷体_GB2312" pitchFamily="49" charset="-122"/>
              </a:rPr>
              <a:t>D</a:t>
            </a:r>
            <a:r>
              <a:rPr lang="en-US" altLang="zh-CN" sz="2400" baseline="-25000">
                <a:ea typeface="楷体_GB2312" pitchFamily="49" charset="-122"/>
              </a:rPr>
              <a:t>1</a:t>
            </a:r>
          </a:p>
        </p:txBody>
      </p:sp>
      <p:sp>
        <p:nvSpPr>
          <p:cNvPr id="24" name="Text Box 16">
            <a:extLst>
              <a:ext uri="{FF2B5EF4-FFF2-40B4-BE49-F238E27FC236}">
                <a16:creationId xmlns:a16="http://schemas.microsoft.com/office/drawing/2014/main" id="{F7C83EB3-23D2-D29D-5AB4-2EF1E51903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7504" y="4380040"/>
            <a:ext cx="506413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>
                <a:ea typeface="楷体_GB2312" pitchFamily="49" charset="-122"/>
              </a:rPr>
              <a:t>D</a:t>
            </a:r>
            <a:r>
              <a:rPr lang="en-US" altLang="zh-CN" sz="2400" baseline="-25000">
                <a:ea typeface="楷体_GB2312" pitchFamily="49" charset="-122"/>
              </a:rPr>
              <a:t>0</a:t>
            </a:r>
          </a:p>
        </p:txBody>
      </p:sp>
      <p:sp>
        <p:nvSpPr>
          <p:cNvPr id="25" name="Line 17">
            <a:extLst>
              <a:ext uri="{FF2B5EF4-FFF2-40B4-BE49-F238E27FC236}">
                <a16:creationId xmlns:a16="http://schemas.microsoft.com/office/drawing/2014/main" id="{31A80068-680D-7A35-5D8E-5DACC5A31476}"/>
              </a:ext>
            </a:extLst>
          </p:cNvPr>
          <p:cNvSpPr>
            <a:spLocks noChangeShapeType="1"/>
          </p:cNvSpPr>
          <p:nvPr/>
        </p:nvSpPr>
        <p:spPr bwMode="auto">
          <a:xfrm>
            <a:off x="6514417" y="2171827"/>
            <a:ext cx="5127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Line 18">
            <a:extLst>
              <a:ext uri="{FF2B5EF4-FFF2-40B4-BE49-F238E27FC236}">
                <a16:creationId xmlns:a16="http://schemas.microsoft.com/office/drawing/2014/main" id="{45F3F1B3-F1C1-1DC6-D6DC-D5897220181F}"/>
              </a:ext>
            </a:extLst>
          </p:cNvPr>
          <p:cNvSpPr>
            <a:spLocks noChangeShapeType="1"/>
          </p:cNvSpPr>
          <p:nvPr/>
        </p:nvSpPr>
        <p:spPr bwMode="auto">
          <a:xfrm>
            <a:off x="6512829" y="2530602"/>
            <a:ext cx="5397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Line 19">
            <a:extLst>
              <a:ext uri="{FF2B5EF4-FFF2-40B4-BE49-F238E27FC236}">
                <a16:creationId xmlns:a16="http://schemas.microsoft.com/office/drawing/2014/main" id="{693F3748-1165-3F23-80A9-99865BBBB689}"/>
              </a:ext>
            </a:extLst>
          </p:cNvPr>
          <p:cNvSpPr>
            <a:spLocks noChangeShapeType="1"/>
          </p:cNvSpPr>
          <p:nvPr/>
        </p:nvSpPr>
        <p:spPr bwMode="auto">
          <a:xfrm>
            <a:off x="6512829" y="2841752"/>
            <a:ext cx="5143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" name="Line 20">
            <a:extLst>
              <a:ext uri="{FF2B5EF4-FFF2-40B4-BE49-F238E27FC236}">
                <a16:creationId xmlns:a16="http://schemas.microsoft.com/office/drawing/2014/main" id="{A3B03279-8C51-2208-9A06-CEABE895C6BA}"/>
              </a:ext>
            </a:extLst>
          </p:cNvPr>
          <p:cNvSpPr>
            <a:spLocks noChangeShapeType="1"/>
          </p:cNvSpPr>
          <p:nvPr/>
        </p:nvSpPr>
        <p:spPr bwMode="auto">
          <a:xfrm>
            <a:off x="6512829" y="3214815"/>
            <a:ext cx="5397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Line 21">
            <a:extLst>
              <a:ext uri="{FF2B5EF4-FFF2-40B4-BE49-F238E27FC236}">
                <a16:creationId xmlns:a16="http://schemas.microsoft.com/office/drawing/2014/main" id="{0A94210F-B3F8-C36C-702A-09FFD26991A4}"/>
              </a:ext>
            </a:extLst>
          </p:cNvPr>
          <p:cNvSpPr>
            <a:spLocks noChangeShapeType="1"/>
          </p:cNvSpPr>
          <p:nvPr/>
        </p:nvSpPr>
        <p:spPr bwMode="auto">
          <a:xfrm>
            <a:off x="6539817" y="3575177"/>
            <a:ext cx="5127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Line 22">
            <a:extLst>
              <a:ext uri="{FF2B5EF4-FFF2-40B4-BE49-F238E27FC236}">
                <a16:creationId xmlns:a16="http://schemas.microsoft.com/office/drawing/2014/main" id="{8B1E1B2E-EDCB-D37F-6727-7F7C9B0C6770}"/>
              </a:ext>
            </a:extLst>
          </p:cNvPr>
          <p:cNvSpPr>
            <a:spLocks noChangeShapeType="1"/>
          </p:cNvSpPr>
          <p:nvPr/>
        </p:nvSpPr>
        <p:spPr bwMode="auto">
          <a:xfrm>
            <a:off x="6514417" y="3924427"/>
            <a:ext cx="5381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" name="Line 23">
            <a:extLst>
              <a:ext uri="{FF2B5EF4-FFF2-40B4-BE49-F238E27FC236}">
                <a16:creationId xmlns:a16="http://schemas.microsoft.com/office/drawing/2014/main" id="{41BD58C5-316E-FB34-0526-0B48F4FB3C72}"/>
              </a:ext>
            </a:extLst>
          </p:cNvPr>
          <p:cNvSpPr>
            <a:spLocks noChangeShapeType="1"/>
          </p:cNvSpPr>
          <p:nvPr/>
        </p:nvSpPr>
        <p:spPr bwMode="auto">
          <a:xfrm>
            <a:off x="6514417" y="4619752"/>
            <a:ext cx="5381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" name="Line 24">
            <a:extLst>
              <a:ext uri="{FF2B5EF4-FFF2-40B4-BE49-F238E27FC236}">
                <a16:creationId xmlns:a16="http://schemas.microsoft.com/office/drawing/2014/main" id="{36CEB8D4-E9ED-13E9-29AB-B89AD0B97F14}"/>
              </a:ext>
            </a:extLst>
          </p:cNvPr>
          <p:cNvSpPr>
            <a:spLocks noChangeShapeType="1"/>
          </p:cNvSpPr>
          <p:nvPr/>
        </p:nvSpPr>
        <p:spPr bwMode="auto">
          <a:xfrm>
            <a:off x="6514417" y="4262565"/>
            <a:ext cx="5381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Line 25">
            <a:extLst>
              <a:ext uri="{FF2B5EF4-FFF2-40B4-BE49-F238E27FC236}">
                <a16:creationId xmlns:a16="http://schemas.microsoft.com/office/drawing/2014/main" id="{8879F5F6-EE31-9AD0-54C2-DF8E0481B229}"/>
              </a:ext>
            </a:extLst>
          </p:cNvPr>
          <p:cNvSpPr>
            <a:spLocks noChangeShapeType="1"/>
          </p:cNvSpPr>
          <p:nvPr/>
        </p:nvSpPr>
        <p:spPr bwMode="auto">
          <a:xfrm>
            <a:off x="8817879" y="2890965"/>
            <a:ext cx="5397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" name="Line 26">
            <a:extLst>
              <a:ext uri="{FF2B5EF4-FFF2-40B4-BE49-F238E27FC236}">
                <a16:creationId xmlns:a16="http://schemas.microsoft.com/office/drawing/2014/main" id="{0F628E6C-CC71-8967-B4E5-2E55BD7B4B4F}"/>
              </a:ext>
            </a:extLst>
          </p:cNvPr>
          <p:cNvSpPr>
            <a:spLocks noChangeShapeType="1"/>
          </p:cNvSpPr>
          <p:nvPr/>
        </p:nvSpPr>
        <p:spPr bwMode="auto">
          <a:xfrm>
            <a:off x="8817879" y="3586290"/>
            <a:ext cx="5397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5" name="Group 52">
            <a:extLst>
              <a:ext uri="{FF2B5EF4-FFF2-40B4-BE49-F238E27FC236}">
                <a16:creationId xmlns:a16="http://schemas.microsoft.com/office/drawing/2014/main" id="{6F2235F9-6A31-E1FD-9763-0B0054CABE6F}"/>
              </a:ext>
            </a:extLst>
          </p:cNvPr>
          <p:cNvGrpSpPr>
            <a:grpSpLocks/>
          </p:cNvGrpSpPr>
          <p:nvPr/>
        </p:nvGrpSpPr>
        <p:grpSpPr bwMode="auto">
          <a:xfrm>
            <a:off x="7304992" y="4738815"/>
            <a:ext cx="1260475" cy="935037"/>
            <a:chOff x="3855" y="3165"/>
            <a:chExt cx="794" cy="589"/>
          </a:xfrm>
        </p:grpSpPr>
        <p:sp>
          <p:nvSpPr>
            <p:cNvPr id="36" name="Text Box 27">
              <a:extLst>
                <a:ext uri="{FF2B5EF4-FFF2-40B4-BE49-F238E27FC236}">
                  <a16:creationId xmlns:a16="http://schemas.microsoft.com/office/drawing/2014/main" id="{4A2677F8-2246-0D29-81CE-778D57E469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5" y="3165"/>
              <a:ext cx="29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ea typeface="楷体_GB2312" pitchFamily="49" charset="-122"/>
                </a:rPr>
                <a:t>S</a:t>
              </a:r>
              <a:r>
                <a:rPr lang="en-US" altLang="zh-CN" sz="1800">
                  <a:ea typeface="楷体_GB2312" pitchFamily="49" charset="-122"/>
                </a:rPr>
                <a:t>2</a:t>
              </a:r>
              <a:endParaRPr lang="en-US" altLang="zh-CN" sz="1800" baseline="-25000">
                <a:ea typeface="楷体_GB2312" pitchFamily="49" charset="-122"/>
              </a:endParaRPr>
            </a:p>
          </p:txBody>
        </p:sp>
        <p:sp>
          <p:nvSpPr>
            <p:cNvPr id="37" name="Line 28">
              <a:extLst>
                <a:ext uri="{FF2B5EF4-FFF2-40B4-BE49-F238E27FC236}">
                  <a16:creationId xmlns:a16="http://schemas.microsoft.com/office/drawing/2014/main" id="{FF7726BB-FC76-5A3F-4683-F5E2EE9B3E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14" y="3453"/>
              <a:ext cx="0" cy="30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Line 29">
              <a:extLst>
                <a:ext uri="{FF2B5EF4-FFF2-40B4-BE49-F238E27FC236}">
                  <a16:creationId xmlns:a16="http://schemas.microsoft.com/office/drawing/2014/main" id="{9D2755D4-6990-09B0-3B90-AD5B6B18F6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4" y="3453"/>
              <a:ext cx="0" cy="30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Line 30">
              <a:extLst>
                <a:ext uri="{FF2B5EF4-FFF2-40B4-BE49-F238E27FC236}">
                  <a16:creationId xmlns:a16="http://schemas.microsoft.com/office/drawing/2014/main" id="{260F8ACA-5A89-3336-A06D-17295016DC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3" y="3453"/>
              <a:ext cx="0" cy="30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Text Box 31">
              <a:extLst>
                <a:ext uri="{FF2B5EF4-FFF2-40B4-BE49-F238E27FC236}">
                  <a16:creationId xmlns:a16="http://schemas.microsoft.com/office/drawing/2014/main" id="{70192E55-B244-6F8F-B416-7091834C53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4" y="3165"/>
              <a:ext cx="29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ea typeface="楷体_GB2312" pitchFamily="49" charset="-122"/>
                </a:rPr>
                <a:t>S</a:t>
              </a:r>
              <a:r>
                <a:rPr lang="en-US" altLang="zh-CN" sz="1800">
                  <a:ea typeface="楷体_GB2312" pitchFamily="49" charset="-122"/>
                </a:rPr>
                <a:t>1</a:t>
              </a:r>
            </a:p>
          </p:txBody>
        </p:sp>
        <p:sp>
          <p:nvSpPr>
            <p:cNvPr id="41" name="Text Box 32">
              <a:extLst>
                <a:ext uri="{FF2B5EF4-FFF2-40B4-BE49-F238E27FC236}">
                  <a16:creationId xmlns:a16="http://schemas.microsoft.com/office/drawing/2014/main" id="{365D01CF-9072-2CA0-4344-1EB7D6947C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4" y="3165"/>
              <a:ext cx="29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ea typeface="楷体_GB2312" pitchFamily="49" charset="-122"/>
                </a:rPr>
                <a:t>S</a:t>
              </a:r>
              <a:r>
                <a:rPr lang="en-US" altLang="zh-CN" sz="1800">
                  <a:ea typeface="楷体_GB2312" pitchFamily="49" charset="-122"/>
                </a:rPr>
                <a:t>0</a:t>
              </a:r>
            </a:p>
          </p:txBody>
        </p:sp>
      </p:grpSp>
      <p:sp>
        <p:nvSpPr>
          <p:cNvPr id="42" name="Oval 34">
            <a:extLst>
              <a:ext uri="{FF2B5EF4-FFF2-40B4-BE49-F238E27FC236}">
                <a16:creationId xmlns:a16="http://schemas.microsoft.com/office/drawing/2014/main" id="{050FCE4C-68E3-7488-C0F2-075CACBB9C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6292" y="3511677"/>
            <a:ext cx="142875" cy="142875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43" name="Rectangle 46">
            <a:extLst>
              <a:ext uri="{FF2B5EF4-FFF2-40B4-BE49-F238E27FC236}">
                <a16:creationId xmlns:a16="http://schemas.microsoft.com/office/drawing/2014/main" id="{82DD1AF5-B456-1613-2139-2CACAAB4B0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8842" y="1678115"/>
            <a:ext cx="1098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>
                <a:ea typeface="楷体_GB2312" pitchFamily="49" charset="-122"/>
              </a:rPr>
              <a:t>74x151</a:t>
            </a:r>
            <a:endParaRPr lang="zh-CN" altLang="en-US" sz="2400">
              <a:ea typeface="楷体_GB2312" pitchFamily="49" charset="-122"/>
            </a:endParaRPr>
          </a:p>
        </p:txBody>
      </p:sp>
      <p:sp>
        <p:nvSpPr>
          <p:cNvPr id="44" name="Text Box 9">
            <a:extLst>
              <a:ext uri="{FF2B5EF4-FFF2-40B4-BE49-F238E27FC236}">
                <a16:creationId xmlns:a16="http://schemas.microsoft.com/office/drawing/2014/main" id="{44FABCAF-6281-A51D-CF99-6DDDFF5E92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25604" y="1498727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>
                <a:ea typeface="楷体_GB2312" pitchFamily="49" charset="-122"/>
              </a:rPr>
              <a:t>E</a:t>
            </a:r>
          </a:p>
        </p:txBody>
      </p:sp>
      <p:sp>
        <p:nvSpPr>
          <p:cNvPr id="45" name="Line 4">
            <a:extLst>
              <a:ext uri="{FF2B5EF4-FFF2-40B4-BE49-F238E27FC236}">
                <a16:creationId xmlns:a16="http://schemas.microsoft.com/office/drawing/2014/main" id="{4623608B-A74A-3300-8CDE-77F7334D04B4}"/>
              </a:ext>
            </a:extLst>
          </p:cNvPr>
          <p:cNvSpPr>
            <a:spLocks noChangeShapeType="1"/>
          </p:cNvSpPr>
          <p:nvPr/>
        </p:nvSpPr>
        <p:spPr bwMode="auto">
          <a:xfrm>
            <a:off x="6512829" y="1719390"/>
            <a:ext cx="3968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" name="Oval 35">
            <a:extLst>
              <a:ext uri="{FF2B5EF4-FFF2-40B4-BE49-F238E27FC236}">
                <a16:creationId xmlns:a16="http://schemas.microsoft.com/office/drawing/2014/main" id="{2642E68D-CECF-B36A-DC6E-01CA76948A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9704" y="1632077"/>
            <a:ext cx="142875" cy="142875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F096B7DA-C96F-A037-4AF2-06BA61C84DF3}"/>
                  </a:ext>
                </a:extLst>
              </p14:cNvPr>
              <p14:cNvContentPartPr/>
              <p14:nvPr/>
            </p14:nvContentPartPr>
            <p14:xfrm>
              <a:off x="7205760" y="1594800"/>
              <a:ext cx="2565720" cy="4372920"/>
            </p14:xfrm>
          </p:contentPart>
        </mc:Choice>
        <mc:Fallback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F096B7DA-C96F-A037-4AF2-06BA61C84DF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196400" y="1585440"/>
                <a:ext cx="2584440" cy="4391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114363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8D723B-AAC3-BFF2-4A7F-916800A7E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数据选择器的扩展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60503A-B53F-9391-E989-0104B0C89E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用</a:t>
            </a:r>
            <a:r>
              <a:rPr lang="en-US" altLang="zh-CN" dirty="0"/>
              <a:t>1</a:t>
            </a:r>
            <a:r>
              <a:rPr lang="zh-CN" altLang="en-US" dirty="0"/>
              <a:t>位</a:t>
            </a:r>
            <a:r>
              <a:rPr lang="en-US" altLang="zh-CN" dirty="0"/>
              <a:t>2</a:t>
            </a:r>
            <a:r>
              <a:rPr lang="zh-CN" altLang="en-US" dirty="0"/>
              <a:t>选</a:t>
            </a:r>
            <a:r>
              <a:rPr lang="en-US" altLang="zh-CN" dirty="0"/>
              <a:t>1 MUX</a:t>
            </a:r>
            <a:r>
              <a:rPr lang="zh-CN" altLang="en-US" dirty="0"/>
              <a:t>进行扩展设计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510B822-C9DE-D523-3DE1-49AE5B381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7. </a:t>
            </a:r>
            <a:r>
              <a:rPr lang="zh-CN" altLang="en-US"/>
              <a:t>组合逻辑电路</a:t>
            </a:r>
            <a:r>
              <a:rPr lang="en-US" altLang="zh-CN"/>
              <a:t>3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921120D-F826-12F3-5F0E-7F66C377F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11</a:t>
            </a:fld>
            <a:r>
              <a:rPr lang="en-US" altLang="zh-CN" dirty="0"/>
              <a:t>/13</a:t>
            </a:r>
            <a:endParaRPr lang="en-US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C2BCDF3-895E-C412-D3AA-DDF750054C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8883" y="1894419"/>
            <a:ext cx="973138" cy="865188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1232BD9F-378C-E556-9207-084EF329F7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5396" y="1986494"/>
            <a:ext cx="14128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000" b="0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9" name="Text Box 6">
            <a:extLst>
              <a:ext uri="{FF2B5EF4-FFF2-40B4-BE49-F238E27FC236}">
                <a16:creationId xmlns:a16="http://schemas.microsoft.com/office/drawing/2014/main" id="{6E9CDFD4-6D4A-E106-8A86-67105234EF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5396" y="2346857"/>
            <a:ext cx="14128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000" b="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0" name="Line 7">
            <a:extLst>
              <a:ext uri="{FF2B5EF4-FFF2-40B4-BE49-F238E27FC236}">
                <a16:creationId xmlns:a16="http://schemas.microsoft.com/office/drawing/2014/main" id="{005E1379-1F54-ABB0-9593-220485CE65C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20433" y="2327807"/>
            <a:ext cx="4333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Line 8">
            <a:extLst>
              <a:ext uri="{FF2B5EF4-FFF2-40B4-BE49-F238E27FC236}">
                <a16:creationId xmlns:a16="http://schemas.microsoft.com/office/drawing/2014/main" id="{83495645-8440-2AA1-3D00-1752B3FF6D7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126721" y="2761194"/>
            <a:ext cx="0" cy="3587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Text Box 9">
            <a:extLst>
              <a:ext uri="{FF2B5EF4-FFF2-40B4-BE49-F238E27FC236}">
                <a16:creationId xmlns:a16="http://schemas.microsoft.com/office/drawing/2014/main" id="{A1526989-93B6-D4FB-B090-1A3B49B2D4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8921" y="2003957"/>
            <a:ext cx="528637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 b="0">
                <a:latin typeface="Arial" panose="020B0604020202020204" pitchFamily="34" charset="0"/>
              </a:rPr>
              <a:t>2-1</a:t>
            </a:r>
          </a:p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000" b="0">
                <a:latin typeface="Arial" panose="020B0604020202020204" pitchFamily="34" charset="0"/>
              </a:rPr>
              <a:t>M</a:t>
            </a:r>
            <a:r>
              <a:rPr lang="en-US" altLang="zh-CN" sz="1800">
                <a:latin typeface="Arial" panose="020B0604020202020204" pitchFamily="34" charset="0"/>
              </a:rPr>
              <a:t>UX</a:t>
            </a:r>
          </a:p>
        </p:txBody>
      </p:sp>
      <p:grpSp>
        <p:nvGrpSpPr>
          <p:cNvPr id="13" name="Group 10">
            <a:extLst>
              <a:ext uri="{FF2B5EF4-FFF2-40B4-BE49-F238E27FC236}">
                <a16:creationId xmlns:a16="http://schemas.microsoft.com/office/drawing/2014/main" id="{96D3D40C-9524-CD8F-B53C-4DB03871DA49}"/>
              </a:ext>
            </a:extLst>
          </p:cNvPr>
          <p:cNvGrpSpPr>
            <a:grpSpLocks/>
          </p:cNvGrpSpPr>
          <p:nvPr/>
        </p:nvGrpSpPr>
        <p:grpSpPr bwMode="auto">
          <a:xfrm>
            <a:off x="1253596" y="2129369"/>
            <a:ext cx="395287" cy="360363"/>
            <a:chOff x="521" y="1416"/>
            <a:chExt cx="295" cy="227"/>
          </a:xfrm>
        </p:grpSpPr>
        <p:sp>
          <p:nvSpPr>
            <p:cNvPr id="14" name="Line 11">
              <a:extLst>
                <a:ext uri="{FF2B5EF4-FFF2-40B4-BE49-F238E27FC236}">
                  <a16:creationId xmlns:a16="http://schemas.microsoft.com/office/drawing/2014/main" id="{9D879928-A9EC-E5A9-B8AE-3573CA7BB4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1" y="1643"/>
              <a:ext cx="29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12">
              <a:extLst>
                <a:ext uri="{FF2B5EF4-FFF2-40B4-BE49-F238E27FC236}">
                  <a16:creationId xmlns:a16="http://schemas.microsoft.com/office/drawing/2014/main" id="{4D7558D4-3AF9-45AD-A93C-4ECA222A72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1" y="1416"/>
              <a:ext cx="29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6" name="Text Box 13">
            <a:extLst>
              <a:ext uri="{FF2B5EF4-FFF2-40B4-BE49-F238E27FC236}">
                <a16:creationId xmlns:a16="http://schemas.microsoft.com/office/drawing/2014/main" id="{C8B9F457-5F96-8085-188F-27885F480A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271" y="2867557"/>
            <a:ext cx="1698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000" b="0">
                <a:latin typeface="Arial" panose="020B0604020202020204" pitchFamily="34" charset="0"/>
              </a:rPr>
              <a:t>S</a:t>
            </a:r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17" name="Text Box 14">
            <a:extLst>
              <a:ext uri="{FF2B5EF4-FFF2-40B4-BE49-F238E27FC236}">
                <a16:creationId xmlns:a16="http://schemas.microsoft.com/office/drawing/2014/main" id="{111FB835-EAFA-096B-1D86-05D8B4DE3F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5258" y="2157944"/>
            <a:ext cx="1698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000" b="0">
                <a:latin typeface="Arial" panose="020B0604020202020204" pitchFamily="34" charset="0"/>
              </a:rPr>
              <a:t>Y</a:t>
            </a:r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18" name="Text Box 15">
            <a:extLst>
              <a:ext uri="{FF2B5EF4-FFF2-40B4-BE49-F238E27FC236}">
                <a16:creationId xmlns:a16="http://schemas.microsoft.com/office/drawing/2014/main" id="{9F5D3858-D342-4B56-F843-C617869E52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5783" y="1942044"/>
            <a:ext cx="1698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000" b="0">
                <a:latin typeface="Arial" panose="020B0604020202020204" pitchFamily="34" charset="0"/>
              </a:rPr>
              <a:t>A</a:t>
            </a:r>
            <a:endParaRPr lang="en-US" altLang="zh-CN" sz="1400" b="0">
              <a:latin typeface="Arial" panose="020B0604020202020204" pitchFamily="34" charset="0"/>
            </a:endParaRPr>
          </a:p>
        </p:txBody>
      </p:sp>
      <p:sp>
        <p:nvSpPr>
          <p:cNvPr id="19" name="Text Box 16">
            <a:extLst>
              <a:ext uri="{FF2B5EF4-FFF2-40B4-BE49-F238E27FC236}">
                <a16:creationId xmlns:a16="http://schemas.microsoft.com/office/drawing/2014/main" id="{86ACE14B-8B97-AFC4-1FFB-3974CF018A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5783" y="2321457"/>
            <a:ext cx="1698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000" b="0">
                <a:latin typeface="Arial" panose="020B0604020202020204" pitchFamily="34" charset="0"/>
              </a:rPr>
              <a:t>B</a:t>
            </a:r>
            <a:endParaRPr lang="en-US" altLang="zh-CN" sz="1400" b="0">
              <a:latin typeface="Arial" panose="020B0604020202020204" pitchFamily="34" charset="0"/>
            </a:endParaRPr>
          </a:p>
        </p:txBody>
      </p:sp>
      <p:grpSp>
        <p:nvGrpSpPr>
          <p:cNvPr id="20" name="Group 17">
            <a:extLst>
              <a:ext uri="{FF2B5EF4-FFF2-40B4-BE49-F238E27FC236}">
                <a16:creationId xmlns:a16="http://schemas.microsoft.com/office/drawing/2014/main" id="{F5E9462A-04CC-2226-0027-74040ECE9A96}"/>
              </a:ext>
            </a:extLst>
          </p:cNvPr>
          <p:cNvGrpSpPr>
            <a:grpSpLocks/>
          </p:cNvGrpSpPr>
          <p:nvPr/>
        </p:nvGrpSpPr>
        <p:grpSpPr bwMode="auto">
          <a:xfrm>
            <a:off x="2647420" y="2950107"/>
            <a:ext cx="1330324" cy="857250"/>
            <a:chOff x="1497" y="1994"/>
            <a:chExt cx="838" cy="540"/>
          </a:xfrm>
        </p:grpSpPr>
        <p:sp>
          <p:nvSpPr>
            <p:cNvPr id="21" name="Text Box 18">
              <a:extLst>
                <a:ext uri="{FF2B5EF4-FFF2-40B4-BE49-F238E27FC236}">
                  <a16:creationId xmlns:a16="http://schemas.microsoft.com/office/drawing/2014/main" id="{EE56D395-2016-E585-2A0E-48BAF47A48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97" y="2245"/>
              <a:ext cx="838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zh-CN" altLang="en-US" sz="2400" dirty="0">
                  <a:latin typeface="Arial" panose="020B0604020202020204" pitchFamily="34" charset="0"/>
                </a:rPr>
                <a:t>位扩展</a:t>
              </a:r>
            </a:p>
          </p:txBody>
        </p:sp>
        <p:sp>
          <p:nvSpPr>
            <p:cNvPr id="22" name="AutoShape 19">
              <a:extLst>
                <a:ext uri="{FF2B5EF4-FFF2-40B4-BE49-F238E27FC236}">
                  <a16:creationId xmlns:a16="http://schemas.microsoft.com/office/drawing/2014/main" id="{86508320-522F-B703-0CAF-E26FDA43D3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0" y="1994"/>
              <a:ext cx="499" cy="257"/>
            </a:xfrm>
            <a:prstGeom prst="rightArrow">
              <a:avLst>
                <a:gd name="adj1" fmla="val 50000"/>
                <a:gd name="adj2" fmla="val 48541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</p:grpSp>
      <p:grpSp>
        <p:nvGrpSpPr>
          <p:cNvPr id="23" name="Group 20">
            <a:extLst>
              <a:ext uri="{FF2B5EF4-FFF2-40B4-BE49-F238E27FC236}">
                <a16:creationId xmlns:a16="http://schemas.microsoft.com/office/drawing/2014/main" id="{361F2AB4-3741-8116-55D2-D58686910726}"/>
              </a:ext>
            </a:extLst>
          </p:cNvPr>
          <p:cNvGrpSpPr>
            <a:grpSpLocks/>
          </p:cNvGrpSpPr>
          <p:nvPr/>
        </p:nvGrpSpPr>
        <p:grpSpPr bwMode="auto">
          <a:xfrm>
            <a:off x="882121" y="3562882"/>
            <a:ext cx="1476375" cy="638175"/>
            <a:chOff x="385" y="2370"/>
            <a:chExt cx="930" cy="402"/>
          </a:xfrm>
        </p:grpSpPr>
        <p:sp>
          <p:nvSpPr>
            <p:cNvPr id="24" name="Text Box 21">
              <a:extLst>
                <a:ext uri="{FF2B5EF4-FFF2-40B4-BE49-F238E27FC236}">
                  <a16:creationId xmlns:a16="http://schemas.microsoft.com/office/drawing/2014/main" id="{027DC75B-07B8-F788-6A30-0B4FBEE50E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" y="2387"/>
              <a:ext cx="725" cy="2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5000"/>
                </a:lnSpc>
                <a:spcAft>
                  <a:spcPct val="0"/>
                </a:spcAft>
                <a:buFontTx/>
                <a:buNone/>
              </a:pPr>
              <a:r>
                <a:rPr lang="zh-CN" altLang="en-US" sz="2400">
                  <a:latin typeface="Arial" panose="020B0604020202020204" pitchFamily="34" charset="0"/>
                </a:rPr>
                <a:t>字扩展</a:t>
              </a:r>
            </a:p>
          </p:txBody>
        </p:sp>
        <p:sp>
          <p:nvSpPr>
            <p:cNvPr id="25" name="AutoShape 22">
              <a:extLst>
                <a:ext uri="{FF2B5EF4-FFF2-40B4-BE49-F238E27FC236}">
                  <a16:creationId xmlns:a16="http://schemas.microsoft.com/office/drawing/2014/main" id="{69233834-A40F-15A7-1A7F-C4D4F623937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978" y="2435"/>
              <a:ext cx="402" cy="272"/>
            </a:xfrm>
            <a:prstGeom prst="rightArrow">
              <a:avLst>
                <a:gd name="adj1" fmla="val 50000"/>
                <a:gd name="adj2" fmla="val 36949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</p:grpSp>
      <p:grpSp>
        <p:nvGrpSpPr>
          <p:cNvPr id="26" name="Group 23">
            <a:extLst>
              <a:ext uri="{FF2B5EF4-FFF2-40B4-BE49-F238E27FC236}">
                <a16:creationId xmlns:a16="http://schemas.microsoft.com/office/drawing/2014/main" id="{7778920A-6C0F-71E2-BD00-B344A1A811A9}"/>
              </a:ext>
            </a:extLst>
          </p:cNvPr>
          <p:cNvGrpSpPr>
            <a:grpSpLocks/>
          </p:cNvGrpSpPr>
          <p:nvPr/>
        </p:nvGrpSpPr>
        <p:grpSpPr bwMode="auto">
          <a:xfrm>
            <a:off x="6465358" y="1311807"/>
            <a:ext cx="2373313" cy="2178050"/>
            <a:chOff x="3902" y="901"/>
            <a:chExt cx="1495" cy="1372"/>
          </a:xfrm>
        </p:grpSpPr>
        <p:sp>
          <p:nvSpPr>
            <p:cNvPr id="27" name="Rectangle 24">
              <a:extLst>
                <a:ext uri="{FF2B5EF4-FFF2-40B4-BE49-F238E27FC236}">
                  <a16:creationId xmlns:a16="http://schemas.microsoft.com/office/drawing/2014/main" id="{A989572F-726D-7122-0357-1C23958DB9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3" y="1604"/>
              <a:ext cx="386" cy="40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28" name="Text Box 25">
              <a:extLst>
                <a:ext uri="{FF2B5EF4-FFF2-40B4-BE49-F238E27FC236}">
                  <a16:creationId xmlns:a16="http://schemas.microsoft.com/office/drawing/2014/main" id="{1F76BAAD-2258-7A57-1000-91FD51D76F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46" y="1627"/>
              <a:ext cx="8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29" name="Text Box 26">
              <a:extLst>
                <a:ext uri="{FF2B5EF4-FFF2-40B4-BE49-F238E27FC236}">
                  <a16:creationId xmlns:a16="http://schemas.microsoft.com/office/drawing/2014/main" id="{9B076AE3-E5A5-924E-72E6-E52A97F632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46" y="1831"/>
              <a:ext cx="8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30" name="Text Box 27">
              <a:extLst>
                <a:ext uri="{FF2B5EF4-FFF2-40B4-BE49-F238E27FC236}">
                  <a16:creationId xmlns:a16="http://schemas.microsoft.com/office/drawing/2014/main" id="{2370E7EC-87F3-9D03-E435-90C608DB6E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8" y="1718"/>
              <a:ext cx="19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</a:rPr>
                <a:t>M</a:t>
              </a:r>
              <a:r>
                <a:rPr lang="en-US" altLang="zh-CN" sz="1400" b="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31" name="Line 28">
              <a:extLst>
                <a:ext uri="{FF2B5EF4-FFF2-40B4-BE49-F238E27FC236}">
                  <a16:creationId xmlns:a16="http://schemas.microsoft.com/office/drawing/2014/main" id="{0DF966D9-D035-C3F4-6C71-1B3A21CDD2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03" y="2171"/>
              <a:ext cx="61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2" name="Group 29">
              <a:extLst>
                <a:ext uri="{FF2B5EF4-FFF2-40B4-BE49-F238E27FC236}">
                  <a16:creationId xmlns:a16="http://schemas.microsoft.com/office/drawing/2014/main" id="{5083E750-18C9-BD46-37F7-16D508604A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03" y="1015"/>
              <a:ext cx="420" cy="907"/>
              <a:chOff x="3175" y="1049"/>
              <a:chExt cx="748" cy="907"/>
            </a:xfrm>
          </p:grpSpPr>
          <p:sp>
            <p:nvSpPr>
              <p:cNvPr id="50" name="Line 30">
                <a:extLst>
                  <a:ext uri="{FF2B5EF4-FFF2-40B4-BE49-F238E27FC236}">
                    <a16:creationId xmlns:a16="http://schemas.microsoft.com/office/drawing/2014/main" id="{858A50B9-A4F5-F9A6-7ACA-C5BA3E78B4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75" y="1752"/>
                <a:ext cx="74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" name="Line 31">
                <a:extLst>
                  <a:ext uri="{FF2B5EF4-FFF2-40B4-BE49-F238E27FC236}">
                    <a16:creationId xmlns:a16="http://schemas.microsoft.com/office/drawing/2014/main" id="{B390CDF5-8848-9592-6A43-4EE62DAEBC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75" y="1956"/>
                <a:ext cx="74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" name="Line 32">
                <a:extLst>
                  <a:ext uri="{FF2B5EF4-FFF2-40B4-BE49-F238E27FC236}">
                    <a16:creationId xmlns:a16="http://schemas.microsoft.com/office/drawing/2014/main" id="{D4C2ABFF-BC5C-3716-182A-D2E2009865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75" y="1049"/>
                <a:ext cx="74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" name="Line 33">
                <a:extLst>
                  <a:ext uri="{FF2B5EF4-FFF2-40B4-BE49-F238E27FC236}">
                    <a16:creationId xmlns:a16="http://schemas.microsoft.com/office/drawing/2014/main" id="{032BC6BB-D27B-2E41-62FE-C317069989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75" y="1253"/>
                <a:ext cx="74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3" name="Line 34">
              <a:extLst>
                <a:ext uri="{FF2B5EF4-FFF2-40B4-BE49-F238E27FC236}">
                  <a16:creationId xmlns:a16="http://schemas.microsoft.com/office/drawing/2014/main" id="{1032366F-0A0F-844E-CA1D-7849E5BD1C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352" y="1468"/>
              <a:ext cx="0" cy="70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Rectangle 35">
              <a:extLst>
                <a:ext uri="{FF2B5EF4-FFF2-40B4-BE49-F238E27FC236}">
                  <a16:creationId xmlns:a16="http://schemas.microsoft.com/office/drawing/2014/main" id="{A63EDF6E-CA14-0A45-F91D-3A74DC8DE3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3" y="901"/>
              <a:ext cx="386" cy="40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35" name="Text Box 36">
              <a:extLst>
                <a:ext uri="{FF2B5EF4-FFF2-40B4-BE49-F238E27FC236}">
                  <a16:creationId xmlns:a16="http://schemas.microsoft.com/office/drawing/2014/main" id="{28F4FAD2-814E-7E23-453C-71624D0C43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46" y="924"/>
              <a:ext cx="8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36" name="Text Box 37">
              <a:extLst>
                <a:ext uri="{FF2B5EF4-FFF2-40B4-BE49-F238E27FC236}">
                  <a16:creationId xmlns:a16="http://schemas.microsoft.com/office/drawing/2014/main" id="{F2182D5C-F8EF-0A15-E4DB-3F058E2681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46" y="1128"/>
              <a:ext cx="8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37" name="Line 38">
              <a:extLst>
                <a:ext uri="{FF2B5EF4-FFF2-40B4-BE49-F238E27FC236}">
                  <a16:creationId xmlns:a16="http://schemas.microsoft.com/office/drawing/2014/main" id="{C9A68B22-2021-B5D0-7400-65D9F528C0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715" y="1310"/>
              <a:ext cx="0" cy="15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Text Box 39">
              <a:extLst>
                <a:ext uri="{FF2B5EF4-FFF2-40B4-BE49-F238E27FC236}">
                  <a16:creationId xmlns:a16="http://schemas.microsoft.com/office/drawing/2014/main" id="{A11D601D-5A64-41F6-2E6A-A5658ADF4A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8" y="1015"/>
              <a:ext cx="19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</a:rPr>
                <a:t>M</a:t>
              </a:r>
              <a:r>
                <a:rPr lang="en-US" altLang="zh-CN" sz="1400" b="0"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39" name="Line 40">
              <a:extLst>
                <a:ext uri="{FF2B5EF4-FFF2-40B4-BE49-F238E27FC236}">
                  <a16:creationId xmlns:a16="http://schemas.microsoft.com/office/drawing/2014/main" id="{8FA8DE43-7F62-0233-37AB-F7448E8E0D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52" y="1468"/>
              <a:ext cx="36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Text Box 41">
              <a:extLst>
                <a:ext uri="{FF2B5EF4-FFF2-40B4-BE49-F238E27FC236}">
                  <a16:creationId xmlns:a16="http://schemas.microsoft.com/office/drawing/2014/main" id="{24CA22B3-0FE9-2CD2-7E48-A775E25971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4" y="1015"/>
              <a:ext cx="16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</a:rPr>
                <a:t>Y</a:t>
              </a:r>
              <a:r>
                <a:rPr lang="en-US" altLang="zh-CN" sz="1400" b="0"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41" name="Text Box 42">
              <a:extLst>
                <a:ext uri="{FF2B5EF4-FFF2-40B4-BE49-F238E27FC236}">
                  <a16:creationId xmlns:a16="http://schemas.microsoft.com/office/drawing/2014/main" id="{F8F2AEA3-8360-FBCC-4988-5605E6D544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28" y="1718"/>
              <a:ext cx="16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</a:rPr>
                <a:t>Y</a:t>
              </a:r>
              <a:r>
                <a:rPr lang="en-US" altLang="zh-CN" sz="1400" b="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42" name="Text Box 43">
              <a:extLst>
                <a:ext uri="{FF2B5EF4-FFF2-40B4-BE49-F238E27FC236}">
                  <a16:creationId xmlns:a16="http://schemas.microsoft.com/office/drawing/2014/main" id="{9548D2EA-ADFF-7BF6-A5E0-41F7CD33DD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02" y="924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</a:rPr>
                <a:t>A</a:t>
              </a:r>
              <a:r>
                <a:rPr lang="en-US" altLang="zh-CN" sz="1600" b="0">
                  <a:latin typeface="Arial" panose="020B0604020202020204" pitchFamily="34" charset="0"/>
                </a:rPr>
                <a:t>0</a:t>
              </a:r>
              <a:endParaRPr lang="en-US" altLang="zh-CN" sz="1000" b="0">
                <a:latin typeface="Arial" panose="020B0604020202020204" pitchFamily="34" charset="0"/>
              </a:endParaRPr>
            </a:p>
          </p:txBody>
        </p:sp>
        <p:sp>
          <p:nvSpPr>
            <p:cNvPr id="43" name="Text Box 44">
              <a:extLst>
                <a:ext uri="{FF2B5EF4-FFF2-40B4-BE49-F238E27FC236}">
                  <a16:creationId xmlns:a16="http://schemas.microsoft.com/office/drawing/2014/main" id="{897D8BC1-CDEC-165C-82F6-5E24093D34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02" y="1163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</a:rPr>
                <a:t>B</a:t>
              </a:r>
              <a:r>
                <a:rPr lang="en-US" altLang="zh-CN" sz="1600" b="0">
                  <a:latin typeface="Arial" panose="020B0604020202020204" pitchFamily="34" charset="0"/>
                </a:rPr>
                <a:t>0</a:t>
              </a:r>
              <a:endParaRPr lang="en-US" altLang="zh-CN" sz="1000" b="0">
                <a:latin typeface="Arial" panose="020B0604020202020204" pitchFamily="34" charset="0"/>
              </a:endParaRPr>
            </a:p>
          </p:txBody>
        </p:sp>
        <p:sp>
          <p:nvSpPr>
            <p:cNvPr id="44" name="Text Box 45">
              <a:extLst>
                <a:ext uri="{FF2B5EF4-FFF2-40B4-BE49-F238E27FC236}">
                  <a16:creationId xmlns:a16="http://schemas.microsoft.com/office/drawing/2014/main" id="{4FAD6FE5-132B-D6D8-46A7-A1000E464D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02" y="1582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</a:rPr>
                <a:t>A</a:t>
              </a:r>
              <a:r>
                <a:rPr lang="en-US" altLang="zh-CN" sz="1600" b="0">
                  <a:latin typeface="Arial" panose="020B0604020202020204" pitchFamily="34" charset="0"/>
                </a:rPr>
                <a:t>1</a:t>
              </a:r>
              <a:endParaRPr lang="en-US" altLang="zh-CN" sz="1000" b="0">
                <a:latin typeface="Arial" panose="020B0604020202020204" pitchFamily="34" charset="0"/>
              </a:endParaRPr>
            </a:p>
          </p:txBody>
        </p:sp>
        <p:sp>
          <p:nvSpPr>
            <p:cNvPr id="45" name="Text Box 46">
              <a:extLst>
                <a:ext uri="{FF2B5EF4-FFF2-40B4-BE49-F238E27FC236}">
                  <a16:creationId xmlns:a16="http://schemas.microsoft.com/office/drawing/2014/main" id="{88B0904C-6FD3-8302-399D-CEE4FF488E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02" y="1821"/>
              <a:ext cx="17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</a:rPr>
                <a:t>B</a:t>
              </a:r>
              <a:r>
                <a:rPr lang="en-US" altLang="zh-CN" sz="1600" b="0">
                  <a:latin typeface="Arial" panose="020B0604020202020204" pitchFamily="34" charset="0"/>
                </a:rPr>
                <a:t>1</a:t>
              </a:r>
              <a:endParaRPr lang="en-US" altLang="zh-CN" sz="1000" b="0">
                <a:latin typeface="Arial" panose="020B0604020202020204" pitchFamily="34" charset="0"/>
              </a:endParaRPr>
            </a:p>
          </p:txBody>
        </p:sp>
        <p:sp>
          <p:nvSpPr>
            <p:cNvPr id="46" name="Text Box 47">
              <a:extLst>
                <a:ext uri="{FF2B5EF4-FFF2-40B4-BE49-F238E27FC236}">
                  <a16:creationId xmlns:a16="http://schemas.microsoft.com/office/drawing/2014/main" id="{60A0B30B-7294-2763-6CB9-FFE9130C2B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5" y="2081"/>
              <a:ext cx="10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</a:rPr>
                <a:t>S</a:t>
              </a:r>
              <a:endParaRPr lang="en-US" altLang="zh-CN" sz="1400" b="0">
                <a:latin typeface="Arial" panose="020B0604020202020204" pitchFamily="34" charset="0"/>
              </a:endParaRPr>
            </a:p>
          </p:txBody>
        </p:sp>
        <p:sp>
          <p:nvSpPr>
            <p:cNvPr id="47" name="Line 48">
              <a:extLst>
                <a:ext uri="{FF2B5EF4-FFF2-40B4-BE49-F238E27FC236}">
                  <a16:creationId xmlns:a16="http://schemas.microsoft.com/office/drawing/2014/main" id="{BB3E0CBC-57C6-0BE3-C4D6-D64EE9D781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715" y="2013"/>
              <a:ext cx="0" cy="15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Line 49">
              <a:extLst>
                <a:ext uri="{FF2B5EF4-FFF2-40B4-BE49-F238E27FC236}">
                  <a16:creationId xmlns:a16="http://schemas.microsoft.com/office/drawing/2014/main" id="{DD34082B-7A5A-D2AF-0433-ECDB4DF92D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09" y="1808"/>
              <a:ext cx="25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Line 50">
              <a:extLst>
                <a:ext uri="{FF2B5EF4-FFF2-40B4-BE49-F238E27FC236}">
                  <a16:creationId xmlns:a16="http://schemas.microsoft.com/office/drawing/2014/main" id="{6D5DEF29-1131-C63B-5A9F-D5FFFA779B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09" y="1105"/>
              <a:ext cx="25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4" name="Group 51">
            <a:extLst>
              <a:ext uri="{FF2B5EF4-FFF2-40B4-BE49-F238E27FC236}">
                <a16:creationId xmlns:a16="http://schemas.microsoft.com/office/drawing/2014/main" id="{1EA31BFE-3171-31B1-CB4C-59156E9F9766}"/>
              </a:ext>
            </a:extLst>
          </p:cNvPr>
          <p:cNvGrpSpPr>
            <a:grpSpLocks/>
          </p:cNvGrpSpPr>
          <p:nvPr/>
        </p:nvGrpSpPr>
        <p:grpSpPr bwMode="auto">
          <a:xfrm>
            <a:off x="3665008" y="1824569"/>
            <a:ext cx="2401888" cy="1846263"/>
            <a:chOff x="2138" y="1224"/>
            <a:chExt cx="1513" cy="1163"/>
          </a:xfrm>
        </p:grpSpPr>
        <p:sp>
          <p:nvSpPr>
            <p:cNvPr id="55" name="Rectangle 52">
              <a:extLst>
                <a:ext uri="{FF2B5EF4-FFF2-40B4-BE49-F238E27FC236}">
                  <a16:creationId xmlns:a16="http://schemas.microsoft.com/office/drawing/2014/main" id="{CCFC7A1C-5832-5E5A-924F-159E7355E4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5" y="1298"/>
              <a:ext cx="613" cy="54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56" name="Text Box 53">
              <a:extLst>
                <a:ext uri="{FF2B5EF4-FFF2-40B4-BE49-F238E27FC236}">
                  <a16:creationId xmlns:a16="http://schemas.microsoft.com/office/drawing/2014/main" id="{9A4184B1-6566-2055-FA10-3170E568F2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08" y="1356"/>
              <a:ext cx="8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57" name="Text Box 54">
              <a:extLst>
                <a:ext uri="{FF2B5EF4-FFF2-40B4-BE49-F238E27FC236}">
                  <a16:creationId xmlns:a16="http://schemas.microsoft.com/office/drawing/2014/main" id="{8A0156B0-9FE4-11DC-9B7E-21F2A54775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08" y="1583"/>
              <a:ext cx="8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58" name="Line 55">
              <a:extLst>
                <a:ext uri="{FF2B5EF4-FFF2-40B4-BE49-F238E27FC236}">
                  <a16:creationId xmlns:a16="http://schemas.microsoft.com/office/drawing/2014/main" id="{B8F91B6A-8E57-16DE-FB6D-D6B398F463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97" y="1571"/>
              <a:ext cx="29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Line 56">
              <a:extLst>
                <a:ext uri="{FF2B5EF4-FFF2-40B4-BE49-F238E27FC236}">
                  <a16:creationId xmlns:a16="http://schemas.microsoft.com/office/drawing/2014/main" id="{9051836D-2B15-AB45-1334-25C60F16EC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880" y="1844"/>
              <a:ext cx="0" cy="2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Text Box 57">
              <a:extLst>
                <a:ext uri="{FF2B5EF4-FFF2-40B4-BE49-F238E27FC236}">
                  <a16:creationId xmlns:a16="http://schemas.microsoft.com/office/drawing/2014/main" id="{064F7AEE-3B80-076D-5863-7D5E2711D3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4" y="1367"/>
              <a:ext cx="333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</a:rPr>
                <a:t>2-1</a:t>
              </a:r>
            </a:p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</a:rPr>
                <a:t>M</a:t>
              </a:r>
              <a:r>
                <a:rPr lang="en-US" altLang="zh-CN" sz="1800">
                  <a:latin typeface="Arial" panose="020B0604020202020204" pitchFamily="34" charset="0"/>
                </a:rPr>
                <a:t>UX</a:t>
              </a:r>
            </a:p>
          </p:txBody>
        </p:sp>
        <p:sp>
          <p:nvSpPr>
            <p:cNvPr id="61" name="Line 58">
              <a:extLst>
                <a:ext uri="{FF2B5EF4-FFF2-40B4-BE49-F238E27FC236}">
                  <a16:creationId xmlns:a16="http://schemas.microsoft.com/office/drawing/2014/main" id="{4C48D081-62C9-8E32-8825-2C43B02D3B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90" y="1673"/>
              <a:ext cx="29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Line 59">
              <a:extLst>
                <a:ext uri="{FF2B5EF4-FFF2-40B4-BE49-F238E27FC236}">
                  <a16:creationId xmlns:a16="http://schemas.microsoft.com/office/drawing/2014/main" id="{3C57FD86-BA41-7344-48A1-3F7D3B5FF1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90" y="1446"/>
              <a:ext cx="29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Text Box 60">
              <a:extLst>
                <a:ext uri="{FF2B5EF4-FFF2-40B4-BE49-F238E27FC236}">
                  <a16:creationId xmlns:a16="http://schemas.microsoft.com/office/drawing/2014/main" id="{2146A3E0-73CA-3A62-00EB-F79A10120B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05" y="1923"/>
              <a:ext cx="10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</a:rPr>
                <a:t>S</a:t>
              </a:r>
              <a:endParaRPr lang="en-US" altLang="zh-CN" sz="1400" b="0">
                <a:latin typeface="Arial" panose="020B0604020202020204" pitchFamily="34" charset="0"/>
              </a:endParaRPr>
            </a:p>
          </p:txBody>
        </p:sp>
        <p:sp>
          <p:nvSpPr>
            <p:cNvPr id="64" name="Text Box 61">
              <a:extLst>
                <a:ext uri="{FF2B5EF4-FFF2-40B4-BE49-F238E27FC236}">
                  <a16:creationId xmlns:a16="http://schemas.microsoft.com/office/drawing/2014/main" id="{B9EA908B-7225-21FF-88A3-9E221B5C81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44" y="1469"/>
              <a:ext cx="10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solidFill>
                    <a:srgbClr val="0000FF"/>
                  </a:solidFill>
                  <a:latin typeface="Arial" panose="020B0604020202020204" pitchFamily="34" charset="0"/>
                </a:rPr>
                <a:t>Y</a:t>
              </a:r>
              <a:endParaRPr lang="en-US" altLang="zh-CN" sz="1400" b="0">
                <a:solidFill>
                  <a:srgbClr val="0000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5" name="Text Box 62">
              <a:extLst>
                <a:ext uri="{FF2B5EF4-FFF2-40B4-BE49-F238E27FC236}">
                  <a16:creationId xmlns:a16="http://schemas.microsoft.com/office/drawing/2014/main" id="{DBBFB2AF-529C-9FC5-553F-F0F1FEB399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8" y="1333"/>
              <a:ext cx="10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solidFill>
                    <a:srgbClr val="0000FF"/>
                  </a:solidFill>
                  <a:latin typeface="Arial" panose="020B0604020202020204" pitchFamily="34" charset="0"/>
                </a:rPr>
                <a:t>A</a:t>
              </a:r>
              <a:endParaRPr lang="en-US" altLang="zh-CN" sz="1400" b="0">
                <a:solidFill>
                  <a:srgbClr val="0000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6" name="Text Box 63">
              <a:extLst>
                <a:ext uri="{FF2B5EF4-FFF2-40B4-BE49-F238E27FC236}">
                  <a16:creationId xmlns:a16="http://schemas.microsoft.com/office/drawing/2014/main" id="{7210F10B-B258-20D8-5A87-D3C690AB12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8" y="1572"/>
              <a:ext cx="10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solidFill>
                    <a:srgbClr val="0000FF"/>
                  </a:solidFill>
                  <a:latin typeface="Arial" panose="020B0604020202020204" pitchFamily="34" charset="0"/>
                </a:rPr>
                <a:t>B</a:t>
              </a:r>
              <a:endParaRPr lang="en-US" altLang="zh-CN" sz="1400" b="0">
                <a:solidFill>
                  <a:srgbClr val="0000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7" name="Line 64">
              <a:extLst>
                <a:ext uri="{FF2B5EF4-FFF2-40B4-BE49-F238E27FC236}">
                  <a16:creationId xmlns:a16="http://schemas.microsoft.com/office/drawing/2014/main" id="{49CC59F3-CEF3-05F3-2014-9439CC72FE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81" y="1389"/>
              <a:ext cx="114" cy="114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Text Box 65">
              <a:extLst>
                <a:ext uri="{FF2B5EF4-FFF2-40B4-BE49-F238E27FC236}">
                  <a16:creationId xmlns:a16="http://schemas.microsoft.com/office/drawing/2014/main" id="{4454A92A-AB82-9650-15D1-AA6F94F200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81" y="1224"/>
              <a:ext cx="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1800" b="0">
                  <a:solidFill>
                    <a:srgbClr val="0000FF"/>
                  </a:solidFill>
                  <a:latin typeface="Arial" panose="020B0604020202020204" pitchFamily="34" charset="0"/>
                </a:rPr>
                <a:t>2</a:t>
              </a:r>
              <a:endParaRPr lang="en-US" altLang="zh-CN" sz="1200" b="0">
                <a:solidFill>
                  <a:srgbClr val="0000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9" name="Line 66">
              <a:extLst>
                <a:ext uri="{FF2B5EF4-FFF2-40B4-BE49-F238E27FC236}">
                  <a16:creationId xmlns:a16="http://schemas.microsoft.com/office/drawing/2014/main" id="{D2A80975-E1C5-16E1-BFD7-17E11294AE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88" y="1525"/>
              <a:ext cx="114" cy="114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Text Box 67">
              <a:extLst>
                <a:ext uri="{FF2B5EF4-FFF2-40B4-BE49-F238E27FC236}">
                  <a16:creationId xmlns:a16="http://schemas.microsoft.com/office/drawing/2014/main" id="{627D2845-F934-FA6A-7287-8FAA2C572E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88" y="1360"/>
              <a:ext cx="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1800" b="0">
                  <a:solidFill>
                    <a:srgbClr val="0000FF"/>
                  </a:solidFill>
                  <a:latin typeface="Arial" panose="020B0604020202020204" pitchFamily="34" charset="0"/>
                </a:rPr>
                <a:t>2</a:t>
              </a:r>
              <a:endParaRPr lang="en-US" altLang="zh-CN" sz="1200" b="0">
                <a:solidFill>
                  <a:srgbClr val="0000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1" name="Line 68">
              <a:extLst>
                <a:ext uri="{FF2B5EF4-FFF2-40B4-BE49-F238E27FC236}">
                  <a16:creationId xmlns:a16="http://schemas.microsoft.com/office/drawing/2014/main" id="{A4AFF067-4C3E-A6D6-1C6C-FB7ABF80E2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81" y="1616"/>
              <a:ext cx="114" cy="114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Text Box 69">
              <a:extLst>
                <a:ext uri="{FF2B5EF4-FFF2-40B4-BE49-F238E27FC236}">
                  <a16:creationId xmlns:a16="http://schemas.microsoft.com/office/drawing/2014/main" id="{129DAD0D-EBCC-54A7-20F1-EB46DC8A42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8" y="1742"/>
              <a:ext cx="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1800" b="0">
                  <a:solidFill>
                    <a:srgbClr val="0000FF"/>
                  </a:solidFill>
                  <a:latin typeface="Arial" panose="020B0604020202020204" pitchFamily="34" charset="0"/>
                </a:rPr>
                <a:t>2</a:t>
              </a:r>
              <a:endParaRPr lang="en-US" altLang="zh-CN" sz="1200" b="0">
                <a:solidFill>
                  <a:srgbClr val="0000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3" name="Rectangle 70">
              <a:extLst>
                <a:ext uri="{FF2B5EF4-FFF2-40B4-BE49-F238E27FC236}">
                  <a16:creationId xmlns:a16="http://schemas.microsoft.com/office/drawing/2014/main" id="{2031F270-1051-B2BB-1106-DD740D6948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5" y="2137"/>
              <a:ext cx="110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2</a:t>
              </a:r>
              <a:r>
                <a:rPr lang="zh-CN" altLang="en-US" sz="2000">
                  <a:latin typeface="Arial" panose="020B0604020202020204" pitchFamily="34" charset="0"/>
                </a:rPr>
                <a:t>位</a:t>
              </a:r>
              <a:r>
                <a:rPr lang="en-US" altLang="zh-CN" sz="2000">
                  <a:latin typeface="Arial" panose="020B0604020202020204" pitchFamily="34" charset="0"/>
                </a:rPr>
                <a:t>2</a:t>
              </a:r>
              <a:r>
                <a:rPr lang="zh-CN" altLang="en-US" sz="2000">
                  <a:latin typeface="Arial" panose="020B0604020202020204" pitchFamily="34" charset="0"/>
                </a:rPr>
                <a:t>选</a:t>
              </a:r>
              <a:r>
                <a:rPr lang="en-US" altLang="zh-CN" sz="2000">
                  <a:latin typeface="Arial" panose="020B0604020202020204" pitchFamily="34" charset="0"/>
                </a:rPr>
                <a:t>1 MUX</a:t>
              </a:r>
              <a:endParaRPr lang="zh-CN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74" name="Group 71">
            <a:extLst>
              <a:ext uri="{FF2B5EF4-FFF2-40B4-BE49-F238E27FC236}">
                <a16:creationId xmlns:a16="http://schemas.microsoft.com/office/drawing/2014/main" id="{D9185FA6-43EA-4B47-5D71-3EDBECB539C3}"/>
              </a:ext>
            </a:extLst>
          </p:cNvPr>
          <p:cNvGrpSpPr>
            <a:grpSpLocks/>
          </p:cNvGrpSpPr>
          <p:nvPr/>
        </p:nvGrpSpPr>
        <p:grpSpPr bwMode="auto">
          <a:xfrm>
            <a:off x="5095346" y="3778782"/>
            <a:ext cx="3635375" cy="2484437"/>
            <a:chOff x="3039" y="2455"/>
            <a:chExt cx="2290" cy="1565"/>
          </a:xfrm>
        </p:grpSpPr>
        <p:sp>
          <p:nvSpPr>
            <p:cNvPr id="75" name="Line 72">
              <a:extLst>
                <a:ext uri="{FF2B5EF4-FFF2-40B4-BE49-F238E27FC236}">
                  <a16:creationId xmlns:a16="http://schemas.microsoft.com/office/drawing/2014/main" id="{B80BFC0B-F332-3F66-F560-51761FCE23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65" y="3929"/>
              <a:ext cx="145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" name="Line 73">
              <a:extLst>
                <a:ext uri="{FF2B5EF4-FFF2-40B4-BE49-F238E27FC236}">
                  <a16:creationId xmlns:a16="http://schemas.microsoft.com/office/drawing/2014/main" id="{1AE3D3B7-D8B3-78FD-233E-F49F3BF6F7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327" y="2659"/>
              <a:ext cx="0" cy="2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Line 74">
              <a:extLst>
                <a:ext uri="{FF2B5EF4-FFF2-40B4-BE49-F238E27FC236}">
                  <a16:creationId xmlns:a16="http://schemas.microsoft.com/office/drawing/2014/main" id="{CB5A14BC-BA34-7B7D-99FB-89F046362B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27" y="2909"/>
              <a:ext cx="2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Line 75">
              <a:extLst>
                <a:ext uri="{FF2B5EF4-FFF2-40B4-BE49-F238E27FC236}">
                  <a16:creationId xmlns:a16="http://schemas.microsoft.com/office/drawing/2014/main" id="{6BAE7499-D411-4D1E-0AD8-0FB5C12B40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327" y="3113"/>
              <a:ext cx="0" cy="24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Line 76">
              <a:extLst>
                <a:ext uri="{FF2B5EF4-FFF2-40B4-BE49-F238E27FC236}">
                  <a16:creationId xmlns:a16="http://schemas.microsoft.com/office/drawing/2014/main" id="{C77399D4-E786-EFEB-7157-BC335E7327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27" y="3113"/>
              <a:ext cx="2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Text Box 77">
              <a:extLst>
                <a:ext uri="{FF2B5EF4-FFF2-40B4-BE49-F238E27FC236}">
                  <a16:creationId xmlns:a16="http://schemas.microsoft.com/office/drawing/2014/main" id="{0DEF053F-1629-4BC7-8667-2438522B1D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22" y="2909"/>
              <a:ext cx="10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 dirty="0">
                  <a:latin typeface="Arial" panose="020B0604020202020204" pitchFamily="34" charset="0"/>
                </a:rPr>
                <a:t>Y</a:t>
              </a:r>
              <a:endParaRPr lang="en-US" altLang="zh-CN" sz="1400" b="0" dirty="0">
                <a:latin typeface="Arial" panose="020B0604020202020204" pitchFamily="34" charset="0"/>
              </a:endParaRPr>
            </a:p>
          </p:txBody>
        </p:sp>
        <p:sp>
          <p:nvSpPr>
            <p:cNvPr id="81" name="Text Box 78">
              <a:extLst>
                <a:ext uri="{FF2B5EF4-FFF2-40B4-BE49-F238E27FC236}">
                  <a16:creationId xmlns:a16="http://schemas.microsoft.com/office/drawing/2014/main" id="{6091C3CD-9343-A88B-87F4-269A048DD5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39" y="3612"/>
              <a:ext cx="16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</a:rPr>
                <a:t>S</a:t>
              </a:r>
              <a:r>
                <a:rPr lang="en-US" altLang="zh-CN" sz="1400" b="0"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82" name="Text Box 79">
              <a:extLst>
                <a:ext uri="{FF2B5EF4-FFF2-40B4-BE49-F238E27FC236}">
                  <a16:creationId xmlns:a16="http://schemas.microsoft.com/office/drawing/2014/main" id="{08E7ABA0-021F-71CB-0DA0-AD06B3AAF9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39" y="3828"/>
              <a:ext cx="16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</a:rPr>
                <a:t>S</a:t>
              </a:r>
              <a:r>
                <a:rPr lang="en-US" altLang="zh-CN" sz="1400" b="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83" name="Text Box 80">
              <a:extLst>
                <a:ext uri="{FF2B5EF4-FFF2-40B4-BE49-F238E27FC236}">
                  <a16:creationId xmlns:a16="http://schemas.microsoft.com/office/drawing/2014/main" id="{9840F705-4952-1AF1-0B02-86CA98044F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9" y="3181"/>
              <a:ext cx="11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</a:rPr>
                <a:t>C</a:t>
              </a:r>
              <a:endParaRPr lang="en-US" altLang="zh-CN" sz="1400" b="0">
                <a:latin typeface="Arial" panose="020B0604020202020204" pitchFamily="34" charset="0"/>
              </a:endParaRPr>
            </a:p>
          </p:txBody>
        </p:sp>
        <p:sp>
          <p:nvSpPr>
            <p:cNvPr id="84" name="Text Box 81">
              <a:extLst>
                <a:ext uri="{FF2B5EF4-FFF2-40B4-BE49-F238E27FC236}">
                  <a16:creationId xmlns:a16="http://schemas.microsoft.com/office/drawing/2014/main" id="{2AC3461D-9D9C-411A-E143-532354BD01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9" y="3397"/>
              <a:ext cx="11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</a:rPr>
                <a:t>D</a:t>
              </a:r>
              <a:endParaRPr lang="en-US" altLang="zh-CN" sz="1400" b="0">
                <a:latin typeface="Arial" panose="020B0604020202020204" pitchFamily="34" charset="0"/>
              </a:endParaRPr>
            </a:p>
          </p:txBody>
        </p:sp>
        <p:sp>
          <p:nvSpPr>
            <p:cNvPr id="85" name="Text Box 82">
              <a:extLst>
                <a:ext uri="{FF2B5EF4-FFF2-40B4-BE49-F238E27FC236}">
                  <a16:creationId xmlns:a16="http://schemas.microsoft.com/office/drawing/2014/main" id="{1459719C-5832-0799-FE29-8354600FB9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9" y="2455"/>
              <a:ext cx="10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</a:rPr>
                <a:t>A</a:t>
              </a:r>
              <a:endParaRPr lang="en-US" altLang="zh-CN" sz="1400" b="0">
                <a:latin typeface="Arial" panose="020B0604020202020204" pitchFamily="34" charset="0"/>
              </a:endParaRPr>
            </a:p>
          </p:txBody>
        </p:sp>
        <p:sp>
          <p:nvSpPr>
            <p:cNvPr id="86" name="Text Box 83">
              <a:extLst>
                <a:ext uri="{FF2B5EF4-FFF2-40B4-BE49-F238E27FC236}">
                  <a16:creationId xmlns:a16="http://schemas.microsoft.com/office/drawing/2014/main" id="{7A31F257-C1C0-E7E6-ADDC-6282C3D0BD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9" y="2659"/>
              <a:ext cx="10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</a:rPr>
                <a:t>B</a:t>
              </a:r>
              <a:endParaRPr lang="en-US" altLang="zh-CN" sz="1400" b="0">
                <a:latin typeface="Arial" panose="020B0604020202020204" pitchFamily="34" charset="0"/>
              </a:endParaRPr>
            </a:p>
          </p:txBody>
        </p:sp>
        <p:sp>
          <p:nvSpPr>
            <p:cNvPr id="87" name="Rectangle 84">
              <a:extLst>
                <a:ext uri="{FF2B5EF4-FFF2-40B4-BE49-F238E27FC236}">
                  <a16:creationId xmlns:a16="http://schemas.microsoft.com/office/drawing/2014/main" id="{4C90EABC-0F3E-8860-EDF8-FC128D7055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5" y="3158"/>
              <a:ext cx="386" cy="40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88" name="Text Box 85">
              <a:extLst>
                <a:ext uri="{FF2B5EF4-FFF2-40B4-BE49-F238E27FC236}">
                  <a16:creationId xmlns:a16="http://schemas.microsoft.com/office/drawing/2014/main" id="{F20E56ED-5737-85E6-9AB1-4ADD6858E7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08" y="3181"/>
              <a:ext cx="8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89" name="Text Box 86">
              <a:extLst>
                <a:ext uri="{FF2B5EF4-FFF2-40B4-BE49-F238E27FC236}">
                  <a16:creationId xmlns:a16="http://schemas.microsoft.com/office/drawing/2014/main" id="{CD5B1761-BADF-8318-BEBA-B2EFDCDA6F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08" y="3385"/>
              <a:ext cx="8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90" name="Text Box 87">
              <a:extLst>
                <a:ext uri="{FF2B5EF4-FFF2-40B4-BE49-F238E27FC236}">
                  <a16:creationId xmlns:a16="http://schemas.microsoft.com/office/drawing/2014/main" id="{DF0584F1-09D3-704B-C67B-667F2989EB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30" y="3272"/>
              <a:ext cx="19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</a:rPr>
                <a:t>M</a:t>
              </a:r>
              <a:r>
                <a:rPr lang="en-US" altLang="zh-CN" sz="1400" b="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91" name="Line 88">
              <a:extLst>
                <a:ext uri="{FF2B5EF4-FFF2-40B4-BE49-F238E27FC236}">
                  <a16:creationId xmlns:a16="http://schemas.microsoft.com/office/drawing/2014/main" id="{0638CCDF-BA1F-02FF-E192-91B8D15271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65" y="3725"/>
              <a:ext cx="61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92" name="Group 89">
              <a:extLst>
                <a:ext uri="{FF2B5EF4-FFF2-40B4-BE49-F238E27FC236}">
                  <a16:creationId xmlns:a16="http://schemas.microsoft.com/office/drawing/2014/main" id="{A57F1C92-6FC5-786F-4268-F2DD0BD2A5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65" y="2569"/>
              <a:ext cx="420" cy="907"/>
              <a:chOff x="3175" y="1049"/>
              <a:chExt cx="748" cy="907"/>
            </a:xfrm>
          </p:grpSpPr>
          <p:sp>
            <p:nvSpPr>
              <p:cNvPr id="109" name="Line 90">
                <a:extLst>
                  <a:ext uri="{FF2B5EF4-FFF2-40B4-BE49-F238E27FC236}">
                    <a16:creationId xmlns:a16="http://schemas.microsoft.com/office/drawing/2014/main" id="{A8AFEDA4-8014-FED6-42D5-B6EF056EEA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75" y="1752"/>
                <a:ext cx="74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" name="Line 91">
                <a:extLst>
                  <a:ext uri="{FF2B5EF4-FFF2-40B4-BE49-F238E27FC236}">
                    <a16:creationId xmlns:a16="http://schemas.microsoft.com/office/drawing/2014/main" id="{373446E4-6FAE-6CAA-DDEE-EE86253AD6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75" y="1956"/>
                <a:ext cx="74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" name="Line 92">
                <a:extLst>
                  <a:ext uri="{FF2B5EF4-FFF2-40B4-BE49-F238E27FC236}">
                    <a16:creationId xmlns:a16="http://schemas.microsoft.com/office/drawing/2014/main" id="{B59E35D4-F99B-95F9-8916-1DE7313ED7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75" y="1049"/>
                <a:ext cx="74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" name="Line 93">
                <a:extLst>
                  <a:ext uri="{FF2B5EF4-FFF2-40B4-BE49-F238E27FC236}">
                    <a16:creationId xmlns:a16="http://schemas.microsoft.com/office/drawing/2014/main" id="{C84197D0-8ED6-12F1-9A71-6419D8CC38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75" y="1253"/>
                <a:ext cx="74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3" name="Line 94">
              <a:extLst>
                <a:ext uri="{FF2B5EF4-FFF2-40B4-BE49-F238E27FC236}">
                  <a16:creationId xmlns:a16="http://schemas.microsoft.com/office/drawing/2014/main" id="{6383C8F1-CCFD-5F17-E587-6D61867336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514" y="3022"/>
              <a:ext cx="0" cy="70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" name="Rectangle 95">
              <a:extLst>
                <a:ext uri="{FF2B5EF4-FFF2-40B4-BE49-F238E27FC236}">
                  <a16:creationId xmlns:a16="http://schemas.microsoft.com/office/drawing/2014/main" id="{1AD18459-DF3D-EE21-BAE6-548E393063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5" y="2455"/>
              <a:ext cx="386" cy="40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95" name="Text Box 96">
              <a:extLst>
                <a:ext uri="{FF2B5EF4-FFF2-40B4-BE49-F238E27FC236}">
                  <a16:creationId xmlns:a16="http://schemas.microsoft.com/office/drawing/2014/main" id="{18CB379F-CF91-3F09-DE2E-612BFEF101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08" y="2478"/>
              <a:ext cx="8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96" name="Text Box 97">
              <a:extLst>
                <a:ext uri="{FF2B5EF4-FFF2-40B4-BE49-F238E27FC236}">
                  <a16:creationId xmlns:a16="http://schemas.microsoft.com/office/drawing/2014/main" id="{BC998207-F0BC-C7AE-1CB6-CA4F1F9456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08" y="2682"/>
              <a:ext cx="8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97" name="Line 98">
              <a:extLst>
                <a:ext uri="{FF2B5EF4-FFF2-40B4-BE49-F238E27FC236}">
                  <a16:creationId xmlns:a16="http://schemas.microsoft.com/office/drawing/2014/main" id="{5E20E6AF-D730-1AE4-92A8-24BBF50C19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877" y="2864"/>
              <a:ext cx="0" cy="15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" name="Text Box 99">
              <a:extLst>
                <a:ext uri="{FF2B5EF4-FFF2-40B4-BE49-F238E27FC236}">
                  <a16:creationId xmlns:a16="http://schemas.microsoft.com/office/drawing/2014/main" id="{DC21AD7B-8BB9-6751-A101-4DEFCBB838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30" y="2569"/>
              <a:ext cx="19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</a:rPr>
                <a:t>M</a:t>
              </a:r>
              <a:r>
                <a:rPr lang="en-US" altLang="zh-CN" sz="1400" b="0"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99" name="Line 100">
              <a:extLst>
                <a:ext uri="{FF2B5EF4-FFF2-40B4-BE49-F238E27FC236}">
                  <a16:creationId xmlns:a16="http://schemas.microsoft.com/office/drawing/2014/main" id="{2C74581B-FD8E-60C3-A6EC-6B363AC59C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14" y="3022"/>
              <a:ext cx="36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Line 101">
              <a:extLst>
                <a:ext uri="{FF2B5EF4-FFF2-40B4-BE49-F238E27FC236}">
                  <a16:creationId xmlns:a16="http://schemas.microsoft.com/office/drawing/2014/main" id="{6479C220-D486-E035-79E2-7BC89D44AA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877" y="3567"/>
              <a:ext cx="0" cy="15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Line 102">
              <a:extLst>
                <a:ext uri="{FF2B5EF4-FFF2-40B4-BE49-F238E27FC236}">
                  <a16:creationId xmlns:a16="http://schemas.microsoft.com/office/drawing/2014/main" id="{11FE04C1-79A9-9480-F18A-99BDB3C375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71" y="3362"/>
              <a:ext cx="25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" name="Line 103">
              <a:extLst>
                <a:ext uri="{FF2B5EF4-FFF2-40B4-BE49-F238E27FC236}">
                  <a16:creationId xmlns:a16="http://schemas.microsoft.com/office/drawing/2014/main" id="{87F8EED0-DC3A-E8C8-4B14-A8142700B6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71" y="2659"/>
              <a:ext cx="25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Rectangle 104">
              <a:extLst>
                <a:ext uri="{FF2B5EF4-FFF2-40B4-BE49-F238E27FC236}">
                  <a16:creationId xmlns:a16="http://schemas.microsoft.com/office/drawing/2014/main" id="{A38C47C8-ABB3-D10A-9998-7D64F4104A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1" y="2795"/>
              <a:ext cx="386" cy="40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04" name="Text Box 105">
              <a:extLst>
                <a:ext uri="{FF2B5EF4-FFF2-40B4-BE49-F238E27FC236}">
                  <a16:creationId xmlns:a16="http://schemas.microsoft.com/office/drawing/2014/main" id="{2DECAE8A-7361-07D5-1FB7-FBE0855A8A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4" y="2818"/>
              <a:ext cx="8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105" name="Text Box 106">
              <a:extLst>
                <a:ext uri="{FF2B5EF4-FFF2-40B4-BE49-F238E27FC236}">
                  <a16:creationId xmlns:a16="http://schemas.microsoft.com/office/drawing/2014/main" id="{F99A931C-39EE-FF33-3232-496D188FCE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4" y="3022"/>
              <a:ext cx="8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06" name="Line 107">
              <a:extLst>
                <a:ext uri="{FF2B5EF4-FFF2-40B4-BE49-F238E27FC236}">
                  <a16:creationId xmlns:a16="http://schemas.microsoft.com/office/drawing/2014/main" id="{E3DD5F71-669D-946B-C7CF-9A1154BCCF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723" y="3204"/>
              <a:ext cx="0" cy="7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" name="Text Box 108">
              <a:extLst>
                <a:ext uri="{FF2B5EF4-FFF2-40B4-BE49-F238E27FC236}">
                  <a16:creationId xmlns:a16="http://schemas.microsoft.com/office/drawing/2014/main" id="{2D26943A-D298-EC2E-BD6A-8D68B3CB3C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76" y="2909"/>
              <a:ext cx="19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</a:rPr>
                <a:t>M</a:t>
              </a:r>
              <a:r>
                <a:rPr lang="en-US" altLang="zh-CN" sz="1400" b="0"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108" name="Line 109">
              <a:extLst>
                <a:ext uri="{FF2B5EF4-FFF2-40B4-BE49-F238E27FC236}">
                  <a16:creationId xmlns:a16="http://schemas.microsoft.com/office/drawing/2014/main" id="{AD5D4AB6-B89F-9B3E-4F8D-9954D33337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17" y="2999"/>
              <a:ext cx="25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3" name="Group 110">
            <a:extLst>
              <a:ext uri="{FF2B5EF4-FFF2-40B4-BE49-F238E27FC236}">
                <a16:creationId xmlns:a16="http://schemas.microsoft.com/office/drawing/2014/main" id="{11E51691-B9FD-2D4A-59A1-3FCFE7C65949}"/>
              </a:ext>
            </a:extLst>
          </p:cNvPr>
          <p:cNvGrpSpPr>
            <a:grpSpLocks/>
          </p:cNvGrpSpPr>
          <p:nvPr/>
        </p:nvGrpSpPr>
        <p:grpSpPr bwMode="auto">
          <a:xfrm>
            <a:off x="990071" y="4462994"/>
            <a:ext cx="3482975" cy="1836738"/>
            <a:chOff x="453" y="2886"/>
            <a:chExt cx="2194" cy="1157"/>
          </a:xfrm>
        </p:grpSpPr>
        <p:sp>
          <p:nvSpPr>
            <p:cNvPr id="114" name="Rectangle 111">
              <a:extLst>
                <a:ext uri="{FF2B5EF4-FFF2-40B4-BE49-F238E27FC236}">
                  <a16:creationId xmlns:a16="http://schemas.microsoft.com/office/drawing/2014/main" id="{8F3AEEE6-DA90-1BB7-73A0-4DFAE2AF98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" y="2886"/>
              <a:ext cx="613" cy="839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15" name="Text Box 112">
              <a:extLst>
                <a:ext uri="{FF2B5EF4-FFF2-40B4-BE49-F238E27FC236}">
                  <a16:creationId xmlns:a16="http://schemas.microsoft.com/office/drawing/2014/main" id="{9180A5D4-2D27-889B-4D50-A2E982D85C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5" y="2909"/>
              <a:ext cx="8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116" name="Text Box 113">
              <a:extLst>
                <a:ext uri="{FF2B5EF4-FFF2-40B4-BE49-F238E27FC236}">
                  <a16:creationId xmlns:a16="http://schemas.microsoft.com/office/drawing/2014/main" id="{EBB591C6-B79E-88C8-F6D5-16964EFE7B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5" y="3113"/>
              <a:ext cx="8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17" name="Line 114">
              <a:extLst>
                <a:ext uri="{FF2B5EF4-FFF2-40B4-BE49-F238E27FC236}">
                  <a16:creationId xmlns:a16="http://schemas.microsoft.com/office/drawing/2014/main" id="{58853758-F70C-4825-4BBD-FFA50A1188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64" y="3339"/>
              <a:ext cx="29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" name="Line 115">
              <a:extLst>
                <a:ext uri="{FF2B5EF4-FFF2-40B4-BE49-F238E27FC236}">
                  <a16:creationId xmlns:a16="http://schemas.microsoft.com/office/drawing/2014/main" id="{651627EA-712B-3FB2-1671-5D573A34FD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247" y="3726"/>
              <a:ext cx="0" cy="2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" name="Text Box 116">
              <a:extLst>
                <a:ext uri="{FF2B5EF4-FFF2-40B4-BE49-F238E27FC236}">
                  <a16:creationId xmlns:a16="http://schemas.microsoft.com/office/drawing/2014/main" id="{3EFC6F9B-4B4A-5899-1A45-93E7A42CAA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41" y="3114"/>
              <a:ext cx="333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</a:rPr>
                <a:t>4-1</a:t>
              </a:r>
            </a:p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</a:rPr>
                <a:t>M</a:t>
              </a:r>
              <a:r>
                <a:rPr lang="en-US" altLang="zh-CN" sz="1800">
                  <a:latin typeface="Arial" panose="020B0604020202020204" pitchFamily="34" charset="0"/>
                </a:rPr>
                <a:t>UX</a:t>
              </a:r>
            </a:p>
          </p:txBody>
        </p:sp>
        <p:sp>
          <p:nvSpPr>
            <p:cNvPr id="120" name="Line 117">
              <a:extLst>
                <a:ext uri="{FF2B5EF4-FFF2-40B4-BE49-F238E27FC236}">
                  <a16:creationId xmlns:a16="http://schemas.microsoft.com/office/drawing/2014/main" id="{D5D521CE-6C23-46B0-E3C2-E2326622E9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7" y="3203"/>
              <a:ext cx="29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" name="Line 118">
              <a:extLst>
                <a:ext uri="{FF2B5EF4-FFF2-40B4-BE49-F238E27FC236}">
                  <a16:creationId xmlns:a16="http://schemas.microsoft.com/office/drawing/2014/main" id="{961C4186-E03F-1BFA-21DC-FD420F6C61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7" y="2999"/>
              <a:ext cx="29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" name="Text Box 119">
              <a:extLst>
                <a:ext uri="{FF2B5EF4-FFF2-40B4-BE49-F238E27FC236}">
                  <a16:creationId xmlns:a16="http://schemas.microsoft.com/office/drawing/2014/main" id="{55DAC466-F337-251D-7B3F-28D32F96F9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5" y="3306"/>
              <a:ext cx="8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123" name="Text Box 120">
              <a:extLst>
                <a:ext uri="{FF2B5EF4-FFF2-40B4-BE49-F238E27FC236}">
                  <a16:creationId xmlns:a16="http://schemas.microsoft.com/office/drawing/2014/main" id="{B2D926E0-621E-9A10-F511-E84AA22487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5" y="3510"/>
              <a:ext cx="8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124" name="Line 121">
              <a:extLst>
                <a:ext uri="{FF2B5EF4-FFF2-40B4-BE49-F238E27FC236}">
                  <a16:creationId xmlns:a16="http://schemas.microsoft.com/office/drawing/2014/main" id="{334E61E6-D966-67EE-E46A-9AA1D37B42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7" y="3611"/>
              <a:ext cx="29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" name="Line 122">
              <a:extLst>
                <a:ext uri="{FF2B5EF4-FFF2-40B4-BE49-F238E27FC236}">
                  <a16:creationId xmlns:a16="http://schemas.microsoft.com/office/drawing/2014/main" id="{4A4E85D4-54EF-D87F-9920-6404BEA621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7" y="3407"/>
              <a:ext cx="29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" name="Text Box 123">
              <a:extLst>
                <a:ext uri="{FF2B5EF4-FFF2-40B4-BE49-F238E27FC236}">
                  <a16:creationId xmlns:a16="http://schemas.microsoft.com/office/drawing/2014/main" id="{A7B0505B-576E-FEB0-D047-321E54E0A3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8" y="3794"/>
              <a:ext cx="10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solidFill>
                    <a:srgbClr val="0000FF"/>
                  </a:solidFill>
                  <a:latin typeface="Arial" panose="020B0604020202020204" pitchFamily="34" charset="0"/>
                </a:rPr>
                <a:t>S</a:t>
              </a:r>
              <a:endParaRPr lang="en-US" altLang="zh-CN" sz="1400" b="0">
                <a:solidFill>
                  <a:srgbClr val="0000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27" name="Text Box 124">
              <a:extLst>
                <a:ext uri="{FF2B5EF4-FFF2-40B4-BE49-F238E27FC236}">
                  <a16:creationId xmlns:a16="http://schemas.microsoft.com/office/drawing/2014/main" id="{2A0E1E97-2687-D695-303E-3B4DE799BE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1" y="3238"/>
              <a:ext cx="10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</a:rPr>
                <a:t>Y</a:t>
              </a:r>
              <a:endParaRPr lang="en-US" altLang="zh-CN" sz="1400" b="0">
                <a:latin typeface="Arial" panose="020B0604020202020204" pitchFamily="34" charset="0"/>
              </a:endParaRPr>
            </a:p>
          </p:txBody>
        </p:sp>
        <p:sp>
          <p:nvSpPr>
            <p:cNvPr id="128" name="Text Box 125">
              <a:extLst>
                <a:ext uri="{FF2B5EF4-FFF2-40B4-BE49-F238E27FC236}">
                  <a16:creationId xmlns:a16="http://schemas.microsoft.com/office/drawing/2014/main" id="{9A51648B-0285-0EA6-FB26-1C1CE1D553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" y="2886"/>
              <a:ext cx="10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</a:rPr>
                <a:t>A</a:t>
              </a:r>
              <a:endParaRPr lang="en-US" altLang="zh-CN" sz="1400" b="0">
                <a:latin typeface="Arial" panose="020B0604020202020204" pitchFamily="34" charset="0"/>
              </a:endParaRPr>
            </a:p>
          </p:txBody>
        </p:sp>
        <p:sp>
          <p:nvSpPr>
            <p:cNvPr id="129" name="Text Box 126">
              <a:extLst>
                <a:ext uri="{FF2B5EF4-FFF2-40B4-BE49-F238E27FC236}">
                  <a16:creationId xmlns:a16="http://schemas.microsoft.com/office/drawing/2014/main" id="{9316CFF7-7559-2C16-7E31-AFBC95E0E7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" y="3102"/>
              <a:ext cx="10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latin typeface="Arial" panose="020B0604020202020204" pitchFamily="34" charset="0"/>
                </a:rPr>
                <a:t>B</a:t>
              </a:r>
              <a:endParaRPr lang="en-US" altLang="zh-CN" sz="1400" b="0">
                <a:latin typeface="Arial" panose="020B0604020202020204" pitchFamily="34" charset="0"/>
              </a:endParaRPr>
            </a:p>
          </p:txBody>
        </p:sp>
        <p:sp>
          <p:nvSpPr>
            <p:cNvPr id="130" name="Text Box 127">
              <a:extLst>
                <a:ext uri="{FF2B5EF4-FFF2-40B4-BE49-F238E27FC236}">
                  <a16:creationId xmlns:a16="http://schemas.microsoft.com/office/drawing/2014/main" id="{6481E369-2FE0-8570-5CD8-C6B8554CB9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" y="3306"/>
              <a:ext cx="11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solidFill>
                    <a:srgbClr val="0000FF"/>
                  </a:solidFill>
                  <a:latin typeface="Arial" panose="020B0604020202020204" pitchFamily="34" charset="0"/>
                </a:rPr>
                <a:t>C</a:t>
              </a:r>
              <a:endParaRPr lang="en-US" altLang="zh-CN" sz="1400" b="0">
                <a:solidFill>
                  <a:srgbClr val="0000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1" name="Text Box 128">
              <a:extLst>
                <a:ext uri="{FF2B5EF4-FFF2-40B4-BE49-F238E27FC236}">
                  <a16:creationId xmlns:a16="http://schemas.microsoft.com/office/drawing/2014/main" id="{9C8CAF5E-0A73-A33D-5095-C140358ECB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" y="3510"/>
              <a:ext cx="11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 b="0">
                  <a:solidFill>
                    <a:srgbClr val="0000FF"/>
                  </a:solidFill>
                  <a:latin typeface="Arial" panose="020B0604020202020204" pitchFamily="34" charset="0"/>
                </a:rPr>
                <a:t>D</a:t>
              </a:r>
              <a:endParaRPr lang="en-US" altLang="zh-CN" sz="1400" b="0">
                <a:solidFill>
                  <a:srgbClr val="0000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2" name="Line 129">
              <a:extLst>
                <a:ext uri="{FF2B5EF4-FFF2-40B4-BE49-F238E27FC236}">
                  <a16:creationId xmlns:a16="http://schemas.microsoft.com/office/drawing/2014/main" id="{D5ABA5AC-BC1C-01F3-B17A-D1AD229D57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79" y="3816"/>
              <a:ext cx="136" cy="68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" name="Text Box 130">
              <a:extLst>
                <a:ext uri="{FF2B5EF4-FFF2-40B4-BE49-F238E27FC236}">
                  <a16:creationId xmlns:a16="http://schemas.microsoft.com/office/drawing/2014/main" id="{BA404009-9F8E-F8B4-9C6D-7FCC2C627A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9" y="3771"/>
              <a:ext cx="8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1800" b="0">
                  <a:solidFill>
                    <a:srgbClr val="0000FF"/>
                  </a:solidFill>
                  <a:latin typeface="Arial" panose="020B0604020202020204" pitchFamily="34" charset="0"/>
                </a:rPr>
                <a:t>2</a:t>
              </a:r>
              <a:endParaRPr lang="en-US" altLang="zh-CN" sz="1200" b="0">
                <a:solidFill>
                  <a:srgbClr val="0000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4" name="Rectangle 131">
              <a:extLst>
                <a:ext uri="{FF2B5EF4-FFF2-40B4-BE49-F238E27FC236}">
                  <a16:creationId xmlns:a16="http://schemas.microsoft.com/office/drawing/2014/main" id="{0E4E62C9-5B79-F330-B8D6-6276FCDA0E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2" y="3793"/>
              <a:ext cx="110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1</a:t>
              </a:r>
              <a:r>
                <a:rPr lang="zh-CN" altLang="en-US" sz="2000">
                  <a:latin typeface="Arial" panose="020B0604020202020204" pitchFamily="34" charset="0"/>
                </a:rPr>
                <a:t>位</a:t>
              </a:r>
              <a:r>
                <a:rPr lang="en-US" altLang="zh-CN" sz="2000">
                  <a:latin typeface="Arial" panose="020B0604020202020204" pitchFamily="34" charset="0"/>
                </a:rPr>
                <a:t>4</a:t>
              </a:r>
              <a:r>
                <a:rPr lang="zh-CN" altLang="en-US" sz="2000">
                  <a:latin typeface="Arial" panose="020B0604020202020204" pitchFamily="34" charset="0"/>
                </a:rPr>
                <a:t>选</a:t>
              </a:r>
              <a:r>
                <a:rPr lang="en-US" altLang="zh-CN" sz="2000">
                  <a:latin typeface="Arial" panose="020B0604020202020204" pitchFamily="34" charset="0"/>
                </a:rPr>
                <a:t>1 MUX</a:t>
              </a:r>
              <a:endParaRPr lang="zh-CN" altLang="en-US" sz="2000">
                <a:latin typeface="Arial" panose="020B0604020202020204" pitchFamily="34" charset="0"/>
              </a:endParaRP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C4D29309-C09B-AB24-194F-181A5096EE07}"/>
                  </a:ext>
                </a:extLst>
              </p14:cNvPr>
              <p14:cNvContentPartPr/>
              <p14:nvPr/>
            </p14:nvContentPartPr>
            <p14:xfrm>
              <a:off x="1674360" y="1371960"/>
              <a:ext cx="7714800" cy="5176080"/>
            </p14:xfrm>
          </p:contentPart>
        </mc:Choice>
        <mc:Fallback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C4D29309-C09B-AB24-194F-181A5096EE0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65000" y="1362600"/>
                <a:ext cx="7733520" cy="5194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63294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7140C1-CD04-43F4-D337-16D020D0A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数据选择器的扩展</a:t>
            </a:r>
            <a:r>
              <a:rPr lang="en-US" altLang="zh-CN" dirty="0">
                <a:latin typeface="宋体" panose="02010600030101010101" pitchFamily="2" charset="-122"/>
              </a:rPr>
              <a:t>(</a:t>
            </a:r>
            <a:r>
              <a:rPr lang="zh-CN" altLang="en-US" dirty="0">
                <a:latin typeface="宋体" panose="02010600030101010101" pitchFamily="2" charset="-122"/>
              </a:rPr>
              <a:t>续</a:t>
            </a:r>
            <a:r>
              <a:rPr lang="en-US" altLang="zh-CN" dirty="0">
                <a:latin typeface="宋体" panose="02010600030101010101" pitchFamily="2" charset="-122"/>
              </a:rPr>
              <a:t>)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B02EB1-5C9D-0B07-A993-337FE95945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用</a:t>
            </a:r>
            <a:r>
              <a:rPr lang="en-US" altLang="zh-CN" dirty="0"/>
              <a:t>1</a:t>
            </a:r>
            <a:r>
              <a:rPr lang="zh-CN" altLang="en-US" dirty="0"/>
              <a:t>片</a:t>
            </a:r>
            <a:r>
              <a:rPr lang="en-US" altLang="zh-CN" dirty="0"/>
              <a:t>74x153</a:t>
            </a:r>
            <a:r>
              <a:rPr lang="zh-CN" altLang="en-US" dirty="0"/>
              <a:t>（双</a:t>
            </a:r>
            <a:r>
              <a:rPr lang="en-US" altLang="zh-CN" dirty="0"/>
              <a:t>4</a:t>
            </a:r>
            <a:r>
              <a:rPr lang="zh-CN" altLang="en-US"/>
              <a:t>选</a:t>
            </a:r>
            <a:r>
              <a:rPr lang="en-US" altLang="zh-CN" dirty="0"/>
              <a:t>1</a:t>
            </a:r>
            <a:r>
              <a:rPr lang="zh-CN" altLang="en-US" dirty="0"/>
              <a:t>）构成</a:t>
            </a:r>
            <a:r>
              <a:rPr lang="en-US" altLang="zh-CN" dirty="0"/>
              <a:t>8</a:t>
            </a:r>
            <a:r>
              <a:rPr lang="zh-CN" altLang="en-US" dirty="0"/>
              <a:t>选</a:t>
            </a:r>
            <a:r>
              <a:rPr lang="en-US" altLang="zh-CN" dirty="0"/>
              <a:t>1</a:t>
            </a:r>
            <a:r>
              <a:rPr lang="zh-CN" altLang="en-US" dirty="0"/>
              <a:t>数据选择器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3B36FBC-830F-80F3-ADC8-5572BD59A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7. </a:t>
            </a:r>
            <a:r>
              <a:rPr lang="zh-CN" altLang="en-US"/>
              <a:t>组合逻辑电路</a:t>
            </a:r>
            <a:r>
              <a:rPr lang="en-US" altLang="zh-CN"/>
              <a:t>3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B404CC6-2D83-B785-377C-D388570E2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12</a:t>
            </a:fld>
            <a:r>
              <a:rPr lang="en-US" altLang="zh-CN" dirty="0"/>
              <a:t>/13</a:t>
            </a:r>
            <a:endParaRPr lang="en-US" dirty="0"/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272847E7-4CE9-6CD7-D6DF-D813C74FE9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8659" y="1377156"/>
            <a:ext cx="1474788" cy="4103688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 anchorCtr="1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  </a:t>
            </a: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DB5959DE-ECB5-61E3-94BD-33183FF65D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3697" y="4196556"/>
            <a:ext cx="5318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 b="0"/>
              <a:t>Y</a:t>
            </a:r>
            <a:r>
              <a:rPr lang="en-US" altLang="zh-CN" sz="1800" b="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8" name="Line 6">
            <a:extLst>
              <a:ext uri="{FF2B5EF4-FFF2-40B4-BE49-F238E27FC236}">
                <a16:creationId xmlns:a16="http://schemas.microsoft.com/office/drawing/2014/main" id="{0234ED9B-74D7-5155-43CB-49B65E93A1DF}"/>
              </a:ext>
            </a:extLst>
          </p:cNvPr>
          <p:cNvSpPr>
            <a:spLocks noChangeShapeType="1"/>
          </p:cNvSpPr>
          <p:nvPr/>
        </p:nvSpPr>
        <p:spPr bwMode="auto">
          <a:xfrm>
            <a:off x="6676497" y="5480844"/>
            <a:ext cx="0" cy="3968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Text Box 7">
            <a:extLst>
              <a:ext uri="{FF2B5EF4-FFF2-40B4-BE49-F238E27FC236}">
                <a16:creationId xmlns:a16="http://schemas.microsoft.com/office/drawing/2014/main" id="{A1C7A443-FE92-CFEF-7849-45D25BEF83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9009" y="5012531"/>
            <a:ext cx="4683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400" b="0"/>
              <a:t>S</a:t>
            </a:r>
            <a:r>
              <a:rPr lang="en-US" altLang="zh-CN" sz="1800" b="0"/>
              <a:t>1</a:t>
            </a:r>
          </a:p>
        </p:txBody>
      </p:sp>
      <p:sp>
        <p:nvSpPr>
          <p:cNvPr id="10" name="Line 8">
            <a:extLst>
              <a:ext uri="{FF2B5EF4-FFF2-40B4-BE49-F238E27FC236}">
                <a16:creationId xmlns:a16="http://schemas.microsoft.com/office/drawing/2014/main" id="{BA8BF132-F20F-FB8A-52A1-F4D43B0DA34C}"/>
              </a:ext>
            </a:extLst>
          </p:cNvPr>
          <p:cNvSpPr>
            <a:spLocks noChangeShapeType="1"/>
          </p:cNvSpPr>
          <p:nvPr/>
        </p:nvSpPr>
        <p:spPr bwMode="auto">
          <a:xfrm>
            <a:off x="7179734" y="5480844"/>
            <a:ext cx="0" cy="3968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Text Box 9">
            <a:extLst>
              <a:ext uri="{FF2B5EF4-FFF2-40B4-BE49-F238E27FC236}">
                <a16:creationId xmlns:a16="http://schemas.microsoft.com/office/drawing/2014/main" id="{0FA4D5BA-3683-0869-86E7-B1D3A230CB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2247" y="5012531"/>
            <a:ext cx="4683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400" b="0"/>
              <a:t>S</a:t>
            </a:r>
            <a:r>
              <a:rPr lang="en-US" altLang="zh-CN" sz="1800" b="0"/>
              <a:t>0</a:t>
            </a:r>
          </a:p>
        </p:txBody>
      </p:sp>
      <p:sp>
        <p:nvSpPr>
          <p:cNvPr id="12" name="Rectangle 10">
            <a:extLst>
              <a:ext uri="{FF2B5EF4-FFF2-40B4-BE49-F238E27FC236}">
                <a16:creationId xmlns:a16="http://schemas.microsoft.com/office/drawing/2014/main" id="{2B78715B-B89F-6B51-2F37-4EDA3C3C50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0459" y="3244056"/>
            <a:ext cx="914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400" b="0"/>
              <a:t>74x153</a:t>
            </a:r>
            <a:endParaRPr lang="zh-CN" altLang="en-US" sz="2400" b="0"/>
          </a:p>
        </p:txBody>
      </p:sp>
      <p:sp>
        <p:nvSpPr>
          <p:cNvPr id="13" name="Line 12">
            <a:extLst>
              <a:ext uri="{FF2B5EF4-FFF2-40B4-BE49-F238E27FC236}">
                <a16:creationId xmlns:a16="http://schemas.microsoft.com/office/drawing/2014/main" id="{6BDE6D10-98D4-E22B-084D-AEB9BEBE2055}"/>
              </a:ext>
            </a:extLst>
          </p:cNvPr>
          <p:cNvSpPr>
            <a:spLocks noChangeShapeType="1"/>
          </p:cNvSpPr>
          <p:nvPr/>
        </p:nvSpPr>
        <p:spPr bwMode="auto">
          <a:xfrm>
            <a:off x="7673447" y="4394994"/>
            <a:ext cx="3254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Line 13">
            <a:extLst>
              <a:ext uri="{FF2B5EF4-FFF2-40B4-BE49-F238E27FC236}">
                <a16:creationId xmlns:a16="http://schemas.microsoft.com/office/drawing/2014/main" id="{88FF1C77-17D2-E4C1-AEB6-921CD1A74F90}"/>
              </a:ext>
            </a:extLst>
          </p:cNvPr>
          <p:cNvSpPr>
            <a:spLocks noChangeShapeType="1"/>
          </p:cNvSpPr>
          <p:nvPr/>
        </p:nvSpPr>
        <p:spPr bwMode="auto">
          <a:xfrm>
            <a:off x="7673447" y="2493169"/>
            <a:ext cx="3254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Text Box 14">
            <a:extLst>
              <a:ext uri="{FF2B5EF4-FFF2-40B4-BE49-F238E27FC236}">
                <a16:creationId xmlns:a16="http://schemas.microsoft.com/office/drawing/2014/main" id="{1DE0F89A-1517-434F-5BA1-B75DD59AC5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3697" y="2277269"/>
            <a:ext cx="5191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 b="0"/>
              <a:t>Y</a:t>
            </a:r>
            <a:r>
              <a:rPr lang="en-US" altLang="zh-CN" sz="1800" b="0"/>
              <a:t>1</a:t>
            </a:r>
            <a:endParaRPr lang="en-US" altLang="zh-CN" sz="1600" b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3F58D91-D7B1-782E-A58A-5238FE7C1BFF}"/>
              </a:ext>
            </a:extLst>
          </p:cNvPr>
          <p:cNvGrpSpPr>
            <a:grpSpLocks/>
          </p:cNvGrpSpPr>
          <p:nvPr/>
        </p:nvGrpSpPr>
        <p:grpSpPr bwMode="auto">
          <a:xfrm>
            <a:off x="5584297" y="1772444"/>
            <a:ext cx="1230312" cy="1493837"/>
            <a:chOff x="3446" y="1366"/>
            <a:chExt cx="775" cy="941"/>
          </a:xfrm>
        </p:grpSpPr>
        <p:sp>
          <p:nvSpPr>
            <p:cNvPr id="17" name="Line 16">
              <a:extLst>
                <a:ext uri="{FF2B5EF4-FFF2-40B4-BE49-F238E27FC236}">
                  <a16:creationId xmlns:a16="http://schemas.microsoft.com/office/drawing/2014/main" id="{244FCE31-8B1C-1244-3162-0192ADC056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6" y="1499"/>
              <a:ext cx="38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Text Box 17">
              <a:extLst>
                <a:ext uri="{FF2B5EF4-FFF2-40B4-BE49-F238E27FC236}">
                  <a16:creationId xmlns:a16="http://schemas.microsoft.com/office/drawing/2014/main" id="{4B72BA73-AAE6-7864-FD43-F0D70DCA0A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22" y="1366"/>
              <a:ext cx="39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 b="0"/>
                <a:t>D</a:t>
              </a:r>
              <a:r>
                <a:rPr lang="en-US" altLang="zh-CN" sz="1800" b="0"/>
                <a:t>10</a:t>
              </a:r>
            </a:p>
          </p:txBody>
        </p:sp>
        <p:sp>
          <p:nvSpPr>
            <p:cNvPr id="19" name="Line 18">
              <a:extLst>
                <a:ext uri="{FF2B5EF4-FFF2-40B4-BE49-F238E27FC236}">
                  <a16:creationId xmlns:a16="http://schemas.microsoft.com/office/drawing/2014/main" id="{4A583256-9CB3-EB92-6D41-63D304D6A8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6" y="1715"/>
              <a:ext cx="38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Text Box 19">
              <a:extLst>
                <a:ext uri="{FF2B5EF4-FFF2-40B4-BE49-F238E27FC236}">
                  <a16:creationId xmlns:a16="http://schemas.microsoft.com/office/drawing/2014/main" id="{8FE7F9F1-58D7-D618-9187-27E9176C59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22" y="1582"/>
              <a:ext cx="39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 b="0"/>
                <a:t>D</a:t>
              </a:r>
              <a:r>
                <a:rPr lang="en-US" altLang="zh-CN" sz="1800" b="0"/>
                <a:t>11</a:t>
              </a:r>
            </a:p>
          </p:txBody>
        </p:sp>
        <p:sp>
          <p:nvSpPr>
            <p:cNvPr id="21" name="Line 20">
              <a:extLst>
                <a:ext uri="{FF2B5EF4-FFF2-40B4-BE49-F238E27FC236}">
                  <a16:creationId xmlns:a16="http://schemas.microsoft.com/office/drawing/2014/main" id="{13BDBCB7-83CE-81A9-E4BB-6E33C8A5CE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6" y="1937"/>
              <a:ext cx="38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Text Box 21">
              <a:extLst>
                <a:ext uri="{FF2B5EF4-FFF2-40B4-BE49-F238E27FC236}">
                  <a16:creationId xmlns:a16="http://schemas.microsoft.com/office/drawing/2014/main" id="{89146AB2-1DAD-D8F3-7827-11B5BB6183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22" y="1804"/>
              <a:ext cx="39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 b="0"/>
                <a:t>D</a:t>
              </a:r>
              <a:r>
                <a:rPr lang="en-US" altLang="zh-CN" sz="1800" b="0"/>
                <a:t>12</a:t>
              </a:r>
            </a:p>
          </p:txBody>
        </p:sp>
        <p:sp>
          <p:nvSpPr>
            <p:cNvPr id="23" name="Line 22">
              <a:extLst>
                <a:ext uri="{FF2B5EF4-FFF2-40B4-BE49-F238E27FC236}">
                  <a16:creationId xmlns:a16="http://schemas.microsoft.com/office/drawing/2014/main" id="{97AEC58D-04A9-AA0F-6DB2-5414B25C3B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6" y="2153"/>
              <a:ext cx="38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Text Box 23">
              <a:extLst>
                <a:ext uri="{FF2B5EF4-FFF2-40B4-BE49-F238E27FC236}">
                  <a16:creationId xmlns:a16="http://schemas.microsoft.com/office/drawing/2014/main" id="{89DA3BED-835F-E00E-6B40-116EAA25A3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22" y="2019"/>
              <a:ext cx="39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 b="0"/>
                <a:t>D</a:t>
              </a:r>
              <a:r>
                <a:rPr lang="en-US" altLang="zh-CN" sz="1800" b="0"/>
                <a:t>13</a:t>
              </a:r>
            </a:p>
          </p:txBody>
        </p:sp>
      </p:grpSp>
      <p:sp>
        <p:nvSpPr>
          <p:cNvPr id="25" name="Text Box 25">
            <a:extLst>
              <a:ext uri="{FF2B5EF4-FFF2-40B4-BE49-F238E27FC236}">
                <a16:creationId xmlns:a16="http://schemas.microsoft.com/office/drawing/2014/main" id="{BE10189D-8DD8-626A-6EFF-E25CE34B27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82784" y="1448594"/>
            <a:ext cx="4841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 b="0"/>
              <a:t>E</a:t>
            </a:r>
            <a:r>
              <a:rPr lang="en-US" altLang="zh-CN" sz="1800" b="0"/>
              <a:t>1</a:t>
            </a:r>
          </a:p>
        </p:txBody>
      </p:sp>
      <p:sp>
        <p:nvSpPr>
          <p:cNvPr id="26" name="Line 27">
            <a:extLst>
              <a:ext uri="{FF2B5EF4-FFF2-40B4-BE49-F238E27FC236}">
                <a16:creationId xmlns:a16="http://schemas.microsoft.com/office/drawing/2014/main" id="{5B49C486-2850-0CE7-58FF-657EC23B990C}"/>
              </a:ext>
            </a:extLst>
          </p:cNvPr>
          <p:cNvSpPr>
            <a:spLocks noChangeShapeType="1"/>
          </p:cNvSpPr>
          <p:nvPr/>
        </p:nvSpPr>
        <p:spPr bwMode="auto">
          <a:xfrm>
            <a:off x="5584297" y="3874294"/>
            <a:ext cx="6127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222D1C0B-3CAC-D4FA-8722-2BBB824D97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81197" y="3663156"/>
            <a:ext cx="6334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 b="0"/>
              <a:t>D</a:t>
            </a:r>
            <a:r>
              <a:rPr lang="en-US" altLang="zh-CN" sz="1800" b="0"/>
              <a:t>20</a:t>
            </a:r>
          </a:p>
        </p:txBody>
      </p:sp>
      <p:sp>
        <p:nvSpPr>
          <p:cNvPr id="28" name="Line 29">
            <a:extLst>
              <a:ext uri="{FF2B5EF4-FFF2-40B4-BE49-F238E27FC236}">
                <a16:creationId xmlns:a16="http://schemas.microsoft.com/office/drawing/2014/main" id="{A6B7D41C-A427-8BB1-BC61-48065B9EAC31}"/>
              </a:ext>
            </a:extLst>
          </p:cNvPr>
          <p:cNvSpPr>
            <a:spLocks noChangeShapeType="1"/>
          </p:cNvSpPr>
          <p:nvPr/>
        </p:nvSpPr>
        <p:spPr bwMode="auto">
          <a:xfrm>
            <a:off x="5584297" y="4217194"/>
            <a:ext cx="6127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60A5A3DC-3CD9-5013-6B13-7FA9C0656B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81197" y="4006056"/>
            <a:ext cx="6334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 b="0"/>
              <a:t>D</a:t>
            </a:r>
            <a:r>
              <a:rPr lang="en-US" altLang="zh-CN" sz="1800" b="0"/>
              <a:t>21</a:t>
            </a:r>
          </a:p>
        </p:txBody>
      </p:sp>
      <p:sp>
        <p:nvSpPr>
          <p:cNvPr id="30" name="Line 31">
            <a:extLst>
              <a:ext uri="{FF2B5EF4-FFF2-40B4-BE49-F238E27FC236}">
                <a16:creationId xmlns:a16="http://schemas.microsoft.com/office/drawing/2014/main" id="{16F7ECA0-776E-ADBE-4959-EA2456BA4D09}"/>
              </a:ext>
            </a:extLst>
          </p:cNvPr>
          <p:cNvSpPr>
            <a:spLocks noChangeShapeType="1"/>
          </p:cNvSpPr>
          <p:nvPr/>
        </p:nvSpPr>
        <p:spPr bwMode="auto">
          <a:xfrm>
            <a:off x="5584297" y="4569619"/>
            <a:ext cx="6127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" name="Text Box 32">
            <a:extLst>
              <a:ext uri="{FF2B5EF4-FFF2-40B4-BE49-F238E27FC236}">
                <a16:creationId xmlns:a16="http://schemas.microsoft.com/office/drawing/2014/main" id="{F158604E-6A12-51E8-4C6B-8AA33C3351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81197" y="4358481"/>
            <a:ext cx="6334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 b="0"/>
              <a:t>D</a:t>
            </a:r>
            <a:r>
              <a:rPr lang="en-US" altLang="zh-CN" sz="1800" b="0"/>
              <a:t>22</a:t>
            </a:r>
          </a:p>
        </p:txBody>
      </p:sp>
      <p:sp>
        <p:nvSpPr>
          <p:cNvPr id="32" name="Line 33">
            <a:extLst>
              <a:ext uri="{FF2B5EF4-FFF2-40B4-BE49-F238E27FC236}">
                <a16:creationId xmlns:a16="http://schemas.microsoft.com/office/drawing/2014/main" id="{138B0889-61C6-80A6-C9CC-53BA39BE874B}"/>
              </a:ext>
            </a:extLst>
          </p:cNvPr>
          <p:cNvSpPr>
            <a:spLocks noChangeShapeType="1"/>
          </p:cNvSpPr>
          <p:nvPr/>
        </p:nvSpPr>
        <p:spPr bwMode="auto">
          <a:xfrm>
            <a:off x="5584297" y="4912519"/>
            <a:ext cx="6127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Text Box 34">
            <a:extLst>
              <a:ext uri="{FF2B5EF4-FFF2-40B4-BE49-F238E27FC236}">
                <a16:creationId xmlns:a16="http://schemas.microsoft.com/office/drawing/2014/main" id="{9FAA179C-4CA0-13C7-B2A8-6DE5AA2B77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81197" y="4699794"/>
            <a:ext cx="6334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 b="0"/>
              <a:t>D</a:t>
            </a:r>
            <a:r>
              <a:rPr lang="en-US" altLang="zh-CN" sz="1800" b="0"/>
              <a:t>23</a:t>
            </a:r>
          </a:p>
        </p:txBody>
      </p:sp>
      <p:sp>
        <p:nvSpPr>
          <p:cNvPr id="34" name="Text Box 36">
            <a:extLst>
              <a:ext uri="{FF2B5EF4-FFF2-40B4-BE49-F238E27FC236}">
                <a16:creationId xmlns:a16="http://schemas.microsoft.com/office/drawing/2014/main" id="{89CE3916-872F-6F6B-EF86-CFD5777D8A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82784" y="3321844"/>
            <a:ext cx="4841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 b="0"/>
              <a:t>E</a:t>
            </a:r>
            <a:r>
              <a:rPr lang="en-US" altLang="zh-CN" sz="1800" b="0"/>
              <a:t>2</a:t>
            </a:r>
          </a:p>
        </p:txBody>
      </p:sp>
      <p:sp>
        <p:nvSpPr>
          <p:cNvPr id="35" name="Oval 38">
            <a:extLst>
              <a:ext uri="{FF2B5EF4-FFF2-40B4-BE49-F238E27FC236}">
                <a16:creationId xmlns:a16="http://schemas.microsoft.com/office/drawing/2014/main" id="{14B8B2CF-FEEE-F635-7633-B4FED90D32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5472" y="1594644"/>
            <a:ext cx="103187" cy="10795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36" name="Oval 39">
            <a:extLst>
              <a:ext uri="{FF2B5EF4-FFF2-40B4-BE49-F238E27FC236}">
                <a16:creationId xmlns:a16="http://schemas.microsoft.com/office/drawing/2014/main" id="{8704988A-5214-B2BC-D872-19C344FD6E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5472" y="3464719"/>
            <a:ext cx="103187" cy="10795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grpSp>
        <p:nvGrpSpPr>
          <p:cNvPr id="37" name="Group 56">
            <a:extLst>
              <a:ext uri="{FF2B5EF4-FFF2-40B4-BE49-F238E27FC236}">
                <a16:creationId xmlns:a16="http://schemas.microsoft.com/office/drawing/2014/main" id="{D18F7883-4B3B-7475-BADE-4D03F4C38AF9}"/>
              </a:ext>
            </a:extLst>
          </p:cNvPr>
          <p:cNvGrpSpPr>
            <a:grpSpLocks/>
          </p:cNvGrpSpPr>
          <p:nvPr/>
        </p:nvGrpSpPr>
        <p:grpSpPr bwMode="auto">
          <a:xfrm>
            <a:off x="5079472" y="3609181"/>
            <a:ext cx="506412" cy="1501775"/>
            <a:chOff x="2901" y="2409"/>
            <a:chExt cx="319" cy="946"/>
          </a:xfrm>
        </p:grpSpPr>
        <p:sp>
          <p:nvSpPr>
            <p:cNvPr id="38" name="Text Box 57">
              <a:extLst>
                <a:ext uri="{FF2B5EF4-FFF2-40B4-BE49-F238E27FC236}">
                  <a16:creationId xmlns:a16="http://schemas.microsoft.com/office/drawing/2014/main" id="{2C2A3CA3-31B3-C2DE-E955-6C619DF42C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01" y="2409"/>
              <a:ext cx="3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ea typeface="楷体_GB2312" pitchFamily="49" charset="-122"/>
                </a:rPr>
                <a:t>D</a:t>
              </a:r>
              <a:r>
                <a:rPr lang="en-US" altLang="zh-CN" sz="2400" baseline="-25000">
                  <a:ea typeface="楷体_GB2312" pitchFamily="49" charset="-122"/>
                </a:rPr>
                <a:t>0</a:t>
              </a:r>
            </a:p>
          </p:txBody>
        </p:sp>
        <p:sp>
          <p:nvSpPr>
            <p:cNvPr id="39" name="Text Box 58">
              <a:extLst>
                <a:ext uri="{FF2B5EF4-FFF2-40B4-BE49-F238E27FC236}">
                  <a16:creationId xmlns:a16="http://schemas.microsoft.com/office/drawing/2014/main" id="{80207A39-1E13-516B-12E9-289B2B8080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01" y="2636"/>
              <a:ext cx="3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ea typeface="楷体_GB2312" pitchFamily="49" charset="-122"/>
                </a:rPr>
                <a:t>D</a:t>
              </a:r>
              <a:r>
                <a:rPr lang="en-US" altLang="zh-CN" sz="2400" baseline="-25000">
                  <a:ea typeface="楷体_GB2312" pitchFamily="49" charset="-122"/>
                </a:rPr>
                <a:t>1</a:t>
              </a:r>
            </a:p>
          </p:txBody>
        </p:sp>
        <p:sp>
          <p:nvSpPr>
            <p:cNvPr id="40" name="Text Box 59">
              <a:extLst>
                <a:ext uri="{FF2B5EF4-FFF2-40B4-BE49-F238E27FC236}">
                  <a16:creationId xmlns:a16="http://schemas.microsoft.com/office/drawing/2014/main" id="{FF2A67AC-3BAA-F16E-DBB0-E6A094DB0C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01" y="2847"/>
              <a:ext cx="3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ea typeface="楷体_GB2312" pitchFamily="49" charset="-122"/>
                </a:rPr>
                <a:t>D</a:t>
              </a:r>
              <a:r>
                <a:rPr lang="en-US" altLang="zh-CN" sz="2400" baseline="-25000">
                  <a:ea typeface="楷体_GB2312" pitchFamily="49" charset="-122"/>
                </a:rPr>
                <a:t>2</a:t>
              </a:r>
            </a:p>
          </p:txBody>
        </p:sp>
        <p:sp>
          <p:nvSpPr>
            <p:cNvPr id="41" name="Text Box 60">
              <a:extLst>
                <a:ext uri="{FF2B5EF4-FFF2-40B4-BE49-F238E27FC236}">
                  <a16:creationId xmlns:a16="http://schemas.microsoft.com/office/drawing/2014/main" id="{E327732A-906C-E220-01D3-86C65911E7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01" y="3067"/>
              <a:ext cx="3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ea typeface="楷体_GB2312" pitchFamily="49" charset="-122"/>
                </a:rPr>
                <a:t>D</a:t>
              </a:r>
              <a:r>
                <a:rPr lang="en-US" altLang="zh-CN" sz="2400" baseline="-25000">
                  <a:ea typeface="楷体_GB2312" pitchFamily="49" charset="-122"/>
                </a:rPr>
                <a:t>3</a:t>
              </a:r>
            </a:p>
          </p:txBody>
        </p:sp>
      </p:grpSp>
      <p:grpSp>
        <p:nvGrpSpPr>
          <p:cNvPr id="42" name="Group 61">
            <a:extLst>
              <a:ext uri="{FF2B5EF4-FFF2-40B4-BE49-F238E27FC236}">
                <a16:creationId xmlns:a16="http://schemas.microsoft.com/office/drawing/2014/main" id="{E8EBDF23-18A6-6BD8-E4E5-A54792A572C4}"/>
              </a:ext>
            </a:extLst>
          </p:cNvPr>
          <p:cNvGrpSpPr>
            <a:grpSpLocks/>
          </p:cNvGrpSpPr>
          <p:nvPr/>
        </p:nvGrpSpPr>
        <p:grpSpPr bwMode="auto">
          <a:xfrm>
            <a:off x="5082647" y="1712119"/>
            <a:ext cx="506412" cy="1501775"/>
            <a:chOff x="2903" y="1214"/>
            <a:chExt cx="319" cy="946"/>
          </a:xfrm>
        </p:grpSpPr>
        <p:sp>
          <p:nvSpPr>
            <p:cNvPr id="43" name="Text Box 62">
              <a:extLst>
                <a:ext uri="{FF2B5EF4-FFF2-40B4-BE49-F238E27FC236}">
                  <a16:creationId xmlns:a16="http://schemas.microsoft.com/office/drawing/2014/main" id="{F6A32011-7A33-B881-4649-3227FE9660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03" y="1214"/>
              <a:ext cx="3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ea typeface="楷体_GB2312" pitchFamily="49" charset="-122"/>
                </a:rPr>
                <a:t>D</a:t>
              </a:r>
              <a:r>
                <a:rPr lang="en-US" altLang="zh-CN" sz="2400" baseline="-25000">
                  <a:ea typeface="楷体_GB2312" pitchFamily="49" charset="-122"/>
                </a:rPr>
                <a:t>4</a:t>
              </a:r>
            </a:p>
          </p:txBody>
        </p:sp>
        <p:sp>
          <p:nvSpPr>
            <p:cNvPr id="44" name="Text Box 63">
              <a:extLst>
                <a:ext uri="{FF2B5EF4-FFF2-40B4-BE49-F238E27FC236}">
                  <a16:creationId xmlns:a16="http://schemas.microsoft.com/office/drawing/2014/main" id="{F3909CA7-189D-9EB1-2508-08E035FCE3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03" y="1441"/>
              <a:ext cx="3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ea typeface="楷体_GB2312" pitchFamily="49" charset="-122"/>
                </a:rPr>
                <a:t>D</a:t>
              </a:r>
              <a:r>
                <a:rPr lang="en-US" altLang="zh-CN" sz="2400" baseline="-25000">
                  <a:ea typeface="楷体_GB2312" pitchFamily="49" charset="-122"/>
                </a:rPr>
                <a:t>5</a:t>
              </a:r>
            </a:p>
          </p:txBody>
        </p:sp>
        <p:sp>
          <p:nvSpPr>
            <p:cNvPr id="45" name="Text Box 64">
              <a:extLst>
                <a:ext uri="{FF2B5EF4-FFF2-40B4-BE49-F238E27FC236}">
                  <a16:creationId xmlns:a16="http://schemas.microsoft.com/office/drawing/2014/main" id="{BA8DBF9D-5214-460C-4710-9C93447CE8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03" y="1652"/>
              <a:ext cx="3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ea typeface="楷体_GB2312" pitchFamily="49" charset="-122"/>
                </a:rPr>
                <a:t>D</a:t>
              </a:r>
              <a:r>
                <a:rPr lang="en-US" altLang="zh-CN" sz="2400" baseline="-25000">
                  <a:ea typeface="楷体_GB2312" pitchFamily="49" charset="-122"/>
                </a:rPr>
                <a:t>6</a:t>
              </a:r>
            </a:p>
          </p:txBody>
        </p:sp>
        <p:sp>
          <p:nvSpPr>
            <p:cNvPr id="46" name="Text Box 65">
              <a:extLst>
                <a:ext uri="{FF2B5EF4-FFF2-40B4-BE49-F238E27FC236}">
                  <a16:creationId xmlns:a16="http://schemas.microsoft.com/office/drawing/2014/main" id="{AD7B1830-872F-6B04-D686-4A9EEDD102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03" y="1872"/>
              <a:ext cx="3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ea typeface="楷体_GB2312" pitchFamily="49" charset="-122"/>
                </a:rPr>
                <a:t>D</a:t>
              </a:r>
              <a:r>
                <a:rPr lang="en-US" altLang="zh-CN" sz="2400" baseline="-25000">
                  <a:ea typeface="楷体_GB2312" pitchFamily="49" charset="-122"/>
                </a:rPr>
                <a:t>7</a:t>
              </a:r>
            </a:p>
          </p:txBody>
        </p:sp>
      </p:grpSp>
      <p:grpSp>
        <p:nvGrpSpPr>
          <p:cNvPr id="47" name="Group 88">
            <a:extLst>
              <a:ext uri="{FF2B5EF4-FFF2-40B4-BE49-F238E27FC236}">
                <a16:creationId xmlns:a16="http://schemas.microsoft.com/office/drawing/2014/main" id="{17F99E71-6A24-7CD9-D86E-AA4A5ACD624B}"/>
              </a:ext>
            </a:extLst>
          </p:cNvPr>
          <p:cNvGrpSpPr>
            <a:grpSpLocks/>
          </p:cNvGrpSpPr>
          <p:nvPr/>
        </p:nvGrpSpPr>
        <p:grpSpPr bwMode="auto">
          <a:xfrm>
            <a:off x="7459134" y="2493169"/>
            <a:ext cx="1844675" cy="1908175"/>
            <a:chOff x="4400" y="1751"/>
            <a:chExt cx="1162" cy="1202"/>
          </a:xfrm>
        </p:grpSpPr>
        <p:grpSp>
          <p:nvGrpSpPr>
            <p:cNvPr id="48" name="Group 44">
              <a:extLst>
                <a:ext uri="{FF2B5EF4-FFF2-40B4-BE49-F238E27FC236}">
                  <a16:creationId xmlns:a16="http://schemas.microsoft.com/office/drawing/2014/main" id="{DB4446CF-7FDA-F29E-5DF1-5D6B6A4E62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00" y="2167"/>
              <a:ext cx="904" cy="378"/>
              <a:chOff x="986" y="3158"/>
              <a:chExt cx="1671" cy="658"/>
            </a:xfrm>
          </p:grpSpPr>
          <p:sp>
            <p:nvSpPr>
              <p:cNvPr id="56" name="Arc 45">
                <a:extLst>
                  <a:ext uri="{FF2B5EF4-FFF2-40B4-BE49-F238E27FC236}">
                    <a16:creationId xmlns:a16="http://schemas.microsoft.com/office/drawing/2014/main" id="{82AA66BE-EBC6-F31A-6032-DD37FD6756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77" y="3159"/>
                <a:ext cx="480" cy="657"/>
              </a:xfrm>
              <a:custGeom>
                <a:avLst/>
                <a:gdLst>
                  <a:gd name="T0" fmla="*/ 0 w 19012"/>
                  <a:gd name="T1" fmla="*/ 0 h 21600"/>
                  <a:gd name="T2" fmla="*/ 0 w 19012"/>
                  <a:gd name="T3" fmla="*/ 0 h 21600"/>
                  <a:gd name="T4" fmla="*/ 0 w 1901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9012"/>
                  <a:gd name="T10" fmla="*/ 0 h 21600"/>
                  <a:gd name="T11" fmla="*/ 19012 w 1901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012" h="21600" fill="none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</a:path>
                  <a:path w="19012" h="21600" stroke="0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" name="Arc 46">
                <a:extLst>
                  <a:ext uri="{FF2B5EF4-FFF2-40B4-BE49-F238E27FC236}">
                    <a16:creationId xmlns:a16="http://schemas.microsoft.com/office/drawing/2014/main" id="{4A71E441-AB5F-220B-19C2-F2EEDC75B318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183" y="3159"/>
                <a:ext cx="470" cy="657"/>
              </a:xfrm>
              <a:custGeom>
                <a:avLst/>
                <a:gdLst>
                  <a:gd name="T0" fmla="*/ 0 w 18607"/>
                  <a:gd name="T1" fmla="*/ 0 h 21600"/>
                  <a:gd name="T2" fmla="*/ 0 w 18607"/>
                  <a:gd name="T3" fmla="*/ 0 h 21600"/>
                  <a:gd name="T4" fmla="*/ 0 w 18607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8607"/>
                  <a:gd name="T10" fmla="*/ 0 h 21600"/>
                  <a:gd name="T11" fmla="*/ 18607 w 18607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607" h="21600" fill="none" extrusionOk="0">
                    <a:moveTo>
                      <a:pt x="-1" y="0"/>
                    </a:moveTo>
                    <a:cubicBezTo>
                      <a:pt x="7646" y="0"/>
                      <a:pt x="14724" y="4043"/>
                      <a:pt x="18607" y="10630"/>
                    </a:cubicBezTo>
                  </a:path>
                  <a:path w="18607" h="21600" stroke="0" extrusionOk="0">
                    <a:moveTo>
                      <a:pt x="-1" y="0"/>
                    </a:moveTo>
                    <a:cubicBezTo>
                      <a:pt x="7646" y="0"/>
                      <a:pt x="14724" y="4043"/>
                      <a:pt x="18607" y="1063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 wrap="none" anchor="ctr"/>
              <a:lstStyle/>
              <a:p>
                <a:endParaRPr lang="zh-CN" altLang="en-US"/>
              </a:p>
            </p:txBody>
          </p:sp>
          <p:sp>
            <p:nvSpPr>
              <p:cNvPr id="58" name="Arc 47">
                <a:extLst>
                  <a:ext uri="{FF2B5EF4-FFF2-40B4-BE49-F238E27FC236}">
                    <a16:creationId xmlns:a16="http://schemas.microsoft.com/office/drawing/2014/main" id="{9541EDEF-669F-B4A9-025F-FD4382FE7B07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1174" y="2973"/>
                <a:ext cx="655" cy="1032"/>
              </a:xfrm>
              <a:custGeom>
                <a:avLst/>
                <a:gdLst>
                  <a:gd name="T0" fmla="*/ 0 w 21674"/>
                  <a:gd name="T1" fmla="*/ 0 h 21600"/>
                  <a:gd name="T2" fmla="*/ 0 w 21674"/>
                  <a:gd name="T3" fmla="*/ 0 h 21600"/>
                  <a:gd name="T4" fmla="*/ 0 w 21674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74"/>
                  <a:gd name="T10" fmla="*/ 0 h 21600"/>
                  <a:gd name="T11" fmla="*/ 21674 w 21674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74" h="21600" fill="none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</a:path>
                  <a:path w="21674" h="21600" stroke="0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  <a:lnTo>
                      <a:pt x="10852" y="21600"/>
                    </a:lnTo>
                    <a:lnTo>
                      <a:pt x="-1" y="2923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9" name="Line 48">
                <a:extLst>
                  <a:ext uri="{FF2B5EF4-FFF2-40B4-BE49-F238E27FC236}">
                    <a16:creationId xmlns:a16="http://schemas.microsoft.com/office/drawing/2014/main" id="{F261B675-16EA-2210-D8BA-8220943054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82" y="3816"/>
                <a:ext cx="31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" name="Line 49">
                <a:extLst>
                  <a:ext uri="{FF2B5EF4-FFF2-40B4-BE49-F238E27FC236}">
                    <a16:creationId xmlns:a16="http://schemas.microsoft.com/office/drawing/2014/main" id="{B6951E2E-0B86-A4EC-5FC7-6789502B6A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82" y="3158"/>
                <a:ext cx="31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9" name="Group 50">
              <a:extLst>
                <a:ext uri="{FF2B5EF4-FFF2-40B4-BE49-F238E27FC236}">
                  <a16:creationId xmlns:a16="http://schemas.microsoft.com/office/drawing/2014/main" id="{3712C901-98E3-B918-64FE-67357A4B87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0" y="1751"/>
              <a:ext cx="204" cy="1202"/>
              <a:chOff x="4785" y="1842"/>
              <a:chExt cx="272" cy="931"/>
            </a:xfrm>
          </p:grpSpPr>
          <p:sp>
            <p:nvSpPr>
              <p:cNvPr id="52" name="Line 51">
                <a:extLst>
                  <a:ext uri="{FF2B5EF4-FFF2-40B4-BE49-F238E27FC236}">
                    <a16:creationId xmlns:a16="http://schemas.microsoft.com/office/drawing/2014/main" id="{FB250A14-DD46-8FF7-0439-327DCAEAD1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85" y="2387"/>
                <a:ext cx="0" cy="38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" name="Line 52">
                <a:extLst>
                  <a:ext uri="{FF2B5EF4-FFF2-40B4-BE49-F238E27FC236}">
                    <a16:creationId xmlns:a16="http://schemas.microsoft.com/office/drawing/2014/main" id="{700C468F-4766-5B35-BC47-FE9CCFC822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85" y="2387"/>
                <a:ext cx="27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" name="Line 53">
                <a:extLst>
                  <a:ext uri="{FF2B5EF4-FFF2-40B4-BE49-F238E27FC236}">
                    <a16:creationId xmlns:a16="http://schemas.microsoft.com/office/drawing/2014/main" id="{28501D10-5266-A08B-44EE-1647C82021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85" y="1842"/>
                <a:ext cx="0" cy="38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" name="Line 54">
                <a:extLst>
                  <a:ext uri="{FF2B5EF4-FFF2-40B4-BE49-F238E27FC236}">
                    <a16:creationId xmlns:a16="http://schemas.microsoft.com/office/drawing/2014/main" id="{30E77C7A-0FB2-BE9B-1315-3BA82F2A7D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85" y="2228"/>
                <a:ext cx="27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50" name="Line 55">
              <a:extLst>
                <a:ext uri="{FF2B5EF4-FFF2-40B4-BE49-F238E27FC236}">
                  <a16:creationId xmlns:a16="http://schemas.microsoft.com/office/drawing/2014/main" id="{2BABD37E-1E9A-598B-CD0D-4B5A69E36B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4" y="2364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Text Box 66">
              <a:extLst>
                <a:ext uri="{FF2B5EF4-FFF2-40B4-BE49-F238E27FC236}">
                  <a16:creationId xmlns:a16="http://schemas.microsoft.com/office/drawing/2014/main" id="{60C4A35A-C225-8389-315B-D27B01A51A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07" y="2008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ea typeface="楷体_GB2312" pitchFamily="49" charset="-122"/>
                </a:rPr>
                <a:t>Y</a:t>
              </a:r>
            </a:p>
          </p:txBody>
        </p:sp>
      </p:grpSp>
      <p:grpSp>
        <p:nvGrpSpPr>
          <p:cNvPr id="61" name="Group 87">
            <a:extLst>
              <a:ext uri="{FF2B5EF4-FFF2-40B4-BE49-F238E27FC236}">
                <a16:creationId xmlns:a16="http://schemas.microsoft.com/office/drawing/2014/main" id="{AD89D3DF-01CF-1579-4DDB-5B5625B31841}"/>
              </a:ext>
            </a:extLst>
          </p:cNvPr>
          <p:cNvGrpSpPr>
            <a:grpSpLocks/>
          </p:cNvGrpSpPr>
          <p:nvPr/>
        </p:nvGrpSpPr>
        <p:grpSpPr bwMode="auto">
          <a:xfrm>
            <a:off x="4506384" y="1666081"/>
            <a:ext cx="1044575" cy="4284663"/>
            <a:chOff x="2540" y="1230"/>
            <a:chExt cx="658" cy="2699"/>
          </a:xfrm>
        </p:grpSpPr>
        <p:sp>
          <p:nvSpPr>
            <p:cNvPr id="62" name="Line 24">
              <a:extLst>
                <a:ext uri="{FF2B5EF4-FFF2-40B4-BE49-F238E27FC236}">
                  <a16:creationId xmlns:a16="http://schemas.microsoft.com/office/drawing/2014/main" id="{D6C82183-90C6-5D06-F69A-6A92DB1F0F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53" y="1230"/>
              <a:ext cx="54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Line 35">
              <a:extLst>
                <a:ext uri="{FF2B5EF4-FFF2-40B4-BE49-F238E27FC236}">
                  <a16:creationId xmlns:a16="http://schemas.microsoft.com/office/drawing/2014/main" id="{D9D7A8C2-EC0C-E912-1322-EE392E6497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53" y="2409"/>
              <a:ext cx="54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lg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Line 40">
              <a:extLst>
                <a:ext uri="{FF2B5EF4-FFF2-40B4-BE49-F238E27FC236}">
                  <a16:creationId xmlns:a16="http://schemas.microsoft.com/office/drawing/2014/main" id="{2DED59D9-1D90-CF79-6DE5-DAED9556A8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53" y="1230"/>
              <a:ext cx="0" cy="265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5" name="Group 41">
              <a:extLst>
                <a:ext uri="{FF2B5EF4-FFF2-40B4-BE49-F238E27FC236}">
                  <a16:creationId xmlns:a16="http://schemas.microsoft.com/office/drawing/2014/main" id="{DBF1E8AA-97DD-F626-60C9-A149CD132B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40" y="1638"/>
              <a:ext cx="248" cy="310"/>
              <a:chOff x="2655" y="1797"/>
              <a:chExt cx="248" cy="310"/>
            </a:xfrm>
          </p:grpSpPr>
          <p:sp>
            <p:nvSpPr>
              <p:cNvPr id="67" name="AutoShape 42">
                <a:extLst>
                  <a:ext uri="{FF2B5EF4-FFF2-40B4-BE49-F238E27FC236}">
                    <a16:creationId xmlns:a16="http://schemas.microsoft.com/office/drawing/2014/main" id="{AE25A652-F190-8BB1-7826-4A7C7C3E71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55" y="1873"/>
                <a:ext cx="248" cy="234"/>
              </a:xfrm>
              <a:prstGeom prst="triangle">
                <a:avLst>
                  <a:gd name="adj" fmla="val 50000"/>
                </a:avLst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  <p:sp>
            <p:nvSpPr>
              <p:cNvPr id="68" name="Oval 43">
                <a:extLst>
                  <a:ext uri="{FF2B5EF4-FFF2-40B4-BE49-F238E27FC236}">
                    <a16:creationId xmlns:a16="http://schemas.microsoft.com/office/drawing/2014/main" id="{17D71B44-ADA3-1087-1C1A-3634A2C8FA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2731" y="1797"/>
                <a:ext cx="90" cy="89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66" name="Text Box 68">
              <a:extLst>
                <a:ext uri="{FF2B5EF4-FFF2-40B4-BE49-F238E27FC236}">
                  <a16:creationId xmlns:a16="http://schemas.microsoft.com/office/drawing/2014/main" id="{63966CFF-A246-9F49-9D2B-97C6CD385B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99" y="3641"/>
              <a:ext cx="3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ea typeface="楷体_GB2312" pitchFamily="49" charset="-122"/>
                </a:rPr>
                <a:t>A</a:t>
              </a:r>
              <a:r>
                <a:rPr lang="en-US" altLang="zh-CN" sz="2400" baseline="-25000">
                  <a:ea typeface="楷体_GB2312" pitchFamily="49" charset="-122"/>
                </a:rPr>
                <a:t>2</a:t>
              </a:r>
            </a:p>
          </p:txBody>
        </p:sp>
      </p:grpSp>
      <p:grpSp>
        <p:nvGrpSpPr>
          <p:cNvPr id="69" name="Group 86">
            <a:extLst>
              <a:ext uri="{FF2B5EF4-FFF2-40B4-BE49-F238E27FC236}">
                <a16:creationId xmlns:a16="http://schemas.microsoft.com/office/drawing/2014/main" id="{29246CE6-CE10-0E4C-7381-522E80A0F666}"/>
              </a:ext>
            </a:extLst>
          </p:cNvPr>
          <p:cNvGrpSpPr>
            <a:grpSpLocks/>
          </p:cNvGrpSpPr>
          <p:nvPr/>
        </p:nvGrpSpPr>
        <p:grpSpPr bwMode="auto">
          <a:xfrm>
            <a:off x="6124047" y="5493544"/>
            <a:ext cx="1585912" cy="457200"/>
            <a:chOff x="3559" y="3641"/>
            <a:chExt cx="999" cy="288"/>
          </a:xfrm>
        </p:grpSpPr>
        <p:sp>
          <p:nvSpPr>
            <p:cNvPr id="70" name="Text Box 67">
              <a:extLst>
                <a:ext uri="{FF2B5EF4-FFF2-40B4-BE49-F238E27FC236}">
                  <a16:creationId xmlns:a16="http://schemas.microsoft.com/office/drawing/2014/main" id="{DCD9C026-95CC-7F5E-DD2B-C7802B756F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39" y="3641"/>
              <a:ext cx="3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ea typeface="楷体_GB2312" pitchFamily="49" charset="-122"/>
                </a:rPr>
                <a:t>A</a:t>
              </a:r>
              <a:r>
                <a:rPr lang="en-US" altLang="zh-CN" sz="2400" baseline="-25000">
                  <a:ea typeface="楷体_GB2312" pitchFamily="49" charset="-122"/>
                </a:rPr>
                <a:t>0</a:t>
              </a:r>
            </a:p>
          </p:txBody>
        </p:sp>
        <p:sp>
          <p:nvSpPr>
            <p:cNvPr id="71" name="Text Box 69">
              <a:extLst>
                <a:ext uri="{FF2B5EF4-FFF2-40B4-BE49-F238E27FC236}">
                  <a16:creationId xmlns:a16="http://schemas.microsoft.com/office/drawing/2014/main" id="{89C0A955-2035-EE0F-BC79-7AB89D20CA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9" y="3641"/>
              <a:ext cx="3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ea typeface="楷体_GB2312" pitchFamily="49" charset="-122"/>
                </a:rPr>
                <a:t>A</a:t>
              </a:r>
              <a:r>
                <a:rPr lang="en-US" altLang="zh-CN" sz="2400" baseline="-25000">
                  <a:ea typeface="楷体_GB2312" pitchFamily="49" charset="-122"/>
                </a:rPr>
                <a:t>1</a:t>
              </a:r>
            </a:p>
          </p:txBody>
        </p:sp>
      </p:grpSp>
      <p:sp>
        <p:nvSpPr>
          <p:cNvPr id="72" name="Rectangle 70">
            <a:extLst>
              <a:ext uri="{FF2B5EF4-FFF2-40B4-BE49-F238E27FC236}">
                <a16:creationId xmlns:a16="http://schemas.microsoft.com/office/drawing/2014/main" id="{9CBDDA45-90DA-C208-2806-DF41CC4CB0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2922" y="2818606"/>
            <a:ext cx="1223962" cy="2039938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400">
                <a:ea typeface="楷体_GB2312" pitchFamily="49" charset="-122"/>
              </a:rPr>
              <a:t>8-1</a:t>
            </a:r>
          </a:p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400">
                <a:ea typeface="楷体_GB2312" pitchFamily="49" charset="-122"/>
              </a:rPr>
              <a:t>MUX</a:t>
            </a:r>
          </a:p>
        </p:txBody>
      </p:sp>
      <p:sp>
        <p:nvSpPr>
          <p:cNvPr id="73" name="Text Box 71">
            <a:extLst>
              <a:ext uri="{FF2B5EF4-FFF2-40B4-BE49-F238E27FC236}">
                <a16:creationId xmlns:a16="http://schemas.microsoft.com/office/drawing/2014/main" id="{0E2DE0EF-07DE-674F-8F8A-73859524B8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6609" y="2863056"/>
            <a:ext cx="506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>
                <a:ea typeface="楷体_GB2312" pitchFamily="49" charset="-122"/>
              </a:rPr>
              <a:t>D</a:t>
            </a:r>
            <a:r>
              <a:rPr lang="en-US" altLang="zh-CN" sz="2400" baseline="-25000">
                <a:ea typeface="楷体_GB2312" pitchFamily="49" charset="-122"/>
              </a:rPr>
              <a:t>0</a:t>
            </a:r>
          </a:p>
        </p:txBody>
      </p:sp>
      <p:sp>
        <p:nvSpPr>
          <p:cNvPr id="74" name="Text Box 72">
            <a:extLst>
              <a:ext uri="{FF2B5EF4-FFF2-40B4-BE49-F238E27FC236}">
                <a16:creationId xmlns:a16="http://schemas.microsoft.com/office/drawing/2014/main" id="{B8BDC946-57CC-3379-559B-DB6B9F5F67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3247" y="3358356"/>
            <a:ext cx="4048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>
                <a:ea typeface="楷体_GB2312" pitchFamily="49" charset="-122"/>
              </a:rPr>
              <a:t>Y</a:t>
            </a:r>
          </a:p>
        </p:txBody>
      </p:sp>
      <p:sp>
        <p:nvSpPr>
          <p:cNvPr id="75" name="Text Box 73">
            <a:extLst>
              <a:ext uri="{FF2B5EF4-FFF2-40B4-BE49-F238E27FC236}">
                <a16:creationId xmlns:a16="http://schemas.microsoft.com/office/drawing/2014/main" id="{B824C371-4D43-3173-C2E8-E632E8B137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6609" y="3261519"/>
            <a:ext cx="506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>
                <a:ea typeface="楷体_GB2312" pitchFamily="49" charset="-122"/>
              </a:rPr>
              <a:t>D</a:t>
            </a:r>
            <a:r>
              <a:rPr lang="en-US" altLang="zh-CN" sz="2400" baseline="-25000">
                <a:ea typeface="楷体_GB2312" pitchFamily="49" charset="-122"/>
              </a:rPr>
              <a:t>1</a:t>
            </a:r>
          </a:p>
        </p:txBody>
      </p:sp>
      <p:sp>
        <p:nvSpPr>
          <p:cNvPr id="76" name="Text Box 74">
            <a:extLst>
              <a:ext uri="{FF2B5EF4-FFF2-40B4-BE49-F238E27FC236}">
                <a16:creationId xmlns:a16="http://schemas.microsoft.com/office/drawing/2014/main" id="{0AB0E97C-3C60-E3C3-75DB-DEEF3CECD4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6609" y="4306094"/>
            <a:ext cx="506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>
                <a:ea typeface="楷体_GB2312" pitchFamily="49" charset="-122"/>
              </a:rPr>
              <a:t>D</a:t>
            </a:r>
            <a:r>
              <a:rPr lang="en-US" altLang="zh-CN" sz="2400" baseline="-25000">
                <a:ea typeface="楷体_GB2312" pitchFamily="49" charset="-122"/>
              </a:rPr>
              <a:t>7</a:t>
            </a:r>
          </a:p>
        </p:txBody>
      </p:sp>
      <p:sp>
        <p:nvSpPr>
          <p:cNvPr id="77" name="Line 75">
            <a:extLst>
              <a:ext uri="{FF2B5EF4-FFF2-40B4-BE49-F238E27FC236}">
                <a16:creationId xmlns:a16="http://schemas.microsoft.com/office/drawing/2014/main" id="{1B28E6EA-1516-6222-BEEC-E94CE7C1DE11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9534" y="3144044"/>
            <a:ext cx="4222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8" name="Line 76">
            <a:extLst>
              <a:ext uri="{FF2B5EF4-FFF2-40B4-BE49-F238E27FC236}">
                <a16:creationId xmlns:a16="http://schemas.microsoft.com/office/drawing/2014/main" id="{77D69D10-E889-CAC7-9DC9-D97464612A41}"/>
              </a:ext>
            </a:extLst>
          </p:cNvPr>
          <p:cNvSpPr>
            <a:spLocks noChangeShapeType="1"/>
          </p:cNvSpPr>
          <p:nvPr/>
        </p:nvSpPr>
        <p:spPr bwMode="auto">
          <a:xfrm>
            <a:off x="1790172" y="3553619"/>
            <a:ext cx="4222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" name="Line 77">
            <a:extLst>
              <a:ext uri="{FF2B5EF4-FFF2-40B4-BE49-F238E27FC236}">
                <a16:creationId xmlns:a16="http://schemas.microsoft.com/office/drawing/2014/main" id="{A22239B4-13FE-C843-D353-CA734A0F47DA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9534" y="4542631"/>
            <a:ext cx="4222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" name="Line 78">
            <a:extLst>
              <a:ext uri="{FF2B5EF4-FFF2-40B4-BE49-F238E27FC236}">
                <a16:creationId xmlns:a16="http://schemas.microsoft.com/office/drawing/2014/main" id="{47E59AF2-FD20-78F1-A119-7941CF92CBA7}"/>
              </a:ext>
            </a:extLst>
          </p:cNvPr>
          <p:cNvSpPr>
            <a:spLocks noChangeShapeType="1"/>
          </p:cNvSpPr>
          <p:nvPr/>
        </p:nvSpPr>
        <p:spPr bwMode="auto">
          <a:xfrm>
            <a:off x="3434822" y="3894931"/>
            <a:ext cx="3873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" name="Text Box 79">
            <a:extLst>
              <a:ext uri="{FF2B5EF4-FFF2-40B4-BE49-F238E27FC236}">
                <a16:creationId xmlns:a16="http://schemas.microsoft.com/office/drawing/2014/main" id="{844F5441-7925-D50A-60E9-1AC5CAEBBA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9909" y="5217319"/>
            <a:ext cx="12525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>
                <a:ea typeface="楷体_GB2312" pitchFamily="49" charset="-122"/>
              </a:rPr>
              <a:t>A</a:t>
            </a:r>
            <a:r>
              <a:rPr lang="en-US" altLang="zh-CN" sz="2400" baseline="-25000">
                <a:ea typeface="楷体_GB2312" pitchFamily="49" charset="-122"/>
              </a:rPr>
              <a:t>2 </a:t>
            </a:r>
            <a:r>
              <a:rPr lang="en-US" altLang="zh-CN" sz="2400">
                <a:ea typeface="楷体_GB2312" pitchFamily="49" charset="-122"/>
              </a:rPr>
              <a:t>A</a:t>
            </a:r>
            <a:r>
              <a:rPr lang="en-US" altLang="zh-CN" sz="2400" baseline="-25000">
                <a:ea typeface="楷体_GB2312" pitchFamily="49" charset="-122"/>
              </a:rPr>
              <a:t>1 </a:t>
            </a:r>
            <a:r>
              <a:rPr lang="en-US" altLang="zh-CN" sz="2400">
                <a:ea typeface="楷体_GB2312" pitchFamily="49" charset="-122"/>
              </a:rPr>
              <a:t>A</a:t>
            </a:r>
            <a:r>
              <a:rPr lang="en-US" altLang="zh-CN" sz="2400" baseline="-25000">
                <a:ea typeface="楷体_GB2312" pitchFamily="49" charset="-122"/>
              </a:rPr>
              <a:t>0</a:t>
            </a:r>
          </a:p>
        </p:txBody>
      </p:sp>
      <p:sp>
        <p:nvSpPr>
          <p:cNvPr id="82" name="Line 80">
            <a:extLst>
              <a:ext uri="{FF2B5EF4-FFF2-40B4-BE49-F238E27FC236}">
                <a16:creationId xmlns:a16="http://schemas.microsoft.com/office/drawing/2014/main" id="{BAB9ECDF-588A-07DB-8C40-71EB3C00CC95}"/>
              </a:ext>
            </a:extLst>
          </p:cNvPr>
          <p:cNvSpPr>
            <a:spLocks noChangeShapeType="1"/>
          </p:cNvSpPr>
          <p:nvPr/>
        </p:nvSpPr>
        <p:spPr bwMode="auto">
          <a:xfrm>
            <a:off x="2418822" y="4858544"/>
            <a:ext cx="0" cy="3968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" name="Line 81">
            <a:extLst>
              <a:ext uri="{FF2B5EF4-FFF2-40B4-BE49-F238E27FC236}">
                <a16:creationId xmlns:a16="http://schemas.microsoft.com/office/drawing/2014/main" id="{04EBE189-A168-8B81-4BCE-0D290C9825C9}"/>
              </a:ext>
            </a:extLst>
          </p:cNvPr>
          <p:cNvSpPr>
            <a:spLocks noChangeShapeType="1"/>
          </p:cNvSpPr>
          <p:nvPr/>
        </p:nvSpPr>
        <p:spPr bwMode="auto">
          <a:xfrm>
            <a:off x="2806172" y="4858544"/>
            <a:ext cx="0" cy="3968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" name="Line 82">
            <a:extLst>
              <a:ext uri="{FF2B5EF4-FFF2-40B4-BE49-F238E27FC236}">
                <a16:creationId xmlns:a16="http://schemas.microsoft.com/office/drawing/2014/main" id="{E6E9EE0B-633A-ACCF-F5A0-ACB64D07C946}"/>
              </a:ext>
            </a:extLst>
          </p:cNvPr>
          <p:cNvSpPr>
            <a:spLocks noChangeShapeType="1"/>
          </p:cNvSpPr>
          <p:nvPr/>
        </p:nvSpPr>
        <p:spPr bwMode="auto">
          <a:xfrm>
            <a:off x="3210984" y="4858544"/>
            <a:ext cx="0" cy="3968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" name="Text Box 83">
            <a:extLst>
              <a:ext uri="{FF2B5EF4-FFF2-40B4-BE49-F238E27FC236}">
                <a16:creationId xmlns:a16="http://schemas.microsoft.com/office/drawing/2014/main" id="{CE262514-7224-4914-5168-D659FF98D7C1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1438541" y="3746500"/>
            <a:ext cx="5905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3200"/>
              <a:t>…</a:t>
            </a:r>
            <a:endParaRPr lang="en-US" altLang="zh-CN" sz="2400"/>
          </a:p>
        </p:txBody>
      </p:sp>
      <p:sp>
        <p:nvSpPr>
          <p:cNvPr id="86" name="Line 84">
            <a:extLst>
              <a:ext uri="{FF2B5EF4-FFF2-40B4-BE49-F238E27FC236}">
                <a16:creationId xmlns:a16="http://schemas.microsoft.com/office/drawing/2014/main" id="{BDCFDF9C-AA98-6BD8-1F25-A1648901561C}"/>
              </a:ext>
            </a:extLst>
          </p:cNvPr>
          <p:cNvSpPr>
            <a:spLocks noChangeShapeType="1"/>
          </p:cNvSpPr>
          <p:nvPr/>
        </p:nvSpPr>
        <p:spPr bwMode="auto">
          <a:xfrm>
            <a:off x="5550959" y="1666081"/>
            <a:ext cx="5413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7" name="Line 85">
            <a:extLst>
              <a:ext uri="{FF2B5EF4-FFF2-40B4-BE49-F238E27FC236}">
                <a16:creationId xmlns:a16="http://schemas.microsoft.com/office/drawing/2014/main" id="{BE8CCFB4-E1FF-2863-DBFA-5F0C4822870D}"/>
              </a:ext>
            </a:extLst>
          </p:cNvPr>
          <p:cNvSpPr>
            <a:spLocks noChangeShapeType="1"/>
          </p:cNvSpPr>
          <p:nvPr/>
        </p:nvSpPr>
        <p:spPr bwMode="auto">
          <a:xfrm>
            <a:off x="5549372" y="3537744"/>
            <a:ext cx="5413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88" name="墨迹 87">
                <a:extLst>
                  <a:ext uri="{FF2B5EF4-FFF2-40B4-BE49-F238E27FC236}">
                    <a16:creationId xmlns:a16="http://schemas.microsoft.com/office/drawing/2014/main" id="{EBD048A9-2A38-E2B4-99D4-59D2C07E1D59}"/>
                  </a:ext>
                </a:extLst>
              </p14:cNvPr>
              <p14:cNvContentPartPr/>
              <p14:nvPr/>
            </p14:nvContentPartPr>
            <p14:xfrm>
              <a:off x="4730760" y="1317960"/>
              <a:ext cx="3624120" cy="4979520"/>
            </p14:xfrm>
          </p:contentPart>
        </mc:Choice>
        <mc:Fallback>
          <p:pic>
            <p:nvPicPr>
              <p:cNvPr id="88" name="墨迹 87">
                <a:extLst>
                  <a:ext uri="{FF2B5EF4-FFF2-40B4-BE49-F238E27FC236}">
                    <a16:creationId xmlns:a16="http://schemas.microsoft.com/office/drawing/2014/main" id="{EBD048A9-2A38-E2B4-99D4-59D2C07E1D5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21400" y="1308600"/>
                <a:ext cx="3642840" cy="4998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170896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4B9837-9C77-F860-3EEB-3AEBC8F14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数据选择器实现组合逻辑函数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0F2DE1-72A7-5285-23CA-D2AC204F40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用</a:t>
            </a:r>
            <a:r>
              <a:rPr lang="en-US" altLang="zh-CN" dirty="0"/>
              <a:t>1</a:t>
            </a:r>
            <a:r>
              <a:rPr lang="zh-CN" altLang="en-US" dirty="0"/>
              <a:t>片</a:t>
            </a:r>
            <a:r>
              <a:rPr lang="en-US" altLang="zh-CN" dirty="0"/>
              <a:t>74x153</a:t>
            </a:r>
            <a:r>
              <a:rPr lang="zh-CN" altLang="en-US" dirty="0"/>
              <a:t>和非门实现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9F03531-CFD4-19FC-018B-34884821A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7. </a:t>
            </a:r>
            <a:r>
              <a:rPr lang="zh-CN" altLang="en-US"/>
              <a:t>组合逻辑电路</a:t>
            </a:r>
            <a:r>
              <a:rPr lang="en-US" altLang="zh-CN"/>
              <a:t>3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23140B8-7925-5992-71DA-4A20DB039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13</a:t>
            </a:fld>
            <a:r>
              <a:rPr lang="en-US" altLang="zh-CN" dirty="0"/>
              <a:t>/13</a:t>
            </a:r>
            <a:endParaRPr lang="en-US" dirty="0"/>
          </a:p>
        </p:txBody>
      </p:sp>
      <p:graphicFrame>
        <p:nvGraphicFramePr>
          <p:cNvPr id="6" name="Object 84">
            <a:extLst>
              <a:ext uri="{FF2B5EF4-FFF2-40B4-BE49-F238E27FC236}">
                <a16:creationId xmlns:a16="http://schemas.microsoft.com/office/drawing/2014/main" id="{5F6A3714-549E-56B8-2D4C-E35A5ACCDE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3282409"/>
              </p:ext>
            </p:extLst>
          </p:nvPr>
        </p:nvGraphicFramePr>
        <p:xfrm>
          <a:off x="1035580" y="2777066"/>
          <a:ext cx="2051050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927100" imgH="241300" progId="Equation.3">
                  <p:embed/>
                </p:oleObj>
              </mc:Choice>
              <mc:Fallback>
                <p:oleObj name="公式" r:id="rId3" imgW="927100" imgH="241300" progId="Equation.3">
                  <p:embed/>
                  <p:pic>
                    <p:nvPicPr>
                      <p:cNvPr id="20516" name="Object 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5580" y="2777066"/>
                        <a:ext cx="2051050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85">
            <a:extLst>
              <a:ext uri="{FF2B5EF4-FFF2-40B4-BE49-F238E27FC236}">
                <a16:creationId xmlns:a16="http://schemas.microsoft.com/office/drawing/2014/main" id="{5BA3A190-25AE-83F0-31DA-1B6E309D22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0633257"/>
              </p:ext>
            </p:extLst>
          </p:nvPr>
        </p:nvGraphicFramePr>
        <p:xfrm>
          <a:off x="1049867" y="1535641"/>
          <a:ext cx="1993900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901309" imgH="241195" progId="Equation.3">
                  <p:embed/>
                </p:oleObj>
              </mc:Choice>
              <mc:Fallback>
                <p:oleObj name="公式" r:id="rId5" imgW="901309" imgH="241195" progId="Equation.3">
                  <p:embed/>
                  <p:pic>
                    <p:nvPicPr>
                      <p:cNvPr id="20517" name="Object 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9867" y="1535641"/>
                        <a:ext cx="1993900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93">
            <a:extLst>
              <a:ext uri="{FF2B5EF4-FFF2-40B4-BE49-F238E27FC236}">
                <a16:creationId xmlns:a16="http://schemas.microsoft.com/office/drawing/2014/main" id="{B1536803-857A-C527-F9D8-57CA438D26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6673298"/>
              </p:ext>
            </p:extLst>
          </p:nvPr>
        </p:nvGraphicFramePr>
        <p:xfrm>
          <a:off x="1095905" y="2111904"/>
          <a:ext cx="340995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1778000" imgH="228600" progId="Equation.3">
                  <p:embed/>
                </p:oleObj>
              </mc:Choice>
              <mc:Fallback>
                <p:oleObj name="公式" r:id="rId7" imgW="1778000" imgH="228600" progId="Equation.3">
                  <p:embed/>
                  <p:pic>
                    <p:nvPicPr>
                      <p:cNvPr id="20518" name="Object 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5905" y="2111904"/>
                        <a:ext cx="3409950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Group 94">
            <a:extLst>
              <a:ext uri="{FF2B5EF4-FFF2-40B4-BE49-F238E27FC236}">
                <a16:creationId xmlns:a16="http://schemas.microsoft.com/office/drawing/2014/main" id="{86F384A5-2960-C4DC-0AF3-49F4F33C59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664409"/>
              </p:ext>
            </p:extLst>
          </p:nvPr>
        </p:nvGraphicFramePr>
        <p:xfrm>
          <a:off x="1194330" y="4128029"/>
          <a:ext cx="2735262" cy="1404936"/>
        </p:xfrm>
        <a:graphic>
          <a:graphicData uri="http://schemas.openxmlformats.org/drawingml/2006/table">
            <a:tbl>
              <a:tblPr/>
              <a:tblGrid>
                <a:gridCol w="547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6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76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6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7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831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31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31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0" name="Group 128">
            <a:extLst>
              <a:ext uri="{FF2B5EF4-FFF2-40B4-BE49-F238E27FC236}">
                <a16:creationId xmlns:a16="http://schemas.microsoft.com/office/drawing/2014/main" id="{28C9E0D3-0FDC-2EAB-B8D0-ADE616A9339C}"/>
              </a:ext>
            </a:extLst>
          </p:cNvPr>
          <p:cNvGrpSpPr>
            <a:grpSpLocks/>
          </p:cNvGrpSpPr>
          <p:nvPr/>
        </p:nvGrpSpPr>
        <p:grpSpPr bwMode="auto">
          <a:xfrm>
            <a:off x="643468" y="3759733"/>
            <a:ext cx="1222376" cy="968376"/>
            <a:chOff x="424" y="2177"/>
            <a:chExt cx="770" cy="610"/>
          </a:xfrm>
        </p:grpSpPr>
        <p:sp>
          <p:nvSpPr>
            <p:cNvPr id="11" name="Line 129">
              <a:extLst>
                <a:ext uri="{FF2B5EF4-FFF2-40B4-BE49-F238E27FC236}">
                  <a16:creationId xmlns:a16="http://schemas.microsoft.com/office/drawing/2014/main" id="{5FC75CC6-413D-3282-2FF0-75059FDA7A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8" y="2453"/>
              <a:ext cx="363" cy="25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Text Box 130">
              <a:extLst>
                <a:ext uri="{FF2B5EF4-FFF2-40B4-BE49-F238E27FC236}">
                  <a16:creationId xmlns:a16="http://schemas.microsoft.com/office/drawing/2014/main" id="{51B08669-937E-7A7F-9F5D-9BCA84574D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4" y="2499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C</a:t>
              </a:r>
              <a:endParaRPr kumimoji="1" lang="en-US" altLang="zh-CN" sz="3600" b="0"/>
            </a:p>
          </p:txBody>
        </p:sp>
        <p:sp>
          <p:nvSpPr>
            <p:cNvPr id="13" name="Text Box 131">
              <a:extLst>
                <a:ext uri="{FF2B5EF4-FFF2-40B4-BE49-F238E27FC236}">
                  <a16:creationId xmlns:a16="http://schemas.microsoft.com/office/drawing/2014/main" id="{EF47223E-1ECD-6DC5-D80C-76B8B541E2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1" y="2273"/>
              <a:ext cx="38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 b="0"/>
                <a:t>AB</a:t>
              </a:r>
              <a:endParaRPr kumimoji="1" lang="en-US" altLang="zh-CN" sz="3600" b="0"/>
            </a:p>
          </p:txBody>
        </p:sp>
        <p:sp>
          <p:nvSpPr>
            <p:cNvPr id="14" name="Text Box 132">
              <a:extLst>
                <a:ext uri="{FF2B5EF4-FFF2-40B4-BE49-F238E27FC236}">
                  <a16:creationId xmlns:a16="http://schemas.microsoft.com/office/drawing/2014/main" id="{6D9E674B-682B-A6DE-0438-E1AE7B11FF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" y="2177"/>
              <a:ext cx="356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b="0" dirty="0"/>
                <a:t>Y</a:t>
              </a:r>
              <a:r>
                <a:rPr kumimoji="1" lang="en-US" altLang="zh-CN" b="0" baseline="-25000" dirty="0"/>
                <a:t>2</a:t>
              </a:r>
            </a:p>
          </p:txBody>
        </p:sp>
      </p:grpSp>
      <p:graphicFrame>
        <p:nvGraphicFramePr>
          <p:cNvPr id="15" name="Object 133">
            <a:extLst>
              <a:ext uri="{FF2B5EF4-FFF2-40B4-BE49-F238E27FC236}">
                <a16:creationId xmlns:a16="http://schemas.microsoft.com/office/drawing/2014/main" id="{E26BD195-EDB1-288B-CA4B-5107A6AD9C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1723381"/>
              </p:ext>
            </p:extLst>
          </p:nvPr>
        </p:nvGraphicFramePr>
        <p:xfrm>
          <a:off x="1086380" y="3351741"/>
          <a:ext cx="3654425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1905000" imgH="254000" progId="Equation.3">
                  <p:embed/>
                </p:oleObj>
              </mc:Choice>
              <mc:Fallback>
                <p:oleObj name="公式" r:id="rId9" imgW="1905000" imgH="254000" progId="Equation.3">
                  <p:embed/>
                  <p:pic>
                    <p:nvPicPr>
                      <p:cNvPr id="20544" name="Object 1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6380" y="3351741"/>
                        <a:ext cx="3654425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>
            <a:extLst>
              <a:ext uri="{FF2B5EF4-FFF2-40B4-BE49-F238E27FC236}">
                <a16:creationId xmlns:a16="http://schemas.microsoft.com/office/drawing/2014/main" id="{7D945A68-FD05-BA35-3BC5-0BCFC70EBFEC}"/>
              </a:ext>
            </a:extLst>
          </p:cNvPr>
          <p:cNvSpPr txBox="1"/>
          <p:nvPr/>
        </p:nvSpPr>
        <p:spPr>
          <a:xfrm>
            <a:off x="1662681" y="5594567"/>
            <a:ext cx="679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0000FF"/>
                </a:solidFill>
              </a:rPr>
              <a:t>1</a:t>
            </a:r>
            <a:r>
              <a:rPr kumimoji="1" lang="zh-CN" altLang="en-US" dirty="0">
                <a:solidFill>
                  <a:srgbClr val="0000FF"/>
                </a:solidFill>
              </a:rPr>
              <a:t>*</a:t>
            </a:r>
            <a:r>
              <a:rPr kumimoji="1" lang="en-US" altLang="zh-CN" dirty="0">
                <a:solidFill>
                  <a:srgbClr val="0000FF"/>
                </a:solidFill>
              </a:rPr>
              <a:t>m</a:t>
            </a:r>
            <a:r>
              <a:rPr kumimoji="1" lang="en-US" altLang="zh-CN" baseline="-25000" dirty="0">
                <a:solidFill>
                  <a:srgbClr val="0000FF"/>
                </a:solidFill>
              </a:rPr>
              <a:t>0</a:t>
            </a:r>
            <a:endParaRPr kumimoji="1" lang="zh-CN" altLang="en-US" baseline="-25000" dirty="0">
              <a:solidFill>
                <a:srgbClr val="0000FF"/>
              </a:solidFill>
            </a:endParaRP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17FB013E-5935-4F58-D72C-A1BB6F525D66}"/>
              </a:ext>
            </a:extLst>
          </p:cNvPr>
          <p:cNvSpPr/>
          <p:nvPr/>
        </p:nvSpPr>
        <p:spPr>
          <a:xfrm>
            <a:off x="1865843" y="4668262"/>
            <a:ext cx="336140" cy="779463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2715C306-0AD1-0957-37A8-889A1E61B76C}"/>
              </a:ext>
            </a:extLst>
          </p:cNvPr>
          <p:cNvSpPr/>
          <p:nvPr/>
        </p:nvSpPr>
        <p:spPr>
          <a:xfrm>
            <a:off x="2427407" y="5120543"/>
            <a:ext cx="336140" cy="374725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E6082108-7E3D-F5F0-2584-3C15FA4D99C9}"/>
              </a:ext>
            </a:extLst>
          </p:cNvPr>
          <p:cNvSpPr/>
          <p:nvPr/>
        </p:nvSpPr>
        <p:spPr>
          <a:xfrm>
            <a:off x="3496819" y="4658254"/>
            <a:ext cx="336140" cy="374725"/>
          </a:xfrm>
          <a:prstGeom prst="round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B50CB88-DCE4-9953-755E-CEA6F366627F}"/>
              </a:ext>
            </a:extLst>
          </p:cNvPr>
          <p:cNvSpPr txBox="1"/>
          <p:nvPr/>
        </p:nvSpPr>
        <p:spPr>
          <a:xfrm>
            <a:off x="2316786" y="5597153"/>
            <a:ext cx="718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0000FF"/>
                </a:solidFill>
              </a:rPr>
              <a:t>C</a:t>
            </a:r>
            <a:r>
              <a:rPr kumimoji="1" lang="zh-CN" altLang="en-US" dirty="0">
                <a:solidFill>
                  <a:srgbClr val="0000FF"/>
                </a:solidFill>
              </a:rPr>
              <a:t>*</a:t>
            </a:r>
            <a:r>
              <a:rPr kumimoji="1" lang="en-US" altLang="zh-CN" dirty="0">
                <a:solidFill>
                  <a:srgbClr val="0000FF"/>
                </a:solidFill>
              </a:rPr>
              <a:t>m</a:t>
            </a:r>
            <a:r>
              <a:rPr kumimoji="1" lang="en-US" altLang="zh-CN" baseline="-25000" dirty="0">
                <a:solidFill>
                  <a:srgbClr val="0000FF"/>
                </a:solidFill>
              </a:rPr>
              <a:t>1</a:t>
            </a:r>
            <a:endParaRPr kumimoji="1" lang="zh-CN" altLang="en-US" baseline="-25000" dirty="0">
              <a:solidFill>
                <a:srgbClr val="0000FF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D353053-47C9-46DB-1C94-C1A6743BA838}"/>
              </a:ext>
            </a:extLst>
          </p:cNvPr>
          <p:cNvSpPr txBox="1"/>
          <p:nvPr/>
        </p:nvSpPr>
        <p:spPr>
          <a:xfrm>
            <a:off x="3347782" y="5586319"/>
            <a:ext cx="782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0000FF"/>
                </a:solidFill>
              </a:rPr>
              <a:t>/C</a:t>
            </a:r>
            <a:r>
              <a:rPr kumimoji="1" lang="zh-CN" altLang="en-US" dirty="0">
                <a:solidFill>
                  <a:srgbClr val="0000FF"/>
                </a:solidFill>
              </a:rPr>
              <a:t>*</a:t>
            </a:r>
            <a:r>
              <a:rPr kumimoji="1" lang="en-US" altLang="zh-CN" dirty="0">
                <a:solidFill>
                  <a:srgbClr val="0000FF"/>
                </a:solidFill>
              </a:rPr>
              <a:t>m</a:t>
            </a:r>
            <a:r>
              <a:rPr kumimoji="1" lang="en-US" altLang="zh-CN" baseline="-25000" dirty="0">
                <a:solidFill>
                  <a:srgbClr val="0000FF"/>
                </a:solidFill>
              </a:rPr>
              <a:t>2</a:t>
            </a:r>
            <a:endParaRPr kumimoji="1" lang="zh-CN" altLang="en-US" baseline="-25000" dirty="0">
              <a:solidFill>
                <a:srgbClr val="0000FF"/>
              </a:solidFill>
            </a:endParaRPr>
          </a:p>
        </p:txBody>
      </p:sp>
      <p:sp>
        <p:nvSpPr>
          <p:cNvPr id="22" name="Text Box 4">
            <a:extLst>
              <a:ext uri="{FF2B5EF4-FFF2-40B4-BE49-F238E27FC236}">
                <a16:creationId xmlns:a16="http://schemas.microsoft.com/office/drawing/2014/main" id="{EB517E74-53A0-69FF-14AB-AA9B06B678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5633" y="1117790"/>
            <a:ext cx="1474787" cy="410368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 anchorCtr="1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  </a:t>
            </a: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23" name="Text Box 5">
            <a:extLst>
              <a:ext uri="{FF2B5EF4-FFF2-40B4-BE49-F238E27FC236}">
                <a16:creationId xmlns:a16="http://schemas.microsoft.com/office/drawing/2014/main" id="{AC1EEEF7-45CC-5C17-4226-3FA804136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30670" y="3937190"/>
            <a:ext cx="531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 b="0"/>
              <a:t>Y</a:t>
            </a:r>
            <a:r>
              <a:rPr lang="en-US" altLang="zh-CN" sz="1800" b="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24" name="Text Box 7">
            <a:extLst>
              <a:ext uri="{FF2B5EF4-FFF2-40B4-BE49-F238E27FC236}">
                <a16:creationId xmlns:a16="http://schemas.microsoft.com/office/drawing/2014/main" id="{E1E33ECC-1810-7143-C267-B643BE8C9D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5983" y="4753165"/>
            <a:ext cx="4683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400" b="0"/>
              <a:t>S</a:t>
            </a:r>
            <a:r>
              <a:rPr lang="en-US" altLang="zh-CN" sz="1800" b="0"/>
              <a:t>1</a:t>
            </a:r>
          </a:p>
        </p:txBody>
      </p:sp>
      <p:sp>
        <p:nvSpPr>
          <p:cNvPr id="25" name="Text Box 9">
            <a:extLst>
              <a:ext uri="{FF2B5EF4-FFF2-40B4-BE49-F238E27FC236}">
                <a16:creationId xmlns:a16="http://schemas.microsoft.com/office/drawing/2014/main" id="{419CB823-49BF-9435-E930-5A97A62A5D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9220" y="4753165"/>
            <a:ext cx="4683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400" b="0"/>
              <a:t>S</a:t>
            </a:r>
            <a:r>
              <a:rPr lang="en-US" altLang="zh-CN" sz="1800" b="0"/>
              <a:t>0</a:t>
            </a:r>
          </a:p>
        </p:txBody>
      </p:sp>
      <p:sp>
        <p:nvSpPr>
          <p:cNvPr id="26" name="Rectangle 10">
            <a:extLst>
              <a:ext uri="{FF2B5EF4-FFF2-40B4-BE49-F238E27FC236}">
                <a16:creationId xmlns:a16="http://schemas.microsoft.com/office/drawing/2014/main" id="{3A3CA4D5-9519-AAAB-BDBE-99DFDE7AEC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7433" y="2984690"/>
            <a:ext cx="914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en-US" altLang="zh-CN" sz="2400" b="0"/>
              <a:t>74x153</a:t>
            </a:r>
            <a:endParaRPr lang="zh-CN" altLang="en-US" sz="2400" b="0"/>
          </a:p>
        </p:txBody>
      </p:sp>
      <p:grpSp>
        <p:nvGrpSpPr>
          <p:cNvPr id="27" name="Group 11">
            <a:extLst>
              <a:ext uri="{FF2B5EF4-FFF2-40B4-BE49-F238E27FC236}">
                <a16:creationId xmlns:a16="http://schemas.microsoft.com/office/drawing/2014/main" id="{23CB6021-8A7D-09B8-D9FD-32C0D2571AFF}"/>
              </a:ext>
            </a:extLst>
          </p:cNvPr>
          <p:cNvGrpSpPr>
            <a:grpSpLocks/>
          </p:cNvGrpSpPr>
          <p:nvPr/>
        </p:nvGrpSpPr>
        <p:grpSpPr bwMode="auto">
          <a:xfrm>
            <a:off x="8870420" y="2233802"/>
            <a:ext cx="325438" cy="1901825"/>
            <a:chOff x="4535" y="1706"/>
            <a:chExt cx="409" cy="1198"/>
          </a:xfrm>
        </p:grpSpPr>
        <p:sp>
          <p:nvSpPr>
            <p:cNvPr id="28" name="Line 12">
              <a:extLst>
                <a:ext uri="{FF2B5EF4-FFF2-40B4-BE49-F238E27FC236}">
                  <a16:creationId xmlns:a16="http://schemas.microsoft.com/office/drawing/2014/main" id="{7A2E44EC-B4F2-AC6C-6382-7874A6271B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5" y="2904"/>
              <a:ext cx="40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" name="Line 13">
              <a:extLst>
                <a:ext uri="{FF2B5EF4-FFF2-40B4-BE49-F238E27FC236}">
                  <a16:creationId xmlns:a16="http://schemas.microsoft.com/office/drawing/2014/main" id="{FEC77F7A-CB08-2558-2ED9-4269D49358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5" y="1706"/>
              <a:ext cx="40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0" name="Text Box 14">
            <a:extLst>
              <a:ext uri="{FF2B5EF4-FFF2-40B4-BE49-F238E27FC236}">
                <a16:creationId xmlns:a16="http://schemas.microsoft.com/office/drawing/2014/main" id="{1EDE1E6D-C84D-FEF0-A597-F5251F0500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30670" y="2017902"/>
            <a:ext cx="5191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 b="0"/>
              <a:t>Y</a:t>
            </a:r>
            <a:r>
              <a:rPr lang="en-US" altLang="zh-CN" sz="1800" b="0"/>
              <a:t>1</a:t>
            </a:r>
            <a:endParaRPr lang="en-US" altLang="zh-CN" sz="1600" b="0"/>
          </a:p>
        </p:txBody>
      </p:sp>
      <p:sp>
        <p:nvSpPr>
          <p:cNvPr id="31" name="Text Box 17">
            <a:extLst>
              <a:ext uri="{FF2B5EF4-FFF2-40B4-BE49-F238E27FC236}">
                <a16:creationId xmlns:a16="http://schemas.microsoft.com/office/drawing/2014/main" id="{73217103-FA0F-575D-1CC3-F1FF22766D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8170" y="1513077"/>
            <a:ext cx="633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 b="0"/>
              <a:t>D</a:t>
            </a:r>
            <a:r>
              <a:rPr lang="en-US" altLang="zh-CN" sz="1800" b="0"/>
              <a:t>10</a:t>
            </a:r>
          </a:p>
        </p:txBody>
      </p:sp>
      <p:sp>
        <p:nvSpPr>
          <p:cNvPr id="32" name="Text Box 19">
            <a:extLst>
              <a:ext uri="{FF2B5EF4-FFF2-40B4-BE49-F238E27FC236}">
                <a16:creationId xmlns:a16="http://schemas.microsoft.com/office/drawing/2014/main" id="{142C9F3C-7B27-DD80-339F-89E477EB6B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8170" y="1855977"/>
            <a:ext cx="633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 b="0"/>
              <a:t>D</a:t>
            </a:r>
            <a:r>
              <a:rPr lang="en-US" altLang="zh-CN" sz="1800" b="0"/>
              <a:t>11</a:t>
            </a:r>
          </a:p>
        </p:txBody>
      </p:sp>
      <p:sp>
        <p:nvSpPr>
          <p:cNvPr id="33" name="Text Box 21">
            <a:extLst>
              <a:ext uri="{FF2B5EF4-FFF2-40B4-BE49-F238E27FC236}">
                <a16:creationId xmlns:a16="http://schemas.microsoft.com/office/drawing/2014/main" id="{30AB6363-23FA-D228-2FB8-D93644D8DF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8170" y="2208402"/>
            <a:ext cx="633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 b="0"/>
              <a:t>D</a:t>
            </a:r>
            <a:r>
              <a:rPr lang="en-US" altLang="zh-CN" sz="1800" b="0"/>
              <a:t>12</a:t>
            </a:r>
          </a:p>
        </p:txBody>
      </p:sp>
      <p:sp>
        <p:nvSpPr>
          <p:cNvPr id="34" name="Text Box 23">
            <a:extLst>
              <a:ext uri="{FF2B5EF4-FFF2-40B4-BE49-F238E27FC236}">
                <a16:creationId xmlns:a16="http://schemas.microsoft.com/office/drawing/2014/main" id="{6A6DF26C-409C-6631-2E79-E6A88D55DC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8170" y="2549715"/>
            <a:ext cx="633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 b="0"/>
              <a:t>D</a:t>
            </a:r>
            <a:r>
              <a:rPr lang="en-US" altLang="zh-CN" sz="1800" b="0"/>
              <a:t>13</a:t>
            </a:r>
          </a:p>
        </p:txBody>
      </p:sp>
      <p:sp>
        <p:nvSpPr>
          <p:cNvPr id="35" name="Text Box 25">
            <a:extLst>
              <a:ext uri="{FF2B5EF4-FFF2-40B4-BE49-F238E27FC236}">
                <a16:creationId xmlns:a16="http://schemas.microsoft.com/office/drawing/2014/main" id="{289BE668-B598-6482-D7B9-A985B11360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9758" y="1189227"/>
            <a:ext cx="4841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 b="0"/>
              <a:t>E</a:t>
            </a:r>
            <a:r>
              <a:rPr lang="en-US" altLang="zh-CN" sz="1800" b="0"/>
              <a:t>1</a:t>
            </a:r>
          </a:p>
        </p:txBody>
      </p:sp>
      <p:sp>
        <p:nvSpPr>
          <p:cNvPr id="36" name="Text Box 28">
            <a:extLst>
              <a:ext uri="{FF2B5EF4-FFF2-40B4-BE49-F238E27FC236}">
                <a16:creationId xmlns:a16="http://schemas.microsoft.com/office/drawing/2014/main" id="{FDE97945-3D48-E9FA-2A81-F174C3AEA7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8170" y="3403790"/>
            <a:ext cx="633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 b="0"/>
              <a:t>D</a:t>
            </a:r>
            <a:r>
              <a:rPr lang="en-US" altLang="zh-CN" sz="1800" b="0"/>
              <a:t>20</a:t>
            </a:r>
          </a:p>
        </p:txBody>
      </p:sp>
      <p:sp>
        <p:nvSpPr>
          <p:cNvPr id="37" name="Text Box 30">
            <a:extLst>
              <a:ext uri="{FF2B5EF4-FFF2-40B4-BE49-F238E27FC236}">
                <a16:creationId xmlns:a16="http://schemas.microsoft.com/office/drawing/2014/main" id="{605EC0B6-37F5-08FB-86DC-BCEBD58EBE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8170" y="3746690"/>
            <a:ext cx="633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 b="0"/>
              <a:t>D</a:t>
            </a:r>
            <a:r>
              <a:rPr lang="en-US" altLang="zh-CN" sz="1800" b="0"/>
              <a:t>21</a:t>
            </a:r>
          </a:p>
        </p:txBody>
      </p:sp>
      <p:sp>
        <p:nvSpPr>
          <p:cNvPr id="38" name="Text Box 32">
            <a:extLst>
              <a:ext uri="{FF2B5EF4-FFF2-40B4-BE49-F238E27FC236}">
                <a16:creationId xmlns:a16="http://schemas.microsoft.com/office/drawing/2014/main" id="{DB6ADF2D-EE00-7BE8-FE45-F92AEFE450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8170" y="4099115"/>
            <a:ext cx="633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 b="0"/>
              <a:t>D</a:t>
            </a:r>
            <a:r>
              <a:rPr lang="en-US" altLang="zh-CN" sz="1800" b="0"/>
              <a:t>22</a:t>
            </a:r>
          </a:p>
        </p:txBody>
      </p:sp>
      <p:sp>
        <p:nvSpPr>
          <p:cNvPr id="39" name="Line 92">
            <a:extLst>
              <a:ext uri="{FF2B5EF4-FFF2-40B4-BE49-F238E27FC236}">
                <a16:creationId xmlns:a16="http://schemas.microsoft.com/office/drawing/2014/main" id="{E40FD26B-C52C-9EE5-DCAC-6C33DA913D7B}"/>
              </a:ext>
            </a:extLst>
          </p:cNvPr>
          <p:cNvSpPr>
            <a:spLocks noChangeShapeType="1"/>
          </p:cNvSpPr>
          <p:nvPr/>
        </p:nvSpPr>
        <p:spPr bwMode="auto">
          <a:xfrm>
            <a:off x="7073370" y="1406715"/>
            <a:ext cx="3238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" name="Line 86">
            <a:extLst>
              <a:ext uri="{FF2B5EF4-FFF2-40B4-BE49-F238E27FC236}">
                <a16:creationId xmlns:a16="http://schemas.microsoft.com/office/drawing/2014/main" id="{4344B78C-F79E-5C61-B8EF-F5A525AFA9EA}"/>
              </a:ext>
            </a:extLst>
          </p:cNvPr>
          <p:cNvSpPr>
            <a:spLocks noChangeShapeType="1"/>
          </p:cNvSpPr>
          <p:nvPr/>
        </p:nvSpPr>
        <p:spPr bwMode="auto">
          <a:xfrm>
            <a:off x="7073370" y="3278377"/>
            <a:ext cx="3238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" name="Line 16">
            <a:extLst>
              <a:ext uri="{FF2B5EF4-FFF2-40B4-BE49-F238E27FC236}">
                <a16:creationId xmlns:a16="http://schemas.microsoft.com/office/drawing/2014/main" id="{C12D0F77-B365-9EF7-4184-1EA9C25DA7ED}"/>
              </a:ext>
            </a:extLst>
          </p:cNvPr>
          <p:cNvSpPr>
            <a:spLocks noChangeShapeType="1"/>
          </p:cNvSpPr>
          <p:nvPr/>
        </p:nvSpPr>
        <p:spPr bwMode="auto">
          <a:xfrm>
            <a:off x="7071783" y="1730565"/>
            <a:ext cx="3238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" name="Line 18">
            <a:extLst>
              <a:ext uri="{FF2B5EF4-FFF2-40B4-BE49-F238E27FC236}">
                <a16:creationId xmlns:a16="http://schemas.microsoft.com/office/drawing/2014/main" id="{90091D5C-C061-5A60-6858-9B62115A4769}"/>
              </a:ext>
            </a:extLst>
          </p:cNvPr>
          <p:cNvSpPr>
            <a:spLocks noChangeShapeType="1"/>
          </p:cNvSpPr>
          <p:nvPr/>
        </p:nvSpPr>
        <p:spPr bwMode="auto">
          <a:xfrm>
            <a:off x="7071783" y="2090927"/>
            <a:ext cx="3238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" name="Line 20">
            <a:extLst>
              <a:ext uri="{FF2B5EF4-FFF2-40B4-BE49-F238E27FC236}">
                <a16:creationId xmlns:a16="http://schemas.microsoft.com/office/drawing/2014/main" id="{EC0E7B51-72E5-7585-232F-BC8E679A33F5}"/>
              </a:ext>
            </a:extLst>
          </p:cNvPr>
          <p:cNvSpPr>
            <a:spLocks noChangeShapeType="1"/>
          </p:cNvSpPr>
          <p:nvPr/>
        </p:nvSpPr>
        <p:spPr bwMode="auto">
          <a:xfrm>
            <a:off x="7071783" y="2451290"/>
            <a:ext cx="3238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" name="Line 22">
            <a:extLst>
              <a:ext uri="{FF2B5EF4-FFF2-40B4-BE49-F238E27FC236}">
                <a16:creationId xmlns:a16="http://schemas.microsoft.com/office/drawing/2014/main" id="{D4303377-E87D-0643-3873-E56422145DAD}"/>
              </a:ext>
            </a:extLst>
          </p:cNvPr>
          <p:cNvSpPr>
            <a:spLocks noChangeShapeType="1"/>
          </p:cNvSpPr>
          <p:nvPr/>
        </p:nvSpPr>
        <p:spPr bwMode="auto">
          <a:xfrm>
            <a:off x="7071783" y="2775140"/>
            <a:ext cx="3238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" name="Line 27">
            <a:extLst>
              <a:ext uri="{FF2B5EF4-FFF2-40B4-BE49-F238E27FC236}">
                <a16:creationId xmlns:a16="http://schemas.microsoft.com/office/drawing/2014/main" id="{05A0762E-E403-FB68-75A7-A9C397912F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071783" y="3638740"/>
            <a:ext cx="3238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" name="Line 29">
            <a:extLst>
              <a:ext uri="{FF2B5EF4-FFF2-40B4-BE49-F238E27FC236}">
                <a16:creationId xmlns:a16="http://schemas.microsoft.com/office/drawing/2014/main" id="{1266B8FB-CCCD-82CE-79E2-7DC21F1CC842}"/>
              </a:ext>
            </a:extLst>
          </p:cNvPr>
          <p:cNvSpPr>
            <a:spLocks noChangeShapeType="1"/>
          </p:cNvSpPr>
          <p:nvPr/>
        </p:nvSpPr>
        <p:spPr bwMode="auto">
          <a:xfrm>
            <a:off x="7071783" y="3962590"/>
            <a:ext cx="3238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" name="Line 31">
            <a:extLst>
              <a:ext uri="{FF2B5EF4-FFF2-40B4-BE49-F238E27FC236}">
                <a16:creationId xmlns:a16="http://schemas.microsoft.com/office/drawing/2014/main" id="{CC4FF6B6-A160-3883-F8EE-50CA13AF26B2}"/>
              </a:ext>
            </a:extLst>
          </p:cNvPr>
          <p:cNvSpPr>
            <a:spLocks noChangeShapeType="1"/>
          </p:cNvSpPr>
          <p:nvPr/>
        </p:nvSpPr>
        <p:spPr bwMode="auto">
          <a:xfrm>
            <a:off x="7071783" y="4322952"/>
            <a:ext cx="3238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" name="Line 33">
            <a:extLst>
              <a:ext uri="{FF2B5EF4-FFF2-40B4-BE49-F238E27FC236}">
                <a16:creationId xmlns:a16="http://schemas.microsoft.com/office/drawing/2014/main" id="{53412E48-F6E9-364A-E03F-60DD13179715}"/>
              </a:ext>
            </a:extLst>
          </p:cNvPr>
          <p:cNvSpPr>
            <a:spLocks noChangeShapeType="1"/>
          </p:cNvSpPr>
          <p:nvPr/>
        </p:nvSpPr>
        <p:spPr bwMode="auto">
          <a:xfrm>
            <a:off x="7071783" y="4683315"/>
            <a:ext cx="3238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" name="Text Box 34">
            <a:extLst>
              <a:ext uri="{FF2B5EF4-FFF2-40B4-BE49-F238E27FC236}">
                <a16:creationId xmlns:a16="http://schemas.microsoft.com/office/drawing/2014/main" id="{86E22995-2DAE-BA7D-2AA6-647FEDA234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8170" y="4440427"/>
            <a:ext cx="633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 b="0"/>
              <a:t>D</a:t>
            </a:r>
            <a:r>
              <a:rPr lang="en-US" altLang="zh-CN" sz="1800" b="0"/>
              <a:t>23</a:t>
            </a:r>
          </a:p>
        </p:txBody>
      </p:sp>
      <p:sp>
        <p:nvSpPr>
          <p:cNvPr id="50" name="Text Box 36">
            <a:extLst>
              <a:ext uri="{FF2B5EF4-FFF2-40B4-BE49-F238E27FC236}">
                <a16:creationId xmlns:a16="http://schemas.microsoft.com/office/drawing/2014/main" id="{747706D4-ECF4-FCB6-6D7D-391B56D8CB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9758" y="3062477"/>
            <a:ext cx="4841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 b="0"/>
              <a:t>E</a:t>
            </a:r>
            <a:r>
              <a:rPr lang="en-US" altLang="zh-CN" sz="1800" b="0"/>
              <a:t>2</a:t>
            </a:r>
          </a:p>
        </p:txBody>
      </p:sp>
      <p:sp>
        <p:nvSpPr>
          <p:cNvPr id="51" name="Oval 38">
            <a:extLst>
              <a:ext uri="{FF2B5EF4-FFF2-40B4-BE49-F238E27FC236}">
                <a16:creationId xmlns:a16="http://schemas.microsoft.com/office/drawing/2014/main" id="{1621219C-A58F-ACEB-B40F-FD1793CF84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2445" y="1335277"/>
            <a:ext cx="103188" cy="10795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sp>
        <p:nvSpPr>
          <p:cNvPr id="52" name="Oval 39">
            <a:extLst>
              <a:ext uri="{FF2B5EF4-FFF2-40B4-BE49-F238E27FC236}">
                <a16:creationId xmlns:a16="http://schemas.microsoft.com/office/drawing/2014/main" id="{205ADBC2-A505-0A69-670F-4E2F97229A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2445" y="3206940"/>
            <a:ext cx="103188" cy="10795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Arial" panose="020B0604020202020204" pitchFamily="34" charset="0"/>
            </a:endParaRPr>
          </a:p>
        </p:txBody>
      </p:sp>
      <p:grpSp>
        <p:nvGrpSpPr>
          <p:cNvPr id="53" name="Group 163">
            <a:extLst>
              <a:ext uri="{FF2B5EF4-FFF2-40B4-BE49-F238E27FC236}">
                <a16:creationId xmlns:a16="http://schemas.microsoft.com/office/drawing/2014/main" id="{B9A97053-63C8-3592-3F42-2025EE510EDB}"/>
              </a:ext>
            </a:extLst>
          </p:cNvPr>
          <p:cNvGrpSpPr>
            <a:grpSpLocks/>
          </p:cNvGrpSpPr>
          <p:nvPr/>
        </p:nvGrpSpPr>
        <p:grpSpPr bwMode="auto">
          <a:xfrm>
            <a:off x="5595408" y="3638740"/>
            <a:ext cx="1476375" cy="1044575"/>
            <a:chOff x="3129" y="2541"/>
            <a:chExt cx="930" cy="658"/>
          </a:xfrm>
        </p:grpSpPr>
        <p:sp>
          <p:nvSpPr>
            <p:cNvPr id="54" name="Line 134">
              <a:extLst>
                <a:ext uri="{FF2B5EF4-FFF2-40B4-BE49-F238E27FC236}">
                  <a16:creationId xmlns:a16="http://schemas.microsoft.com/office/drawing/2014/main" id="{7ED4E650-9F17-9C11-BA9B-5897329403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9" y="2745"/>
              <a:ext cx="93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lg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Line 135">
              <a:extLst>
                <a:ext uri="{FF2B5EF4-FFF2-40B4-BE49-F238E27FC236}">
                  <a16:creationId xmlns:a16="http://schemas.microsoft.com/office/drawing/2014/main" id="{37F32617-9833-01E1-8D6D-5804B2BE0F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79" y="2972"/>
              <a:ext cx="6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lg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Line 139">
              <a:extLst>
                <a:ext uri="{FF2B5EF4-FFF2-40B4-BE49-F238E27FC236}">
                  <a16:creationId xmlns:a16="http://schemas.microsoft.com/office/drawing/2014/main" id="{830E3BDA-229E-9F73-52A0-8EF18CE9E1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28" y="2541"/>
              <a:ext cx="43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lg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Line 150">
              <a:extLst>
                <a:ext uri="{FF2B5EF4-FFF2-40B4-BE49-F238E27FC236}">
                  <a16:creationId xmlns:a16="http://schemas.microsoft.com/office/drawing/2014/main" id="{3D37F701-F934-F015-48B0-636BEDB5CC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8" y="3199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lg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8" name="Group 160">
            <a:extLst>
              <a:ext uri="{FF2B5EF4-FFF2-40B4-BE49-F238E27FC236}">
                <a16:creationId xmlns:a16="http://schemas.microsoft.com/office/drawing/2014/main" id="{A402A260-A300-2720-4AA9-3AEBD81C0983}"/>
              </a:ext>
            </a:extLst>
          </p:cNvPr>
          <p:cNvGrpSpPr>
            <a:grpSpLocks/>
          </p:cNvGrpSpPr>
          <p:nvPr/>
        </p:nvGrpSpPr>
        <p:grpSpPr bwMode="auto">
          <a:xfrm>
            <a:off x="5631920" y="873315"/>
            <a:ext cx="1439863" cy="2154237"/>
            <a:chOff x="3152" y="799"/>
            <a:chExt cx="907" cy="1357"/>
          </a:xfrm>
        </p:grpSpPr>
        <p:sp>
          <p:nvSpPr>
            <p:cNvPr id="59" name="Line 89">
              <a:extLst>
                <a:ext uri="{FF2B5EF4-FFF2-40B4-BE49-F238E27FC236}">
                  <a16:creationId xmlns:a16="http://schemas.microsoft.com/office/drawing/2014/main" id="{77ECDD86-4E16-DB6D-E664-0C449479DD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28" y="1000"/>
              <a:ext cx="0" cy="79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Oval 90">
              <a:extLst>
                <a:ext uri="{FF2B5EF4-FFF2-40B4-BE49-F238E27FC236}">
                  <a16:creationId xmlns:a16="http://schemas.microsoft.com/office/drawing/2014/main" id="{1E62E88A-6AF4-ACCE-ACA5-A8B1BFBC95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2" y="909"/>
              <a:ext cx="90" cy="9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61" name="Text Box 91">
              <a:extLst>
                <a:ext uri="{FF2B5EF4-FFF2-40B4-BE49-F238E27FC236}">
                  <a16:creationId xmlns:a16="http://schemas.microsoft.com/office/drawing/2014/main" id="{E3A7F836-5C84-68B6-0BE1-29862659E8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2" y="799"/>
              <a:ext cx="4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ea typeface="楷体_GB2312" pitchFamily="49" charset="-122"/>
                </a:rPr>
                <a:t>Vcc</a:t>
              </a:r>
            </a:p>
          </p:txBody>
        </p:sp>
        <p:sp>
          <p:nvSpPr>
            <p:cNvPr id="62" name="Line 136">
              <a:extLst>
                <a:ext uri="{FF2B5EF4-FFF2-40B4-BE49-F238E27FC236}">
                  <a16:creationId xmlns:a16="http://schemas.microsoft.com/office/drawing/2014/main" id="{3CCFAF48-AAA5-09E9-7D28-3D763AA537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7" y="2156"/>
              <a:ext cx="181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Line 137">
              <a:extLst>
                <a:ext uri="{FF2B5EF4-FFF2-40B4-BE49-F238E27FC236}">
                  <a16:creationId xmlns:a16="http://schemas.microsoft.com/office/drawing/2014/main" id="{82C7D764-B1B6-6740-88EF-4177E5DCE7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78" y="1135"/>
              <a:ext cx="0" cy="102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Line 145">
              <a:extLst>
                <a:ext uri="{FF2B5EF4-FFF2-40B4-BE49-F238E27FC236}">
                  <a16:creationId xmlns:a16="http://schemas.microsoft.com/office/drawing/2014/main" id="{15F5AF48-8F4D-84A8-4834-A47C023D4F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8" y="1339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lg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Line 146">
              <a:extLst>
                <a:ext uri="{FF2B5EF4-FFF2-40B4-BE49-F238E27FC236}">
                  <a16:creationId xmlns:a16="http://schemas.microsoft.com/office/drawing/2014/main" id="{C8C1DC6D-79BE-A869-A267-0B18D60371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28" y="1566"/>
              <a:ext cx="43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lg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Line 148">
              <a:extLst>
                <a:ext uri="{FF2B5EF4-FFF2-40B4-BE49-F238E27FC236}">
                  <a16:creationId xmlns:a16="http://schemas.microsoft.com/office/drawing/2014/main" id="{83440A63-C5AC-88CE-4D81-DE58C2BFD3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28" y="1793"/>
              <a:ext cx="43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lg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Line 149">
              <a:extLst>
                <a:ext uri="{FF2B5EF4-FFF2-40B4-BE49-F238E27FC236}">
                  <a16:creationId xmlns:a16="http://schemas.microsoft.com/office/drawing/2014/main" id="{D8CBD344-CBC2-6B02-3B1F-D22E80A7DF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8" y="1997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lg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Line 151">
              <a:extLst>
                <a:ext uri="{FF2B5EF4-FFF2-40B4-BE49-F238E27FC236}">
                  <a16:creationId xmlns:a16="http://schemas.microsoft.com/office/drawing/2014/main" id="{D45676B8-8FCA-C845-0A72-2706F052B0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8" y="1135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lg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9" name="Line 153">
            <a:extLst>
              <a:ext uri="{FF2B5EF4-FFF2-40B4-BE49-F238E27FC236}">
                <a16:creationId xmlns:a16="http://schemas.microsoft.com/office/drawing/2014/main" id="{67526310-B28E-A4C1-548F-F5186822F469}"/>
              </a:ext>
            </a:extLst>
          </p:cNvPr>
          <p:cNvSpPr>
            <a:spLocks noChangeShapeType="1"/>
          </p:cNvSpPr>
          <p:nvPr/>
        </p:nvSpPr>
        <p:spPr bwMode="auto">
          <a:xfrm>
            <a:off x="7863945" y="5229415"/>
            <a:ext cx="0" cy="3254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" name="Line 154">
            <a:extLst>
              <a:ext uri="{FF2B5EF4-FFF2-40B4-BE49-F238E27FC236}">
                <a16:creationId xmlns:a16="http://schemas.microsoft.com/office/drawing/2014/main" id="{B886A8EA-DA7C-A9DA-DAC2-7A1C26D91468}"/>
              </a:ext>
            </a:extLst>
          </p:cNvPr>
          <p:cNvSpPr>
            <a:spLocks noChangeShapeType="1"/>
          </p:cNvSpPr>
          <p:nvPr/>
        </p:nvSpPr>
        <p:spPr bwMode="auto">
          <a:xfrm>
            <a:off x="8368770" y="5229415"/>
            <a:ext cx="0" cy="3254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71" name="Group 159">
            <a:extLst>
              <a:ext uri="{FF2B5EF4-FFF2-40B4-BE49-F238E27FC236}">
                <a16:creationId xmlns:a16="http://schemas.microsoft.com/office/drawing/2014/main" id="{F140FF6C-CBAB-C433-F171-4E1871C79079}"/>
              </a:ext>
            </a:extLst>
          </p:cNvPr>
          <p:cNvGrpSpPr>
            <a:grpSpLocks/>
          </p:cNvGrpSpPr>
          <p:nvPr/>
        </p:nvGrpSpPr>
        <p:grpSpPr bwMode="auto">
          <a:xfrm>
            <a:off x="5992283" y="5265927"/>
            <a:ext cx="2795587" cy="709613"/>
            <a:chOff x="3379" y="3566"/>
            <a:chExt cx="1761" cy="447"/>
          </a:xfrm>
        </p:grpSpPr>
        <p:sp>
          <p:nvSpPr>
            <p:cNvPr id="72" name="Line 40">
              <a:extLst>
                <a:ext uri="{FF2B5EF4-FFF2-40B4-BE49-F238E27FC236}">
                  <a16:creationId xmlns:a16="http://schemas.microsoft.com/office/drawing/2014/main" id="{94F9A8D2-15ED-9DDB-7876-B84B25212A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79" y="3566"/>
              <a:ext cx="0" cy="38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Text Box 67">
              <a:extLst>
                <a:ext uri="{FF2B5EF4-FFF2-40B4-BE49-F238E27FC236}">
                  <a16:creationId xmlns:a16="http://schemas.microsoft.com/office/drawing/2014/main" id="{E4840B7E-112C-3DBC-F114-4E1708B9E0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6" y="3725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ea typeface="楷体_GB2312" pitchFamily="49" charset="-122"/>
                </a:rPr>
                <a:t>B</a:t>
              </a:r>
              <a:endParaRPr lang="en-US" altLang="zh-CN" sz="2400" baseline="-25000">
                <a:ea typeface="楷体_GB2312" pitchFamily="49" charset="-122"/>
              </a:endParaRPr>
            </a:p>
          </p:txBody>
        </p:sp>
        <p:sp>
          <p:nvSpPr>
            <p:cNvPr id="74" name="Text Box 68">
              <a:extLst>
                <a:ext uri="{FF2B5EF4-FFF2-40B4-BE49-F238E27FC236}">
                  <a16:creationId xmlns:a16="http://schemas.microsoft.com/office/drawing/2014/main" id="{395C497C-7BB9-84BF-62EB-0DCFAEF933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9" y="3725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ea typeface="楷体_GB2312" pitchFamily="49" charset="-122"/>
                </a:rPr>
                <a:t>C</a:t>
              </a:r>
              <a:endParaRPr lang="en-US" altLang="zh-CN" sz="2400" baseline="-25000">
                <a:ea typeface="楷体_GB2312" pitchFamily="49" charset="-122"/>
              </a:endParaRPr>
            </a:p>
          </p:txBody>
        </p:sp>
        <p:sp>
          <p:nvSpPr>
            <p:cNvPr id="75" name="Text Box 69">
              <a:extLst>
                <a:ext uri="{FF2B5EF4-FFF2-40B4-BE49-F238E27FC236}">
                  <a16:creationId xmlns:a16="http://schemas.microsoft.com/office/drawing/2014/main" id="{DA14671E-E09C-0F45-4109-093ABF809B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16" y="3725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ea typeface="楷体_GB2312" pitchFamily="49" charset="-122"/>
                </a:rPr>
                <a:t>A</a:t>
              </a:r>
              <a:endParaRPr lang="en-US" altLang="zh-CN" sz="2400" baseline="-25000">
                <a:ea typeface="楷体_GB2312" pitchFamily="49" charset="-122"/>
              </a:endParaRPr>
            </a:p>
          </p:txBody>
        </p:sp>
        <p:sp>
          <p:nvSpPr>
            <p:cNvPr id="76" name="Line 155">
              <a:extLst>
                <a:ext uri="{FF2B5EF4-FFF2-40B4-BE49-F238E27FC236}">
                  <a16:creationId xmlns:a16="http://schemas.microsoft.com/office/drawing/2014/main" id="{C69E6776-2E4F-4ABC-5B38-726583C159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58" y="3748"/>
              <a:ext cx="0" cy="20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Line 156">
              <a:extLst>
                <a:ext uri="{FF2B5EF4-FFF2-40B4-BE49-F238E27FC236}">
                  <a16:creationId xmlns:a16="http://schemas.microsoft.com/office/drawing/2014/main" id="{A855D5B8-6C84-61C9-F10B-F42B0B7D85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76" y="3748"/>
              <a:ext cx="0" cy="20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8" name="Group 164">
            <a:extLst>
              <a:ext uri="{FF2B5EF4-FFF2-40B4-BE49-F238E27FC236}">
                <a16:creationId xmlns:a16="http://schemas.microsoft.com/office/drawing/2014/main" id="{A4B477C8-0F1C-3396-7ACE-BD5480A8F148}"/>
              </a:ext>
            </a:extLst>
          </p:cNvPr>
          <p:cNvGrpSpPr>
            <a:grpSpLocks/>
          </p:cNvGrpSpPr>
          <p:nvPr/>
        </p:nvGrpSpPr>
        <p:grpSpPr bwMode="auto">
          <a:xfrm>
            <a:off x="5587470" y="2451290"/>
            <a:ext cx="1484313" cy="3103562"/>
            <a:chOff x="3124" y="1793"/>
            <a:chExt cx="935" cy="1955"/>
          </a:xfrm>
        </p:grpSpPr>
        <p:sp>
          <p:nvSpPr>
            <p:cNvPr id="79" name="Line 144">
              <a:extLst>
                <a:ext uri="{FF2B5EF4-FFF2-40B4-BE49-F238E27FC236}">
                  <a16:creationId xmlns:a16="http://schemas.microsoft.com/office/drawing/2014/main" id="{9F227339-9C6E-9846-80B5-036560DC37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8" y="2314"/>
              <a:ext cx="1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lg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0" name="Group 161">
              <a:extLst>
                <a:ext uri="{FF2B5EF4-FFF2-40B4-BE49-F238E27FC236}">
                  <a16:creationId xmlns:a16="http://schemas.microsoft.com/office/drawing/2014/main" id="{9743A792-4EF4-CA94-2508-F56C2505E0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24" y="1793"/>
              <a:ext cx="845" cy="1955"/>
              <a:chOff x="3124" y="1793"/>
              <a:chExt cx="845" cy="1955"/>
            </a:xfrm>
          </p:grpSpPr>
          <p:grpSp>
            <p:nvGrpSpPr>
              <p:cNvPr id="81" name="Group 41">
                <a:extLst>
                  <a:ext uri="{FF2B5EF4-FFF2-40B4-BE49-F238E27FC236}">
                    <a16:creationId xmlns:a16="http://schemas.microsoft.com/office/drawing/2014/main" id="{3A069A9A-825C-F954-F6F0-B0E28DB1CC7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66" y="3267"/>
                <a:ext cx="236" cy="295"/>
                <a:chOff x="2655" y="1797"/>
                <a:chExt cx="248" cy="310"/>
              </a:xfrm>
            </p:grpSpPr>
            <p:sp>
              <p:nvSpPr>
                <p:cNvPr id="88" name="AutoShape 42">
                  <a:extLst>
                    <a:ext uri="{FF2B5EF4-FFF2-40B4-BE49-F238E27FC236}">
                      <a16:creationId xmlns:a16="http://schemas.microsoft.com/office/drawing/2014/main" id="{D46065DE-C88B-BAFA-FD18-8EB48773B8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55" y="1873"/>
                  <a:ext cx="248" cy="234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Aft>
                      <a:spcPct val="0"/>
                    </a:spcAft>
                    <a:buFontTx/>
                    <a:buNone/>
                  </a:pPr>
                  <a:endParaRPr lang="zh-CN" altLang="en-US" sz="1800" b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89" name="Oval 43">
                  <a:extLst>
                    <a:ext uri="{FF2B5EF4-FFF2-40B4-BE49-F238E27FC236}">
                      <a16:creationId xmlns:a16="http://schemas.microsoft.com/office/drawing/2014/main" id="{8BCC77FD-A8E4-6446-C333-CFF3D39B34A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2731" y="1797"/>
                  <a:ext cx="90" cy="89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Aft>
                      <a:spcPct val="20000"/>
                    </a:spcAft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Aft>
                      <a:spcPct val="20000"/>
                    </a:spcAft>
                    <a:buChar char="–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Aft>
                      <a:spcPct val="2000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Aft>
                      <a:spcPct val="2000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2000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Aft>
                      <a:spcPct val="0"/>
                    </a:spcAft>
                    <a:buFontTx/>
                    <a:buNone/>
                  </a:pPr>
                  <a:endParaRPr lang="zh-CN" altLang="en-US" sz="1800" b="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82" name="Line 87">
                <a:extLst>
                  <a:ext uri="{FF2B5EF4-FFF2-40B4-BE49-F238E27FC236}">
                    <a16:creationId xmlns:a16="http://schemas.microsoft.com/office/drawing/2014/main" id="{2DF2C8C3-6163-EA2F-0DD8-8308B3422A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88" y="3448"/>
                <a:ext cx="181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" name="Line 88">
                <a:extLst>
                  <a:ext uri="{FF2B5EF4-FFF2-40B4-BE49-F238E27FC236}">
                    <a16:creationId xmlns:a16="http://schemas.microsoft.com/office/drawing/2014/main" id="{0C3B487C-9BF4-5AA5-9055-61536B8D2E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79" y="2314"/>
                <a:ext cx="0" cy="113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4" name="Line 138">
                <a:extLst>
                  <a:ext uri="{FF2B5EF4-FFF2-40B4-BE49-F238E27FC236}">
                    <a16:creationId xmlns:a16="http://schemas.microsoft.com/office/drawing/2014/main" id="{A971299A-748B-527D-1CE9-D6168A2A7F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24" y="2519"/>
                <a:ext cx="0" cy="122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" name="Line 140">
                <a:extLst>
                  <a:ext uri="{FF2B5EF4-FFF2-40B4-BE49-F238E27FC236}">
                    <a16:creationId xmlns:a16="http://schemas.microsoft.com/office/drawing/2014/main" id="{2A3B12E5-4F64-8B6F-DFB5-F57C6B453F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9" y="3748"/>
                <a:ext cx="25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lg" len="lg"/>
                <a:tailEnd type="oval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6" name="Line 142">
                <a:extLst>
                  <a:ext uri="{FF2B5EF4-FFF2-40B4-BE49-F238E27FC236}">
                    <a16:creationId xmlns:a16="http://schemas.microsoft.com/office/drawing/2014/main" id="{9E68E7D4-569D-7ACB-9764-387C44110C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28" y="1793"/>
                <a:ext cx="0" cy="140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oval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7" name="Line 158">
                <a:extLst>
                  <a:ext uri="{FF2B5EF4-FFF2-40B4-BE49-F238E27FC236}">
                    <a16:creationId xmlns:a16="http://schemas.microsoft.com/office/drawing/2014/main" id="{E861F33C-2866-6E47-0709-78E4DDF161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79" y="2523"/>
                <a:ext cx="0" cy="74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90" name="墨迹 89">
                <a:extLst>
                  <a:ext uri="{FF2B5EF4-FFF2-40B4-BE49-F238E27FC236}">
                    <a16:creationId xmlns:a16="http://schemas.microsoft.com/office/drawing/2014/main" id="{46C59C4F-9AAD-1B37-EC8B-7BCEE22AA8E1}"/>
                  </a:ext>
                </a:extLst>
              </p14:cNvPr>
              <p14:cNvContentPartPr/>
              <p14:nvPr/>
            </p14:nvContentPartPr>
            <p14:xfrm>
              <a:off x="1324440" y="1398600"/>
              <a:ext cx="8581680" cy="4613760"/>
            </p14:xfrm>
          </p:contentPart>
        </mc:Choice>
        <mc:Fallback>
          <p:pic>
            <p:nvPicPr>
              <p:cNvPr id="90" name="墨迹 89">
                <a:extLst>
                  <a:ext uri="{FF2B5EF4-FFF2-40B4-BE49-F238E27FC236}">
                    <a16:creationId xmlns:a16="http://schemas.microsoft.com/office/drawing/2014/main" id="{46C59C4F-9AAD-1B37-EC8B-7BCEE22AA8E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315080" y="1389240"/>
                <a:ext cx="8600400" cy="4632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590027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A92BC4-F3C4-3AEF-EC86-F47B0BED0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作业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2D1469-A401-31ED-3543-D565F3B088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r>
              <a:rPr lang="zh-CN" altLang="en-US" sz="28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电子技术基础</a:t>
            </a:r>
            <a:r>
              <a:rPr lang="en-US" altLang="zh-CN" sz="28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lang="zh-CN" altLang="en-US" sz="28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数字部分</a:t>
            </a:r>
            <a:endParaRPr lang="en-US" altLang="zh-CN" sz="2800" kern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P212-214</a:t>
            </a:r>
            <a:r>
              <a:rPr lang="zh-CN" altLang="en-US" sz="28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endParaRPr lang="en-US" altLang="zh-CN" sz="2800" kern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4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4.4.13</a:t>
            </a:r>
            <a:r>
              <a:rPr lang="zh-CN" altLang="en-US" sz="24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24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4.4.15</a:t>
            </a:r>
            <a:r>
              <a:rPr lang="zh-CN" altLang="en-US" sz="24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24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4.4.18</a:t>
            </a:r>
            <a:r>
              <a:rPr lang="zh-CN" altLang="en-US" sz="24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24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4.4.20</a:t>
            </a:r>
            <a:r>
              <a:rPr lang="zh-CN" altLang="en-US" sz="24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24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4.4.24</a:t>
            </a:r>
            <a:r>
              <a:rPr lang="zh-CN" altLang="en-US" sz="24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24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4.4.28</a:t>
            </a:r>
          </a:p>
          <a:p>
            <a:endParaRPr kumimoji="1"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F1EBEAF-E105-3D6B-A44A-1A805B927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7. </a:t>
            </a:r>
            <a:r>
              <a:rPr lang="zh-CN" altLang="en-US"/>
              <a:t>组合逻辑电路</a:t>
            </a:r>
            <a:r>
              <a:rPr lang="en-US" altLang="zh-CN"/>
              <a:t>3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9440A33-A646-F11A-EF20-5480EA527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14</a:t>
            </a:fld>
            <a:r>
              <a:rPr lang="en-US" altLang="zh-CN" dirty="0"/>
              <a:t>/13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3915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19351</TotalTime>
  <Words>1486</Words>
  <Application>Microsoft Macintosh PowerPoint</Application>
  <PresentationFormat>A4 纸张(210x297 毫米)</PresentationFormat>
  <Paragraphs>492</Paragraphs>
  <Slides>14</Slides>
  <Notes>7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等线</vt:lpstr>
      <vt:lpstr>黑体</vt:lpstr>
      <vt:lpstr>宋体</vt:lpstr>
      <vt:lpstr>Microsoft YaHei</vt:lpstr>
      <vt:lpstr>Microsoft YaHei</vt:lpstr>
      <vt:lpstr>Arial</vt:lpstr>
      <vt:lpstr>Arial Black</vt:lpstr>
      <vt:lpstr>Times New Roman</vt:lpstr>
      <vt:lpstr>Office-Design</vt:lpstr>
      <vt:lpstr>公式</vt:lpstr>
      <vt:lpstr>通知</vt:lpstr>
      <vt:lpstr>  模拟与数字电路 Analog and Digital Circuits</vt:lpstr>
      <vt:lpstr>内容提纲</vt:lpstr>
      <vt:lpstr>数据分配器</vt:lpstr>
      <vt:lpstr>译码器实现数据分配器</vt:lpstr>
      <vt:lpstr>译码器实现数据分配器</vt:lpstr>
      <vt:lpstr>数据选择器</vt:lpstr>
      <vt:lpstr>设计4选1数据选择器</vt:lpstr>
      <vt:lpstr>双4选1数据选择器74x153</vt:lpstr>
      <vt:lpstr>8选1数据选择器74x151</vt:lpstr>
      <vt:lpstr>数据选择器的扩展</vt:lpstr>
      <vt:lpstr>数据选择器的扩展(续)</vt:lpstr>
      <vt:lpstr>数据选择器实现组合逻辑函数</vt:lpstr>
      <vt:lpstr>作业</vt:lpstr>
    </vt:vector>
  </TitlesOfParts>
  <Company>DFKI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从本科到硕士到博士</dc:title>
  <dc:creator>jingyuan cheng</dc:creator>
  <cp:lastModifiedBy>Microsoft Office User</cp:lastModifiedBy>
  <cp:revision>2513</cp:revision>
  <cp:lastPrinted>2020-05-26T13:24:01Z</cp:lastPrinted>
  <dcterms:created xsi:type="dcterms:W3CDTF">2020-04-07T12:23:01Z</dcterms:created>
  <dcterms:modified xsi:type="dcterms:W3CDTF">2024-09-26T01:25:26Z</dcterms:modified>
</cp:coreProperties>
</file>