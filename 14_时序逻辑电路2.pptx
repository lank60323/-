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444" r:id="rId3"/>
    <p:sldId id="512" r:id="rId4"/>
    <p:sldId id="513" r:id="rId5"/>
    <p:sldId id="514" r:id="rId6"/>
    <p:sldId id="515" r:id="rId7"/>
    <p:sldId id="550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6" r:id="rId19"/>
    <p:sldId id="527" r:id="rId20"/>
    <p:sldId id="528" r:id="rId21"/>
    <p:sldId id="529" r:id="rId22"/>
    <p:sldId id="530" r:id="rId23"/>
    <p:sldId id="531" r:id="rId24"/>
    <p:sldId id="532" r:id="rId25"/>
    <p:sldId id="533" r:id="rId26"/>
    <p:sldId id="534" r:id="rId27"/>
    <p:sldId id="535" r:id="rId28"/>
    <p:sldId id="536" r:id="rId29"/>
    <p:sldId id="537" r:id="rId30"/>
    <p:sldId id="538" r:id="rId31"/>
    <p:sldId id="539" r:id="rId32"/>
    <p:sldId id="540" r:id="rId33"/>
    <p:sldId id="541" r:id="rId34"/>
    <p:sldId id="511" r:id="rId35"/>
    <p:sldId id="551" r:id="rId36"/>
    <p:sldId id="552" r:id="rId37"/>
    <p:sldId id="553" r:id="rId38"/>
    <p:sldId id="554" r:id="rId39"/>
    <p:sldId id="555" r:id="rId40"/>
    <p:sldId id="556" r:id="rId41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4"/>
    <p:restoredTop sz="81153"/>
  </p:normalViewPr>
  <p:slideViewPr>
    <p:cSldViewPr snapToGrid="0" snapToObjects="1">
      <p:cViewPr varScale="1">
        <p:scale>
          <a:sx n="84" d="100"/>
          <a:sy n="84" d="100"/>
        </p:scale>
        <p:origin x="1416" y="184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2023/10/26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015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注意状态表进行了补全，没有进入的状态用</a:t>
            </a:r>
            <a:r>
              <a:rPr kumimoji="1" lang="en-US" altLang="zh-CN" dirty="0"/>
              <a:t>XX</a:t>
            </a:r>
            <a:r>
              <a:rPr kumimoji="1" lang="zh-CN" altLang="en-US" dirty="0"/>
              <a:t>表示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250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但刚刚启动时，如果上来就来</a:t>
            </a:r>
            <a:r>
              <a:rPr lang="en-US" altLang="zh-CN" dirty="0"/>
              <a:t>1</a:t>
            </a:r>
            <a:r>
              <a:rPr lang="zh-CN" altLang="en-US" dirty="0"/>
              <a:t>，可能不靠谱（如果启动到</a:t>
            </a:r>
            <a:r>
              <a:rPr lang="en-US" altLang="zh-CN" dirty="0"/>
              <a:t>11</a:t>
            </a:r>
            <a:r>
              <a:rPr lang="zh-CN" altLang="en-US" dirty="0"/>
              <a:t>状态并来</a:t>
            </a:r>
            <a:r>
              <a:rPr lang="en-US" altLang="zh-CN" dirty="0"/>
              <a:t>1</a:t>
            </a:r>
            <a:r>
              <a:rPr lang="zh-CN" altLang="en-US" dirty="0"/>
              <a:t>，则跳转</a:t>
            </a:r>
            <a:r>
              <a:rPr lang="en-US" altLang="zh-CN" dirty="0"/>
              <a:t>10</a:t>
            </a:r>
            <a:r>
              <a:rPr lang="zh-CN" altLang="en-US" dirty="0"/>
              <a:t>状态，并立刻输出</a:t>
            </a:r>
            <a:r>
              <a:rPr lang="en-US" altLang="zh-CN" dirty="0"/>
              <a:t>1</a:t>
            </a:r>
            <a:r>
              <a:rPr lang="zh-CN" altLang="en-US" dirty="0"/>
              <a:t>，直到第一个</a:t>
            </a:r>
            <a:r>
              <a:rPr lang="en-US" altLang="zh-CN" dirty="0"/>
              <a:t>0</a:t>
            </a:r>
            <a:r>
              <a:rPr lang="zh-CN" altLang="en-US" dirty="0"/>
              <a:t>来之后或者连续三个</a:t>
            </a:r>
            <a:r>
              <a:rPr lang="en-US" altLang="zh-CN" dirty="0"/>
              <a:t>1</a:t>
            </a:r>
            <a:r>
              <a:rPr lang="zh-CN" altLang="en-US" dirty="0"/>
              <a:t>之后，转入正常）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709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常用编码方法：顺序编码、随机编码、单点编码、面向输出编码等。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018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1200" dirty="0"/>
              <a:t>状态方程可以用不同功能的触发器来实现</a:t>
            </a:r>
            <a:r>
              <a:rPr lang="zh-CN" altLang="zh-CN" sz="1200" dirty="0"/>
              <a:t>。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JK</a:t>
            </a:r>
            <a:r>
              <a:rPr lang="zh-CN" altLang="en-US" sz="1200" dirty="0"/>
              <a:t>触发器的思路：首先左边输出是</a:t>
            </a:r>
            <a:r>
              <a:rPr lang="en-US" altLang="zh-CN" sz="1200" dirty="0"/>
              <a:t>Q0</a:t>
            </a:r>
            <a:r>
              <a:rPr lang="zh-CN" altLang="en-US" sz="1200" dirty="0"/>
              <a:t>，因此需要保证右边表达式包含</a:t>
            </a:r>
            <a:r>
              <a:rPr lang="en-US" altLang="zh-CN" sz="1200" dirty="0"/>
              <a:t>Q0</a:t>
            </a:r>
            <a:r>
              <a:rPr lang="zh-CN" altLang="en-US" sz="1200" dirty="0"/>
              <a:t>和</a:t>
            </a:r>
            <a:r>
              <a:rPr lang="en-US" altLang="zh-CN" sz="1200" dirty="0"/>
              <a:t>/Q0</a:t>
            </a:r>
            <a:r>
              <a:rPr lang="zh-CN" altLang="en-US" sz="1200" dirty="0"/>
              <a:t>两项，因此这样展开。</a:t>
            </a:r>
            <a:endParaRPr lang="en-US" altLang="zh-CN" sz="1200" dirty="0"/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zh-CN" altLang="en-US" sz="1200" dirty="0"/>
              <a:t>若选用</a:t>
            </a:r>
            <a:r>
              <a:rPr lang="en-US" altLang="zh-CN" sz="1200" dirty="0"/>
              <a:t>T</a:t>
            </a:r>
            <a:r>
              <a:rPr lang="zh-CN" altLang="en-US" sz="1200" dirty="0"/>
              <a:t>触发器，</a:t>
            </a:r>
            <a:r>
              <a:rPr lang="en-US" altLang="zh-CN" sz="1200" dirty="0"/>
              <a:t>T=Q1* /Q0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T</a:t>
            </a:r>
            <a:r>
              <a:rPr lang="zh-CN" altLang="en-US" sz="1200" dirty="0"/>
              <a:t>触发器比较困难，因此实际上一般采用</a:t>
            </a:r>
            <a:r>
              <a:rPr lang="en-US" altLang="zh-CN" sz="1200" dirty="0"/>
              <a:t>P26</a:t>
            </a:r>
            <a:r>
              <a:rPr lang="zh-CN" altLang="en-US" sz="1200" dirty="0"/>
              <a:t>的激励表的方式来做。首先根据状态方程列出</a:t>
            </a:r>
            <a:r>
              <a:rPr lang="en-US" altLang="zh-CN" sz="1200" dirty="0"/>
              <a:t>Q0[n+1] </a:t>
            </a:r>
            <a:r>
              <a:rPr lang="zh-CN" altLang="en-US" sz="1200" dirty="0"/>
              <a:t>对</a:t>
            </a:r>
            <a:r>
              <a:rPr lang="en-US" altLang="zh-CN" sz="1200" dirty="0"/>
              <a:t> Q0[n]</a:t>
            </a:r>
            <a:r>
              <a:rPr lang="zh-CN" altLang="en-US" sz="1200" dirty="0"/>
              <a:t>和</a:t>
            </a:r>
            <a:r>
              <a:rPr lang="en-US" altLang="zh-CN" sz="1200" dirty="0"/>
              <a:t>Q1[n]</a:t>
            </a:r>
            <a:r>
              <a:rPr lang="zh-CN" altLang="en-US" sz="1200" dirty="0"/>
              <a:t>的真值表，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Q0[n]   Q1[n]   Q0[n+1]</a:t>
            </a:r>
          </a:p>
          <a:p>
            <a:pPr eaLnBrk="1" hangingPunct="1"/>
            <a:r>
              <a:rPr lang="en-US" altLang="zh-CN" sz="1200" dirty="0"/>
              <a:t>  0          0            0</a:t>
            </a:r>
          </a:p>
          <a:p>
            <a:pPr eaLnBrk="1" hangingPunct="1"/>
            <a:r>
              <a:rPr lang="en-US" altLang="zh-CN" sz="1200" dirty="0"/>
              <a:t>  </a:t>
            </a:r>
            <a:r>
              <a:rPr lang="zh-CN" altLang="zh-CN" sz="1200" dirty="0"/>
              <a:t>0</a:t>
            </a:r>
            <a:r>
              <a:rPr lang="en-US" altLang="zh-CN" sz="1200" dirty="0"/>
              <a:t>          1            1</a:t>
            </a:r>
          </a:p>
          <a:p>
            <a:pPr eaLnBrk="1" hangingPunct="1"/>
            <a:r>
              <a:rPr lang="en-US" altLang="zh-CN" sz="1200" dirty="0"/>
              <a:t>  1          0            1</a:t>
            </a:r>
          </a:p>
          <a:p>
            <a:pPr eaLnBrk="1" hangingPunct="1"/>
            <a:r>
              <a:rPr lang="en-US" altLang="zh-CN" sz="1200" dirty="0"/>
              <a:t>  1          1            1</a:t>
            </a:r>
          </a:p>
          <a:p>
            <a:pPr eaLnBrk="1" hangingPunct="1"/>
            <a:endParaRPr lang="en-US" altLang="zh-CN" sz="1200" dirty="0"/>
          </a:p>
          <a:p>
            <a:pPr eaLnBrk="1" hangingPunct="1"/>
            <a:r>
              <a:rPr lang="zh-CN" altLang="en-US" sz="1200" dirty="0"/>
              <a:t>再根据</a:t>
            </a:r>
            <a:r>
              <a:rPr lang="en-US" altLang="zh-CN" sz="1200" dirty="0"/>
              <a:t>P26</a:t>
            </a:r>
            <a:r>
              <a:rPr lang="zh-CN" altLang="en-US" sz="1200" dirty="0"/>
              <a:t>左下激励表，当</a:t>
            </a:r>
            <a:r>
              <a:rPr lang="en-US" altLang="zh-CN" sz="1200" dirty="0"/>
              <a:t>T</a:t>
            </a:r>
            <a:r>
              <a:rPr lang="zh-CN" altLang="en-US" sz="1200" dirty="0"/>
              <a:t>为</a:t>
            </a:r>
            <a:r>
              <a:rPr lang="en-US" altLang="zh-CN" sz="1200" dirty="0"/>
              <a:t>1</a:t>
            </a:r>
            <a:r>
              <a:rPr lang="zh-CN" altLang="en-US" sz="1200" dirty="0"/>
              <a:t>时，</a:t>
            </a:r>
            <a:r>
              <a:rPr lang="en-US" altLang="zh-CN" sz="1200" dirty="0"/>
              <a:t>Q[n]</a:t>
            </a:r>
            <a:r>
              <a:rPr lang="zh-CN" altLang="en-US" sz="1200" dirty="0"/>
              <a:t>和</a:t>
            </a:r>
            <a:r>
              <a:rPr lang="en-US" altLang="zh-CN" sz="1200" dirty="0"/>
              <a:t>Q[n+1]</a:t>
            </a:r>
            <a:r>
              <a:rPr lang="zh-CN" altLang="en-US" sz="1200" dirty="0"/>
              <a:t>不同，否则相同，则可得到以</a:t>
            </a:r>
            <a:r>
              <a:rPr lang="en-US" altLang="zh-CN" sz="1200" dirty="0"/>
              <a:t>Q0[n], Q1[n]</a:t>
            </a:r>
            <a:r>
              <a:rPr lang="zh-CN" altLang="en-US" sz="1200" dirty="0"/>
              <a:t>为输入的</a:t>
            </a:r>
            <a:r>
              <a:rPr lang="en-US" altLang="zh-CN" sz="1200" dirty="0"/>
              <a:t>T</a:t>
            </a:r>
            <a:r>
              <a:rPr lang="zh-CN" altLang="en-US" sz="1200" dirty="0"/>
              <a:t>真值表（注意这里在填入</a:t>
            </a:r>
            <a:r>
              <a:rPr lang="en-US" altLang="zh-CN" sz="1200" dirty="0"/>
              <a:t>T</a:t>
            </a:r>
            <a:r>
              <a:rPr lang="zh-CN" altLang="en-US" sz="1200" dirty="0"/>
              <a:t>的值时只需要观察</a:t>
            </a:r>
            <a:r>
              <a:rPr lang="en-US" altLang="zh-CN" sz="1200" dirty="0"/>
              <a:t> Q0[n]</a:t>
            </a:r>
            <a:r>
              <a:rPr lang="zh-CN" altLang="en-US" sz="1200" dirty="0"/>
              <a:t>和</a:t>
            </a:r>
            <a:r>
              <a:rPr lang="en-US" altLang="zh-CN" sz="1200" dirty="0"/>
              <a:t>Q0[n+1]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Q0[n]   Q1[n]   Q0[n+1]   T</a:t>
            </a:r>
          </a:p>
          <a:p>
            <a:pPr eaLnBrk="1" hangingPunct="1"/>
            <a:r>
              <a:rPr lang="en-US" altLang="zh-CN" sz="1200" dirty="0"/>
              <a:t>  0          0            0         0 </a:t>
            </a:r>
            <a:r>
              <a:rPr lang="zh-CN" altLang="en-US" sz="1200" dirty="0"/>
              <a:t>（保持）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  </a:t>
            </a:r>
            <a:r>
              <a:rPr lang="zh-CN" altLang="zh-CN" sz="1200" dirty="0"/>
              <a:t>0</a:t>
            </a:r>
            <a:r>
              <a:rPr lang="en-US" altLang="zh-CN" sz="1200" dirty="0"/>
              <a:t>          1            1         1 </a:t>
            </a:r>
            <a:r>
              <a:rPr lang="zh-CN" altLang="en-US" sz="1200" dirty="0"/>
              <a:t>（翻转）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  1          0            1         0 </a:t>
            </a:r>
            <a:r>
              <a:rPr lang="zh-CN" altLang="en-US" sz="1200" dirty="0"/>
              <a:t>（保持）</a:t>
            </a:r>
            <a:endParaRPr lang="en-US" altLang="zh-CN" sz="1200" dirty="0"/>
          </a:p>
          <a:p>
            <a:pPr eaLnBrk="1" hangingPunct="1"/>
            <a:r>
              <a:rPr lang="en-US" altLang="zh-CN" sz="1200" dirty="0"/>
              <a:t>  1          1            1         0 </a:t>
            </a:r>
            <a:r>
              <a:rPr lang="zh-CN" altLang="en-US" sz="1200" dirty="0"/>
              <a:t>（保持）</a:t>
            </a:r>
            <a:endParaRPr lang="en-US" altLang="zh-CN" sz="1200" dirty="0"/>
          </a:p>
          <a:p>
            <a:pPr eaLnBrk="1" hangingPunct="1"/>
            <a:r>
              <a:rPr lang="zh-CN" altLang="en-US" sz="1200" dirty="0"/>
              <a:t>也就是只有当</a:t>
            </a:r>
            <a:r>
              <a:rPr lang="en-US" altLang="zh-CN" sz="1200" dirty="0"/>
              <a:t>Q0[n]=0, Q1[n]=1</a:t>
            </a:r>
            <a:r>
              <a:rPr lang="zh-CN" altLang="en-US" sz="1200" dirty="0"/>
              <a:t>时，</a:t>
            </a:r>
            <a:r>
              <a:rPr lang="en-US" altLang="zh-CN" sz="1200" dirty="0"/>
              <a:t>T=1</a:t>
            </a:r>
            <a:r>
              <a:rPr lang="zh-CN" altLang="en-US" sz="1200" dirty="0"/>
              <a:t>，所以</a:t>
            </a:r>
            <a:r>
              <a:rPr lang="en-US" altLang="zh-CN" sz="1200" dirty="0"/>
              <a:t>  T = /Q0[n] * Q1[n]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134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左下角图为右图（格雷码）来编码状态的纯状态列表</a:t>
            </a:r>
            <a:endParaRPr lang="en-US" altLang="zh-CN" dirty="0"/>
          </a:p>
          <a:p>
            <a:pPr eaLnBrk="1" hangingPunct="1"/>
            <a:r>
              <a:rPr lang="zh-CN" altLang="en-US" dirty="0"/>
              <a:t>中间图没有对应的状态表展开。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177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这里采用了将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011-&gt;100-&gt;011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改为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011-&gt;100-&gt;111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从而打破循环的策略，将跳转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状态修改为已使用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6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种状态的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，只改变一位状态（改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），需要在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Q2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上增加一项，比较简单；也可以考虑改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，则为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011-&gt;100-&gt;001/010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；对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100-&gt;001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，则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变化过于复杂（参见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P18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），对于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100-&gt;010,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则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变化过于复杂。都不推荐。</a:t>
                </a:r>
              </a:p>
              <a:p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 </a:t>
                </a:r>
                <a:endParaRPr lang="zh-CN" altLang="zh-CN" sz="1200" kern="1200" dirty="0"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charset="0"/>
                </a:endParaRP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也可以采用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100-&gt;011-&gt;101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的策略，则变化的是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，增加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对应的最小项，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𝑛</m:t>
                            </m:r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+1</m:t>
                            </m:r>
                          </m:sup>
                        </m:sSub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=</m:t>
                        </m:r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2</m:t>
                        </m:r>
                      </m:sub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</m:sup>
                    </m:sSubSup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𝐴</m:t>
                    </m:r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𝑛</m:t>
                            </m:r>
                          </m:sup>
                        </m:sSubSup>
                      </m:e>
                    </m:acc>
                    <m:acc>
                      <m:accPr>
                        <m:chr m:val="̅"/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acc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𝐴</m:t>
                        </m:r>
                      </m:e>
                    </m:acc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𝑛</m:t>
                            </m:r>
                          </m:sup>
                        </m:sSubSup>
                      </m:e>
                    </m:acc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1</m:t>
                        </m:r>
                      </m:sub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0</m:t>
                        </m:r>
                      </m:sub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（将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变为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，只在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上增加一项）；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100-&gt;011-&gt;110, 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则变化的是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Q1,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也增加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对应的最小项。</a:t>
                </a:r>
                <a:r>
                  <a:rPr lang="zh-CN" altLang="zh-CN" dirty="0">
                    <a:effectLst/>
                  </a:rPr>
                  <a:t> </a:t>
                </a:r>
                <a:endParaRPr lang="zh-CN" altLang="en-US" dirty="0"/>
              </a:p>
              <a:p>
                <a:endParaRPr kumimoji="1" lang="zh-CN" altLang="en-US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这里采用了将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011-&gt;100-&gt;011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改为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011-&gt;100-&gt;111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从而打破循环的策略，将跳转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状态修改为已使用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6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种状态的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，只改变一位状态（改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），需要在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Q2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上增加一项，比较简单；也可以考虑改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，则为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011-&gt;100-&gt;001/010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；对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100-&gt;001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，则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变化过于复杂（参见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P18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），对于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100-&gt;010,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则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变化过于复杂。都不推荐。</a:t>
                </a:r>
              </a:p>
              <a:p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 </a:t>
                </a:r>
                <a:endParaRPr lang="zh-CN" altLang="zh-CN" sz="1200" kern="1200" dirty="0"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charset="0"/>
                </a:endParaRP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也可以采用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100-&gt;011-&gt;101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的策略，则变化的是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，增加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对应的最小项，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〖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𝑛+1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=𝑄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〗_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2^𝑛 𝐴+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𝐴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+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2^𝑛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（将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变为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，只在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上增加一项）；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100-&gt;011-&gt;110, 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则变化的是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Q1,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也增加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011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对应的最小项。</a:t>
                </a:r>
                <a:r>
                  <a:rPr lang="zh-CN" altLang="zh-CN" dirty="0">
                    <a:effectLst/>
                  </a:rPr>
                  <a:t> </a:t>
                </a:r>
                <a:endParaRPr lang="zh-CN" altLang="en-US" dirty="0"/>
              </a:p>
              <a:p>
                <a:endParaRPr kumimoji="1" lang="zh-CN" altLang="en-US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265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062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614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，观察填上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Q[0,n]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项，没有的话直接填上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*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（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Q+/Q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）</a:t>
                </a: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【证明】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2</m:t>
                        </m:r>
                      </m:sub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+1</m:t>
                        </m:r>
                      </m:sup>
                    </m:sSubSup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=</m:t>
                    </m:r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1</m:t>
                        </m:r>
                      </m:sub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</m:sup>
                    </m:sSubSup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𝐴</m:t>
                    </m:r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+</m:t>
                    </m:r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0</m:t>
                        </m:r>
                      </m:sub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acc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𝐴</m:t>
                        </m:r>
                      </m:e>
                    </m:acc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+</m:t>
                    </m:r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2</m:t>
                        </m:r>
                      </m:sub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=</m:t>
                    </m:r>
                    <m:d>
                      <m:d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𝐴</m:t>
                        </m:r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+</m:t>
                        </m:r>
                        <m:sSubSup>
                          <m:sSubSupPr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𝑛</m:t>
                            </m:r>
                          </m:sup>
                        </m:sSubSup>
                        <m:acc>
                          <m:accPr>
                            <m:chr m:val="̅"/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acc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zh-CN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</m:e>
                    </m:d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+</m:t>
                    </m:r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zh-CN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zh-CN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2</m:t>
                        </m:r>
                      </m:sub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</m:sup>
                    </m:sSubSup>
                  </m:oMath>
                </a14:m>
                <a:endParaRPr lang="zh-CN" altLang="zh-CN" sz="1200" kern="1200" dirty="0"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宋体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  <m:t>𝐴</m:t>
                          </m:r>
                          <m:r>
                            <a:rPr lang="en-US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𝑛</m:t>
                              </m:r>
                            </m:sup>
                          </m:sSubSup>
                          <m:acc>
                            <m:accPr>
                              <m:chr m:val="̅"/>
                              <m:ctrlPr>
                                <a:rPr lang="zh-CN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CN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zh-CN" altLang="zh-C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itchFamily="2" charset="-122"/>
                                      <a:cs typeface="宋体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itchFamily="2" charset="-122"/>
                                      <a:cs typeface="宋体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zh-C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itchFamily="2" charset="-122"/>
                                      <a:cs typeface="宋体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itchFamily="2" charset="-122"/>
                                      <a:cs typeface="宋体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acc>
                          <m:r>
                            <a:rPr lang="en-US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zh-CN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zh-CN" altLang="zh-C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itchFamily="2" charset="-122"/>
                                      <a:cs typeface="宋体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itchFamily="2" charset="-122"/>
                                      <a:cs typeface="宋体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zh-C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itchFamily="2" charset="-122"/>
                                      <a:cs typeface="宋体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2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itchFamily="2" charset="-122"/>
                                      <a:cs typeface="宋体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acc>
                        </m:e>
                      </m:d>
                      <m:sSubSup>
                        <m:sSubSupPr>
                          <m:ctrlPr>
                            <a:rPr lang="zh-CN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</m:ctrlPr>
                        </m:sSubSupPr>
                        <m:e>
                          <m:r>
                            <a:rPr lang="en-US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CN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宋体" charset="0"/>
                        </a:rPr>
                        <m:t>+</m:t>
                      </m:r>
                      <m:d>
                        <m:dPr>
                          <m:ctrlPr>
                            <a:rPr lang="zh-CN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  <m:t>𝐴</m:t>
                          </m:r>
                          <m:r>
                            <a:rPr lang="en-US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𝑛</m:t>
                              </m:r>
                            </m:sup>
                          </m:sSubSup>
                          <m:acc>
                            <m:accPr>
                              <m:chr m:val="̅"/>
                              <m:ctrlPr>
                                <a:rPr lang="zh-CN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acc>
                        <m:accPr>
                          <m:chr m:val="̅"/>
                          <m:ctrlPr>
                            <a:rPr lang="zh-CN" altLang="zh-CN" sz="1200" i="1" kern="12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宋体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CN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2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宋体" charset="0"/>
                                </a:rPr>
                                <m:t>𝑛</m:t>
                              </m:r>
                            </m:sup>
                          </m:sSubSup>
                        </m:e>
                      </m:acc>
                      <m:r>
                        <a:rPr lang="en-US" altLang="zh-CN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宋体" charset="0"/>
                        </a:rPr>
                        <m:t> </m:t>
                      </m:r>
                    </m:oMath>
                  </m:oMathPara>
                </a14:m>
                <a:endParaRPr lang="zh-CN" altLang="zh-CN" sz="1200" kern="1200" dirty="0"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charset="0"/>
                </a:endParaRP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对比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/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+1</m:t>
                        </m:r>
                      </m:sup>
                    </m:sSubSup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=</m:t>
                    </m:r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𝐽</m:t>
                        </m:r>
                        <m:acc>
                          <m:accPr>
                            <m:chr m:val="̅"/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zh-CN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𝑄</m:t>
                                </m:r>
                              </m:e>
                              <m:sub/>
                              <m:sup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acc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𝐾</m:t>
                            </m:r>
                          </m:e>
                        </m:acc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/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,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得到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𝐽</m:t>
                        </m:r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=</m:t>
                        </m:r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1</m:t>
                        </m:r>
                      </m:sub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</m:sup>
                    </m:sSubSup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𝐴</m:t>
                    </m:r>
                    <m:r>
                      <a:rPr lang="en-US" altLang="zh-CN" sz="12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+</m:t>
                    </m:r>
                    <m:sSubSup>
                      <m:sSub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sSubSup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0</m:t>
                        </m:r>
                      </m:sub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𝑛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accPr>
                      <m:e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K</m:t>
                    </m:r>
                    <m: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宋体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𝐴</m:t>
                        </m:r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+</m:t>
                        </m:r>
                        <m:sSubSup>
                          <m:sSubSupPr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𝑛</m:t>
                            </m:r>
                          </m:sup>
                        </m:sSubSup>
                        <m:acc>
                          <m:accPr>
                            <m:chr m:val="̅"/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accPr>
                          <m:e>
                            <m:r>
                              <a:rPr lang="en-US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zh-CN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宋体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itchFamily="2" charset="-122"/>
                                <a:cs typeface="宋体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zh-CN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itchFamily="2" charset="-122"/>
                                    <a:cs typeface="宋体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acc>
                      </m:e>
                    </m:acc>
                  </m:oMath>
                </a14:m>
                <a:endParaRPr lang="zh-CN" altLang="zh-CN" sz="1200" kern="1200" dirty="0"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charset="0"/>
                </a:endParaRPr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，观察填上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Q[0,n]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项，没有的话直接填上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*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（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Q+/Q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）</a:t>
                </a: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【证明】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2^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𝑛+1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=𝑄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𝐴+𝑄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𝐴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+𝑄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2^𝑛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=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𝐴+𝑄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𝐴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)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2^𝑛+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2^𝑛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)+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〖(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〗_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2^𝑛</a:t>
                </a:r>
                <a:endParaRPr lang="zh-CN" altLang="zh-CN" sz="1200" kern="1200" dirty="0"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charset="0"/>
                </a:endParaRPr>
              </a:p>
              <a:p>
                <a:pPr/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=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𝐴+𝑄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𝐴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+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)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2^𝑛+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𝐴+𝑄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𝐴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)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2^𝑛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 </a:t>
                </a:r>
                <a:endParaRPr lang="zh-CN" altLang="zh-CN" sz="1200" kern="1200" dirty="0"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charset="0"/>
                </a:endParaRP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对比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^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𝑛+1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=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〖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𝐽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+𝐾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〗_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^𝑛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,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得到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〖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𝐽=𝑄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〗_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𝐴+𝑄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𝐴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 ̅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charset="0"/>
                  </a:rPr>
                  <a:t>,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K=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𝐴+𝑄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𝐴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+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1^𝑛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(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𝑄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_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0^𝑛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 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宋体" pitchFamily="2" charset="-122"/>
                    <a:cs typeface="宋体" charset="0"/>
                  </a:rPr>
                  <a:t>) ̅</a:t>
                </a:r>
                <a:endParaRPr lang="zh-CN" altLang="zh-CN" sz="1200" kern="1200" dirty="0"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charset="0"/>
                </a:endParaRPr>
              </a:p>
              <a:p>
                <a:endParaRPr kumimoji="1"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14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95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圈</a:t>
            </a:r>
            <a:r>
              <a:rPr kumimoji="1" lang="en-US" altLang="zh-CN" dirty="0"/>
              <a:t>T1</a:t>
            </a:r>
            <a:r>
              <a:rPr kumimoji="1" lang="zh-CN" altLang="en-US" dirty="0"/>
              <a:t>的</a:t>
            </a:r>
            <a:r>
              <a:rPr kumimoji="1" lang="en-US" altLang="zh-CN" dirty="0"/>
              <a:t>Q2Q1</a:t>
            </a:r>
            <a:r>
              <a:rPr kumimoji="1" lang="zh-CN" altLang="en-US" dirty="0"/>
              <a:t>那一行也可以。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430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850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300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415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2023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" Type="http://schemas.openxmlformats.org/officeDocument/2006/relationships/notesSlide" Target="../notesSlides/notesSlide6.xml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7.wmf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269558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14_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时序逻辑电路（</a:t>
            </a: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3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P272-284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同步时序电路的设计</a:t>
            </a:r>
          </a:p>
          <a:p>
            <a:pPr>
              <a:spcBef>
                <a:spcPct val="3000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示例</a:t>
            </a:r>
            <a:r>
              <a:rPr lang="en-US" altLang="zh-CN" dirty="0">
                <a:cs typeface="Times New Roman" panose="02020603050405020304" pitchFamily="18" charset="0"/>
              </a:rPr>
              <a:t>1 </a:t>
            </a:r>
            <a:r>
              <a:rPr lang="en-US" altLang="ja-JP" dirty="0">
                <a:cs typeface="Times New Roman" panose="02020603050405020304" pitchFamily="18" charset="0"/>
              </a:rPr>
              <a:t>—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zh-CN" altLang="en-US" dirty="0">
                <a:cs typeface="Times New Roman" panose="02020603050405020304" pitchFamily="18" charset="0"/>
              </a:rPr>
              <a:t>序列检测器</a:t>
            </a:r>
            <a:endParaRPr lang="en-US" altLang="zh-CN" dirty="0">
              <a:cs typeface="Times New Roman" panose="02020603050405020304" pitchFamily="18" charset="0"/>
            </a:endParaRPr>
          </a:p>
          <a:p>
            <a:pPr>
              <a:spcBef>
                <a:spcPct val="3000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示例</a:t>
            </a:r>
            <a:r>
              <a:rPr lang="en-US" altLang="zh-CN" dirty="0">
                <a:cs typeface="Times New Roman" panose="02020603050405020304" pitchFamily="18" charset="0"/>
              </a:rPr>
              <a:t>2 </a:t>
            </a:r>
            <a:r>
              <a:rPr lang="en-US" altLang="ja-JP" dirty="0">
                <a:cs typeface="Times New Roman" panose="02020603050405020304" pitchFamily="18" charset="0"/>
              </a:rPr>
              <a:t>— </a:t>
            </a:r>
            <a:r>
              <a:rPr kumimoji="1" lang="zh-CN" altLang="en-US" dirty="0">
                <a:cs typeface="Times New Roman" panose="02020603050405020304" pitchFamily="18" charset="0"/>
              </a:rPr>
              <a:t>可逆六进制计数器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2E55B-CDED-94C9-5903-F49490473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同步时序电路的设计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D1ACE-9C5C-7E5B-27C3-9F797707E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给定逻辑功能的要求，求相应的逻辑电路</a:t>
            </a:r>
          </a:p>
          <a:p>
            <a:r>
              <a:rPr lang="zh-CN" altLang="en-US" dirty="0"/>
              <a:t>设计的一般步骤</a:t>
            </a:r>
          </a:p>
          <a:p>
            <a:pPr lvl="1"/>
            <a:r>
              <a:rPr lang="zh-CN" altLang="en-US" dirty="0"/>
              <a:t>建立原始状态图和原始状态表</a:t>
            </a:r>
          </a:p>
          <a:p>
            <a:pPr lvl="1"/>
            <a:r>
              <a:rPr lang="zh-CN" altLang="en-US" dirty="0"/>
              <a:t>状态化简</a:t>
            </a:r>
          </a:p>
          <a:p>
            <a:pPr lvl="1"/>
            <a:r>
              <a:rPr lang="zh-CN" altLang="en-US" dirty="0"/>
              <a:t>状态编码</a:t>
            </a:r>
          </a:p>
          <a:p>
            <a:pPr lvl="1"/>
            <a:r>
              <a:rPr lang="zh-CN" altLang="en-US" dirty="0"/>
              <a:t>求状态方程和输出方程</a:t>
            </a:r>
          </a:p>
          <a:p>
            <a:pPr lvl="1"/>
            <a:r>
              <a:rPr lang="zh-CN" altLang="en-US" dirty="0"/>
              <a:t>检查自启动</a:t>
            </a:r>
          </a:p>
          <a:p>
            <a:pPr lvl="1"/>
            <a:r>
              <a:rPr lang="zh-CN" altLang="en-US" dirty="0"/>
              <a:t>选择触发器类型，求激励方程</a:t>
            </a:r>
          </a:p>
          <a:p>
            <a:pPr lvl="1"/>
            <a:r>
              <a:rPr lang="zh-CN" altLang="en-US" dirty="0"/>
              <a:t>画出逻辑图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31EFBC-67AD-D08F-5495-112E379D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5346EA-F7B4-58E3-9890-4C7562CA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89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DDBC8-7A97-F93C-95E8-CC577B77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kumimoji="1" lang="zh-CN" altLang="en-US" dirty="0"/>
              <a:t>序列检测器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A47929-A596-F387-D763-F4C6EF5B0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540890" cy="5947119"/>
          </a:xfrm>
        </p:spPr>
        <p:txBody>
          <a:bodyPr/>
          <a:lstStyle/>
          <a:p>
            <a:r>
              <a:rPr kumimoji="1" lang="zh-CN" altLang="en-US" dirty="0"/>
              <a:t>检测“</a:t>
            </a:r>
            <a:r>
              <a:rPr kumimoji="1" lang="en-US" altLang="zh-CN" dirty="0"/>
              <a:t>111”</a:t>
            </a:r>
            <a:r>
              <a:rPr kumimoji="1" lang="zh-CN" altLang="en-US" dirty="0"/>
              <a:t>序列，当连续输入三个</a:t>
            </a:r>
            <a:r>
              <a:rPr kumimoji="1" lang="en-US" altLang="zh-CN" dirty="0"/>
              <a:t>“1”</a:t>
            </a:r>
            <a:r>
              <a:rPr kumimoji="1" lang="zh-CN" altLang="en-US" dirty="0"/>
              <a:t>时，输出为“</a:t>
            </a:r>
            <a:r>
              <a:rPr kumimoji="1" lang="en-US" altLang="zh-CN" dirty="0"/>
              <a:t>1”</a:t>
            </a:r>
            <a:r>
              <a:rPr kumimoji="1" lang="zh-CN" altLang="en-US" dirty="0"/>
              <a:t>，否则输出为“</a:t>
            </a:r>
            <a:r>
              <a:rPr kumimoji="1" lang="en-US" altLang="zh-CN" dirty="0"/>
              <a:t>0”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AE5BFA-D93C-4120-92E2-E0E6CBC1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E4E988-834F-AD7D-6192-763D7493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2159154-1A31-8D0A-5725-EE3127575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3626" y="1911053"/>
            <a:ext cx="7813675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kumimoji="1" lang="zh-CN" altLang="en-US" dirty="0">
                <a:latin typeface="Courier New" panose="02070309020205020404" pitchFamily="49" charset="0"/>
              </a:rPr>
              <a:t>输入</a:t>
            </a:r>
            <a:r>
              <a:rPr kumimoji="1" lang="en-US" altLang="zh-CN" dirty="0">
                <a:latin typeface="Courier New" panose="02070309020205020404" pitchFamily="49" charset="0"/>
                <a:ea typeface="楷体_GB2312" pitchFamily="49" charset="-122"/>
              </a:rPr>
              <a:t>: 0 0 1 1 1 0 1 1 0 1 1 1 1 0 ……</a:t>
            </a:r>
            <a:endParaRPr kumimoji="1" lang="zh-CN" altLang="en-US" dirty="0">
              <a:latin typeface="Courier New" panose="02070309020205020404" pitchFamily="49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kumimoji="1" lang="zh-CN" altLang="en-US" dirty="0">
                <a:ea typeface="+mn-ea"/>
              </a:rPr>
              <a:t>输出</a:t>
            </a:r>
            <a:r>
              <a:rPr kumimoji="1" lang="en-US" altLang="zh-CN" dirty="0">
                <a:latin typeface="Courier New" panose="02070309020205020404" pitchFamily="49" charset="0"/>
                <a:ea typeface="楷体_GB2312" pitchFamily="49" charset="-122"/>
              </a:rPr>
              <a:t>: 0 0 0 0 1 0 0 0 0 0 0 1 1 0 ……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61BC92EC-6E8F-0194-EA7E-9520F8A92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2138" y="2439690"/>
            <a:ext cx="1044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B69A436A-1C23-7577-3687-A7DC4C61C4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0138" y="2439690"/>
            <a:ext cx="1044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878099E4-2A5A-26AF-D3A9-568B2573D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9713" y="2530178"/>
            <a:ext cx="1044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1" name="直接连接符 123">
            <a:extLst>
              <a:ext uri="{FF2B5EF4-FFF2-40B4-BE49-F238E27FC236}">
                <a16:creationId xmlns:a16="http://schemas.microsoft.com/office/drawing/2014/main" id="{A2687AB1-3FE3-730D-9EA9-DCD807681E88}"/>
              </a:ext>
            </a:extLst>
          </p:cNvPr>
          <p:cNvCxnSpPr/>
          <p:nvPr/>
        </p:nvCxnSpPr>
        <p:spPr>
          <a:xfrm>
            <a:off x="1464451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24">
            <a:extLst>
              <a:ext uri="{FF2B5EF4-FFF2-40B4-BE49-F238E27FC236}">
                <a16:creationId xmlns:a16="http://schemas.microsoft.com/office/drawing/2014/main" id="{2B16EFDE-0AB9-BB42-76A3-22E93D4B8DA1}"/>
              </a:ext>
            </a:extLst>
          </p:cNvPr>
          <p:cNvCxnSpPr/>
          <p:nvPr/>
        </p:nvCxnSpPr>
        <p:spPr>
          <a:xfrm>
            <a:off x="1213626" y="3879553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5">
            <a:extLst>
              <a:ext uri="{FF2B5EF4-FFF2-40B4-BE49-F238E27FC236}">
                <a16:creationId xmlns:a16="http://schemas.microsoft.com/office/drawing/2014/main" id="{53479297-B0ED-B13B-B53C-DEC05D4834C4}"/>
              </a:ext>
            </a:extLst>
          </p:cNvPr>
          <p:cNvCxnSpPr/>
          <p:nvPr/>
        </p:nvCxnSpPr>
        <p:spPr>
          <a:xfrm flipV="1">
            <a:off x="1464451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26">
            <a:extLst>
              <a:ext uri="{FF2B5EF4-FFF2-40B4-BE49-F238E27FC236}">
                <a16:creationId xmlns:a16="http://schemas.microsoft.com/office/drawing/2014/main" id="{14669FA5-0677-810E-3EA3-6C36DAF2B28A}"/>
              </a:ext>
            </a:extLst>
          </p:cNvPr>
          <p:cNvCxnSpPr/>
          <p:nvPr/>
        </p:nvCxnSpPr>
        <p:spPr>
          <a:xfrm flipV="1">
            <a:off x="1716863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27">
            <a:extLst>
              <a:ext uri="{FF2B5EF4-FFF2-40B4-BE49-F238E27FC236}">
                <a16:creationId xmlns:a16="http://schemas.microsoft.com/office/drawing/2014/main" id="{F81665D7-D7FB-37BF-1E81-B4CCF7FAB200}"/>
              </a:ext>
            </a:extLst>
          </p:cNvPr>
          <p:cNvCxnSpPr/>
          <p:nvPr/>
        </p:nvCxnSpPr>
        <p:spPr>
          <a:xfrm>
            <a:off x="1464451" y="3555703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28">
            <a:extLst>
              <a:ext uri="{FF2B5EF4-FFF2-40B4-BE49-F238E27FC236}">
                <a16:creationId xmlns:a16="http://schemas.microsoft.com/office/drawing/2014/main" id="{634C2543-557F-72D8-ABF1-F694EC37435A}"/>
              </a:ext>
            </a:extLst>
          </p:cNvPr>
          <p:cNvCxnSpPr/>
          <p:nvPr/>
        </p:nvCxnSpPr>
        <p:spPr>
          <a:xfrm>
            <a:off x="1716863" y="3879553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29">
            <a:extLst>
              <a:ext uri="{FF2B5EF4-FFF2-40B4-BE49-F238E27FC236}">
                <a16:creationId xmlns:a16="http://schemas.microsoft.com/office/drawing/2014/main" id="{6CF31AB7-282D-67A6-822F-D3432AD58125}"/>
              </a:ext>
            </a:extLst>
          </p:cNvPr>
          <p:cNvCxnSpPr/>
          <p:nvPr/>
        </p:nvCxnSpPr>
        <p:spPr>
          <a:xfrm flipV="1">
            <a:off x="1969276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30">
            <a:extLst>
              <a:ext uri="{FF2B5EF4-FFF2-40B4-BE49-F238E27FC236}">
                <a16:creationId xmlns:a16="http://schemas.microsoft.com/office/drawing/2014/main" id="{C720E28B-F3D1-7967-C34D-A76455C1DF44}"/>
              </a:ext>
            </a:extLst>
          </p:cNvPr>
          <p:cNvCxnSpPr/>
          <p:nvPr/>
        </p:nvCxnSpPr>
        <p:spPr>
          <a:xfrm flipV="1">
            <a:off x="2221688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31">
            <a:extLst>
              <a:ext uri="{FF2B5EF4-FFF2-40B4-BE49-F238E27FC236}">
                <a16:creationId xmlns:a16="http://schemas.microsoft.com/office/drawing/2014/main" id="{B67EE88C-2DC5-CEC5-1EA5-B144F7CED26F}"/>
              </a:ext>
            </a:extLst>
          </p:cNvPr>
          <p:cNvCxnSpPr/>
          <p:nvPr/>
        </p:nvCxnSpPr>
        <p:spPr>
          <a:xfrm>
            <a:off x="1969276" y="3555703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32">
            <a:extLst>
              <a:ext uri="{FF2B5EF4-FFF2-40B4-BE49-F238E27FC236}">
                <a16:creationId xmlns:a16="http://schemas.microsoft.com/office/drawing/2014/main" id="{0F0B24BB-7141-CA1E-9AE0-007FCB1EF587}"/>
              </a:ext>
            </a:extLst>
          </p:cNvPr>
          <p:cNvCxnSpPr/>
          <p:nvPr/>
        </p:nvCxnSpPr>
        <p:spPr>
          <a:xfrm>
            <a:off x="2221688" y="3879553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133">
            <a:extLst>
              <a:ext uri="{FF2B5EF4-FFF2-40B4-BE49-F238E27FC236}">
                <a16:creationId xmlns:a16="http://schemas.microsoft.com/office/drawing/2014/main" id="{49EA39B2-1988-A72F-D932-A4AAE4996D88}"/>
              </a:ext>
            </a:extLst>
          </p:cNvPr>
          <p:cNvCxnSpPr/>
          <p:nvPr/>
        </p:nvCxnSpPr>
        <p:spPr>
          <a:xfrm flipV="1">
            <a:off x="2472513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134">
            <a:extLst>
              <a:ext uri="{FF2B5EF4-FFF2-40B4-BE49-F238E27FC236}">
                <a16:creationId xmlns:a16="http://schemas.microsoft.com/office/drawing/2014/main" id="{E641A344-4F16-7655-E812-A4FF25677B5B}"/>
              </a:ext>
            </a:extLst>
          </p:cNvPr>
          <p:cNvCxnSpPr/>
          <p:nvPr/>
        </p:nvCxnSpPr>
        <p:spPr>
          <a:xfrm flipV="1">
            <a:off x="2724926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135">
            <a:extLst>
              <a:ext uri="{FF2B5EF4-FFF2-40B4-BE49-F238E27FC236}">
                <a16:creationId xmlns:a16="http://schemas.microsoft.com/office/drawing/2014/main" id="{791C3055-5007-E0A1-A29B-F9A47A3A4B0C}"/>
              </a:ext>
            </a:extLst>
          </p:cNvPr>
          <p:cNvCxnSpPr/>
          <p:nvPr/>
        </p:nvCxnSpPr>
        <p:spPr>
          <a:xfrm>
            <a:off x="2472513" y="3555703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136">
            <a:extLst>
              <a:ext uri="{FF2B5EF4-FFF2-40B4-BE49-F238E27FC236}">
                <a16:creationId xmlns:a16="http://schemas.microsoft.com/office/drawing/2014/main" id="{53245D94-EDA9-2D50-69E4-2FF214A33160}"/>
              </a:ext>
            </a:extLst>
          </p:cNvPr>
          <p:cNvCxnSpPr/>
          <p:nvPr/>
        </p:nvCxnSpPr>
        <p:spPr>
          <a:xfrm>
            <a:off x="2724926" y="3879553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137">
            <a:extLst>
              <a:ext uri="{FF2B5EF4-FFF2-40B4-BE49-F238E27FC236}">
                <a16:creationId xmlns:a16="http://schemas.microsoft.com/office/drawing/2014/main" id="{DCBC2D77-774E-02BB-4CD9-9732403E5C82}"/>
              </a:ext>
            </a:extLst>
          </p:cNvPr>
          <p:cNvCxnSpPr/>
          <p:nvPr/>
        </p:nvCxnSpPr>
        <p:spPr>
          <a:xfrm flipV="1">
            <a:off x="2977338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138">
            <a:extLst>
              <a:ext uri="{FF2B5EF4-FFF2-40B4-BE49-F238E27FC236}">
                <a16:creationId xmlns:a16="http://schemas.microsoft.com/office/drawing/2014/main" id="{7630C240-AC5D-E30A-B72D-2A44D052ADE4}"/>
              </a:ext>
            </a:extLst>
          </p:cNvPr>
          <p:cNvCxnSpPr/>
          <p:nvPr/>
        </p:nvCxnSpPr>
        <p:spPr>
          <a:xfrm flipV="1">
            <a:off x="3229751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139">
            <a:extLst>
              <a:ext uri="{FF2B5EF4-FFF2-40B4-BE49-F238E27FC236}">
                <a16:creationId xmlns:a16="http://schemas.microsoft.com/office/drawing/2014/main" id="{0F2853A7-56E7-42A3-ABC8-1DEF621C38FC}"/>
              </a:ext>
            </a:extLst>
          </p:cNvPr>
          <p:cNvCxnSpPr/>
          <p:nvPr/>
        </p:nvCxnSpPr>
        <p:spPr>
          <a:xfrm>
            <a:off x="2977338" y="3555703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140">
            <a:extLst>
              <a:ext uri="{FF2B5EF4-FFF2-40B4-BE49-F238E27FC236}">
                <a16:creationId xmlns:a16="http://schemas.microsoft.com/office/drawing/2014/main" id="{0F435E19-B7DD-C4A4-3BB6-15F89460FB22}"/>
              </a:ext>
            </a:extLst>
          </p:cNvPr>
          <p:cNvCxnSpPr/>
          <p:nvPr/>
        </p:nvCxnSpPr>
        <p:spPr>
          <a:xfrm>
            <a:off x="3229751" y="3879553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141">
            <a:extLst>
              <a:ext uri="{FF2B5EF4-FFF2-40B4-BE49-F238E27FC236}">
                <a16:creationId xmlns:a16="http://schemas.microsoft.com/office/drawing/2014/main" id="{8DE2153B-DD15-527C-2BC1-B1E23A27B23D}"/>
              </a:ext>
            </a:extLst>
          </p:cNvPr>
          <p:cNvCxnSpPr/>
          <p:nvPr/>
        </p:nvCxnSpPr>
        <p:spPr>
          <a:xfrm flipV="1">
            <a:off x="3480576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142">
            <a:extLst>
              <a:ext uri="{FF2B5EF4-FFF2-40B4-BE49-F238E27FC236}">
                <a16:creationId xmlns:a16="http://schemas.microsoft.com/office/drawing/2014/main" id="{AB068EC8-49FB-50E4-6676-50BC989C4F83}"/>
              </a:ext>
            </a:extLst>
          </p:cNvPr>
          <p:cNvCxnSpPr/>
          <p:nvPr/>
        </p:nvCxnSpPr>
        <p:spPr>
          <a:xfrm flipV="1">
            <a:off x="3732988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143">
            <a:extLst>
              <a:ext uri="{FF2B5EF4-FFF2-40B4-BE49-F238E27FC236}">
                <a16:creationId xmlns:a16="http://schemas.microsoft.com/office/drawing/2014/main" id="{5E152EF4-F3E4-E6F6-E519-2AF2DBA59BFF}"/>
              </a:ext>
            </a:extLst>
          </p:cNvPr>
          <p:cNvCxnSpPr/>
          <p:nvPr/>
        </p:nvCxnSpPr>
        <p:spPr>
          <a:xfrm>
            <a:off x="3480576" y="3555703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144">
            <a:extLst>
              <a:ext uri="{FF2B5EF4-FFF2-40B4-BE49-F238E27FC236}">
                <a16:creationId xmlns:a16="http://schemas.microsoft.com/office/drawing/2014/main" id="{0DC28F0A-634C-B119-47C3-F1B6A91AB982}"/>
              </a:ext>
            </a:extLst>
          </p:cNvPr>
          <p:cNvCxnSpPr/>
          <p:nvPr/>
        </p:nvCxnSpPr>
        <p:spPr>
          <a:xfrm>
            <a:off x="3732988" y="3879553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145">
            <a:extLst>
              <a:ext uri="{FF2B5EF4-FFF2-40B4-BE49-F238E27FC236}">
                <a16:creationId xmlns:a16="http://schemas.microsoft.com/office/drawing/2014/main" id="{15D88288-0CF5-81C7-9C97-F15E904253AD}"/>
              </a:ext>
            </a:extLst>
          </p:cNvPr>
          <p:cNvCxnSpPr/>
          <p:nvPr/>
        </p:nvCxnSpPr>
        <p:spPr>
          <a:xfrm flipV="1">
            <a:off x="3985401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46">
            <a:extLst>
              <a:ext uri="{FF2B5EF4-FFF2-40B4-BE49-F238E27FC236}">
                <a16:creationId xmlns:a16="http://schemas.microsoft.com/office/drawing/2014/main" id="{42A9E1CD-07B1-C06C-4011-DD76A4D6CA3D}"/>
              </a:ext>
            </a:extLst>
          </p:cNvPr>
          <p:cNvCxnSpPr/>
          <p:nvPr/>
        </p:nvCxnSpPr>
        <p:spPr>
          <a:xfrm flipV="1">
            <a:off x="4237813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147">
            <a:extLst>
              <a:ext uri="{FF2B5EF4-FFF2-40B4-BE49-F238E27FC236}">
                <a16:creationId xmlns:a16="http://schemas.microsoft.com/office/drawing/2014/main" id="{AB2E2C9C-E9EB-AEE1-CB10-350FD1CFEB63}"/>
              </a:ext>
            </a:extLst>
          </p:cNvPr>
          <p:cNvCxnSpPr/>
          <p:nvPr/>
        </p:nvCxnSpPr>
        <p:spPr>
          <a:xfrm>
            <a:off x="3985401" y="3555703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148">
            <a:extLst>
              <a:ext uri="{FF2B5EF4-FFF2-40B4-BE49-F238E27FC236}">
                <a16:creationId xmlns:a16="http://schemas.microsoft.com/office/drawing/2014/main" id="{CC09846C-F8DD-0A7A-2573-FE4ED8ECAB49}"/>
              </a:ext>
            </a:extLst>
          </p:cNvPr>
          <p:cNvCxnSpPr/>
          <p:nvPr/>
        </p:nvCxnSpPr>
        <p:spPr>
          <a:xfrm>
            <a:off x="4237813" y="3879553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149">
            <a:extLst>
              <a:ext uri="{FF2B5EF4-FFF2-40B4-BE49-F238E27FC236}">
                <a16:creationId xmlns:a16="http://schemas.microsoft.com/office/drawing/2014/main" id="{DC91E206-44FA-0068-968F-4DA43BD8CC6A}"/>
              </a:ext>
            </a:extLst>
          </p:cNvPr>
          <p:cNvCxnSpPr/>
          <p:nvPr/>
        </p:nvCxnSpPr>
        <p:spPr>
          <a:xfrm flipV="1">
            <a:off x="4488638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150">
            <a:extLst>
              <a:ext uri="{FF2B5EF4-FFF2-40B4-BE49-F238E27FC236}">
                <a16:creationId xmlns:a16="http://schemas.microsoft.com/office/drawing/2014/main" id="{D43F7DC3-6EF4-8F2F-2266-C9BAAEA52B8A}"/>
              </a:ext>
            </a:extLst>
          </p:cNvPr>
          <p:cNvCxnSpPr/>
          <p:nvPr/>
        </p:nvCxnSpPr>
        <p:spPr>
          <a:xfrm flipV="1">
            <a:off x="4741051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151">
            <a:extLst>
              <a:ext uri="{FF2B5EF4-FFF2-40B4-BE49-F238E27FC236}">
                <a16:creationId xmlns:a16="http://schemas.microsoft.com/office/drawing/2014/main" id="{591BA21E-ADE8-F798-65AA-EBD9FA29C13F}"/>
              </a:ext>
            </a:extLst>
          </p:cNvPr>
          <p:cNvCxnSpPr/>
          <p:nvPr/>
        </p:nvCxnSpPr>
        <p:spPr>
          <a:xfrm>
            <a:off x="4488638" y="3555703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152">
            <a:extLst>
              <a:ext uri="{FF2B5EF4-FFF2-40B4-BE49-F238E27FC236}">
                <a16:creationId xmlns:a16="http://schemas.microsoft.com/office/drawing/2014/main" id="{7ACE7BCF-9F23-774A-C1BE-D48FA539DFC1}"/>
              </a:ext>
            </a:extLst>
          </p:cNvPr>
          <p:cNvCxnSpPr/>
          <p:nvPr/>
        </p:nvCxnSpPr>
        <p:spPr>
          <a:xfrm>
            <a:off x="4741051" y="3879553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153">
            <a:extLst>
              <a:ext uri="{FF2B5EF4-FFF2-40B4-BE49-F238E27FC236}">
                <a16:creationId xmlns:a16="http://schemas.microsoft.com/office/drawing/2014/main" id="{BC746437-01F1-0E62-6FF3-84511FADEBCA}"/>
              </a:ext>
            </a:extLst>
          </p:cNvPr>
          <p:cNvCxnSpPr/>
          <p:nvPr/>
        </p:nvCxnSpPr>
        <p:spPr>
          <a:xfrm flipV="1">
            <a:off x="4993463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154">
            <a:extLst>
              <a:ext uri="{FF2B5EF4-FFF2-40B4-BE49-F238E27FC236}">
                <a16:creationId xmlns:a16="http://schemas.microsoft.com/office/drawing/2014/main" id="{76AEB604-26C4-47E2-7C88-569DFDE6B06F}"/>
              </a:ext>
            </a:extLst>
          </p:cNvPr>
          <p:cNvCxnSpPr/>
          <p:nvPr/>
        </p:nvCxnSpPr>
        <p:spPr>
          <a:xfrm flipV="1">
            <a:off x="5245876" y="3555703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155">
            <a:extLst>
              <a:ext uri="{FF2B5EF4-FFF2-40B4-BE49-F238E27FC236}">
                <a16:creationId xmlns:a16="http://schemas.microsoft.com/office/drawing/2014/main" id="{9793E8EB-7312-22D8-C9F7-6A6C1410EDCF}"/>
              </a:ext>
            </a:extLst>
          </p:cNvPr>
          <p:cNvCxnSpPr/>
          <p:nvPr/>
        </p:nvCxnSpPr>
        <p:spPr>
          <a:xfrm>
            <a:off x="4993463" y="3555703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156">
            <a:extLst>
              <a:ext uri="{FF2B5EF4-FFF2-40B4-BE49-F238E27FC236}">
                <a16:creationId xmlns:a16="http://schemas.microsoft.com/office/drawing/2014/main" id="{F7186F1C-9E54-A840-BA38-E2A4A5F2E83B}"/>
              </a:ext>
            </a:extLst>
          </p:cNvPr>
          <p:cNvCxnSpPr/>
          <p:nvPr/>
        </p:nvCxnSpPr>
        <p:spPr>
          <a:xfrm>
            <a:off x="5245876" y="3884315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57">
            <a:extLst>
              <a:ext uri="{FF2B5EF4-FFF2-40B4-BE49-F238E27FC236}">
                <a16:creationId xmlns:a16="http://schemas.microsoft.com/office/drawing/2014/main" id="{1CF89DDC-FB90-9389-9795-7CE798067455}"/>
              </a:ext>
            </a:extLst>
          </p:cNvPr>
          <p:cNvCxnSpPr/>
          <p:nvPr/>
        </p:nvCxnSpPr>
        <p:spPr>
          <a:xfrm flipV="1">
            <a:off x="5496701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158">
            <a:extLst>
              <a:ext uri="{FF2B5EF4-FFF2-40B4-BE49-F238E27FC236}">
                <a16:creationId xmlns:a16="http://schemas.microsoft.com/office/drawing/2014/main" id="{9E314F69-B390-5163-E214-EFD54A78DC27}"/>
              </a:ext>
            </a:extLst>
          </p:cNvPr>
          <p:cNvCxnSpPr/>
          <p:nvPr/>
        </p:nvCxnSpPr>
        <p:spPr>
          <a:xfrm flipV="1">
            <a:off x="5749113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159">
            <a:extLst>
              <a:ext uri="{FF2B5EF4-FFF2-40B4-BE49-F238E27FC236}">
                <a16:creationId xmlns:a16="http://schemas.microsoft.com/office/drawing/2014/main" id="{1843D57C-7F96-D99E-A05B-6A64BB557F1E}"/>
              </a:ext>
            </a:extLst>
          </p:cNvPr>
          <p:cNvCxnSpPr/>
          <p:nvPr/>
        </p:nvCxnSpPr>
        <p:spPr>
          <a:xfrm>
            <a:off x="5496701" y="356046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160">
            <a:extLst>
              <a:ext uri="{FF2B5EF4-FFF2-40B4-BE49-F238E27FC236}">
                <a16:creationId xmlns:a16="http://schemas.microsoft.com/office/drawing/2014/main" id="{A6F16040-6C18-846B-6B97-9C2B81BC42FD}"/>
              </a:ext>
            </a:extLst>
          </p:cNvPr>
          <p:cNvCxnSpPr/>
          <p:nvPr/>
        </p:nvCxnSpPr>
        <p:spPr>
          <a:xfrm>
            <a:off x="5749113" y="388431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161">
            <a:extLst>
              <a:ext uri="{FF2B5EF4-FFF2-40B4-BE49-F238E27FC236}">
                <a16:creationId xmlns:a16="http://schemas.microsoft.com/office/drawing/2014/main" id="{7AA5BD31-2365-FB9B-1DEC-FC97E1AA9C2C}"/>
              </a:ext>
            </a:extLst>
          </p:cNvPr>
          <p:cNvCxnSpPr/>
          <p:nvPr/>
        </p:nvCxnSpPr>
        <p:spPr>
          <a:xfrm flipV="1">
            <a:off x="6001526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162">
            <a:extLst>
              <a:ext uri="{FF2B5EF4-FFF2-40B4-BE49-F238E27FC236}">
                <a16:creationId xmlns:a16="http://schemas.microsoft.com/office/drawing/2014/main" id="{ACF6B916-E0F6-38CA-59A6-8E5D663EC787}"/>
              </a:ext>
            </a:extLst>
          </p:cNvPr>
          <p:cNvCxnSpPr/>
          <p:nvPr/>
        </p:nvCxnSpPr>
        <p:spPr>
          <a:xfrm flipV="1">
            <a:off x="6253938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163">
            <a:extLst>
              <a:ext uri="{FF2B5EF4-FFF2-40B4-BE49-F238E27FC236}">
                <a16:creationId xmlns:a16="http://schemas.microsoft.com/office/drawing/2014/main" id="{3448F509-A050-7A7A-5A1C-E1DEDE37F1DA}"/>
              </a:ext>
            </a:extLst>
          </p:cNvPr>
          <p:cNvCxnSpPr/>
          <p:nvPr/>
        </p:nvCxnSpPr>
        <p:spPr>
          <a:xfrm>
            <a:off x="6001526" y="356046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164">
            <a:extLst>
              <a:ext uri="{FF2B5EF4-FFF2-40B4-BE49-F238E27FC236}">
                <a16:creationId xmlns:a16="http://schemas.microsoft.com/office/drawing/2014/main" id="{3645DE5D-4ADA-6DA9-D281-DFF1C578336C}"/>
              </a:ext>
            </a:extLst>
          </p:cNvPr>
          <p:cNvCxnSpPr/>
          <p:nvPr/>
        </p:nvCxnSpPr>
        <p:spPr>
          <a:xfrm>
            <a:off x="6253938" y="3884315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165">
            <a:extLst>
              <a:ext uri="{FF2B5EF4-FFF2-40B4-BE49-F238E27FC236}">
                <a16:creationId xmlns:a16="http://schemas.microsoft.com/office/drawing/2014/main" id="{3062EF0B-40FA-F9F3-2E70-F3D33B2EDBA3}"/>
              </a:ext>
            </a:extLst>
          </p:cNvPr>
          <p:cNvCxnSpPr/>
          <p:nvPr/>
        </p:nvCxnSpPr>
        <p:spPr>
          <a:xfrm flipV="1">
            <a:off x="6504763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66">
            <a:extLst>
              <a:ext uri="{FF2B5EF4-FFF2-40B4-BE49-F238E27FC236}">
                <a16:creationId xmlns:a16="http://schemas.microsoft.com/office/drawing/2014/main" id="{87C1D067-BB9A-927F-FB13-3217E0609EBC}"/>
              </a:ext>
            </a:extLst>
          </p:cNvPr>
          <p:cNvCxnSpPr/>
          <p:nvPr/>
        </p:nvCxnSpPr>
        <p:spPr>
          <a:xfrm flipV="1">
            <a:off x="6757176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67">
            <a:extLst>
              <a:ext uri="{FF2B5EF4-FFF2-40B4-BE49-F238E27FC236}">
                <a16:creationId xmlns:a16="http://schemas.microsoft.com/office/drawing/2014/main" id="{1F23D467-D47C-7031-0ED2-DCFA726C24CB}"/>
              </a:ext>
            </a:extLst>
          </p:cNvPr>
          <p:cNvCxnSpPr/>
          <p:nvPr/>
        </p:nvCxnSpPr>
        <p:spPr>
          <a:xfrm>
            <a:off x="6504763" y="356046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168">
            <a:extLst>
              <a:ext uri="{FF2B5EF4-FFF2-40B4-BE49-F238E27FC236}">
                <a16:creationId xmlns:a16="http://schemas.microsoft.com/office/drawing/2014/main" id="{047AE5CA-58BC-B27B-C0F5-9B59687A70F2}"/>
              </a:ext>
            </a:extLst>
          </p:cNvPr>
          <p:cNvCxnSpPr/>
          <p:nvPr/>
        </p:nvCxnSpPr>
        <p:spPr>
          <a:xfrm>
            <a:off x="6757176" y="388431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169">
            <a:extLst>
              <a:ext uri="{FF2B5EF4-FFF2-40B4-BE49-F238E27FC236}">
                <a16:creationId xmlns:a16="http://schemas.microsoft.com/office/drawing/2014/main" id="{CED59393-FD2C-97CE-3F3B-2B016D86595B}"/>
              </a:ext>
            </a:extLst>
          </p:cNvPr>
          <p:cNvCxnSpPr/>
          <p:nvPr/>
        </p:nvCxnSpPr>
        <p:spPr>
          <a:xfrm flipV="1">
            <a:off x="7009588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170">
            <a:extLst>
              <a:ext uri="{FF2B5EF4-FFF2-40B4-BE49-F238E27FC236}">
                <a16:creationId xmlns:a16="http://schemas.microsoft.com/office/drawing/2014/main" id="{8A7CB410-B746-7951-D715-D426863693B2}"/>
              </a:ext>
            </a:extLst>
          </p:cNvPr>
          <p:cNvCxnSpPr/>
          <p:nvPr/>
        </p:nvCxnSpPr>
        <p:spPr>
          <a:xfrm flipV="1">
            <a:off x="7262001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171">
            <a:extLst>
              <a:ext uri="{FF2B5EF4-FFF2-40B4-BE49-F238E27FC236}">
                <a16:creationId xmlns:a16="http://schemas.microsoft.com/office/drawing/2014/main" id="{0F145870-1F99-CEC2-587C-47A86B1D264F}"/>
              </a:ext>
            </a:extLst>
          </p:cNvPr>
          <p:cNvCxnSpPr/>
          <p:nvPr/>
        </p:nvCxnSpPr>
        <p:spPr>
          <a:xfrm>
            <a:off x="7009588" y="356046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172">
            <a:extLst>
              <a:ext uri="{FF2B5EF4-FFF2-40B4-BE49-F238E27FC236}">
                <a16:creationId xmlns:a16="http://schemas.microsoft.com/office/drawing/2014/main" id="{72698FAE-5D74-A2A1-2BCF-A4F1D0EEEEE0}"/>
              </a:ext>
            </a:extLst>
          </p:cNvPr>
          <p:cNvCxnSpPr/>
          <p:nvPr/>
        </p:nvCxnSpPr>
        <p:spPr>
          <a:xfrm>
            <a:off x="7262001" y="388431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173">
            <a:extLst>
              <a:ext uri="{FF2B5EF4-FFF2-40B4-BE49-F238E27FC236}">
                <a16:creationId xmlns:a16="http://schemas.microsoft.com/office/drawing/2014/main" id="{3B2E4A68-4769-15B7-C4EA-81A8B6337F14}"/>
              </a:ext>
            </a:extLst>
          </p:cNvPr>
          <p:cNvCxnSpPr/>
          <p:nvPr/>
        </p:nvCxnSpPr>
        <p:spPr>
          <a:xfrm flipV="1">
            <a:off x="7514413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174">
            <a:extLst>
              <a:ext uri="{FF2B5EF4-FFF2-40B4-BE49-F238E27FC236}">
                <a16:creationId xmlns:a16="http://schemas.microsoft.com/office/drawing/2014/main" id="{7E80B650-9831-250F-F7EA-7F9878451646}"/>
              </a:ext>
            </a:extLst>
          </p:cNvPr>
          <p:cNvCxnSpPr/>
          <p:nvPr/>
        </p:nvCxnSpPr>
        <p:spPr>
          <a:xfrm flipV="1">
            <a:off x="7765238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175">
            <a:extLst>
              <a:ext uri="{FF2B5EF4-FFF2-40B4-BE49-F238E27FC236}">
                <a16:creationId xmlns:a16="http://schemas.microsoft.com/office/drawing/2014/main" id="{4EE1EF60-24F0-4F9B-125F-0F2886D8E31B}"/>
              </a:ext>
            </a:extLst>
          </p:cNvPr>
          <p:cNvCxnSpPr/>
          <p:nvPr/>
        </p:nvCxnSpPr>
        <p:spPr>
          <a:xfrm>
            <a:off x="7514413" y="3560465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176">
            <a:extLst>
              <a:ext uri="{FF2B5EF4-FFF2-40B4-BE49-F238E27FC236}">
                <a16:creationId xmlns:a16="http://schemas.microsoft.com/office/drawing/2014/main" id="{8EBB7B38-B99B-EFD2-7DEA-A8542D986203}"/>
              </a:ext>
            </a:extLst>
          </p:cNvPr>
          <p:cNvCxnSpPr/>
          <p:nvPr/>
        </p:nvCxnSpPr>
        <p:spPr>
          <a:xfrm>
            <a:off x="7765238" y="388431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177">
            <a:extLst>
              <a:ext uri="{FF2B5EF4-FFF2-40B4-BE49-F238E27FC236}">
                <a16:creationId xmlns:a16="http://schemas.microsoft.com/office/drawing/2014/main" id="{B659854D-636D-C67F-A774-4B082798E207}"/>
              </a:ext>
            </a:extLst>
          </p:cNvPr>
          <p:cNvCxnSpPr/>
          <p:nvPr/>
        </p:nvCxnSpPr>
        <p:spPr>
          <a:xfrm flipV="1">
            <a:off x="8017651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178">
            <a:extLst>
              <a:ext uri="{FF2B5EF4-FFF2-40B4-BE49-F238E27FC236}">
                <a16:creationId xmlns:a16="http://schemas.microsoft.com/office/drawing/2014/main" id="{45523DA0-2BDB-AA3F-BF46-DD99E5106A6B}"/>
              </a:ext>
            </a:extLst>
          </p:cNvPr>
          <p:cNvCxnSpPr/>
          <p:nvPr/>
        </p:nvCxnSpPr>
        <p:spPr>
          <a:xfrm flipV="1">
            <a:off x="8270063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179">
            <a:extLst>
              <a:ext uri="{FF2B5EF4-FFF2-40B4-BE49-F238E27FC236}">
                <a16:creationId xmlns:a16="http://schemas.microsoft.com/office/drawing/2014/main" id="{3FF802B0-33B0-E1DA-85C7-A25B444AD02D}"/>
              </a:ext>
            </a:extLst>
          </p:cNvPr>
          <p:cNvCxnSpPr/>
          <p:nvPr/>
        </p:nvCxnSpPr>
        <p:spPr>
          <a:xfrm>
            <a:off x="8017651" y="356046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180">
            <a:extLst>
              <a:ext uri="{FF2B5EF4-FFF2-40B4-BE49-F238E27FC236}">
                <a16:creationId xmlns:a16="http://schemas.microsoft.com/office/drawing/2014/main" id="{76A904DF-BC40-B1D2-CA9D-C38D6D11F888}"/>
              </a:ext>
            </a:extLst>
          </p:cNvPr>
          <p:cNvCxnSpPr/>
          <p:nvPr/>
        </p:nvCxnSpPr>
        <p:spPr>
          <a:xfrm>
            <a:off x="8270063" y="388431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181">
            <a:extLst>
              <a:ext uri="{FF2B5EF4-FFF2-40B4-BE49-F238E27FC236}">
                <a16:creationId xmlns:a16="http://schemas.microsoft.com/office/drawing/2014/main" id="{2E8F746C-66A7-DE72-2552-5F52B6304E44}"/>
              </a:ext>
            </a:extLst>
          </p:cNvPr>
          <p:cNvCxnSpPr/>
          <p:nvPr/>
        </p:nvCxnSpPr>
        <p:spPr>
          <a:xfrm flipV="1">
            <a:off x="8522476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182">
            <a:extLst>
              <a:ext uri="{FF2B5EF4-FFF2-40B4-BE49-F238E27FC236}">
                <a16:creationId xmlns:a16="http://schemas.microsoft.com/office/drawing/2014/main" id="{FD92080B-23B6-8574-6BD3-1BED8CBAD454}"/>
              </a:ext>
            </a:extLst>
          </p:cNvPr>
          <p:cNvCxnSpPr/>
          <p:nvPr/>
        </p:nvCxnSpPr>
        <p:spPr>
          <a:xfrm flipV="1">
            <a:off x="8773301" y="356046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183">
            <a:extLst>
              <a:ext uri="{FF2B5EF4-FFF2-40B4-BE49-F238E27FC236}">
                <a16:creationId xmlns:a16="http://schemas.microsoft.com/office/drawing/2014/main" id="{19D6D806-DC3A-8768-F712-4340EE5A1E64}"/>
              </a:ext>
            </a:extLst>
          </p:cNvPr>
          <p:cNvCxnSpPr/>
          <p:nvPr/>
        </p:nvCxnSpPr>
        <p:spPr>
          <a:xfrm>
            <a:off x="8522476" y="3560465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184">
            <a:extLst>
              <a:ext uri="{FF2B5EF4-FFF2-40B4-BE49-F238E27FC236}">
                <a16:creationId xmlns:a16="http://schemas.microsoft.com/office/drawing/2014/main" id="{5185391A-C2A0-18DC-A61F-DE9F631D5017}"/>
              </a:ext>
            </a:extLst>
          </p:cNvPr>
          <p:cNvCxnSpPr/>
          <p:nvPr/>
        </p:nvCxnSpPr>
        <p:spPr>
          <a:xfrm>
            <a:off x="8773301" y="388431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85">
            <a:extLst>
              <a:ext uri="{FF2B5EF4-FFF2-40B4-BE49-F238E27FC236}">
                <a16:creationId xmlns:a16="http://schemas.microsoft.com/office/drawing/2014/main" id="{EF1258AE-B5F6-CBEE-DCA1-E1B0A4318D83}"/>
              </a:ext>
            </a:extLst>
          </p:cNvPr>
          <p:cNvCxnSpPr/>
          <p:nvPr/>
        </p:nvCxnSpPr>
        <p:spPr>
          <a:xfrm>
            <a:off x="1970863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186">
            <a:extLst>
              <a:ext uri="{FF2B5EF4-FFF2-40B4-BE49-F238E27FC236}">
                <a16:creationId xmlns:a16="http://schemas.microsoft.com/office/drawing/2014/main" id="{4B12013E-5A2C-A92F-2412-02349903951B}"/>
              </a:ext>
            </a:extLst>
          </p:cNvPr>
          <p:cNvCxnSpPr/>
          <p:nvPr/>
        </p:nvCxnSpPr>
        <p:spPr>
          <a:xfrm>
            <a:off x="2462988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187">
            <a:extLst>
              <a:ext uri="{FF2B5EF4-FFF2-40B4-BE49-F238E27FC236}">
                <a16:creationId xmlns:a16="http://schemas.microsoft.com/office/drawing/2014/main" id="{C7B7CE57-2DF5-1E86-563A-2D8AFC38969C}"/>
              </a:ext>
            </a:extLst>
          </p:cNvPr>
          <p:cNvCxnSpPr/>
          <p:nvPr/>
        </p:nvCxnSpPr>
        <p:spPr>
          <a:xfrm>
            <a:off x="2969401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188">
            <a:extLst>
              <a:ext uri="{FF2B5EF4-FFF2-40B4-BE49-F238E27FC236}">
                <a16:creationId xmlns:a16="http://schemas.microsoft.com/office/drawing/2014/main" id="{D0EB9E59-F759-B393-5B76-415FDBB4F717}"/>
              </a:ext>
            </a:extLst>
          </p:cNvPr>
          <p:cNvCxnSpPr/>
          <p:nvPr/>
        </p:nvCxnSpPr>
        <p:spPr>
          <a:xfrm>
            <a:off x="3488513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189">
            <a:extLst>
              <a:ext uri="{FF2B5EF4-FFF2-40B4-BE49-F238E27FC236}">
                <a16:creationId xmlns:a16="http://schemas.microsoft.com/office/drawing/2014/main" id="{AB6A1289-9F6D-FED2-740C-41E89ADE05F4}"/>
              </a:ext>
            </a:extLst>
          </p:cNvPr>
          <p:cNvCxnSpPr/>
          <p:nvPr/>
        </p:nvCxnSpPr>
        <p:spPr>
          <a:xfrm>
            <a:off x="3994926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190">
            <a:extLst>
              <a:ext uri="{FF2B5EF4-FFF2-40B4-BE49-F238E27FC236}">
                <a16:creationId xmlns:a16="http://schemas.microsoft.com/office/drawing/2014/main" id="{89221763-27FB-D288-B417-6D2D3011FA2C}"/>
              </a:ext>
            </a:extLst>
          </p:cNvPr>
          <p:cNvCxnSpPr/>
          <p:nvPr/>
        </p:nvCxnSpPr>
        <p:spPr>
          <a:xfrm>
            <a:off x="4487051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191">
            <a:extLst>
              <a:ext uri="{FF2B5EF4-FFF2-40B4-BE49-F238E27FC236}">
                <a16:creationId xmlns:a16="http://schemas.microsoft.com/office/drawing/2014/main" id="{828DDE60-B214-165D-99FD-FE112C7715DA}"/>
              </a:ext>
            </a:extLst>
          </p:cNvPr>
          <p:cNvCxnSpPr/>
          <p:nvPr/>
        </p:nvCxnSpPr>
        <p:spPr>
          <a:xfrm>
            <a:off x="4993463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192">
            <a:extLst>
              <a:ext uri="{FF2B5EF4-FFF2-40B4-BE49-F238E27FC236}">
                <a16:creationId xmlns:a16="http://schemas.microsoft.com/office/drawing/2014/main" id="{26B87CAC-44CE-9E2C-9219-13343DA3F6D4}"/>
              </a:ext>
            </a:extLst>
          </p:cNvPr>
          <p:cNvCxnSpPr/>
          <p:nvPr/>
        </p:nvCxnSpPr>
        <p:spPr>
          <a:xfrm>
            <a:off x="5504638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193">
            <a:extLst>
              <a:ext uri="{FF2B5EF4-FFF2-40B4-BE49-F238E27FC236}">
                <a16:creationId xmlns:a16="http://schemas.microsoft.com/office/drawing/2014/main" id="{B2CA985E-F5F4-5494-7AA9-66A93DE4BE46}"/>
              </a:ext>
            </a:extLst>
          </p:cNvPr>
          <p:cNvCxnSpPr/>
          <p:nvPr/>
        </p:nvCxnSpPr>
        <p:spPr>
          <a:xfrm>
            <a:off x="6011051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194">
            <a:extLst>
              <a:ext uri="{FF2B5EF4-FFF2-40B4-BE49-F238E27FC236}">
                <a16:creationId xmlns:a16="http://schemas.microsoft.com/office/drawing/2014/main" id="{43EC7D7C-5F06-1030-A480-2EC69FDF67AF}"/>
              </a:ext>
            </a:extLst>
          </p:cNvPr>
          <p:cNvCxnSpPr/>
          <p:nvPr/>
        </p:nvCxnSpPr>
        <p:spPr>
          <a:xfrm>
            <a:off x="6503176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195">
            <a:extLst>
              <a:ext uri="{FF2B5EF4-FFF2-40B4-BE49-F238E27FC236}">
                <a16:creationId xmlns:a16="http://schemas.microsoft.com/office/drawing/2014/main" id="{06614BEF-0E2F-7A2B-904B-5B59853E16B3}"/>
              </a:ext>
            </a:extLst>
          </p:cNvPr>
          <p:cNvCxnSpPr/>
          <p:nvPr/>
        </p:nvCxnSpPr>
        <p:spPr>
          <a:xfrm>
            <a:off x="7009588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196">
            <a:extLst>
              <a:ext uri="{FF2B5EF4-FFF2-40B4-BE49-F238E27FC236}">
                <a16:creationId xmlns:a16="http://schemas.microsoft.com/office/drawing/2014/main" id="{8C22A833-ED80-72B7-6A7A-7FD4D9AB2E2C}"/>
              </a:ext>
            </a:extLst>
          </p:cNvPr>
          <p:cNvCxnSpPr/>
          <p:nvPr/>
        </p:nvCxnSpPr>
        <p:spPr>
          <a:xfrm>
            <a:off x="7520763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197">
            <a:extLst>
              <a:ext uri="{FF2B5EF4-FFF2-40B4-BE49-F238E27FC236}">
                <a16:creationId xmlns:a16="http://schemas.microsoft.com/office/drawing/2014/main" id="{8BF5B7E0-1207-B9D3-6769-BAE9749BF150}"/>
              </a:ext>
            </a:extLst>
          </p:cNvPr>
          <p:cNvCxnSpPr/>
          <p:nvPr/>
        </p:nvCxnSpPr>
        <p:spPr>
          <a:xfrm>
            <a:off x="8027176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198">
            <a:extLst>
              <a:ext uri="{FF2B5EF4-FFF2-40B4-BE49-F238E27FC236}">
                <a16:creationId xmlns:a16="http://schemas.microsoft.com/office/drawing/2014/main" id="{15CAC7D8-9F88-1DC8-F5A4-037143B45923}"/>
              </a:ext>
            </a:extLst>
          </p:cNvPr>
          <p:cNvCxnSpPr/>
          <p:nvPr/>
        </p:nvCxnSpPr>
        <p:spPr>
          <a:xfrm>
            <a:off x="8519301" y="3339803"/>
            <a:ext cx="0" cy="2555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199">
            <a:extLst>
              <a:ext uri="{FF2B5EF4-FFF2-40B4-BE49-F238E27FC236}">
                <a16:creationId xmlns:a16="http://schemas.microsoft.com/office/drawing/2014/main" id="{ABAEEC2D-3D94-996B-0813-CFECFE82C065}"/>
              </a:ext>
            </a:extLst>
          </p:cNvPr>
          <p:cNvCxnSpPr/>
          <p:nvPr/>
        </p:nvCxnSpPr>
        <p:spPr>
          <a:xfrm>
            <a:off x="1213626" y="4712990"/>
            <a:ext cx="8953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200">
            <a:extLst>
              <a:ext uri="{FF2B5EF4-FFF2-40B4-BE49-F238E27FC236}">
                <a16:creationId xmlns:a16="http://schemas.microsoft.com/office/drawing/2014/main" id="{F195EC71-11CB-E7E2-C434-ECBFBF816F1C}"/>
              </a:ext>
            </a:extLst>
          </p:cNvPr>
          <p:cNvCxnSpPr/>
          <p:nvPr/>
        </p:nvCxnSpPr>
        <p:spPr>
          <a:xfrm flipV="1">
            <a:off x="2108976" y="4387553"/>
            <a:ext cx="0" cy="3254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201">
            <a:extLst>
              <a:ext uri="{FF2B5EF4-FFF2-40B4-BE49-F238E27FC236}">
                <a16:creationId xmlns:a16="http://schemas.microsoft.com/office/drawing/2014/main" id="{E8E1444C-272D-7415-6063-2D8D232721DF}"/>
              </a:ext>
            </a:extLst>
          </p:cNvPr>
          <p:cNvCxnSpPr/>
          <p:nvPr/>
        </p:nvCxnSpPr>
        <p:spPr>
          <a:xfrm>
            <a:off x="2108976" y="4387553"/>
            <a:ext cx="16240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202">
            <a:extLst>
              <a:ext uri="{FF2B5EF4-FFF2-40B4-BE49-F238E27FC236}">
                <a16:creationId xmlns:a16="http://schemas.microsoft.com/office/drawing/2014/main" id="{24C3C410-81EF-D958-2AD9-2C822F02AD4A}"/>
              </a:ext>
            </a:extLst>
          </p:cNvPr>
          <p:cNvCxnSpPr/>
          <p:nvPr/>
        </p:nvCxnSpPr>
        <p:spPr>
          <a:xfrm flipV="1">
            <a:off x="3732988" y="4387553"/>
            <a:ext cx="0" cy="3254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203">
            <a:extLst>
              <a:ext uri="{FF2B5EF4-FFF2-40B4-BE49-F238E27FC236}">
                <a16:creationId xmlns:a16="http://schemas.microsoft.com/office/drawing/2014/main" id="{6A33107F-CCEA-E954-4DCA-8558E24E77E8}"/>
              </a:ext>
            </a:extLst>
          </p:cNvPr>
          <p:cNvCxnSpPr/>
          <p:nvPr/>
        </p:nvCxnSpPr>
        <p:spPr>
          <a:xfrm>
            <a:off x="3732988" y="4712990"/>
            <a:ext cx="5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204">
            <a:extLst>
              <a:ext uri="{FF2B5EF4-FFF2-40B4-BE49-F238E27FC236}">
                <a16:creationId xmlns:a16="http://schemas.microsoft.com/office/drawing/2014/main" id="{BBEECD49-4452-04FC-4D93-F8319D3A84DB}"/>
              </a:ext>
            </a:extLst>
          </p:cNvPr>
          <p:cNvCxnSpPr/>
          <p:nvPr/>
        </p:nvCxnSpPr>
        <p:spPr>
          <a:xfrm flipV="1">
            <a:off x="4237813" y="4387553"/>
            <a:ext cx="0" cy="3254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205">
            <a:extLst>
              <a:ext uri="{FF2B5EF4-FFF2-40B4-BE49-F238E27FC236}">
                <a16:creationId xmlns:a16="http://schemas.microsoft.com/office/drawing/2014/main" id="{296EF03A-C282-714E-4D11-1D7AD0680DE1}"/>
              </a:ext>
            </a:extLst>
          </p:cNvPr>
          <p:cNvCxnSpPr/>
          <p:nvPr/>
        </p:nvCxnSpPr>
        <p:spPr>
          <a:xfrm>
            <a:off x="4237813" y="4387553"/>
            <a:ext cx="10080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206">
            <a:extLst>
              <a:ext uri="{FF2B5EF4-FFF2-40B4-BE49-F238E27FC236}">
                <a16:creationId xmlns:a16="http://schemas.microsoft.com/office/drawing/2014/main" id="{CF7710B5-D430-41EA-F141-631D9734F961}"/>
              </a:ext>
            </a:extLst>
          </p:cNvPr>
          <p:cNvCxnSpPr/>
          <p:nvPr/>
        </p:nvCxnSpPr>
        <p:spPr>
          <a:xfrm flipV="1">
            <a:off x="5245876" y="4387553"/>
            <a:ext cx="0" cy="3254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207">
            <a:extLst>
              <a:ext uri="{FF2B5EF4-FFF2-40B4-BE49-F238E27FC236}">
                <a16:creationId xmlns:a16="http://schemas.microsoft.com/office/drawing/2014/main" id="{DBD86A6E-F629-B0E3-3AC5-8DB5A163E72E}"/>
              </a:ext>
            </a:extLst>
          </p:cNvPr>
          <p:cNvCxnSpPr/>
          <p:nvPr/>
        </p:nvCxnSpPr>
        <p:spPr>
          <a:xfrm>
            <a:off x="5252226" y="4712990"/>
            <a:ext cx="6238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208">
            <a:extLst>
              <a:ext uri="{FF2B5EF4-FFF2-40B4-BE49-F238E27FC236}">
                <a16:creationId xmlns:a16="http://schemas.microsoft.com/office/drawing/2014/main" id="{6FBE3273-BD07-BE91-429A-03778E577A7F}"/>
              </a:ext>
            </a:extLst>
          </p:cNvPr>
          <p:cNvCxnSpPr/>
          <p:nvPr/>
        </p:nvCxnSpPr>
        <p:spPr>
          <a:xfrm flipV="1">
            <a:off x="5876113" y="4387553"/>
            <a:ext cx="0" cy="3254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209">
            <a:extLst>
              <a:ext uri="{FF2B5EF4-FFF2-40B4-BE49-F238E27FC236}">
                <a16:creationId xmlns:a16="http://schemas.microsoft.com/office/drawing/2014/main" id="{F4B07D09-201C-2089-1CCF-09FA0F375CC7}"/>
              </a:ext>
            </a:extLst>
          </p:cNvPr>
          <p:cNvCxnSpPr/>
          <p:nvPr/>
        </p:nvCxnSpPr>
        <p:spPr>
          <a:xfrm>
            <a:off x="5876113" y="4387553"/>
            <a:ext cx="20161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210">
            <a:extLst>
              <a:ext uri="{FF2B5EF4-FFF2-40B4-BE49-F238E27FC236}">
                <a16:creationId xmlns:a16="http://schemas.microsoft.com/office/drawing/2014/main" id="{00A283A0-9F3D-B8E3-BE6E-A9ED8B80B5DE}"/>
              </a:ext>
            </a:extLst>
          </p:cNvPr>
          <p:cNvCxnSpPr/>
          <p:nvPr/>
        </p:nvCxnSpPr>
        <p:spPr>
          <a:xfrm flipV="1">
            <a:off x="7884301" y="4387553"/>
            <a:ext cx="0" cy="3254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211">
            <a:extLst>
              <a:ext uri="{FF2B5EF4-FFF2-40B4-BE49-F238E27FC236}">
                <a16:creationId xmlns:a16="http://schemas.microsoft.com/office/drawing/2014/main" id="{28F010AB-34EE-6818-8B4A-F85E2F243EB5}"/>
              </a:ext>
            </a:extLst>
          </p:cNvPr>
          <p:cNvCxnSpPr/>
          <p:nvPr/>
        </p:nvCxnSpPr>
        <p:spPr>
          <a:xfrm>
            <a:off x="7884301" y="4712990"/>
            <a:ext cx="1141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212">
            <a:extLst>
              <a:ext uri="{FF2B5EF4-FFF2-40B4-BE49-F238E27FC236}">
                <a16:creationId xmlns:a16="http://schemas.microsoft.com/office/drawing/2014/main" id="{F9E896EC-3565-ED75-56E9-BBD595433A88}"/>
              </a:ext>
            </a:extLst>
          </p:cNvPr>
          <p:cNvCxnSpPr/>
          <p:nvPr/>
        </p:nvCxnSpPr>
        <p:spPr>
          <a:xfrm>
            <a:off x="1213626" y="5544840"/>
            <a:ext cx="22748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92">
            <a:extLst>
              <a:ext uri="{FF2B5EF4-FFF2-40B4-BE49-F238E27FC236}">
                <a16:creationId xmlns:a16="http://schemas.microsoft.com/office/drawing/2014/main" id="{F1EABF29-43FC-DB82-552F-6F2C18B5C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5713" y="4063703"/>
            <a:ext cx="749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0      0      1      1      1      0      1      1      0      1      1      1      1      0      0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2" name="文本框 193">
            <a:extLst>
              <a:ext uri="{FF2B5EF4-FFF2-40B4-BE49-F238E27FC236}">
                <a16:creationId xmlns:a16="http://schemas.microsoft.com/office/drawing/2014/main" id="{2BD01408-E805-CC55-2B7F-D1F247A41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451" y="4671715"/>
            <a:ext cx="7785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latin typeface="Arial" panose="020B0604020202020204" pitchFamily="34" charset="0"/>
              </a:rPr>
              <a:t>S0    S0   S1   S2    </a:t>
            </a:r>
            <a:r>
              <a:rPr lang="en-US" altLang="zh-CN" sz="1800" b="0" dirty="0">
                <a:solidFill>
                  <a:srgbClr val="FF0000"/>
                </a:solidFill>
                <a:latin typeface="Arial" panose="020B0604020202020204" pitchFamily="34" charset="0"/>
              </a:rPr>
              <a:t>S3    </a:t>
            </a:r>
            <a:r>
              <a:rPr lang="en-US" altLang="zh-CN" sz="1800" b="0" dirty="0">
                <a:latin typeface="Arial" panose="020B0604020202020204" pitchFamily="34" charset="0"/>
              </a:rPr>
              <a:t>S0    S1   S2   S0     S1   S2    </a:t>
            </a:r>
            <a:r>
              <a:rPr lang="en-US" altLang="zh-CN" sz="1800" b="0" dirty="0">
                <a:solidFill>
                  <a:srgbClr val="FF0000"/>
                </a:solidFill>
                <a:latin typeface="Arial" panose="020B0604020202020204" pitchFamily="34" charset="0"/>
              </a:rPr>
              <a:t>S3   S3   </a:t>
            </a:r>
            <a:r>
              <a:rPr lang="en-US" altLang="zh-CN" sz="1800" b="0" dirty="0">
                <a:latin typeface="Arial" panose="020B0604020202020204" pitchFamily="34" charset="0"/>
              </a:rPr>
              <a:t>S0    S0    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  <p:cxnSp>
        <p:nvCxnSpPr>
          <p:cNvPr id="103" name="直接连接符 215">
            <a:extLst>
              <a:ext uri="{FF2B5EF4-FFF2-40B4-BE49-F238E27FC236}">
                <a16:creationId xmlns:a16="http://schemas.microsoft.com/office/drawing/2014/main" id="{A814CAD9-1EBE-25B2-F92B-A9E9605AB82B}"/>
              </a:ext>
            </a:extLst>
          </p:cNvPr>
          <p:cNvCxnSpPr/>
          <p:nvPr/>
        </p:nvCxnSpPr>
        <p:spPr>
          <a:xfrm flipV="1">
            <a:off x="3494863" y="522099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216">
            <a:extLst>
              <a:ext uri="{FF2B5EF4-FFF2-40B4-BE49-F238E27FC236}">
                <a16:creationId xmlns:a16="http://schemas.microsoft.com/office/drawing/2014/main" id="{C8EEADA5-AD25-2FDE-6270-1DC6B196C22A}"/>
              </a:ext>
            </a:extLst>
          </p:cNvPr>
          <p:cNvCxnSpPr/>
          <p:nvPr/>
        </p:nvCxnSpPr>
        <p:spPr>
          <a:xfrm>
            <a:off x="3480576" y="5220990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217">
            <a:extLst>
              <a:ext uri="{FF2B5EF4-FFF2-40B4-BE49-F238E27FC236}">
                <a16:creationId xmlns:a16="http://schemas.microsoft.com/office/drawing/2014/main" id="{B7AD82D4-C88D-376E-FB28-42B1B9347D67}"/>
              </a:ext>
            </a:extLst>
          </p:cNvPr>
          <p:cNvCxnSpPr/>
          <p:nvPr/>
        </p:nvCxnSpPr>
        <p:spPr>
          <a:xfrm flipV="1">
            <a:off x="3732988" y="522099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218">
            <a:extLst>
              <a:ext uri="{FF2B5EF4-FFF2-40B4-BE49-F238E27FC236}">
                <a16:creationId xmlns:a16="http://schemas.microsoft.com/office/drawing/2014/main" id="{10577B08-A5A6-18DA-0403-EF2B643FE21F}"/>
              </a:ext>
            </a:extLst>
          </p:cNvPr>
          <p:cNvCxnSpPr/>
          <p:nvPr/>
        </p:nvCxnSpPr>
        <p:spPr>
          <a:xfrm>
            <a:off x="3740926" y="5544840"/>
            <a:ext cx="326866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219">
            <a:extLst>
              <a:ext uri="{FF2B5EF4-FFF2-40B4-BE49-F238E27FC236}">
                <a16:creationId xmlns:a16="http://schemas.microsoft.com/office/drawing/2014/main" id="{F6E8E63B-FFC7-0F98-5023-BDE9CE075B37}"/>
              </a:ext>
            </a:extLst>
          </p:cNvPr>
          <p:cNvCxnSpPr/>
          <p:nvPr/>
        </p:nvCxnSpPr>
        <p:spPr>
          <a:xfrm flipV="1">
            <a:off x="7009588" y="522099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220">
            <a:extLst>
              <a:ext uri="{FF2B5EF4-FFF2-40B4-BE49-F238E27FC236}">
                <a16:creationId xmlns:a16="http://schemas.microsoft.com/office/drawing/2014/main" id="{CFE0DB81-A036-A80E-EF64-253220712B58}"/>
              </a:ext>
            </a:extLst>
          </p:cNvPr>
          <p:cNvCxnSpPr/>
          <p:nvPr/>
        </p:nvCxnSpPr>
        <p:spPr>
          <a:xfrm flipV="1">
            <a:off x="7009588" y="5220990"/>
            <a:ext cx="865188" cy="12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221">
            <a:extLst>
              <a:ext uri="{FF2B5EF4-FFF2-40B4-BE49-F238E27FC236}">
                <a16:creationId xmlns:a16="http://schemas.microsoft.com/office/drawing/2014/main" id="{1C6380F5-147D-4A6F-E467-FE50DCF5999B}"/>
              </a:ext>
            </a:extLst>
          </p:cNvPr>
          <p:cNvCxnSpPr/>
          <p:nvPr/>
        </p:nvCxnSpPr>
        <p:spPr>
          <a:xfrm flipV="1">
            <a:off x="7874776" y="522099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222">
            <a:extLst>
              <a:ext uri="{FF2B5EF4-FFF2-40B4-BE49-F238E27FC236}">
                <a16:creationId xmlns:a16="http://schemas.microsoft.com/office/drawing/2014/main" id="{E263CEF9-8350-AF68-3CA3-75A69B2D4B42}"/>
              </a:ext>
            </a:extLst>
          </p:cNvPr>
          <p:cNvCxnSpPr/>
          <p:nvPr/>
        </p:nvCxnSpPr>
        <p:spPr>
          <a:xfrm>
            <a:off x="7884301" y="5530553"/>
            <a:ext cx="1141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222">
            <a:extLst>
              <a:ext uri="{FF2B5EF4-FFF2-40B4-BE49-F238E27FC236}">
                <a16:creationId xmlns:a16="http://schemas.microsoft.com/office/drawing/2014/main" id="{24F6C136-4D34-F7D2-0CA5-2FEB273F6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76" y="5184478"/>
            <a:ext cx="39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Z 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12" name="矩形 224">
            <a:extLst>
              <a:ext uri="{FF2B5EF4-FFF2-40B4-BE49-F238E27FC236}">
                <a16:creationId xmlns:a16="http://schemas.microsoft.com/office/drawing/2014/main" id="{948095BB-D922-5CBC-D141-E6C3C82DC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63" y="441454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X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13" name="矩形 225">
            <a:extLst>
              <a:ext uri="{FF2B5EF4-FFF2-40B4-BE49-F238E27FC236}">
                <a16:creationId xmlns:a16="http://schemas.microsoft.com/office/drawing/2014/main" id="{BFD3D6D5-265D-A1C8-DFD5-95EACDE7C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01" y="3565228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CP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cxnSp>
        <p:nvCxnSpPr>
          <p:cNvPr id="114" name="直接箭头连接符 2">
            <a:extLst>
              <a:ext uri="{FF2B5EF4-FFF2-40B4-BE49-F238E27FC236}">
                <a16:creationId xmlns:a16="http://schemas.microsoft.com/office/drawing/2014/main" id="{816ED7F4-39EF-9643-BDBF-0CA32286732B}"/>
              </a:ext>
            </a:extLst>
          </p:cNvPr>
          <p:cNvCxnSpPr/>
          <p:nvPr/>
        </p:nvCxnSpPr>
        <p:spPr>
          <a:xfrm flipV="1">
            <a:off x="1464451" y="3682703"/>
            <a:ext cx="0" cy="1968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93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31A84-CE0E-0877-F9E0-B4521739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kumimoji="1" lang="zh-CN" altLang="en-US" dirty="0"/>
              <a:t>序列检测器（</a:t>
            </a:r>
            <a:r>
              <a:rPr lang="zh-CN" altLang="en-US" sz="3200" b="0" dirty="0"/>
              <a:t>按</a:t>
            </a:r>
            <a:r>
              <a:rPr lang="en-US" altLang="zh-CN" sz="3200" b="0" dirty="0"/>
              <a:t>Mealy</a:t>
            </a:r>
            <a:r>
              <a:rPr lang="zh-CN" altLang="en-US" sz="3200" b="0" dirty="0"/>
              <a:t>型时序电路分析）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6BDC1-B91A-BCBC-5DBD-03D2CDB7B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(1)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建立原始</a:t>
            </a:r>
            <a:r>
              <a:rPr lang="zh-CN" altLang="en-US" dirty="0">
                <a:latin typeface="宋体" panose="02010600030101010101" pitchFamily="2" charset="-122"/>
              </a:rPr>
              <a:t>状态图和原始状态表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00FD5E-7329-59CB-0214-77890AA74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5B2D91-ACB1-3543-ED0C-0FBF676E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68615D8-525B-9B29-0BFB-0BDE761BD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005" y="1690576"/>
            <a:ext cx="17002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/>
              <a:t>S</a:t>
            </a:r>
            <a:r>
              <a:rPr kumimoji="1" lang="en-US" altLang="zh-CN" sz="2400" baseline="-25000"/>
              <a:t>0</a:t>
            </a:r>
            <a:r>
              <a:rPr kumimoji="1" lang="en-US" altLang="zh-CN" sz="2400"/>
              <a:t>: </a:t>
            </a:r>
            <a:r>
              <a:rPr kumimoji="1" lang="zh-CN" altLang="en-US" sz="2400"/>
              <a:t>输入“</a:t>
            </a:r>
            <a:r>
              <a:rPr kumimoji="1" lang="en-US" altLang="zh-CN" sz="2400"/>
              <a:t>0”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4639D11-CC29-35CB-9702-C41B309C2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005" y="2113625"/>
            <a:ext cx="170021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 dirty="0"/>
              <a:t>S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: </a:t>
            </a:r>
            <a:r>
              <a:rPr kumimoji="1" lang="zh-CN" altLang="en-US" sz="2400" dirty="0"/>
              <a:t>输入“</a:t>
            </a:r>
            <a:r>
              <a:rPr kumimoji="1" lang="en-US" altLang="zh-CN" sz="2400" dirty="0"/>
              <a:t>1”</a:t>
            </a:r>
            <a:endParaRPr kumimoji="1" lang="zh-CN" altLang="en-US" sz="2400" dirty="0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BEE00421-A2B8-C402-0BE5-B0DC75D3D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080" y="1320689"/>
            <a:ext cx="676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dirty="0"/>
              <a:t>设输入、输出变量分别为</a:t>
            </a:r>
            <a:r>
              <a:rPr kumimoji="1" lang="en-US" altLang="zh-CN" sz="2400" dirty="0"/>
              <a:t>X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Z</a:t>
            </a:r>
            <a:r>
              <a:rPr kumimoji="1" lang="zh-CN" altLang="en-US" sz="2400" dirty="0"/>
              <a:t>，定义电路状态</a:t>
            </a:r>
            <a:endParaRPr kumimoji="1" lang="en-US" altLang="zh-CN" sz="2400" dirty="0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4DD32828-1E96-EEE2-E8C7-5E875BF75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9243" y="1690576"/>
            <a:ext cx="246221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/>
              <a:t>S</a:t>
            </a:r>
            <a:r>
              <a:rPr kumimoji="1" lang="en-US" altLang="zh-CN" sz="2400" baseline="-25000"/>
              <a:t>2</a:t>
            </a:r>
            <a:r>
              <a:rPr kumimoji="1" lang="en-US" altLang="zh-CN" sz="2400"/>
              <a:t>: </a:t>
            </a:r>
            <a:r>
              <a:rPr kumimoji="1" lang="zh-CN" altLang="en-US" sz="2400"/>
              <a:t>连续输入“</a:t>
            </a:r>
            <a:r>
              <a:rPr kumimoji="1" lang="en-US" altLang="zh-CN" sz="2400"/>
              <a:t>11”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E0A020DC-24C0-538A-0482-199552003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655" y="2144601"/>
            <a:ext cx="45005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/>
              <a:t>S</a:t>
            </a:r>
            <a:r>
              <a:rPr kumimoji="1" lang="en-US" altLang="zh-CN" sz="2400" baseline="-25000"/>
              <a:t>3</a:t>
            </a:r>
            <a:r>
              <a:rPr kumimoji="1" lang="en-US" altLang="zh-CN" sz="2400"/>
              <a:t>: </a:t>
            </a:r>
            <a:r>
              <a:rPr kumimoji="1" lang="zh-CN" altLang="en-US" sz="2400"/>
              <a:t>连续输入“</a:t>
            </a:r>
            <a:r>
              <a:rPr kumimoji="1" lang="en-US" altLang="zh-CN" sz="2400"/>
              <a:t>111”</a:t>
            </a:r>
            <a:endParaRPr kumimoji="1" lang="zh-CN" altLang="en-US" sz="2400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B2877724-6EAA-3F93-6F31-50F832833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1244" y="4077951"/>
            <a:ext cx="608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X/Z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86F56975-209C-7C51-ACF6-728357D78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3506" y="3395326"/>
            <a:ext cx="611188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0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A16398A7-779B-FF07-60A8-74E3BB8A9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0606" y="3395326"/>
            <a:ext cx="611188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1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7C767CCE-7791-A7CA-52F3-99BF69F34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0606" y="4943139"/>
            <a:ext cx="611188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2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F346DFFE-E6D3-5FEC-D426-87ECAD269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3506" y="4943139"/>
            <a:ext cx="611188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3</a:t>
            </a:r>
          </a:p>
        </p:txBody>
      </p:sp>
      <p:grpSp>
        <p:nvGrpSpPr>
          <p:cNvPr id="16" name="Group 14">
            <a:extLst>
              <a:ext uri="{FF2B5EF4-FFF2-40B4-BE49-F238E27FC236}">
                <a16:creationId xmlns:a16="http://schemas.microsoft.com/office/drawing/2014/main" id="{E054FA8F-C295-4B17-5B5E-587E9E3531CB}"/>
              </a:ext>
            </a:extLst>
          </p:cNvPr>
          <p:cNvGrpSpPr>
            <a:grpSpLocks/>
          </p:cNvGrpSpPr>
          <p:nvPr/>
        </p:nvGrpSpPr>
        <p:grpSpPr bwMode="auto">
          <a:xfrm>
            <a:off x="912019" y="3142914"/>
            <a:ext cx="2992437" cy="2735262"/>
            <a:chOff x="499" y="2115"/>
            <a:chExt cx="1885" cy="1723"/>
          </a:xfrm>
        </p:grpSpPr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3E1B736F-CE18-969E-4EC4-6B9AF7A72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9" y="2387"/>
              <a:ext cx="10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55A3EB30-8529-2E3D-7DCA-B8E16FD244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9" y="2524"/>
              <a:ext cx="10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51545C75-A967-FD84-DA32-AC3AE1666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2661"/>
              <a:ext cx="0" cy="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E376065F-C598-8123-7D29-7273D0826E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" y="3453"/>
              <a:ext cx="9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11D139A2-CB43-7ADB-0979-1262C8804B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1" y="2614"/>
              <a:ext cx="1134" cy="7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FE713D3E-FC54-DEDC-DD67-35E4C4F04D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0" y="2661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Arc 21">
              <a:extLst>
                <a:ext uri="{FF2B5EF4-FFF2-40B4-BE49-F238E27FC236}">
                  <a16:creationId xmlns:a16="http://schemas.microsoft.com/office/drawing/2014/main" id="{86ECF77C-6682-CFDF-1991-097875C34B6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3" y="2229"/>
              <a:ext cx="333" cy="357"/>
            </a:xfrm>
            <a:custGeom>
              <a:avLst/>
              <a:gdLst>
                <a:gd name="T0" fmla="*/ 0 w 40064"/>
                <a:gd name="T1" fmla="*/ 0 h 43200"/>
                <a:gd name="T2" fmla="*/ 0 w 40064"/>
                <a:gd name="T3" fmla="*/ 0 h 43200"/>
                <a:gd name="T4" fmla="*/ 0 w 40064"/>
                <a:gd name="T5" fmla="*/ 0 h 43200"/>
                <a:gd name="T6" fmla="*/ 0 60000 65536"/>
                <a:gd name="T7" fmla="*/ 0 60000 65536"/>
                <a:gd name="T8" fmla="*/ 0 60000 65536"/>
                <a:gd name="T9" fmla="*/ 0 w 40064"/>
                <a:gd name="T10" fmla="*/ 0 h 43200"/>
                <a:gd name="T11" fmla="*/ 40064 w 4006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64" h="43200" fill="none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</a:path>
                <a:path w="40064" h="43200" stroke="0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  <a:lnTo>
                    <a:pt x="18464" y="21600"/>
                  </a:lnTo>
                  <a:lnTo>
                    <a:pt x="-1" y="1039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7A9B5FC6-DE24-85DE-6C36-38419F8A1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2115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1/0</a:t>
              </a: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9EAA2D15-BBE4-5B70-1CE8-64B24FFF3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796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1/0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A3E9876B-9A77-BD6F-A301-E084FFF70E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2" y="3431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1/1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4035DB33-71C7-D769-BB96-6911DA225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6" y="2977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0/0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7ED78EC2-BA95-1BE4-5DBA-9374A9472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2524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0/0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B9903C96-8826-3910-82F0-18994696A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2877"/>
              <a:ext cx="3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0/0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CCB23428-7A25-9C0D-0732-767AC9136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2591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0/0</a:t>
              </a: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B74025C8-A4D8-7177-E967-B523D9C9F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" y="3588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1/1</a:t>
              </a:r>
            </a:p>
          </p:txBody>
        </p:sp>
        <p:sp>
          <p:nvSpPr>
            <p:cNvPr id="32" name="Arc 30">
              <a:extLst>
                <a:ext uri="{FF2B5EF4-FFF2-40B4-BE49-F238E27FC236}">
                  <a16:creationId xmlns:a16="http://schemas.microsoft.com/office/drawing/2014/main" id="{87D5CC54-55E8-C04F-156C-837384A3B12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4" y="3210"/>
              <a:ext cx="333" cy="357"/>
            </a:xfrm>
            <a:custGeom>
              <a:avLst/>
              <a:gdLst>
                <a:gd name="T0" fmla="*/ 0 w 40064"/>
                <a:gd name="T1" fmla="*/ 0 h 43200"/>
                <a:gd name="T2" fmla="*/ 0 w 40064"/>
                <a:gd name="T3" fmla="*/ 0 h 43200"/>
                <a:gd name="T4" fmla="*/ 0 w 40064"/>
                <a:gd name="T5" fmla="*/ 0 h 43200"/>
                <a:gd name="T6" fmla="*/ 0 60000 65536"/>
                <a:gd name="T7" fmla="*/ 0 60000 65536"/>
                <a:gd name="T8" fmla="*/ 0 60000 65536"/>
                <a:gd name="T9" fmla="*/ 0 w 40064"/>
                <a:gd name="T10" fmla="*/ 0 h 43200"/>
                <a:gd name="T11" fmla="*/ 40064 w 4006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64" h="43200" fill="none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</a:path>
                <a:path w="40064" h="43200" stroke="0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  <a:lnTo>
                    <a:pt x="18464" y="21600"/>
                  </a:lnTo>
                  <a:lnTo>
                    <a:pt x="-1" y="1039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" name="Group 31">
            <a:extLst>
              <a:ext uri="{FF2B5EF4-FFF2-40B4-BE49-F238E27FC236}">
                <a16:creationId xmlns:a16="http://schemas.microsoft.com/office/drawing/2014/main" id="{EEB44A2A-76E4-7959-3E74-C1A595476E41}"/>
              </a:ext>
            </a:extLst>
          </p:cNvPr>
          <p:cNvGrpSpPr>
            <a:grpSpLocks/>
          </p:cNvGrpSpPr>
          <p:nvPr/>
        </p:nvGrpSpPr>
        <p:grpSpPr bwMode="auto">
          <a:xfrm>
            <a:off x="6521450" y="3500437"/>
            <a:ext cx="2519363" cy="2473325"/>
            <a:chOff x="3606" y="2462"/>
            <a:chExt cx="1587" cy="1558"/>
          </a:xfrm>
        </p:grpSpPr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2FFFED79-0270-DBC6-FA3B-1DA3BFC5B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2" y="2921"/>
              <a:ext cx="1503" cy="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      S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/0      S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  <a:r>
                <a:rPr kumimoji="1" lang="en-US" altLang="zh-CN" sz="2400">
                  <a:ea typeface="楷体_GB2312" pitchFamily="49" charset="-122"/>
                </a:rPr>
                <a:t>/0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  <a:r>
                <a:rPr kumimoji="1" lang="en-US" altLang="zh-CN" sz="2400">
                  <a:ea typeface="楷体_GB2312" pitchFamily="49" charset="-122"/>
                </a:rPr>
                <a:t>      S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/0      S</a:t>
              </a:r>
              <a:r>
                <a:rPr kumimoji="1" lang="en-US" altLang="zh-CN" sz="2400" baseline="-25000">
                  <a:ea typeface="楷体_GB2312" pitchFamily="49" charset="-122"/>
                </a:rPr>
                <a:t>2</a:t>
              </a:r>
              <a:r>
                <a:rPr kumimoji="1" lang="en-US" altLang="zh-CN" sz="2400">
                  <a:ea typeface="楷体_GB2312" pitchFamily="49" charset="-122"/>
                </a:rPr>
                <a:t>/0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-25000">
                  <a:ea typeface="楷体_GB2312" pitchFamily="49" charset="-122"/>
                </a:rPr>
                <a:t>2</a:t>
              </a:r>
              <a:r>
                <a:rPr kumimoji="1" lang="en-US" altLang="zh-CN" sz="2400">
                  <a:ea typeface="楷体_GB2312" pitchFamily="49" charset="-122"/>
                </a:rPr>
                <a:t>      S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/0      S</a:t>
              </a:r>
              <a:r>
                <a:rPr kumimoji="1" lang="en-US" altLang="zh-CN" sz="2400" baseline="-25000">
                  <a:ea typeface="楷体_GB2312" pitchFamily="49" charset="-122"/>
                </a:rPr>
                <a:t>3</a:t>
              </a:r>
              <a:r>
                <a:rPr kumimoji="1" lang="en-US" altLang="zh-CN" sz="2400">
                  <a:ea typeface="楷体_GB2312" pitchFamily="49" charset="-122"/>
                </a:rPr>
                <a:t>/1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-25000">
                  <a:ea typeface="楷体_GB2312" pitchFamily="49" charset="-122"/>
                </a:rPr>
                <a:t>3</a:t>
              </a:r>
              <a:r>
                <a:rPr kumimoji="1" lang="en-US" altLang="zh-CN" sz="2400">
                  <a:ea typeface="楷体_GB2312" pitchFamily="49" charset="-122"/>
                </a:rPr>
                <a:t>      S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/0      S</a:t>
              </a:r>
              <a:r>
                <a:rPr kumimoji="1" lang="en-US" altLang="zh-CN" sz="2400" baseline="-25000">
                  <a:ea typeface="楷体_GB2312" pitchFamily="49" charset="-122"/>
                </a:rPr>
                <a:t>3</a:t>
              </a:r>
              <a:r>
                <a:rPr kumimoji="1" lang="en-US" altLang="zh-CN" sz="2400">
                  <a:ea typeface="楷体_GB2312" pitchFamily="49" charset="-122"/>
                </a:rPr>
                <a:t>/1</a:t>
              </a:r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AD4AEE7E-8A09-0AAC-42D8-E3AD76FD1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2689"/>
              <a:ext cx="10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>
                  <a:ea typeface="楷体_GB2312" pitchFamily="49" charset="-122"/>
                </a:rPr>
                <a:t> </a:t>
              </a:r>
              <a:r>
                <a:rPr kumimoji="1" lang="en-US" altLang="zh-CN" sz="2000">
                  <a:ea typeface="楷体_GB2312" pitchFamily="49" charset="-122"/>
                </a:rPr>
                <a:t>X=</a:t>
              </a:r>
              <a:r>
                <a:rPr kumimoji="1" lang="en-US" altLang="zh-CN" sz="2400">
                  <a:ea typeface="楷体_GB2312" pitchFamily="49" charset="-122"/>
                </a:rPr>
                <a:t>0</a:t>
              </a:r>
              <a:r>
                <a:rPr kumimoji="1" lang="en-US" altLang="zh-CN" sz="2000">
                  <a:ea typeface="楷体_GB2312" pitchFamily="49" charset="-122"/>
                </a:rPr>
                <a:t>        X=</a:t>
              </a:r>
              <a:r>
                <a:rPr kumimoji="1" lang="en-US" altLang="zh-CN" sz="24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77F65676-5AAA-7FEB-AEAD-229CAA17F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2728"/>
              <a:ext cx="12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1425C3E9-60A1-6A4D-049C-910911685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2478"/>
              <a:ext cx="0" cy="15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20135609-CFB0-C734-D300-D5EF650E8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6" y="2728"/>
              <a:ext cx="0" cy="12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9234E9BE-E094-D0A3-B300-090556F2E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2954"/>
              <a:ext cx="15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2A4CCC09-C3AD-A3F6-983C-39166FB95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4020"/>
              <a:ext cx="15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0B2D9324-F899-92F8-6844-A0109531C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478"/>
              <a:ext cx="15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0">
              <a:extLst>
                <a:ext uri="{FF2B5EF4-FFF2-40B4-BE49-F238E27FC236}">
                  <a16:creationId xmlns:a16="http://schemas.microsoft.com/office/drawing/2014/main" id="{AD060F19-62BA-19EA-BBCF-6976012AA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2462"/>
              <a:ext cx="6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>
                  <a:ea typeface="楷体_GB2312" pitchFamily="49" charset="-122"/>
                </a:rPr>
                <a:t>/Z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43" name="Rectangle 41">
              <a:extLst>
                <a:ext uri="{FF2B5EF4-FFF2-40B4-BE49-F238E27FC236}">
                  <a16:creationId xmlns:a16="http://schemas.microsoft.com/office/drawing/2014/main" id="{5434B5F1-95CF-3330-F064-C67331342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576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35000">
                  <a:ea typeface="楷体_GB2312" pitchFamily="49" charset="-122"/>
                </a:rPr>
                <a:t>n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</p:grpSp>
      <p:sp>
        <p:nvSpPr>
          <p:cNvPr id="44" name="Text Box 42">
            <a:extLst>
              <a:ext uri="{FF2B5EF4-FFF2-40B4-BE49-F238E27FC236}">
                <a16:creationId xmlns:a16="http://schemas.microsoft.com/office/drawing/2014/main" id="{D90238AE-555C-9211-0CD0-45211E279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438" y="2997200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原始状态表</a:t>
            </a:r>
          </a:p>
        </p:txBody>
      </p:sp>
      <p:sp>
        <p:nvSpPr>
          <p:cNvPr id="45" name="Text Box 43">
            <a:extLst>
              <a:ext uri="{FF2B5EF4-FFF2-40B4-BE49-F238E27FC236}">
                <a16:creationId xmlns:a16="http://schemas.microsoft.com/office/drawing/2014/main" id="{8C65B92D-BEE9-10F4-E843-F4726CE9D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169" y="5663864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原始状态图</a:t>
            </a:r>
          </a:p>
        </p:txBody>
      </p:sp>
      <p:sp>
        <p:nvSpPr>
          <p:cNvPr id="46" name="Rectangle 44">
            <a:extLst>
              <a:ext uri="{FF2B5EF4-FFF2-40B4-BE49-F238E27FC236}">
                <a16:creationId xmlns:a16="http://schemas.microsoft.com/office/drawing/2014/main" id="{EF8F8CDB-D73C-4648-9437-E9E6A2E5E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75" y="5145087"/>
            <a:ext cx="2449513" cy="75565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7" name="Oval 45">
            <a:extLst>
              <a:ext uri="{FF2B5EF4-FFF2-40B4-BE49-F238E27FC236}">
                <a16:creationId xmlns:a16="http://schemas.microsoft.com/office/drawing/2014/main" id="{6649D7BC-3C75-7B70-73EA-4994BCA0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006" y="4258926"/>
            <a:ext cx="504825" cy="5048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endParaRPr lang="en-US" altLang="zh-CN" sz="1800"/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E14FED0D-B085-7017-2A6D-066B07DB3B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1244" y="4546264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78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5" grpId="0" animBg="1"/>
      <p:bldP spid="46" grpId="0" animBg="1"/>
      <p:bldP spid="47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5D393-CA1F-5C0D-3A4E-F01E7F09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kumimoji="1" lang="zh-CN" altLang="en-US" dirty="0"/>
              <a:t>序列检测器（</a:t>
            </a:r>
            <a:r>
              <a:rPr lang="zh-CN" altLang="en-US" sz="3200" b="0" dirty="0"/>
              <a:t>按</a:t>
            </a:r>
            <a:r>
              <a:rPr lang="en-US" altLang="zh-CN" sz="3200" b="0" dirty="0"/>
              <a:t>Mealy</a:t>
            </a:r>
            <a:r>
              <a:rPr lang="zh-CN" altLang="en-US" sz="3200" b="0" dirty="0"/>
              <a:t>型时序电路分析）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8BAED-932A-8085-127D-C09841B7F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(2)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状态化简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9EA540-4B45-5759-2253-BE9C2CD7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E682CA-8B94-A108-00F6-1FC6209D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F4DA2DFC-50ED-D15D-8441-CB6A4020F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2025" y="2900363"/>
            <a:ext cx="16557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02491C4D-42C3-4C06-F9B6-10B8E3D2F1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32025" y="3117850"/>
            <a:ext cx="1620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B482C47-CD93-8424-C9FC-2A7894832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6713" y="3335338"/>
            <a:ext cx="0" cy="933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6E962BF3-95E8-706D-8049-6A204E7731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24075" y="3260725"/>
            <a:ext cx="1800225" cy="11160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Arc 8">
            <a:extLst>
              <a:ext uri="{FF2B5EF4-FFF2-40B4-BE49-F238E27FC236}">
                <a16:creationId xmlns:a16="http://schemas.microsoft.com/office/drawing/2014/main" id="{5A6A5284-3076-BDF4-52A1-3EB9158E622C}"/>
              </a:ext>
            </a:extLst>
          </p:cNvPr>
          <p:cNvSpPr>
            <a:spLocks/>
          </p:cNvSpPr>
          <p:nvPr/>
        </p:nvSpPr>
        <p:spPr bwMode="auto">
          <a:xfrm flipH="1">
            <a:off x="1222375" y="2649538"/>
            <a:ext cx="528638" cy="566737"/>
          </a:xfrm>
          <a:custGeom>
            <a:avLst/>
            <a:gdLst>
              <a:gd name="T0" fmla="*/ 0 w 40064"/>
              <a:gd name="T1" fmla="*/ 2147483646 h 43200"/>
              <a:gd name="T2" fmla="*/ 2147483646 w 40064"/>
              <a:gd name="T3" fmla="*/ 2147483646 h 43200"/>
              <a:gd name="T4" fmla="*/ 2147483646 w 40064"/>
              <a:gd name="T5" fmla="*/ 2147483646 h 43200"/>
              <a:gd name="T6" fmla="*/ 0 60000 65536"/>
              <a:gd name="T7" fmla="*/ 0 60000 65536"/>
              <a:gd name="T8" fmla="*/ 0 60000 65536"/>
              <a:gd name="T9" fmla="*/ 0 w 40064"/>
              <a:gd name="T10" fmla="*/ 0 h 43200"/>
              <a:gd name="T11" fmla="*/ 40064 w 40064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064" h="43200" fill="none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</a:path>
              <a:path w="40064" h="43200" stroke="0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  <a:lnTo>
                  <a:pt x="18464" y="21600"/>
                </a:lnTo>
                <a:lnTo>
                  <a:pt x="-1" y="1039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BBAB290E-0B7C-1245-CD79-6335A9C0F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288" y="2468563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1/0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0B36C9A4-F813-C623-3EC7-80DBA664A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713" y="354965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1/0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EF69431B-FEC2-0119-5606-126781FC6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3" y="3836988"/>
            <a:ext cx="509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0/0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15B595E0-F22D-E200-CD8D-C13EC83C7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288" y="311785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0/0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95A77843-6870-9384-5EA4-679D81337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264795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0/0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CE8655C9-8C49-E7C0-A739-8538F7B7A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98145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1/1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7C0B29E9-17CA-3478-97C1-05C6A42C7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2720975"/>
            <a:ext cx="611187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0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6D65FD38-DB2D-873E-056F-AB87556BF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2720975"/>
            <a:ext cx="611187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1</a:t>
            </a: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8806B59E-28CF-83A2-AB36-7FFB23B46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4268788"/>
            <a:ext cx="611187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2</a:t>
            </a:r>
          </a:p>
        </p:txBody>
      </p:sp>
      <p:sp>
        <p:nvSpPr>
          <p:cNvPr id="20" name="Arc 18">
            <a:extLst>
              <a:ext uri="{FF2B5EF4-FFF2-40B4-BE49-F238E27FC236}">
                <a16:creationId xmlns:a16="http://schemas.microsoft.com/office/drawing/2014/main" id="{590D5747-224B-5737-EC08-7ACEA53A24D1}"/>
              </a:ext>
            </a:extLst>
          </p:cNvPr>
          <p:cNvSpPr>
            <a:spLocks/>
          </p:cNvSpPr>
          <p:nvPr/>
        </p:nvSpPr>
        <p:spPr bwMode="auto">
          <a:xfrm rot="10054990" flipH="1">
            <a:off x="4356100" y="4270375"/>
            <a:ext cx="528638" cy="566738"/>
          </a:xfrm>
          <a:custGeom>
            <a:avLst/>
            <a:gdLst>
              <a:gd name="T0" fmla="*/ 0 w 40064"/>
              <a:gd name="T1" fmla="*/ 2147483646 h 43200"/>
              <a:gd name="T2" fmla="*/ 2147483646 w 40064"/>
              <a:gd name="T3" fmla="*/ 2147483646 h 43200"/>
              <a:gd name="T4" fmla="*/ 2147483646 w 40064"/>
              <a:gd name="T5" fmla="*/ 2147483646 h 43200"/>
              <a:gd name="T6" fmla="*/ 0 60000 65536"/>
              <a:gd name="T7" fmla="*/ 0 60000 65536"/>
              <a:gd name="T8" fmla="*/ 0 60000 65536"/>
              <a:gd name="T9" fmla="*/ 0 w 40064"/>
              <a:gd name="T10" fmla="*/ 0 h 43200"/>
              <a:gd name="T11" fmla="*/ 40064 w 40064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064" h="43200" fill="none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</a:path>
              <a:path w="40064" h="43200" stroke="0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  <a:lnTo>
                  <a:pt x="18464" y="21600"/>
                </a:lnTo>
                <a:lnTo>
                  <a:pt x="-1" y="1039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54BB96C7-8515-5C9C-1B5C-46D5E3AEC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788" y="5024438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化简后状态图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BB67A5FE-62CF-8E04-8D1A-ECE3C7477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2233613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化简后状态表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F534C5DE-CD43-12BB-30D9-8B18B86FB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0238" y="3613150"/>
            <a:ext cx="2386012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  <a:r>
              <a:rPr kumimoji="1" lang="en-US" altLang="zh-CN" sz="2400" baseline="-25000">
                <a:ea typeface="楷体_GB2312" pitchFamily="49" charset="-122"/>
              </a:rPr>
              <a:t>0</a:t>
            </a:r>
            <a:r>
              <a:rPr kumimoji="1" lang="en-US" altLang="zh-CN" sz="2400">
                <a:ea typeface="楷体_GB2312" pitchFamily="49" charset="-122"/>
              </a:rPr>
              <a:t>      S</a:t>
            </a:r>
            <a:r>
              <a:rPr kumimoji="1" lang="en-US" altLang="zh-CN" sz="2400" baseline="-25000">
                <a:ea typeface="楷体_GB2312" pitchFamily="49" charset="-122"/>
              </a:rPr>
              <a:t>0</a:t>
            </a:r>
            <a:r>
              <a:rPr kumimoji="1" lang="en-US" altLang="zh-CN" sz="2400">
                <a:ea typeface="楷体_GB2312" pitchFamily="49" charset="-122"/>
              </a:rPr>
              <a:t>/0      S</a:t>
            </a:r>
            <a:r>
              <a:rPr kumimoji="1" lang="en-US" altLang="zh-CN" sz="2400" baseline="-25000">
                <a:ea typeface="楷体_GB2312" pitchFamily="49" charset="-122"/>
              </a:rPr>
              <a:t>1</a:t>
            </a:r>
            <a:r>
              <a:rPr kumimoji="1" lang="en-US" altLang="zh-CN" sz="2400">
                <a:ea typeface="楷体_GB2312" pitchFamily="49" charset="-122"/>
              </a:rPr>
              <a:t>/0</a:t>
            </a:r>
          </a:p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  <a:r>
              <a:rPr kumimoji="1" lang="en-US" altLang="zh-CN" sz="2400" baseline="-25000">
                <a:ea typeface="楷体_GB2312" pitchFamily="49" charset="-122"/>
              </a:rPr>
              <a:t>1</a:t>
            </a:r>
            <a:r>
              <a:rPr kumimoji="1" lang="en-US" altLang="zh-CN" sz="2400">
                <a:ea typeface="楷体_GB2312" pitchFamily="49" charset="-122"/>
              </a:rPr>
              <a:t>      S</a:t>
            </a:r>
            <a:r>
              <a:rPr kumimoji="1" lang="en-US" altLang="zh-CN" sz="2400" baseline="-25000">
                <a:ea typeface="楷体_GB2312" pitchFamily="49" charset="-122"/>
              </a:rPr>
              <a:t>0</a:t>
            </a:r>
            <a:r>
              <a:rPr kumimoji="1" lang="en-US" altLang="zh-CN" sz="2400">
                <a:ea typeface="楷体_GB2312" pitchFamily="49" charset="-122"/>
              </a:rPr>
              <a:t>/0      S</a:t>
            </a:r>
            <a:r>
              <a:rPr kumimoji="1" lang="en-US" altLang="zh-CN" sz="2400" baseline="-25000">
                <a:ea typeface="楷体_GB2312" pitchFamily="49" charset="-122"/>
              </a:rPr>
              <a:t>2</a:t>
            </a:r>
            <a:r>
              <a:rPr kumimoji="1" lang="en-US" altLang="zh-CN" sz="2400">
                <a:ea typeface="楷体_GB2312" pitchFamily="49" charset="-122"/>
              </a:rPr>
              <a:t>/0</a:t>
            </a:r>
          </a:p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  <a:r>
              <a:rPr kumimoji="1" lang="en-US" altLang="zh-CN" sz="2400" baseline="-25000">
                <a:ea typeface="楷体_GB2312" pitchFamily="49" charset="-122"/>
              </a:rPr>
              <a:t>2</a:t>
            </a:r>
            <a:r>
              <a:rPr kumimoji="1" lang="en-US" altLang="zh-CN" sz="2400">
                <a:ea typeface="楷体_GB2312" pitchFamily="49" charset="-122"/>
              </a:rPr>
              <a:t>      S</a:t>
            </a:r>
            <a:r>
              <a:rPr kumimoji="1" lang="en-US" altLang="zh-CN" sz="2400" baseline="-25000">
                <a:ea typeface="楷体_GB2312" pitchFamily="49" charset="-122"/>
              </a:rPr>
              <a:t>0</a:t>
            </a:r>
            <a:r>
              <a:rPr kumimoji="1" lang="en-US" altLang="zh-CN" sz="2400">
                <a:ea typeface="楷体_GB2312" pitchFamily="49" charset="-122"/>
              </a:rPr>
              <a:t>/0      S</a:t>
            </a:r>
            <a:r>
              <a:rPr kumimoji="1" lang="en-US" altLang="zh-CN" sz="2400" baseline="-25000">
                <a:ea typeface="楷体_GB2312" pitchFamily="49" charset="-122"/>
              </a:rPr>
              <a:t>2</a:t>
            </a:r>
            <a:r>
              <a:rPr kumimoji="1" lang="en-US" altLang="zh-CN" sz="2400">
                <a:ea typeface="楷体_GB2312" pitchFamily="49" charset="-122"/>
              </a:rPr>
              <a:t>/1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1B0455D1-DEA5-6B80-3647-CB011C422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205163"/>
            <a:ext cx="171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000">
                <a:ea typeface="楷体_GB2312" pitchFamily="49" charset="-122"/>
              </a:rPr>
              <a:t> </a:t>
            </a:r>
            <a:r>
              <a:rPr kumimoji="1" lang="en-US" altLang="zh-CN" sz="2000">
                <a:ea typeface="楷体_GB2312" pitchFamily="49" charset="-122"/>
              </a:rPr>
              <a:t>X=</a:t>
            </a:r>
            <a:r>
              <a:rPr kumimoji="1" lang="en-US" altLang="zh-CN" sz="2400">
                <a:ea typeface="楷体_GB2312" pitchFamily="49" charset="-122"/>
              </a:rPr>
              <a:t>0</a:t>
            </a:r>
            <a:r>
              <a:rPr kumimoji="1" lang="en-US" altLang="zh-CN" sz="2000">
                <a:ea typeface="楷体_GB2312" pitchFamily="49" charset="-122"/>
              </a:rPr>
              <a:t>        X=</a:t>
            </a:r>
            <a:r>
              <a:rPr kumimoji="1" lang="en-US" altLang="zh-CN" sz="2400">
                <a:ea typeface="楷体_GB2312" pitchFamily="49" charset="-122"/>
              </a:rPr>
              <a:t>1</a:t>
            </a:r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15186952-854C-3AF4-9946-D8558E8F8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275" y="3243263"/>
            <a:ext cx="1908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DCB8D66C-1C11-667C-4B8A-A1A4F9912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275" y="2773363"/>
            <a:ext cx="0" cy="2289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46479452-1DAF-439D-0B05-357FD9EDD0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2338" y="3243263"/>
            <a:ext cx="0" cy="1819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B83B129D-0B5D-4E77-0234-1BD25F8E0F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8963" y="3694113"/>
            <a:ext cx="2503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5CCECDE2-A991-E1EB-457C-EC265D4E4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8963" y="5062538"/>
            <a:ext cx="2503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931240C5-823C-B37F-3116-8F650A55A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2773363"/>
            <a:ext cx="2503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FDE5D376-3486-72B4-B1AD-88BF0771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773363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  <a:r>
              <a:rPr kumimoji="1" lang="en-US" altLang="zh-CN" sz="2400" baseline="35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/Z</a:t>
            </a:r>
            <a:endParaRPr kumimoji="1" lang="zh-CN" altLang="en-US" sz="2400">
              <a:ea typeface="楷体_GB2312" pitchFamily="49" charset="-122"/>
            </a:endParaRP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5CEF8014-4BEB-D7CA-9D35-99795EC5C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952750"/>
            <a:ext cx="46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  <a:r>
              <a:rPr kumimoji="1" lang="en-US" altLang="zh-CN" sz="2400" baseline="35000">
                <a:ea typeface="楷体_GB2312" pitchFamily="49" charset="-122"/>
              </a:rPr>
              <a:t>n</a:t>
            </a:r>
            <a:endParaRPr kumimoji="1" lang="zh-CN" altLang="en-US" sz="2400">
              <a:ea typeface="楷体_GB2312" pitchFamily="49" charset="-122"/>
            </a:endParaRP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31F39500-5E7A-CC82-54A2-D96D219F8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4122738"/>
            <a:ext cx="608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X/Z</a:t>
            </a:r>
          </a:p>
        </p:txBody>
      </p:sp>
      <p:sp>
        <p:nvSpPr>
          <p:cNvPr id="34" name="Oval 32">
            <a:extLst>
              <a:ext uri="{FF2B5EF4-FFF2-40B4-BE49-F238E27FC236}">
                <a16:creationId xmlns:a16="http://schemas.microsoft.com/office/drawing/2014/main" id="{C5957CC6-C848-9335-4514-670248DE0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303713"/>
            <a:ext cx="576262" cy="576262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endParaRPr lang="en-US" altLang="zh-CN" sz="1800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991CB66B-3D10-F56B-24D5-AF95081D62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0688" y="4591050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2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5D393-CA1F-5C0D-3A4E-F01E7F09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kumimoji="1" lang="zh-CN" altLang="en-US" dirty="0"/>
              <a:t>序列检测器（</a:t>
            </a:r>
            <a:r>
              <a:rPr lang="zh-CN" altLang="en-US" sz="3200" b="0" dirty="0"/>
              <a:t>按</a:t>
            </a:r>
            <a:r>
              <a:rPr lang="en-US" altLang="zh-CN" sz="3200" b="0" dirty="0"/>
              <a:t>Mealy</a:t>
            </a:r>
            <a:r>
              <a:rPr lang="zh-CN" altLang="en-US" sz="3200" b="0" dirty="0"/>
              <a:t>型时序电路分析）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8BAED-932A-8085-127D-C09841B7F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(3)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状态编码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9EA540-4B45-5759-2253-BE9C2CD7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E682CA-8B94-A108-00F6-1FC6209D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36" name="Text Box 4">
            <a:extLst>
              <a:ext uri="{FF2B5EF4-FFF2-40B4-BE49-F238E27FC236}">
                <a16:creationId xmlns:a16="http://schemas.microsoft.com/office/drawing/2014/main" id="{20E442D3-19E3-725B-ABBE-D8DBB132B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9872" y="1141399"/>
            <a:ext cx="7092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6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采用顺序码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，设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=00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 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=01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 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=10</a:t>
            </a:r>
            <a:endParaRPr lang="zh-CN" altLang="en-US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Line 5">
            <a:extLst>
              <a:ext uri="{FF2B5EF4-FFF2-40B4-BE49-F238E27FC236}">
                <a16:creationId xmlns:a16="http://schemas.microsoft.com/office/drawing/2014/main" id="{9CD06887-A738-66ED-3A91-39EF59396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6950" y="2938463"/>
            <a:ext cx="16557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6">
            <a:extLst>
              <a:ext uri="{FF2B5EF4-FFF2-40B4-BE49-F238E27FC236}">
                <a16:creationId xmlns:a16="http://schemas.microsoft.com/office/drawing/2014/main" id="{A4F379C7-3DF6-8296-C5A0-1535AB44D3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50" y="3155950"/>
            <a:ext cx="1620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7">
            <a:extLst>
              <a:ext uri="{FF2B5EF4-FFF2-40B4-BE49-F238E27FC236}">
                <a16:creationId xmlns:a16="http://schemas.microsoft.com/office/drawing/2014/main" id="{3C8E2F35-A1AC-51C6-38B1-016B26DE5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3373438"/>
            <a:ext cx="0" cy="933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8">
            <a:extLst>
              <a:ext uri="{FF2B5EF4-FFF2-40B4-BE49-F238E27FC236}">
                <a16:creationId xmlns:a16="http://schemas.microsoft.com/office/drawing/2014/main" id="{8BD70E0F-989E-C56D-B300-F069BAA6DA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59000" y="3298825"/>
            <a:ext cx="1800225" cy="11160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Arc 9">
            <a:extLst>
              <a:ext uri="{FF2B5EF4-FFF2-40B4-BE49-F238E27FC236}">
                <a16:creationId xmlns:a16="http://schemas.microsoft.com/office/drawing/2014/main" id="{51820661-A9F4-32E1-2DAB-5CB0186EDFBE}"/>
              </a:ext>
            </a:extLst>
          </p:cNvPr>
          <p:cNvSpPr>
            <a:spLocks/>
          </p:cNvSpPr>
          <p:nvPr/>
        </p:nvSpPr>
        <p:spPr bwMode="auto">
          <a:xfrm flipH="1">
            <a:off x="1257300" y="2687638"/>
            <a:ext cx="528638" cy="566737"/>
          </a:xfrm>
          <a:custGeom>
            <a:avLst/>
            <a:gdLst>
              <a:gd name="T0" fmla="*/ 0 w 40064"/>
              <a:gd name="T1" fmla="*/ 2147483646 h 43200"/>
              <a:gd name="T2" fmla="*/ 2147483646 w 40064"/>
              <a:gd name="T3" fmla="*/ 2147483646 h 43200"/>
              <a:gd name="T4" fmla="*/ 2147483646 w 40064"/>
              <a:gd name="T5" fmla="*/ 2147483646 h 43200"/>
              <a:gd name="T6" fmla="*/ 0 60000 65536"/>
              <a:gd name="T7" fmla="*/ 0 60000 65536"/>
              <a:gd name="T8" fmla="*/ 0 60000 65536"/>
              <a:gd name="T9" fmla="*/ 0 w 40064"/>
              <a:gd name="T10" fmla="*/ 0 h 43200"/>
              <a:gd name="T11" fmla="*/ 40064 w 40064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064" h="43200" fill="none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</a:path>
              <a:path w="40064" h="43200" stroke="0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  <a:lnTo>
                  <a:pt x="18464" y="21600"/>
                </a:lnTo>
                <a:lnTo>
                  <a:pt x="-1" y="1039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EC3325C3-8C6D-3B31-619E-444AAA7BF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2506663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1/0</a:t>
            </a:r>
          </a:p>
        </p:txBody>
      </p:sp>
      <p:sp>
        <p:nvSpPr>
          <p:cNvPr id="43" name="Text Box 11">
            <a:extLst>
              <a:ext uri="{FF2B5EF4-FFF2-40B4-BE49-F238E27FC236}">
                <a16:creationId xmlns:a16="http://schemas.microsoft.com/office/drawing/2014/main" id="{A2815BD0-4248-6FAC-A351-FE2731B5E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58775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1/0</a:t>
            </a:r>
          </a:p>
        </p:txBody>
      </p:sp>
      <p:sp>
        <p:nvSpPr>
          <p:cNvPr id="44" name="Text Box 12">
            <a:extLst>
              <a:ext uri="{FF2B5EF4-FFF2-40B4-BE49-F238E27FC236}">
                <a16:creationId xmlns:a16="http://schemas.microsoft.com/office/drawing/2014/main" id="{ECBC7CFD-53C0-8910-0ACE-FA4CAF260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938" y="3875088"/>
            <a:ext cx="509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0/0</a:t>
            </a:r>
          </a:p>
        </p:txBody>
      </p:sp>
      <p:sp>
        <p:nvSpPr>
          <p:cNvPr id="45" name="Text Box 13">
            <a:extLst>
              <a:ext uri="{FF2B5EF4-FFF2-40B4-BE49-F238E27FC236}">
                <a16:creationId xmlns:a16="http://schemas.microsoft.com/office/drawing/2014/main" id="{3B128A7B-3086-F68C-7B0E-87478CF7D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15595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0/0</a:t>
            </a:r>
          </a:p>
        </p:txBody>
      </p:sp>
      <p:sp>
        <p:nvSpPr>
          <p:cNvPr id="46" name="Text Box 14">
            <a:extLst>
              <a:ext uri="{FF2B5EF4-FFF2-40B4-BE49-F238E27FC236}">
                <a16:creationId xmlns:a16="http://schemas.microsoft.com/office/drawing/2014/main" id="{E5D1E6EB-AB0E-0668-4891-C5716FE32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68605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0/0</a:t>
            </a:r>
          </a:p>
        </p:txBody>
      </p:sp>
      <p:sp>
        <p:nvSpPr>
          <p:cNvPr id="47" name="Text Box 15">
            <a:extLst>
              <a:ext uri="{FF2B5EF4-FFF2-40B4-BE49-F238E27FC236}">
                <a16:creationId xmlns:a16="http://schemas.microsoft.com/office/drawing/2014/main" id="{0CFDC05C-7E69-E0B7-D102-F5B8E73A7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2825" y="401955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1/1</a:t>
            </a:r>
          </a:p>
        </p:txBody>
      </p:sp>
      <p:sp>
        <p:nvSpPr>
          <p:cNvPr id="48" name="Text Box 16">
            <a:extLst>
              <a:ext uri="{FF2B5EF4-FFF2-40B4-BE49-F238E27FC236}">
                <a16:creationId xmlns:a16="http://schemas.microsoft.com/office/drawing/2014/main" id="{4556EF4F-8C9A-E219-A022-2DB24D426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4164013"/>
            <a:ext cx="608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X/Z</a:t>
            </a:r>
          </a:p>
        </p:txBody>
      </p:sp>
      <p:sp>
        <p:nvSpPr>
          <p:cNvPr id="49" name="Oval 17">
            <a:extLst>
              <a:ext uri="{FF2B5EF4-FFF2-40B4-BE49-F238E27FC236}">
                <a16:creationId xmlns:a16="http://schemas.microsoft.com/office/drawing/2014/main" id="{9B0916EE-1F29-BE9D-555B-0E93086D2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2759075"/>
            <a:ext cx="611187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00</a:t>
            </a:r>
            <a:endParaRPr lang="en-US" altLang="zh-CN" sz="1800"/>
          </a:p>
        </p:txBody>
      </p:sp>
      <p:sp>
        <p:nvSpPr>
          <p:cNvPr id="50" name="Oval 18">
            <a:extLst>
              <a:ext uri="{FF2B5EF4-FFF2-40B4-BE49-F238E27FC236}">
                <a16:creationId xmlns:a16="http://schemas.microsoft.com/office/drawing/2014/main" id="{EC46F14C-7F37-7EBD-36EB-EABE8864C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7788" y="2759075"/>
            <a:ext cx="611187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01</a:t>
            </a:r>
            <a:endParaRPr lang="en-US" altLang="zh-CN" sz="1800"/>
          </a:p>
        </p:txBody>
      </p:sp>
      <p:sp>
        <p:nvSpPr>
          <p:cNvPr id="51" name="Oval 19">
            <a:extLst>
              <a:ext uri="{FF2B5EF4-FFF2-40B4-BE49-F238E27FC236}">
                <a16:creationId xmlns:a16="http://schemas.microsoft.com/office/drawing/2014/main" id="{13359B5C-BDDA-926C-3FF2-7EC5F7FE7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7788" y="4306888"/>
            <a:ext cx="611187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10</a:t>
            </a:r>
            <a:endParaRPr lang="en-US" altLang="zh-CN" sz="1800"/>
          </a:p>
        </p:txBody>
      </p:sp>
      <p:sp>
        <p:nvSpPr>
          <p:cNvPr id="52" name="Arc 20">
            <a:extLst>
              <a:ext uri="{FF2B5EF4-FFF2-40B4-BE49-F238E27FC236}">
                <a16:creationId xmlns:a16="http://schemas.microsoft.com/office/drawing/2014/main" id="{34216174-403B-DF2D-9DF4-23A09C45180B}"/>
              </a:ext>
            </a:extLst>
          </p:cNvPr>
          <p:cNvSpPr>
            <a:spLocks/>
          </p:cNvSpPr>
          <p:nvPr/>
        </p:nvSpPr>
        <p:spPr bwMode="auto">
          <a:xfrm rot="10054990" flipH="1">
            <a:off x="4391025" y="4308475"/>
            <a:ext cx="528638" cy="566738"/>
          </a:xfrm>
          <a:custGeom>
            <a:avLst/>
            <a:gdLst>
              <a:gd name="T0" fmla="*/ 0 w 40064"/>
              <a:gd name="T1" fmla="*/ 2147483646 h 43200"/>
              <a:gd name="T2" fmla="*/ 2147483646 w 40064"/>
              <a:gd name="T3" fmla="*/ 2147483646 h 43200"/>
              <a:gd name="T4" fmla="*/ 2147483646 w 40064"/>
              <a:gd name="T5" fmla="*/ 2147483646 h 43200"/>
              <a:gd name="T6" fmla="*/ 0 60000 65536"/>
              <a:gd name="T7" fmla="*/ 0 60000 65536"/>
              <a:gd name="T8" fmla="*/ 0 60000 65536"/>
              <a:gd name="T9" fmla="*/ 0 w 40064"/>
              <a:gd name="T10" fmla="*/ 0 h 43200"/>
              <a:gd name="T11" fmla="*/ 40064 w 40064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064" h="43200" fill="none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</a:path>
              <a:path w="40064" h="43200" stroke="0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  <a:lnTo>
                  <a:pt x="18464" y="21600"/>
                </a:lnTo>
                <a:lnTo>
                  <a:pt x="-1" y="1039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Text Box 21">
            <a:extLst>
              <a:ext uri="{FF2B5EF4-FFF2-40B4-BE49-F238E27FC236}">
                <a16:creationId xmlns:a16="http://schemas.microsoft.com/office/drawing/2014/main" id="{360594D1-81E5-2CD2-82BD-47C31EB04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0" y="5027613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状态图</a:t>
            </a:r>
          </a:p>
        </p:txBody>
      </p:sp>
      <p:sp>
        <p:nvSpPr>
          <p:cNvPr id="54" name="Text Box 22">
            <a:extLst>
              <a:ext uri="{FF2B5EF4-FFF2-40B4-BE49-F238E27FC236}">
                <a16:creationId xmlns:a16="http://schemas.microsoft.com/office/drawing/2014/main" id="{18DAD840-C0C0-A3C4-7A1A-CBB9A0DB9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3525838"/>
            <a:ext cx="263842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00        00/0      01/0</a:t>
            </a:r>
          </a:p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01        00/0      10/0</a:t>
            </a:r>
          </a:p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10        00/0      10/1</a:t>
            </a:r>
          </a:p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endParaRPr kumimoji="1" lang="en-US" altLang="zh-CN" sz="240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55" name="Text Box 23">
            <a:extLst>
              <a:ext uri="{FF2B5EF4-FFF2-40B4-BE49-F238E27FC236}">
                <a16:creationId xmlns:a16="http://schemas.microsoft.com/office/drawing/2014/main" id="{63A7CDF8-2033-34A8-4508-DABBEBB60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3117850"/>
            <a:ext cx="171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000">
                <a:ea typeface="楷体_GB2312" pitchFamily="49" charset="-122"/>
              </a:rPr>
              <a:t> </a:t>
            </a:r>
            <a:r>
              <a:rPr kumimoji="1" lang="en-US" altLang="zh-CN" sz="2000">
                <a:ea typeface="楷体_GB2312" pitchFamily="49" charset="-122"/>
              </a:rPr>
              <a:t>X=</a:t>
            </a:r>
            <a:r>
              <a:rPr kumimoji="1" lang="en-US" altLang="zh-CN" sz="2400">
                <a:ea typeface="楷体_GB2312" pitchFamily="49" charset="-122"/>
              </a:rPr>
              <a:t>0</a:t>
            </a:r>
            <a:r>
              <a:rPr kumimoji="1" lang="en-US" altLang="zh-CN" sz="2000">
                <a:ea typeface="楷体_GB2312" pitchFamily="49" charset="-122"/>
              </a:rPr>
              <a:t>        X=</a:t>
            </a:r>
            <a:r>
              <a:rPr kumimoji="1" lang="en-US" altLang="zh-CN" sz="2400">
                <a:ea typeface="楷体_GB2312" pitchFamily="49" charset="-122"/>
              </a:rPr>
              <a:t>1</a:t>
            </a:r>
          </a:p>
        </p:txBody>
      </p:sp>
      <p:sp>
        <p:nvSpPr>
          <p:cNvPr id="56" name="Line 24">
            <a:extLst>
              <a:ext uri="{FF2B5EF4-FFF2-40B4-BE49-F238E27FC236}">
                <a16:creationId xmlns:a16="http://schemas.microsoft.com/office/drawing/2014/main" id="{5A45B5D1-93A8-F34E-DE65-2D03A38965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5725" y="3155950"/>
            <a:ext cx="1908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25">
            <a:extLst>
              <a:ext uri="{FF2B5EF4-FFF2-40B4-BE49-F238E27FC236}">
                <a16:creationId xmlns:a16="http://schemas.microsoft.com/office/drawing/2014/main" id="{7E51E99E-A6D3-035D-27EE-CC77B02F4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5725" y="2686050"/>
            <a:ext cx="0" cy="275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Line 26">
            <a:extLst>
              <a:ext uri="{FF2B5EF4-FFF2-40B4-BE49-F238E27FC236}">
                <a16:creationId xmlns:a16="http://schemas.microsoft.com/office/drawing/2014/main" id="{A73AFD22-35D3-0E22-142F-0C6D2904A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3788" y="3155950"/>
            <a:ext cx="0" cy="2286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9" name="Group 27">
            <a:extLst>
              <a:ext uri="{FF2B5EF4-FFF2-40B4-BE49-F238E27FC236}">
                <a16:creationId xmlns:a16="http://schemas.microsoft.com/office/drawing/2014/main" id="{57FC8201-C17A-A74E-413C-84B99A3F99BF}"/>
              </a:ext>
            </a:extLst>
          </p:cNvPr>
          <p:cNvGrpSpPr>
            <a:grpSpLocks/>
          </p:cNvGrpSpPr>
          <p:nvPr/>
        </p:nvGrpSpPr>
        <p:grpSpPr bwMode="auto">
          <a:xfrm>
            <a:off x="5427663" y="2686050"/>
            <a:ext cx="2916237" cy="2755900"/>
            <a:chOff x="3606" y="2170"/>
            <a:chExt cx="1587" cy="1736"/>
          </a:xfrm>
        </p:grpSpPr>
        <p:sp>
          <p:nvSpPr>
            <p:cNvPr id="60" name="Line 28">
              <a:extLst>
                <a:ext uri="{FF2B5EF4-FFF2-40B4-BE49-F238E27FC236}">
                  <a16:creationId xmlns:a16="http://schemas.microsoft.com/office/drawing/2014/main" id="{778E84C3-7E24-1E78-D2E9-120846CCA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2750"/>
              <a:ext cx="15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29">
              <a:extLst>
                <a:ext uri="{FF2B5EF4-FFF2-40B4-BE49-F238E27FC236}">
                  <a16:creationId xmlns:a16="http://schemas.microsoft.com/office/drawing/2014/main" id="{9CC7B907-6B18-A181-8178-3B770F664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3906"/>
              <a:ext cx="15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30">
              <a:extLst>
                <a:ext uri="{FF2B5EF4-FFF2-40B4-BE49-F238E27FC236}">
                  <a16:creationId xmlns:a16="http://schemas.microsoft.com/office/drawing/2014/main" id="{3927A55E-63D6-E018-E02F-2CD4A6767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170"/>
              <a:ext cx="15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" name="Rectangle 31">
            <a:extLst>
              <a:ext uri="{FF2B5EF4-FFF2-40B4-BE49-F238E27FC236}">
                <a16:creationId xmlns:a16="http://schemas.microsoft.com/office/drawing/2014/main" id="{E11392B9-88FA-3EAF-95A0-00B19F99A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675" y="2686050"/>
            <a:ext cx="1808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  <a:r>
              <a:rPr kumimoji="1" lang="en-US" altLang="zh-CN" sz="2400" baseline="-15000">
                <a:ea typeface="楷体_GB2312" pitchFamily="49" charset="-122"/>
              </a:rPr>
              <a:t>1</a:t>
            </a:r>
            <a:r>
              <a:rPr kumimoji="1" lang="en-US" altLang="zh-CN" sz="2400" baseline="35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Q</a:t>
            </a:r>
            <a:r>
              <a:rPr kumimoji="1" lang="en-US" altLang="zh-CN" sz="2400" baseline="-15000">
                <a:ea typeface="楷体_GB2312" pitchFamily="49" charset="-122"/>
              </a:rPr>
              <a:t>0</a:t>
            </a:r>
            <a:r>
              <a:rPr kumimoji="1" lang="en-US" altLang="zh-CN" sz="2400" baseline="35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/Z</a:t>
            </a:r>
            <a:endParaRPr kumimoji="1" lang="zh-CN" altLang="en-US" sz="2400">
              <a:ea typeface="楷体_GB2312" pitchFamily="49" charset="-122"/>
            </a:endParaRPr>
          </a:p>
        </p:txBody>
      </p:sp>
      <p:sp>
        <p:nvSpPr>
          <p:cNvPr id="64" name="Text Box 32">
            <a:extLst>
              <a:ext uri="{FF2B5EF4-FFF2-40B4-BE49-F238E27FC236}">
                <a16:creationId xmlns:a16="http://schemas.microsoft.com/office/drawing/2014/main" id="{D1416C06-75C4-D218-D662-0272E399A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146300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65" name="Oval 33">
            <a:extLst>
              <a:ext uri="{FF2B5EF4-FFF2-40B4-BE49-F238E27FC236}">
                <a16:creationId xmlns:a16="http://schemas.microsoft.com/office/drawing/2014/main" id="{300B8B4B-EA8C-2561-10CC-E5BA6692B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308475"/>
            <a:ext cx="973138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10000"/>
              <a:t>1</a:t>
            </a:r>
            <a:r>
              <a:rPr lang="en-US" altLang="zh-CN" sz="2400"/>
              <a:t>Q</a:t>
            </a:r>
            <a:r>
              <a:rPr lang="en-US" altLang="zh-CN" sz="2400" baseline="-10000"/>
              <a:t>0</a:t>
            </a:r>
          </a:p>
        </p:txBody>
      </p:sp>
      <p:sp>
        <p:nvSpPr>
          <p:cNvPr id="66" name="Line 34">
            <a:extLst>
              <a:ext uri="{FF2B5EF4-FFF2-40B4-BE49-F238E27FC236}">
                <a16:creationId xmlns:a16="http://schemas.microsoft.com/office/drawing/2014/main" id="{8F820B19-C8BE-38B7-B00E-1C6BB1D77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3100" y="4632325"/>
            <a:ext cx="539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Rectangle 35">
            <a:extLst>
              <a:ext uri="{FF2B5EF4-FFF2-40B4-BE49-F238E27FC236}">
                <a16:creationId xmlns:a16="http://schemas.microsoft.com/office/drawing/2014/main" id="{00383CE7-C70C-2611-2AD1-923426C96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225" y="2886075"/>
            <a:ext cx="108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  <a:r>
              <a:rPr kumimoji="1" lang="en-US" altLang="zh-CN" sz="2400" baseline="-15000">
                <a:ea typeface="楷体_GB2312" pitchFamily="49" charset="-122"/>
              </a:rPr>
              <a:t>1</a:t>
            </a:r>
            <a:r>
              <a:rPr kumimoji="1" lang="en-US" altLang="zh-CN" sz="2400" baseline="35000">
                <a:ea typeface="楷体_GB2312" pitchFamily="49" charset="-122"/>
              </a:rPr>
              <a:t>n</a:t>
            </a:r>
            <a:r>
              <a:rPr kumimoji="1" lang="en-US" altLang="zh-CN" sz="2400">
                <a:ea typeface="楷体_GB2312" pitchFamily="49" charset="-122"/>
              </a:rPr>
              <a:t>Q</a:t>
            </a:r>
            <a:r>
              <a:rPr kumimoji="1" lang="en-US" altLang="zh-CN" sz="2400" baseline="-15000">
                <a:ea typeface="楷体_GB2312" pitchFamily="49" charset="-122"/>
              </a:rPr>
              <a:t>0</a:t>
            </a:r>
            <a:r>
              <a:rPr kumimoji="1" lang="en-US" altLang="zh-CN" sz="2400" baseline="35000">
                <a:ea typeface="楷体_GB2312" pitchFamily="49" charset="-122"/>
              </a:rPr>
              <a:t>n</a:t>
            </a:r>
            <a:endParaRPr kumimoji="1" lang="zh-CN" altLang="en-US" sz="2400" baseline="35000">
              <a:ea typeface="楷体_GB2312" pitchFamily="49" charset="-122"/>
            </a:endParaRPr>
          </a:p>
        </p:txBody>
      </p:sp>
      <p:sp>
        <p:nvSpPr>
          <p:cNvPr id="68" name="Rectangle 36">
            <a:extLst>
              <a:ext uri="{FF2B5EF4-FFF2-40B4-BE49-F238E27FC236}">
                <a16:creationId xmlns:a16="http://schemas.microsoft.com/office/drawing/2014/main" id="{44CFE489-D038-3BD8-646F-071C43C3E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988" y="4919663"/>
            <a:ext cx="263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  <a:ea typeface="楷体_GB2312" pitchFamily="49" charset="-122"/>
              </a:rPr>
              <a:t>11        xx/x      xx/x</a:t>
            </a:r>
            <a:endParaRPr kumimoji="1" lang="zh-CN" altLang="en-US" sz="2400">
              <a:solidFill>
                <a:srgbClr val="0000FF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478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E202B-BEFB-7CAD-A390-16E2643A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kumimoji="1" lang="zh-CN" altLang="en-US" dirty="0"/>
              <a:t>序列检测器（</a:t>
            </a:r>
            <a:r>
              <a:rPr lang="zh-CN" altLang="en-US" sz="3200" b="0" dirty="0"/>
              <a:t>按</a:t>
            </a:r>
            <a:r>
              <a:rPr lang="en-US" altLang="zh-CN" sz="3200" b="0" dirty="0"/>
              <a:t>Mealy</a:t>
            </a:r>
            <a:r>
              <a:rPr lang="zh-CN" altLang="en-US" sz="3200" b="0" dirty="0"/>
              <a:t>型时序电路分析）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830450-4335-DC93-83C3-132D92F4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(4)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求出状态方程和输出方程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2CED04-DAD0-F2C1-C867-38CF33E5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CF6C49-68D3-B990-D448-30F1CD70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A16048DC-FFE1-5925-65F3-250BEDC00B1C}"/>
              </a:ext>
            </a:extLst>
          </p:cNvPr>
          <p:cNvGrpSpPr>
            <a:grpSpLocks/>
          </p:cNvGrpSpPr>
          <p:nvPr/>
        </p:nvGrpSpPr>
        <p:grpSpPr bwMode="auto">
          <a:xfrm>
            <a:off x="5044166" y="1504478"/>
            <a:ext cx="2036763" cy="2268538"/>
            <a:chOff x="3900" y="2296"/>
            <a:chExt cx="1283" cy="1429"/>
          </a:xfrm>
        </p:grpSpPr>
        <p:sp>
          <p:nvSpPr>
            <p:cNvPr id="7" name="Text Box 3">
              <a:extLst>
                <a:ext uri="{FF2B5EF4-FFF2-40B4-BE49-F238E27FC236}">
                  <a16:creationId xmlns:a16="http://schemas.microsoft.com/office/drawing/2014/main" id="{6AD9F212-E4C2-8CB7-05D6-600640E9F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2" y="2747"/>
              <a:ext cx="980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00    0      0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01    0      0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10    0      1</a:t>
              </a:r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E5AD2BC5-5DE7-A1D0-8F48-0CEBD714E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2716"/>
              <a:ext cx="720" cy="98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F6931196-7707-5083-1304-7EA10FCB9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3244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14E071BD-527A-CBCC-CDC5-C77323C0A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3004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C789559A-37CD-3423-853F-AF917690A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3484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9208DC2F-EE86-5BF6-80FA-44738990C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5" y="2716"/>
              <a:ext cx="0" cy="9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AE93E4C0-8988-3FD9-4DCD-45BFD3F830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3" y="2476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310D3225-E511-344D-64E8-D785167E7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5" y="2485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>
                  <a:ea typeface="楷体_GB2312" pitchFamily="49" charset="-122"/>
                </a:rPr>
                <a:t> </a:t>
              </a:r>
              <a:r>
                <a:rPr kumimoji="1" lang="en-US" altLang="zh-CN" sz="2000">
                  <a:ea typeface="楷体_GB2312" pitchFamily="49" charset="-122"/>
                </a:rPr>
                <a:t>0       1</a:t>
              </a: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59BC9AC1-5973-E2F5-8485-79D91899E2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9" y="2384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X</a:t>
              </a:r>
            </a:p>
          </p:txBody>
        </p:sp>
        <p:grpSp>
          <p:nvGrpSpPr>
            <p:cNvPr id="16" name="Group 12">
              <a:extLst>
                <a:ext uri="{FF2B5EF4-FFF2-40B4-BE49-F238E27FC236}">
                  <a16:creationId xmlns:a16="http://schemas.microsoft.com/office/drawing/2014/main" id="{3C3DA380-3921-56BA-E38F-62DCCFDD15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0" y="2520"/>
              <a:ext cx="490" cy="283"/>
              <a:chOff x="2486" y="2952"/>
              <a:chExt cx="490" cy="283"/>
            </a:xfrm>
          </p:grpSpPr>
          <p:sp>
            <p:nvSpPr>
              <p:cNvPr id="20" name="Text Box 13">
                <a:extLst>
                  <a:ext uri="{FF2B5EF4-FFF2-40B4-BE49-F238E27FC236}">
                    <a16:creationId xmlns:a16="http://schemas.microsoft.com/office/drawing/2014/main" id="{F4ADF39D-0350-BF11-A417-EF2A5C5B1F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6" y="2985"/>
                <a:ext cx="4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1</a:t>
                </a: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0</a:t>
                </a:r>
                <a:endParaRPr kumimoji="1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21" name="Text Box 14">
                <a:extLst>
                  <a:ext uri="{FF2B5EF4-FFF2-40B4-BE49-F238E27FC236}">
                    <a16:creationId xmlns:a16="http://schemas.microsoft.com/office/drawing/2014/main" id="{1997B86C-7AC5-E379-A16F-FC24F2D076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8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  <p:sp>
            <p:nvSpPr>
              <p:cNvPr id="22" name="Text Box 15">
                <a:extLst>
                  <a:ext uri="{FF2B5EF4-FFF2-40B4-BE49-F238E27FC236}">
                    <a16:creationId xmlns:a16="http://schemas.microsoft.com/office/drawing/2014/main" id="{B716D15F-1E49-12D4-BD5B-DF6B0CAC61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4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</p:grp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9A86CB90-607A-29F4-42A6-32530769D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5" y="3205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×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C50C3528-B0FE-2C70-05EA-5007BC28C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1" y="3208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×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358D48-F88F-627C-6287-B8AE580DD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2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Z</a:t>
              </a:r>
              <a:endParaRPr kumimoji="1" lang="zh-CN" altLang="en-US" sz="2400" baseline="-25000">
                <a:ea typeface="楷体_GB2312" pitchFamily="49" charset="-122"/>
              </a:endParaRPr>
            </a:p>
          </p:txBody>
        </p:sp>
      </p:grpSp>
      <p:grpSp>
        <p:nvGrpSpPr>
          <p:cNvPr id="23" name="Group 25">
            <a:extLst>
              <a:ext uri="{FF2B5EF4-FFF2-40B4-BE49-F238E27FC236}">
                <a16:creationId xmlns:a16="http://schemas.microsoft.com/office/drawing/2014/main" id="{00F0C159-F97A-2915-A01D-D47E0DC5F3F4}"/>
              </a:ext>
            </a:extLst>
          </p:cNvPr>
          <p:cNvGrpSpPr>
            <a:grpSpLocks/>
          </p:cNvGrpSpPr>
          <p:nvPr/>
        </p:nvGrpSpPr>
        <p:grpSpPr bwMode="auto">
          <a:xfrm>
            <a:off x="2699951" y="1335109"/>
            <a:ext cx="2027237" cy="2447925"/>
            <a:chOff x="2199" y="2183"/>
            <a:chExt cx="1277" cy="1542"/>
          </a:xfrm>
        </p:grpSpPr>
        <p:sp>
          <p:nvSpPr>
            <p:cNvPr id="24" name="Text Box 26">
              <a:extLst>
                <a:ext uri="{FF2B5EF4-FFF2-40B4-BE49-F238E27FC236}">
                  <a16:creationId xmlns:a16="http://schemas.microsoft.com/office/drawing/2014/main" id="{B174864E-28C9-9A70-ED9E-2CE2CC124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747"/>
              <a:ext cx="980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00    0      1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01    0      0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10    0      0</a:t>
              </a:r>
            </a:p>
          </p:txBody>
        </p:sp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7F24A635-EC3B-9770-0BDD-C9B81816A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" y="2713"/>
              <a:ext cx="720" cy="98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6" name="Line 28">
              <a:extLst>
                <a:ext uri="{FF2B5EF4-FFF2-40B4-BE49-F238E27FC236}">
                  <a16:creationId xmlns:a16="http://schemas.microsoft.com/office/drawing/2014/main" id="{6BC1A5EC-DB3D-D234-3871-BC3930311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6" y="324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FDEB592F-6BEF-8AAE-CF78-13A2C4F3F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6" y="300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30">
              <a:extLst>
                <a:ext uri="{FF2B5EF4-FFF2-40B4-BE49-F238E27FC236}">
                  <a16:creationId xmlns:a16="http://schemas.microsoft.com/office/drawing/2014/main" id="{2FA53EF3-5C20-87C2-75AE-60FE07117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6" y="348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D7976BF5-71F8-9671-F9F0-A1B20147D3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713"/>
              <a:ext cx="0" cy="9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D61749E9-1190-242E-831E-5D2DA42411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16" y="2473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33">
              <a:extLst>
                <a:ext uri="{FF2B5EF4-FFF2-40B4-BE49-F238E27FC236}">
                  <a16:creationId xmlns:a16="http://schemas.microsoft.com/office/drawing/2014/main" id="{5514D89F-9B07-BE2D-7A65-089A5379E7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8" y="2482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>
                  <a:ea typeface="楷体_GB2312" pitchFamily="49" charset="-122"/>
                </a:rPr>
                <a:t> </a:t>
              </a:r>
              <a:r>
                <a:rPr kumimoji="1" lang="en-US" altLang="zh-CN" sz="2000">
                  <a:ea typeface="楷体_GB2312" pitchFamily="49" charset="-122"/>
                </a:rPr>
                <a:t>0       1</a:t>
              </a:r>
            </a:p>
          </p:txBody>
        </p:sp>
        <p:sp>
          <p:nvSpPr>
            <p:cNvPr id="32" name="Text Box 34">
              <a:extLst>
                <a:ext uri="{FF2B5EF4-FFF2-40B4-BE49-F238E27FC236}">
                  <a16:creationId xmlns:a16="http://schemas.microsoft.com/office/drawing/2014/main" id="{CE975166-F929-1ABF-5D45-4ED887911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2" y="2384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X</a:t>
              </a:r>
            </a:p>
          </p:txBody>
        </p:sp>
        <p:grpSp>
          <p:nvGrpSpPr>
            <p:cNvPr id="33" name="Group 35">
              <a:extLst>
                <a:ext uri="{FF2B5EF4-FFF2-40B4-BE49-F238E27FC236}">
                  <a16:creationId xmlns:a16="http://schemas.microsoft.com/office/drawing/2014/main" id="{5E535105-BBA6-3023-B8FA-EAE2B9214D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" y="2509"/>
              <a:ext cx="490" cy="283"/>
              <a:chOff x="2486" y="2952"/>
              <a:chExt cx="490" cy="283"/>
            </a:xfrm>
          </p:grpSpPr>
          <p:sp>
            <p:nvSpPr>
              <p:cNvPr id="39" name="Text Box 36">
                <a:extLst>
                  <a:ext uri="{FF2B5EF4-FFF2-40B4-BE49-F238E27FC236}">
                    <a16:creationId xmlns:a16="http://schemas.microsoft.com/office/drawing/2014/main" id="{3CEBE82B-2152-0C24-3582-96E714F498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6" y="2985"/>
                <a:ext cx="4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1</a:t>
                </a: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0</a:t>
                </a:r>
                <a:endParaRPr kumimoji="1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40" name="Text Box 37">
                <a:extLst>
                  <a:ext uri="{FF2B5EF4-FFF2-40B4-BE49-F238E27FC236}">
                    <a16:creationId xmlns:a16="http://schemas.microsoft.com/office/drawing/2014/main" id="{45CD484A-A4FF-54B0-03E4-5056314AE4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8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  <p:sp>
            <p:nvSpPr>
              <p:cNvPr id="41" name="Text Box 38">
                <a:extLst>
                  <a:ext uri="{FF2B5EF4-FFF2-40B4-BE49-F238E27FC236}">
                    <a16:creationId xmlns:a16="http://schemas.microsoft.com/office/drawing/2014/main" id="{55726244-30D3-8381-E508-330E396C0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4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</p:grpSp>
        <p:sp>
          <p:nvSpPr>
            <p:cNvPr id="34" name="Text Box 39">
              <a:extLst>
                <a:ext uri="{FF2B5EF4-FFF2-40B4-BE49-F238E27FC236}">
                  <a16:creationId xmlns:a16="http://schemas.microsoft.com/office/drawing/2014/main" id="{B1444B60-6BD8-D7B9-BC7D-4B1FFF4E65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8" y="320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×</a:t>
              </a:r>
            </a:p>
          </p:txBody>
        </p:sp>
        <p:sp>
          <p:nvSpPr>
            <p:cNvPr id="35" name="Text Box 40">
              <a:extLst>
                <a:ext uri="{FF2B5EF4-FFF2-40B4-BE49-F238E27FC236}">
                  <a16:creationId xmlns:a16="http://schemas.microsoft.com/office/drawing/2014/main" id="{2038934F-8625-4B25-3C0A-10E4F4527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4" y="320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×</a:t>
              </a:r>
            </a:p>
          </p:txBody>
        </p:sp>
        <p:grpSp>
          <p:nvGrpSpPr>
            <p:cNvPr id="36" name="Group 41">
              <a:extLst>
                <a:ext uri="{FF2B5EF4-FFF2-40B4-BE49-F238E27FC236}">
                  <a16:creationId xmlns:a16="http://schemas.microsoft.com/office/drawing/2014/main" id="{C19B0692-ECF1-E46C-55E2-49850F70CD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0" y="2183"/>
              <a:ext cx="531" cy="333"/>
              <a:chOff x="567" y="2160"/>
              <a:chExt cx="531" cy="333"/>
            </a:xfrm>
          </p:grpSpPr>
          <p:sp>
            <p:nvSpPr>
              <p:cNvPr id="37" name="Rectangle 42">
                <a:extLst>
                  <a:ext uri="{FF2B5EF4-FFF2-40B4-BE49-F238E27FC236}">
                    <a16:creationId xmlns:a16="http://schemas.microsoft.com/office/drawing/2014/main" id="{2AAB0E2C-4CB1-DA9D-8E32-68051CE9F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2205"/>
                <a:ext cx="3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r>
                  <a:rPr kumimoji="1" lang="en-US" altLang="zh-CN" sz="2400" baseline="-25000">
                    <a:ea typeface="楷体_GB2312" pitchFamily="49" charset="-122"/>
                  </a:rPr>
                  <a:t>0</a:t>
                </a:r>
                <a:endParaRPr kumimoji="1" lang="zh-CN" altLang="en-US" sz="2400" baseline="-25000">
                  <a:ea typeface="楷体_GB2312" pitchFamily="49" charset="-122"/>
                </a:endParaRPr>
              </a:p>
            </p:txBody>
          </p:sp>
          <p:sp>
            <p:nvSpPr>
              <p:cNvPr id="38" name="Text Box 43">
                <a:extLst>
                  <a:ext uri="{FF2B5EF4-FFF2-40B4-BE49-F238E27FC236}">
                    <a16:creationId xmlns:a16="http://schemas.microsoft.com/office/drawing/2014/main" id="{22F0FB7C-28B5-8CE4-2D68-F15B29B2C7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2160"/>
                <a:ext cx="35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800">
                    <a:ea typeface="楷体_GB2312" pitchFamily="49" charset="-122"/>
                  </a:rPr>
                  <a:t>n+1</a:t>
                </a:r>
              </a:p>
            </p:txBody>
          </p:sp>
        </p:grpSp>
      </p:grpSp>
      <p:grpSp>
        <p:nvGrpSpPr>
          <p:cNvPr id="42" name="Group 44">
            <a:extLst>
              <a:ext uri="{FF2B5EF4-FFF2-40B4-BE49-F238E27FC236}">
                <a16:creationId xmlns:a16="http://schemas.microsoft.com/office/drawing/2014/main" id="{92D4E9B0-89F3-AF94-8A76-A771CCE5848B}"/>
              </a:ext>
            </a:extLst>
          </p:cNvPr>
          <p:cNvGrpSpPr>
            <a:grpSpLocks/>
          </p:cNvGrpSpPr>
          <p:nvPr/>
        </p:nvGrpSpPr>
        <p:grpSpPr bwMode="auto">
          <a:xfrm>
            <a:off x="215513" y="1298596"/>
            <a:ext cx="2033588" cy="2471738"/>
            <a:chOff x="544" y="2160"/>
            <a:chExt cx="1281" cy="1557"/>
          </a:xfrm>
        </p:grpSpPr>
        <p:sp>
          <p:nvSpPr>
            <p:cNvPr id="43" name="Text Box 45">
              <a:extLst>
                <a:ext uri="{FF2B5EF4-FFF2-40B4-BE49-F238E27FC236}">
                  <a16:creationId xmlns:a16="http://schemas.microsoft.com/office/drawing/2014/main" id="{11BD40E7-FF39-0A69-141E-74CD00C4F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2739"/>
              <a:ext cx="980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00    0      0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01    0      1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11 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10    0      1</a:t>
              </a:r>
            </a:p>
          </p:txBody>
        </p:sp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FC287202-1DA7-CD4F-B736-B038F1436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" y="2713"/>
              <a:ext cx="720" cy="98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5" name="Line 47">
              <a:extLst>
                <a:ext uri="{FF2B5EF4-FFF2-40B4-BE49-F238E27FC236}">
                  <a16:creationId xmlns:a16="http://schemas.microsoft.com/office/drawing/2014/main" id="{D1A0C65C-A85F-04AD-4213-D1AD43996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324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8">
              <a:extLst>
                <a:ext uri="{FF2B5EF4-FFF2-40B4-BE49-F238E27FC236}">
                  <a16:creationId xmlns:a16="http://schemas.microsoft.com/office/drawing/2014/main" id="{6981E3FC-8F72-88C9-5B12-CA2060937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300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9">
              <a:extLst>
                <a:ext uri="{FF2B5EF4-FFF2-40B4-BE49-F238E27FC236}">
                  <a16:creationId xmlns:a16="http://schemas.microsoft.com/office/drawing/2014/main" id="{3569F29A-1E8F-65A0-E660-649342A08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348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50">
              <a:extLst>
                <a:ext uri="{FF2B5EF4-FFF2-40B4-BE49-F238E27FC236}">
                  <a16:creationId xmlns:a16="http://schemas.microsoft.com/office/drawing/2014/main" id="{D26A254F-D617-EF1B-A6B8-013FA38A9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7" y="2713"/>
              <a:ext cx="0" cy="9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51">
              <a:extLst>
                <a:ext uri="{FF2B5EF4-FFF2-40B4-BE49-F238E27FC236}">
                  <a16:creationId xmlns:a16="http://schemas.microsoft.com/office/drawing/2014/main" id="{5E5F6EBE-1F16-4564-02C8-4FE2D62F0A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5" y="2473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Box 52">
              <a:extLst>
                <a:ext uri="{FF2B5EF4-FFF2-40B4-BE49-F238E27FC236}">
                  <a16:creationId xmlns:a16="http://schemas.microsoft.com/office/drawing/2014/main" id="{57908EBC-F4F3-9B85-F467-B3AE3DB40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" y="2482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>
                  <a:ea typeface="楷体_GB2312" pitchFamily="49" charset="-122"/>
                </a:rPr>
                <a:t> </a:t>
              </a:r>
              <a:r>
                <a:rPr kumimoji="1" lang="en-US" altLang="zh-CN" sz="2000">
                  <a:ea typeface="楷体_GB2312" pitchFamily="49" charset="-122"/>
                </a:rPr>
                <a:t>0       1</a:t>
              </a:r>
            </a:p>
          </p:txBody>
        </p:sp>
        <p:sp>
          <p:nvSpPr>
            <p:cNvPr id="51" name="Text Box 53">
              <a:extLst>
                <a:ext uri="{FF2B5EF4-FFF2-40B4-BE49-F238E27FC236}">
                  <a16:creationId xmlns:a16="http://schemas.microsoft.com/office/drawing/2014/main" id="{6D0813DE-B2D0-B138-F43F-71BDF42ED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1" y="2384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X</a:t>
              </a:r>
            </a:p>
          </p:txBody>
        </p:sp>
        <p:grpSp>
          <p:nvGrpSpPr>
            <p:cNvPr id="52" name="Group 54">
              <a:extLst>
                <a:ext uri="{FF2B5EF4-FFF2-40B4-BE49-F238E27FC236}">
                  <a16:creationId xmlns:a16="http://schemas.microsoft.com/office/drawing/2014/main" id="{C6738F80-6F12-5FE7-A66A-5FCB8692C0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4" y="2523"/>
              <a:ext cx="490" cy="283"/>
              <a:chOff x="2486" y="2952"/>
              <a:chExt cx="490" cy="283"/>
            </a:xfrm>
          </p:grpSpPr>
          <p:sp>
            <p:nvSpPr>
              <p:cNvPr id="58" name="Text Box 55">
                <a:extLst>
                  <a:ext uri="{FF2B5EF4-FFF2-40B4-BE49-F238E27FC236}">
                    <a16:creationId xmlns:a16="http://schemas.microsoft.com/office/drawing/2014/main" id="{029EA379-520B-0F30-39EB-3B35FDBE9B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6" y="2985"/>
                <a:ext cx="4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1</a:t>
                </a: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0</a:t>
                </a:r>
                <a:endParaRPr kumimoji="1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59" name="Text Box 56">
                <a:extLst>
                  <a:ext uri="{FF2B5EF4-FFF2-40B4-BE49-F238E27FC236}">
                    <a16:creationId xmlns:a16="http://schemas.microsoft.com/office/drawing/2014/main" id="{2B6EFF3A-BAA8-F347-10D5-978065A903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8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  <p:sp>
            <p:nvSpPr>
              <p:cNvPr id="60" name="Text Box 57">
                <a:extLst>
                  <a:ext uri="{FF2B5EF4-FFF2-40B4-BE49-F238E27FC236}">
                    <a16:creationId xmlns:a16="http://schemas.microsoft.com/office/drawing/2014/main" id="{2B2FF418-E0BB-0EB1-C198-0FB05C0A70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4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</p:grpSp>
        <p:sp>
          <p:nvSpPr>
            <p:cNvPr id="53" name="Text Box 58">
              <a:extLst>
                <a:ext uri="{FF2B5EF4-FFF2-40B4-BE49-F238E27FC236}">
                  <a16:creationId xmlns:a16="http://schemas.microsoft.com/office/drawing/2014/main" id="{BA7158C4-CF82-BE5D-99E6-4C3841D6E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7" y="320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×</a:t>
              </a:r>
            </a:p>
          </p:txBody>
        </p:sp>
        <p:sp>
          <p:nvSpPr>
            <p:cNvPr id="54" name="Text Box 59">
              <a:extLst>
                <a:ext uri="{FF2B5EF4-FFF2-40B4-BE49-F238E27FC236}">
                  <a16:creationId xmlns:a16="http://schemas.microsoft.com/office/drawing/2014/main" id="{474434E3-9B1C-5795-2A21-AFD878B2A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3" y="320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×</a:t>
              </a:r>
            </a:p>
          </p:txBody>
        </p:sp>
        <p:grpSp>
          <p:nvGrpSpPr>
            <p:cNvPr id="55" name="Group 60">
              <a:extLst>
                <a:ext uri="{FF2B5EF4-FFF2-40B4-BE49-F238E27FC236}">
                  <a16:creationId xmlns:a16="http://schemas.microsoft.com/office/drawing/2014/main" id="{3E40AA2F-300C-67C1-5D0C-C95FB70E5F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2160"/>
              <a:ext cx="531" cy="333"/>
              <a:chOff x="567" y="2160"/>
              <a:chExt cx="531" cy="333"/>
            </a:xfrm>
          </p:grpSpPr>
          <p:sp>
            <p:nvSpPr>
              <p:cNvPr id="56" name="Rectangle 61">
                <a:extLst>
                  <a:ext uri="{FF2B5EF4-FFF2-40B4-BE49-F238E27FC236}">
                    <a16:creationId xmlns:a16="http://schemas.microsoft.com/office/drawing/2014/main" id="{69705308-B53A-D906-39D0-9F6A8BA34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2205"/>
                <a:ext cx="3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r>
                  <a:rPr kumimoji="1" lang="en-US" altLang="zh-CN" sz="2400" baseline="-25000">
                    <a:ea typeface="楷体_GB2312" pitchFamily="49" charset="-122"/>
                  </a:rPr>
                  <a:t>1</a:t>
                </a:r>
                <a:endParaRPr kumimoji="1" lang="zh-CN" altLang="en-US" sz="2400" baseline="-25000">
                  <a:ea typeface="楷体_GB2312" pitchFamily="49" charset="-122"/>
                </a:endParaRPr>
              </a:p>
            </p:txBody>
          </p:sp>
          <p:sp>
            <p:nvSpPr>
              <p:cNvPr id="57" name="Text Box 62">
                <a:extLst>
                  <a:ext uri="{FF2B5EF4-FFF2-40B4-BE49-F238E27FC236}">
                    <a16:creationId xmlns:a16="http://schemas.microsoft.com/office/drawing/2014/main" id="{4A085BF8-F388-48F8-3550-1434950D56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2160"/>
                <a:ext cx="35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800">
                    <a:ea typeface="楷体_GB2312" pitchFamily="49" charset="-122"/>
                  </a:rPr>
                  <a:t>n+1</a:t>
                </a:r>
              </a:p>
            </p:txBody>
          </p:sp>
        </p:grpSp>
      </p:grpSp>
      <p:sp>
        <p:nvSpPr>
          <p:cNvPr id="61" name="Oval 80">
            <a:extLst>
              <a:ext uri="{FF2B5EF4-FFF2-40B4-BE49-F238E27FC236}">
                <a16:creationId xmlns:a16="http://schemas.microsoft.com/office/drawing/2014/main" id="{538D7049-59CB-55A5-0060-4A22E37B3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9988" y="2214584"/>
            <a:ext cx="381000" cy="3810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62" name="Group 81">
            <a:extLst>
              <a:ext uri="{FF2B5EF4-FFF2-40B4-BE49-F238E27FC236}">
                <a16:creationId xmlns:a16="http://schemas.microsoft.com/office/drawing/2014/main" id="{719D0D35-9640-4B98-B056-FBC60C42E665}"/>
              </a:ext>
            </a:extLst>
          </p:cNvPr>
          <p:cNvGrpSpPr>
            <a:grpSpLocks/>
          </p:cNvGrpSpPr>
          <p:nvPr/>
        </p:nvGrpSpPr>
        <p:grpSpPr bwMode="auto">
          <a:xfrm>
            <a:off x="5563412" y="3814330"/>
            <a:ext cx="1566862" cy="546100"/>
            <a:chOff x="4014" y="3721"/>
            <a:chExt cx="987" cy="344"/>
          </a:xfrm>
        </p:grpSpPr>
        <p:sp>
          <p:nvSpPr>
            <p:cNvPr id="63" name="Text Box 82">
              <a:extLst>
                <a:ext uri="{FF2B5EF4-FFF2-40B4-BE49-F238E27FC236}">
                  <a16:creationId xmlns:a16="http://schemas.microsoft.com/office/drawing/2014/main" id="{348D5C95-4495-C47C-803B-D1BFE1D90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777"/>
              <a:ext cx="9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  </a:t>
              </a:r>
              <a:r>
                <a:rPr kumimoji="1" lang="en-US" altLang="zh-CN" sz="2400">
                  <a:ea typeface="楷体_GB2312" pitchFamily="49" charset="-122"/>
                </a:rPr>
                <a:t>Z = XQ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  <a:endParaRPr kumimoji="1" lang="en-US" altLang="zh-CN" sz="2400">
                <a:ea typeface="楷体_GB2312" pitchFamily="49" charset="-122"/>
              </a:endParaRPr>
            </a:p>
          </p:txBody>
        </p:sp>
        <p:sp>
          <p:nvSpPr>
            <p:cNvPr id="64" name="Text Box 83">
              <a:extLst>
                <a:ext uri="{FF2B5EF4-FFF2-40B4-BE49-F238E27FC236}">
                  <a16:creationId xmlns:a16="http://schemas.microsoft.com/office/drawing/2014/main" id="{E6A7276F-8DD5-4B72-CCAB-3833727CF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5" y="372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</p:grpSp>
      <p:sp>
        <p:nvSpPr>
          <p:cNvPr id="65" name="AutoShape 84">
            <a:extLst>
              <a:ext uri="{FF2B5EF4-FFF2-40B4-BE49-F238E27FC236}">
                <a16:creationId xmlns:a16="http://schemas.microsoft.com/office/drawing/2014/main" id="{1B30953E-1A12-F17E-F735-4157B5ED3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037" y="3047567"/>
            <a:ext cx="381000" cy="611188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6" name="AutoShape 91">
            <a:extLst>
              <a:ext uri="{FF2B5EF4-FFF2-40B4-BE49-F238E27FC236}">
                <a16:creationId xmlns:a16="http://schemas.microsoft.com/office/drawing/2014/main" id="{8266FBAE-D9E1-9915-5EA3-F04506C6B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251" y="2681309"/>
            <a:ext cx="396875" cy="685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7" name="AutoShape 92">
            <a:extLst>
              <a:ext uri="{FF2B5EF4-FFF2-40B4-BE49-F238E27FC236}">
                <a16:creationId xmlns:a16="http://schemas.microsoft.com/office/drawing/2014/main" id="{688081AA-888C-CCA1-14A3-B47E8DF8E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4763" y="3090884"/>
            <a:ext cx="323850" cy="61595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68" name="Group 93">
            <a:extLst>
              <a:ext uri="{FF2B5EF4-FFF2-40B4-BE49-F238E27FC236}">
                <a16:creationId xmlns:a16="http://schemas.microsoft.com/office/drawing/2014/main" id="{635FB1F3-DFE8-B1E9-6488-FEECD295E635}"/>
              </a:ext>
            </a:extLst>
          </p:cNvPr>
          <p:cNvGrpSpPr>
            <a:grpSpLocks/>
          </p:cNvGrpSpPr>
          <p:nvPr/>
        </p:nvGrpSpPr>
        <p:grpSpPr bwMode="auto">
          <a:xfrm>
            <a:off x="72638" y="3817959"/>
            <a:ext cx="2679700" cy="528637"/>
            <a:chOff x="839" y="1162"/>
            <a:chExt cx="1688" cy="333"/>
          </a:xfrm>
        </p:grpSpPr>
        <p:sp>
          <p:nvSpPr>
            <p:cNvPr id="69" name="Text Box 94">
              <a:extLst>
                <a:ext uri="{FF2B5EF4-FFF2-40B4-BE49-F238E27FC236}">
                  <a16:creationId xmlns:a16="http://schemas.microsoft.com/office/drawing/2014/main" id="{BA38D737-F39E-AF3F-6AA7-0BA6DE299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207"/>
              <a:ext cx="16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>
                  <a:ea typeface="楷体_GB2312" pitchFamily="49" charset="-122"/>
                </a:rPr>
                <a:t> = X(Q</a:t>
              </a:r>
              <a:r>
                <a:rPr kumimoji="1" lang="en-US" altLang="zh-CN" sz="2400" baseline="-2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+ Q</a:t>
              </a:r>
              <a:r>
                <a:rPr kumimoji="1" lang="en-US" altLang="zh-CN" sz="2400" baseline="-25000">
                  <a:ea typeface="楷体_GB2312" pitchFamily="49" charset="-122"/>
                </a:rPr>
                <a:t>1  </a:t>
              </a:r>
              <a:r>
                <a:rPr kumimoji="1" lang="en-US" altLang="zh-CN" sz="2400">
                  <a:ea typeface="楷体_GB2312" pitchFamily="49" charset="-122"/>
                </a:rPr>
                <a:t>)</a:t>
              </a:r>
            </a:p>
          </p:txBody>
        </p:sp>
        <p:sp>
          <p:nvSpPr>
            <p:cNvPr id="70" name="Text Box 95">
              <a:extLst>
                <a:ext uri="{FF2B5EF4-FFF2-40B4-BE49-F238E27FC236}">
                  <a16:creationId xmlns:a16="http://schemas.microsoft.com/office/drawing/2014/main" id="{DC581EDE-7360-98AA-ADF6-5C4C6A72A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71" name="Text Box 96">
              <a:extLst>
                <a:ext uri="{FF2B5EF4-FFF2-40B4-BE49-F238E27FC236}">
                  <a16:creationId xmlns:a16="http://schemas.microsoft.com/office/drawing/2014/main" id="{F9DBBC82-EBCB-0661-688A-886DA1689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</p:grpSp>
      <p:grpSp>
        <p:nvGrpSpPr>
          <p:cNvPr id="72" name="Group 97">
            <a:extLst>
              <a:ext uri="{FF2B5EF4-FFF2-40B4-BE49-F238E27FC236}">
                <a16:creationId xmlns:a16="http://schemas.microsoft.com/office/drawing/2014/main" id="{F5431EDC-4954-6906-9DF0-1EA63050D82B}"/>
              </a:ext>
            </a:extLst>
          </p:cNvPr>
          <p:cNvGrpSpPr>
            <a:grpSpLocks/>
          </p:cNvGrpSpPr>
          <p:nvPr/>
        </p:nvGrpSpPr>
        <p:grpSpPr bwMode="auto">
          <a:xfrm>
            <a:off x="2987288" y="3848121"/>
            <a:ext cx="2374900" cy="528638"/>
            <a:chOff x="862" y="1548"/>
            <a:chExt cx="1496" cy="333"/>
          </a:xfrm>
        </p:grpSpPr>
        <p:sp>
          <p:nvSpPr>
            <p:cNvPr id="73" name="Text Box 98">
              <a:extLst>
                <a:ext uri="{FF2B5EF4-FFF2-40B4-BE49-F238E27FC236}">
                  <a16:creationId xmlns:a16="http://schemas.microsoft.com/office/drawing/2014/main" id="{5258D2BC-A8B3-EF8F-AB57-65D8CD148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93"/>
              <a:ext cx="14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 baseline="-250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= X Q</a:t>
              </a:r>
              <a:r>
                <a:rPr kumimoji="1" lang="en-US" altLang="zh-CN" sz="2400" baseline="-25000">
                  <a:ea typeface="楷体_GB2312" pitchFamily="49" charset="-122"/>
                </a:rPr>
                <a:t>0 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74" name="Text Box 99">
              <a:extLst>
                <a:ext uri="{FF2B5EF4-FFF2-40B4-BE49-F238E27FC236}">
                  <a16:creationId xmlns:a16="http://schemas.microsoft.com/office/drawing/2014/main" id="{DF766F8B-8AA2-FD0F-5108-E9A90198B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5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75" name="Text Box 100">
              <a:extLst>
                <a:ext uri="{FF2B5EF4-FFF2-40B4-BE49-F238E27FC236}">
                  <a16:creationId xmlns:a16="http://schemas.microsoft.com/office/drawing/2014/main" id="{8F6BBCB4-8A6B-F024-B958-AB1555BD7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2" y="156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76" name="Line 101">
              <a:extLst>
                <a:ext uri="{FF2B5EF4-FFF2-40B4-BE49-F238E27FC236}">
                  <a16:creationId xmlns:a16="http://schemas.microsoft.com/office/drawing/2014/main" id="{CE4C7A67-87BB-54A3-4A44-9C4035DD3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1633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02">
              <a:extLst>
                <a:ext uri="{FF2B5EF4-FFF2-40B4-BE49-F238E27FC236}">
                  <a16:creationId xmlns:a16="http://schemas.microsoft.com/office/drawing/2014/main" id="{AAE195FD-9789-D88F-FDA0-F4A52A26A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1633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" name="Text Box 65">
            <a:extLst>
              <a:ext uri="{FF2B5EF4-FFF2-40B4-BE49-F238E27FC236}">
                <a16:creationId xmlns:a16="http://schemas.microsoft.com/office/drawing/2014/main" id="{59823FF2-D69D-332A-CD75-C3153B048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186" y="3858368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79" name="Text Box 66">
            <a:extLst>
              <a:ext uri="{FF2B5EF4-FFF2-40B4-BE49-F238E27FC236}">
                <a16:creationId xmlns:a16="http://schemas.microsoft.com/office/drawing/2014/main" id="{C288715D-D120-4C25-E50C-BF8FB68DB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648" y="5083918"/>
            <a:ext cx="21653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00       00/0      01/0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01       00/0      10/0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10       00/0      10/1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11       xx/x      xx/x</a:t>
            </a:r>
          </a:p>
        </p:txBody>
      </p:sp>
      <p:sp>
        <p:nvSpPr>
          <p:cNvPr id="80" name="Text Box 67">
            <a:extLst>
              <a:ext uri="{FF2B5EF4-FFF2-40B4-BE49-F238E27FC236}">
                <a16:creationId xmlns:a16="http://schemas.microsoft.com/office/drawing/2014/main" id="{460D2FDF-9941-0B2E-DE56-57EAB7DD4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3386" y="4721968"/>
            <a:ext cx="1543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1800">
                <a:ea typeface="楷体_GB2312" pitchFamily="49" charset="-122"/>
              </a:rPr>
              <a:t> </a:t>
            </a:r>
            <a:r>
              <a:rPr kumimoji="1" lang="en-US" altLang="zh-CN" sz="1800">
                <a:ea typeface="楷体_GB2312" pitchFamily="49" charset="-122"/>
              </a:rPr>
              <a:t>X=</a:t>
            </a:r>
            <a:r>
              <a:rPr kumimoji="1" lang="en-US" altLang="zh-CN" sz="2000">
                <a:ea typeface="楷体_GB2312" pitchFamily="49" charset="-122"/>
              </a:rPr>
              <a:t>0</a:t>
            </a:r>
            <a:r>
              <a:rPr kumimoji="1" lang="en-US" altLang="zh-CN" sz="1800">
                <a:ea typeface="楷体_GB2312" pitchFamily="49" charset="-122"/>
              </a:rPr>
              <a:t>        X=</a:t>
            </a:r>
            <a:r>
              <a:rPr kumimoji="1" lang="en-US" altLang="zh-CN" sz="2000">
                <a:ea typeface="楷体_GB2312" pitchFamily="49" charset="-122"/>
              </a:rPr>
              <a:t>1</a:t>
            </a:r>
          </a:p>
        </p:txBody>
      </p:sp>
      <p:sp>
        <p:nvSpPr>
          <p:cNvPr id="81" name="Line 68">
            <a:extLst>
              <a:ext uri="{FF2B5EF4-FFF2-40B4-BE49-F238E27FC236}">
                <a16:creationId xmlns:a16="http://schemas.microsoft.com/office/drawing/2014/main" id="{08485FEE-9F54-C0CC-663E-7B6303504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2111" y="4737843"/>
            <a:ext cx="1517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Line 69">
            <a:extLst>
              <a:ext uri="{FF2B5EF4-FFF2-40B4-BE49-F238E27FC236}">
                <a16:creationId xmlns:a16="http://schemas.microsoft.com/office/drawing/2014/main" id="{0E18823B-7221-CE49-4951-509D96A13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2111" y="4363193"/>
            <a:ext cx="0" cy="20145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70">
            <a:extLst>
              <a:ext uri="{FF2B5EF4-FFF2-40B4-BE49-F238E27FC236}">
                <a16:creationId xmlns:a16="http://schemas.microsoft.com/office/drawing/2014/main" id="{F97EC7A7-17E7-A129-2348-1664E2EFC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3798" y="4737843"/>
            <a:ext cx="0" cy="1639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71">
            <a:extLst>
              <a:ext uri="{FF2B5EF4-FFF2-40B4-BE49-F238E27FC236}">
                <a16:creationId xmlns:a16="http://schemas.microsoft.com/office/drawing/2014/main" id="{DAEABD2E-588D-913C-887F-0B7B13288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9636" y="5096618"/>
            <a:ext cx="23050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72">
            <a:extLst>
              <a:ext uri="{FF2B5EF4-FFF2-40B4-BE49-F238E27FC236}">
                <a16:creationId xmlns:a16="http://schemas.microsoft.com/office/drawing/2014/main" id="{9A525D10-30B2-6F24-15A9-D52F7AEA4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1223" y="6395193"/>
            <a:ext cx="23050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73">
            <a:extLst>
              <a:ext uri="{FF2B5EF4-FFF2-40B4-BE49-F238E27FC236}">
                <a16:creationId xmlns:a16="http://schemas.microsoft.com/office/drawing/2014/main" id="{4EAFDF80-7E02-FD3D-1696-BB1353DF38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5348" y="4363193"/>
            <a:ext cx="23050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Rectangle 74">
            <a:extLst>
              <a:ext uri="{FF2B5EF4-FFF2-40B4-BE49-F238E27FC236}">
                <a16:creationId xmlns:a16="http://schemas.microsoft.com/office/drawing/2014/main" id="{C83FEB8E-683F-696C-90E2-D5BAFB873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386" y="4326680"/>
            <a:ext cx="1519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 dirty="0">
                <a:ea typeface="楷体_GB2312" pitchFamily="49" charset="-122"/>
              </a:rPr>
              <a:t>Q</a:t>
            </a:r>
            <a:r>
              <a:rPr kumimoji="1" lang="en-US" altLang="zh-CN" sz="2000" baseline="-15000" dirty="0">
                <a:ea typeface="楷体_GB2312" pitchFamily="49" charset="-122"/>
              </a:rPr>
              <a:t>1</a:t>
            </a:r>
            <a:r>
              <a:rPr kumimoji="1" lang="en-US" altLang="zh-CN" sz="2000" baseline="35000" dirty="0">
                <a:ea typeface="楷体_GB2312" pitchFamily="49" charset="-122"/>
              </a:rPr>
              <a:t>n+1</a:t>
            </a:r>
            <a:r>
              <a:rPr kumimoji="1" lang="en-US" altLang="zh-CN" sz="2000" dirty="0">
                <a:ea typeface="楷体_GB2312" pitchFamily="49" charset="-122"/>
              </a:rPr>
              <a:t>Q</a:t>
            </a:r>
            <a:r>
              <a:rPr kumimoji="1" lang="en-US" altLang="zh-CN" sz="2000" baseline="-15000" dirty="0">
                <a:ea typeface="楷体_GB2312" pitchFamily="49" charset="-122"/>
              </a:rPr>
              <a:t>0</a:t>
            </a:r>
            <a:r>
              <a:rPr kumimoji="1" lang="en-US" altLang="zh-CN" sz="2000" baseline="35000" dirty="0">
                <a:ea typeface="楷体_GB2312" pitchFamily="49" charset="-122"/>
              </a:rPr>
              <a:t>n+1</a:t>
            </a:r>
            <a:r>
              <a:rPr kumimoji="1" lang="en-US" altLang="zh-CN" sz="2000" dirty="0">
                <a:ea typeface="楷体_GB2312" pitchFamily="49" charset="-122"/>
              </a:rPr>
              <a:t>/Z</a:t>
            </a:r>
            <a:endParaRPr kumimoji="1" lang="zh-CN" altLang="en-US" sz="2000" dirty="0">
              <a:ea typeface="楷体_GB2312" pitchFamily="49" charset="-122"/>
            </a:endParaRPr>
          </a:p>
        </p:txBody>
      </p:sp>
      <p:sp>
        <p:nvSpPr>
          <p:cNvPr id="88" name="Rectangle 75">
            <a:extLst>
              <a:ext uri="{FF2B5EF4-FFF2-40B4-BE49-F238E27FC236}">
                <a16:creationId xmlns:a16="http://schemas.microsoft.com/office/drawing/2014/main" id="{312C6981-24EA-5AB2-41EA-981769FDF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273" y="4571155"/>
            <a:ext cx="927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endParaRPr kumimoji="1" lang="zh-CN" altLang="en-US" sz="2000" baseline="35000">
              <a:ea typeface="楷体_GB2312" pitchFamily="49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6F9EDD5-1343-E9B5-92C2-37A3E4179C28}"/>
              </a:ext>
            </a:extLst>
          </p:cNvPr>
          <p:cNvSpPr/>
          <p:nvPr/>
        </p:nvSpPr>
        <p:spPr>
          <a:xfrm>
            <a:off x="7303062" y="3905768"/>
            <a:ext cx="2538936" cy="258562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08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A9347-EF6D-EAC9-BC12-3FB3ABCF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kumimoji="1" lang="zh-CN" altLang="en-US" dirty="0"/>
              <a:t>序列检测器（</a:t>
            </a:r>
            <a:r>
              <a:rPr lang="zh-CN" altLang="en-US" sz="3200" b="0" dirty="0"/>
              <a:t>按</a:t>
            </a:r>
            <a:r>
              <a:rPr lang="en-US" altLang="zh-CN" sz="3200" b="0" dirty="0"/>
              <a:t>Mealy</a:t>
            </a:r>
            <a:r>
              <a:rPr lang="zh-CN" altLang="en-US" sz="3200" b="0" dirty="0"/>
              <a:t>型时序电路分析）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3936F7-9946-C95D-0654-39634A512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(5) </a:t>
            </a:r>
            <a:r>
              <a:rPr lang="zh-CN" altLang="en-US" dirty="0">
                <a:latin typeface="Arial" panose="020B0604020202020204" pitchFamily="34" charset="0"/>
              </a:rPr>
              <a:t>检查自启动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9BDE44-1995-DD87-A503-D4EF7E11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0D4830-274B-01C1-6CE5-FF56B365F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626EA061-5BB5-9CA6-8B8E-7CA22F27EBF0}"/>
              </a:ext>
            </a:extLst>
          </p:cNvPr>
          <p:cNvGrpSpPr>
            <a:grpSpLocks/>
          </p:cNvGrpSpPr>
          <p:nvPr/>
        </p:nvGrpSpPr>
        <p:grpSpPr bwMode="auto">
          <a:xfrm>
            <a:off x="787167" y="1435177"/>
            <a:ext cx="2679700" cy="528638"/>
            <a:chOff x="839" y="1162"/>
            <a:chExt cx="1688" cy="333"/>
          </a:xfrm>
        </p:grpSpPr>
        <p:sp>
          <p:nvSpPr>
            <p:cNvPr id="7" name="Text Box 16">
              <a:extLst>
                <a:ext uri="{FF2B5EF4-FFF2-40B4-BE49-F238E27FC236}">
                  <a16:creationId xmlns:a16="http://schemas.microsoft.com/office/drawing/2014/main" id="{221CCABA-5933-6AAB-1332-71CDF658E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207"/>
              <a:ext cx="16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>
                  <a:ea typeface="楷体_GB2312" pitchFamily="49" charset="-122"/>
                </a:rPr>
                <a:t> = X(Q</a:t>
              </a:r>
              <a:r>
                <a:rPr kumimoji="1" lang="en-US" altLang="zh-CN" sz="2400" baseline="-2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+ Q</a:t>
              </a:r>
              <a:r>
                <a:rPr kumimoji="1" lang="en-US" altLang="zh-CN" sz="2400" baseline="-25000">
                  <a:ea typeface="楷体_GB2312" pitchFamily="49" charset="-122"/>
                </a:rPr>
                <a:t>1  </a:t>
              </a:r>
              <a:r>
                <a:rPr kumimoji="1" lang="en-US" altLang="zh-CN" sz="2400">
                  <a:ea typeface="楷体_GB2312" pitchFamily="49" charset="-122"/>
                </a:rPr>
                <a:t>)</a:t>
              </a:r>
            </a:p>
          </p:txBody>
        </p:sp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DFDBA31B-647B-C292-E29B-812A199FD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9" name="Text Box 18">
              <a:extLst>
                <a:ext uri="{FF2B5EF4-FFF2-40B4-BE49-F238E27FC236}">
                  <a16:creationId xmlns:a16="http://schemas.microsoft.com/office/drawing/2014/main" id="{9354E550-71DF-A61C-0860-F664F2A79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</p:grpSp>
      <p:grpSp>
        <p:nvGrpSpPr>
          <p:cNvPr id="10" name="Group 19">
            <a:extLst>
              <a:ext uri="{FF2B5EF4-FFF2-40B4-BE49-F238E27FC236}">
                <a16:creationId xmlns:a16="http://schemas.microsoft.com/office/drawing/2014/main" id="{B0E87314-D66C-17BC-5303-92461AA81FED}"/>
              </a:ext>
            </a:extLst>
          </p:cNvPr>
          <p:cNvGrpSpPr>
            <a:grpSpLocks/>
          </p:cNvGrpSpPr>
          <p:nvPr/>
        </p:nvGrpSpPr>
        <p:grpSpPr bwMode="auto">
          <a:xfrm>
            <a:off x="577617" y="2549602"/>
            <a:ext cx="1566863" cy="546100"/>
            <a:chOff x="4014" y="3721"/>
            <a:chExt cx="987" cy="344"/>
          </a:xfrm>
        </p:grpSpPr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0899C987-C9EC-887E-88F8-7EA281F3A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777"/>
              <a:ext cx="9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  </a:t>
              </a:r>
              <a:r>
                <a:rPr kumimoji="1" lang="en-US" altLang="zh-CN" sz="2400">
                  <a:ea typeface="楷体_GB2312" pitchFamily="49" charset="-122"/>
                </a:rPr>
                <a:t>Z = XQ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  <a:endParaRPr kumimoji="1" lang="en-US" altLang="zh-CN" sz="2400">
                <a:ea typeface="楷体_GB2312" pitchFamily="49" charset="-122"/>
              </a:endParaRPr>
            </a:p>
          </p:txBody>
        </p:sp>
        <p:sp>
          <p:nvSpPr>
            <p:cNvPr id="12" name="Text Box 21">
              <a:extLst>
                <a:ext uri="{FF2B5EF4-FFF2-40B4-BE49-F238E27FC236}">
                  <a16:creationId xmlns:a16="http://schemas.microsoft.com/office/drawing/2014/main" id="{D968E759-987D-88CB-2403-6B1E71143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5" y="372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3C6E25F5-AABF-6384-A45F-32B85E3977EA}"/>
              </a:ext>
            </a:extLst>
          </p:cNvPr>
          <p:cNvGrpSpPr>
            <a:grpSpLocks/>
          </p:cNvGrpSpPr>
          <p:nvPr/>
        </p:nvGrpSpPr>
        <p:grpSpPr bwMode="auto">
          <a:xfrm>
            <a:off x="714142" y="2005090"/>
            <a:ext cx="2374900" cy="528637"/>
            <a:chOff x="862" y="1548"/>
            <a:chExt cx="1496" cy="333"/>
          </a:xfrm>
        </p:grpSpPr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5393C0C8-88A0-E174-D495-5C5C514AF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93"/>
              <a:ext cx="14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 baseline="-250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= X Q</a:t>
              </a:r>
              <a:r>
                <a:rPr kumimoji="1" lang="en-US" altLang="zh-CN" sz="2400" baseline="-25000">
                  <a:ea typeface="楷体_GB2312" pitchFamily="49" charset="-122"/>
                </a:rPr>
                <a:t>0 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5" name="Text Box 24">
              <a:extLst>
                <a:ext uri="{FF2B5EF4-FFF2-40B4-BE49-F238E27FC236}">
                  <a16:creationId xmlns:a16="http://schemas.microsoft.com/office/drawing/2014/main" id="{1B0C9C05-792E-E76A-7CA7-93FC0DC49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5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16" name="Text Box 25">
              <a:extLst>
                <a:ext uri="{FF2B5EF4-FFF2-40B4-BE49-F238E27FC236}">
                  <a16:creationId xmlns:a16="http://schemas.microsoft.com/office/drawing/2014/main" id="{DD3C7B8F-F23E-9203-1BA2-49F31DFA9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2" y="156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17" name="Line 26">
              <a:extLst>
                <a:ext uri="{FF2B5EF4-FFF2-40B4-BE49-F238E27FC236}">
                  <a16:creationId xmlns:a16="http://schemas.microsoft.com/office/drawing/2014/main" id="{F1C4722B-BF10-23A2-9226-2A992DC3F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1633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BAD5F20C-1192-2FC5-20AD-A569359EC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1633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Line 28">
            <a:extLst>
              <a:ext uri="{FF2B5EF4-FFF2-40B4-BE49-F238E27FC236}">
                <a16:creationId xmlns:a16="http://schemas.microsoft.com/office/drawing/2014/main" id="{0BCE2E46-3A31-EF17-0199-FAAC7827D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6130" y="3787852"/>
            <a:ext cx="16557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97AB01F1-0163-0D39-A5E3-9AF80DE503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6130" y="4005340"/>
            <a:ext cx="16208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30">
            <a:extLst>
              <a:ext uri="{FF2B5EF4-FFF2-40B4-BE49-F238E27FC236}">
                <a16:creationId xmlns:a16="http://schemas.microsoft.com/office/drawing/2014/main" id="{2B8D261D-12F6-1394-E060-BCD4EC01A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0817" y="4222827"/>
            <a:ext cx="0" cy="933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31">
            <a:extLst>
              <a:ext uri="{FF2B5EF4-FFF2-40B4-BE49-F238E27FC236}">
                <a16:creationId xmlns:a16="http://schemas.microsoft.com/office/drawing/2014/main" id="{267FB9ED-7B0E-F80F-2ED7-EA373A477CE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68180" y="4148215"/>
            <a:ext cx="1800225" cy="11160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Arc 32">
            <a:extLst>
              <a:ext uri="{FF2B5EF4-FFF2-40B4-BE49-F238E27FC236}">
                <a16:creationId xmlns:a16="http://schemas.microsoft.com/office/drawing/2014/main" id="{255ADCA8-DE76-6A8C-5126-566E8F6699EB}"/>
              </a:ext>
            </a:extLst>
          </p:cNvPr>
          <p:cNvSpPr>
            <a:spLocks/>
          </p:cNvSpPr>
          <p:nvPr/>
        </p:nvSpPr>
        <p:spPr bwMode="auto">
          <a:xfrm flipH="1">
            <a:off x="366480" y="3537027"/>
            <a:ext cx="528637" cy="566738"/>
          </a:xfrm>
          <a:custGeom>
            <a:avLst/>
            <a:gdLst>
              <a:gd name="T0" fmla="*/ 0 w 40064"/>
              <a:gd name="T1" fmla="*/ 2147483646 h 43200"/>
              <a:gd name="T2" fmla="*/ 2147483646 w 40064"/>
              <a:gd name="T3" fmla="*/ 2147483646 h 43200"/>
              <a:gd name="T4" fmla="*/ 2147483646 w 40064"/>
              <a:gd name="T5" fmla="*/ 2147483646 h 43200"/>
              <a:gd name="T6" fmla="*/ 0 60000 65536"/>
              <a:gd name="T7" fmla="*/ 0 60000 65536"/>
              <a:gd name="T8" fmla="*/ 0 60000 65536"/>
              <a:gd name="T9" fmla="*/ 0 w 40064"/>
              <a:gd name="T10" fmla="*/ 0 h 43200"/>
              <a:gd name="T11" fmla="*/ 40064 w 40064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064" h="43200" fill="none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</a:path>
              <a:path w="40064" h="43200" stroke="0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  <a:lnTo>
                  <a:pt x="18464" y="21600"/>
                </a:lnTo>
                <a:lnTo>
                  <a:pt x="-1" y="1039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Text Box 33">
            <a:extLst>
              <a:ext uri="{FF2B5EF4-FFF2-40B4-BE49-F238E27FC236}">
                <a16:creationId xmlns:a16="http://schemas.microsoft.com/office/drawing/2014/main" id="{59D07D83-9842-F1C1-1B26-12E551791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392" y="3356052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1/0</a:t>
            </a:r>
          </a:p>
        </p:txBody>
      </p:sp>
      <p:sp>
        <p:nvSpPr>
          <p:cNvPr id="25" name="Text Box 34">
            <a:extLst>
              <a:ext uri="{FF2B5EF4-FFF2-40B4-BE49-F238E27FC236}">
                <a16:creationId xmlns:a16="http://schemas.microsoft.com/office/drawing/2014/main" id="{F1D12DAB-BD8E-E05D-9CB1-CEB283430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0817" y="443714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1/0</a:t>
            </a:r>
          </a:p>
        </p:txBody>
      </p:sp>
      <p:sp>
        <p:nvSpPr>
          <p:cNvPr id="26" name="Text Box 35">
            <a:extLst>
              <a:ext uri="{FF2B5EF4-FFF2-40B4-BE49-F238E27FC236}">
                <a16:creationId xmlns:a16="http://schemas.microsoft.com/office/drawing/2014/main" id="{DCEE8AD4-AAE2-052C-46D8-BED9F2A44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117" y="4724477"/>
            <a:ext cx="509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0/0</a:t>
            </a:r>
          </a:p>
        </p:txBody>
      </p:sp>
      <p:sp>
        <p:nvSpPr>
          <p:cNvPr id="27" name="Text Box 36">
            <a:extLst>
              <a:ext uri="{FF2B5EF4-FFF2-40B4-BE49-F238E27FC236}">
                <a16:creationId xmlns:a16="http://schemas.microsoft.com/office/drawing/2014/main" id="{25614D80-F8BE-EAF4-A936-6F96B7BE9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392" y="4005340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0/0</a:t>
            </a:r>
          </a:p>
        </p:txBody>
      </p:sp>
      <p:sp>
        <p:nvSpPr>
          <p:cNvPr id="28" name="Text Box 37">
            <a:extLst>
              <a:ext uri="{FF2B5EF4-FFF2-40B4-BE49-F238E27FC236}">
                <a16:creationId xmlns:a16="http://schemas.microsoft.com/office/drawing/2014/main" id="{83EEB85D-5769-F055-171E-61B43C92E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80" y="4111702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0/0</a:t>
            </a:r>
          </a:p>
        </p:txBody>
      </p:sp>
      <p:sp>
        <p:nvSpPr>
          <p:cNvPr id="29" name="Oval 38">
            <a:extLst>
              <a:ext uri="{FF2B5EF4-FFF2-40B4-BE49-F238E27FC236}">
                <a16:creationId xmlns:a16="http://schemas.microsoft.com/office/drawing/2014/main" id="{17DDB21E-BDF5-B3C9-E840-56C84309A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867" y="3608465"/>
            <a:ext cx="611188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00</a:t>
            </a:r>
            <a:endParaRPr lang="en-US" altLang="zh-CN" sz="1800"/>
          </a:p>
        </p:txBody>
      </p:sp>
      <p:sp>
        <p:nvSpPr>
          <p:cNvPr id="30" name="Oval 39">
            <a:extLst>
              <a:ext uri="{FF2B5EF4-FFF2-40B4-BE49-F238E27FC236}">
                <a16:creationId xmlns:a16="http://schemas.microsoft.com/office/drawing/2014/main" id="{38F9E413-F180-792F-0F0E-717665695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967" y="3608465"/>
            <a:ext cx="611188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01</a:t>
            </a:r>
            <a:endParaRPr lang="en-US" altLang="zh-CN" sz="1800"/>
          </a:p>
        </p:txBody>
      </p:sp>
      <p:sp>
        <p:nvSpPr>
          <p:cNvPr id="31" name="Oval 40">
            <a:extLst>
              <a:ext uri="{FF2B5EF4-FFF2-40B4-BE49-F238E27FC236}">
                <a16:creationId xmlns:a16="http://schemas.microsoft.com/office/drawing/2014/main" id="{7A0D06D9-8D72-40BC-BFBA-07C6FEA41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967" y="5156277"/>
            <a:ext cx="611188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10</a:t>
            </a:r>
            <a:endParaRPr lang="en-US" altLang="zh-CN" sz="1800"/>
          </a:p>
        </p:txBody>
      </p:sp>
      <p:grpSp>
        <p:nvGrpSpPr>
          <p:cNvPr id="32" name="Group 41">
            <a:extLst>
              <a:ext uri="{FF2B5EF4-FFF2-40B4-BE49-F238E27FC236}">
                <a16:creationId xmlns:a16="http://schemas.microsoft.com/office/drawing/2014/main" id="{1C7A73A6-49FE-2316-0B4A-EC93EF461B3F}"/>
              </a:ext>
            </a:extLst>
          </p:cNvPr>
          <p:cNvGrpSpPr>
            <a:grpSpLocks/>
          </p:cNvGrpSpPr>
          <p:nvPr/>
        </p:nvGrpSpPr>
        <p:grpSpPr bwMode="auto">
          <a:xfrm>
            <a:off x="799867" y="4222827"/>
            <a:ext cx="2197100" cy="1619250"/>
            <a:chOff x="1114" y="2661"/>
            <a:chExt cx="1384" cy="1020"/>
          </a:xfrm>
        </p:grpSpPr>
        <p:sp>
          <p:nvSpPr>
            <p:cNvPr id="33" name="Line 42">
              <a:extLst>
                <a:ext uri="{FF2B5EF4-FFF2-40B4-BE49-F238E27FC236}">
                  <a16:creationId xmlns:a16="http://schemas.microsoft.com/office/drawing/2014/main" id="{7567DC60-B464-302E-ABB6-DC78D0A13D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0" y="3453"/>
              <a:ext cx="99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43">
              <a:extLst>
                <a:ext uri="{FF2B5EF4-FFF2-40B4-BE49-F238E27FC236}">
                  <a16:creationId xmlns:a16="http://schemas.microsoft.com/office/drawing/2014/main" id="{0BCBAD21-DD8D-980A-5AA7-7477881665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8" y="2661"/>
              <a:ext cx="0" cy="57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44">
              <a:extLst>
                <a:ext uri="{FF2B5EF4-FFF2-40B4-BE49-F238E27FC236}">
                  <a16:creationId xmlns:a16="http://schemas.microsoft.com/office/drawing/2014/main" id="{3BB48BAE-84EC-3BB7-8927-A1B92A1BC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0" y="3431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rgbClr val="0000FF"/>
                  </a:solidFill>
                  <a:ea typeface="楷体_GB2312" pitchFamily="49" charset="-122"/>
                </a:rPr>
                <a:t>1/1</a:t>
              </a:r>
            </a:p>
          </p:txBody>
        </p:sp>
        <p:sp>
          <p:nvSpPr>
            <p:cNvPr id="36" name="Text Box 45">
              <a:extLst>
                <a:ext uri="{FF2B5EF4-FFF2-40B4-BE49-F238E27FC236}">
                  <a16:creationId xmlns:a16="http://schemas.microsoft.com/office/drawing/2014/main" id="{7C0D86DB-DAC5-586D-A9F0-9B98328C4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2877"/>
              <a:ext cx="3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rgbClr val="0000FF"/>
                  </a:solidFill>
                  <a:ea typeface="楷体_GB2312" pitchFamily="49" charset="-122"/>
                </a:rPr>
                <a:t>0/0</a:t>
              </a:r>
            </a:p>
          </p:txBody>
        </p:sp>
        <p:sp>
          <p:nvSpPr>
            <p:cNvPr id="37" name="Oval 46">
              <a:extLst>
                <a:ext uri="{FF2B5EF4-FFF2-40B4-BE49-F238E27FC236}">
                  <a16:creationId xmlns:a16="http://schemas.microsoft.com/office/drawing/2014/main" id="{FE9FC543-DE9E-6E4D-72C8-0569D89D0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" y="3249"/>
              <a:ext cx="385" cy="385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11</a:t>
              </a:r>
              <a:endParaRPr lang="en-US" altLang="zh-CN" sz="1800">
                <a:solidFill>
                  <a:srgbClr val="0000FF"/>
                </a:solidFill>
              </a:endParaRPr>
            </a:p>
          </p:txBody>
        </p:sp>
      </p:grpSp>
      <p:sp>
        <p:nvSpPr>
          <p:cNvPr id="38" name="Text Box 47">
            <a:extLst>
              <a:ext uri="{FF2B5EF4-FFF2-40B4-BE49-F238E27FC236}">
                <a16:creationId xmlns:a16="http://schemas.microsoft.com/office/drawing/2014/main" id="{24523E93-07CD-A773-22DB-C9B3B9C4B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217" y="5948440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状态图</a:t>
            </a:r>
          </a:p>
        </p:txBody>
      </p:sp>
      <p:sp>
        <p:nvSpPr>
          <p:cNvPr id="39" name="Text Box 48">
            <a:extLst>
              <a:ext uri="{FF2B5EF4-FFF2-40B4-BE49-F238E27FC236}">
                <a16:creationId xmlns:a16="http://schemas.microsoft.com/office/drawing/2014/main" id="{A08CFE1A-BF96-FFFE-DE29-382498485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4967" y="4918152"/>
            <a:ext cx="608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X/Z</a:t>
            </a:r>
          </a:p>
        </p:txBody>
      </p:sp>
      <p:sp>
        <p:nvSpPr>
          <p:cNvPr id="40" name="Oval 49">
            <a:extLst>
              <a:ext uri="{FF2B5EF4-FFF2-40B4-BE49-F238E27FC236}">
                <a16:creationId xmlns:a16="http://schemas.microsoft.com/office/drawing/2014/main" id="{CF4F5B88-7861-5893-E21B-1836300F8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417" y="5062615"/>
            <a:ext cx="973138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10000"/>
              <a:t>1</a:t>
            </a:r>
            <a:r>
              <a:rPr lang="en-US" altLang="zh-CN" sz="2400"/>
              <a:t>Q</a:t>
            </a:r>
            <a:r>
              <a:rPr lang="en-US" altLang="zh-CN" sz="2400" baseline="-10000"/>
              <a:t>0</a:t>
            </a:r>
          </a:p>
        </p:txBody>
      </p:sp>
      <p:sp>
        <p:nvSpPr>
          <p:cNvPr id="41" name="Line 50">
            <a:extLst>
              <a:ext uri="{FF2B5EF4-FFF2-40B4-BE49-F238E27FC236}">
                <a16:creationId xmlns:a16="http://schemas.microsoft.com/office/drawing/2014/main" id="{41BBEDCE-0FE0-2704-CF80-5F47920B79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4967" y="5386465"/>
            <a:ext cx="5397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Text Box 51">
            <a:extLst>
              <a:ext uri="{FF2B5EF4-FFF2-40B4-BE49-F238E27FC236}">
                <a16:creationId xmlns:a16="http://schemas.microsoft.com/office/drawing/2014/main" id="{CE9B4143-A045-4B0B-DCF8-4418CDE85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242" y="4867352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1/1</a:t>
            </a:r>
          </a:p>
        </p:txBody>
      </p:sp>
      <p:sp>
        <p:nvSpPr>
          <p:cNvPr id="43" name="Arc 52">
            <a:extLst>
              <a:ext uri="{FF2B5EF4-FFF2-40B4-BE49-F238E27FC236}">
                <a16:creationId xmlns:a16="http://schemas.microsoft.com/office/drawing/2014/main" id="{717C84FD-91EB-94AA-F60E-C905895DEE94}"/>
              </a:ext>
            </a:extLst>
          </p:cNvPr>
          <p:cNvSpPr>
            <a:spLocks/>
          </p:cNvSpPr>
          <p:nvPr/>
        </p:nvSpPr>
        <p:spPr bwMode="auto">
          <a:xfrm rot="10054990" flipH="1">
            <a:off x="3495442" y="5156277"/>
            <a:ext cx="528638" cy="566738"/>
          </a:xfrm>
          <a:custGeom>
            <a:avLst/>
            <a:gdLst>
              <a:gd name="T0" fmla="*/ 0 w 40064"/>
              <a:gd name="T1" fmla="*/ 2147483646 h 43200"/>
              <a:gd name="T2" fmla="*/ 2147483646 w 40064"/>
              <a:gd name="T3" fmla="*/ 2147483646 h 43200"/>
              <a:gd name="T4" fmla="*/ 2147483646 w 40064"/>
              <a:gd name="T5" fmla="*/ 2147483646 h 43200"/>
              <a:gd name="T6" fmla="*/ 0 60000 65536"/>
              <a:gd name="T7" fmla="*/ 0 60000 65536"/>
              <a:gd name="T8" fmla="*/ 0 60000 65536"/>
              <a:gd name="T9" fmla="*/ 0 w 40064"/>
              <a:gd name="T10" fmla="*/ 0 h 43200"/>
              <a:gd name="T11" fmla="*/ 40064 w 40064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064" h="43200" fill="none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</a:path>
              <a:path w="40064" h="43200" stroke="0" extrusionOk="0">
                <a:moveTo>
                  <a:pt x="-1" y="10391"/>
                </a:moveTo>
                <a:cubicBezTo>
                  <a:pt x="3916" y="3939"/>
                  <a:pt x="10916" y="-1"/>
                  <a:pt x="18464" y="0"/>
                </a:cubicBezTo>
                <a:cubicBezTo>
                  <a:pt x="30393" y="0"/>
                  <a:pt x="40064" y="9670"/>
                  <a:pt x="40064" y="21600"/>
                </a:cubicBezTo>
                <a:cubicBezTo>
                  <a:pt x="40064" y="33529"/>
                  <a:pt x="30393" y="43200"/>
                  <a:pt x="18464" y="43200"/>
                </a:cubicBezTo>
                <a:cubicBezTo>
                  <a:pt x="13660" y="43200"/>
                  <a:pt x="8994" y="41598"/>
                  <a:pt x="5202" y="38650"/>
                </a:cubicBezTo>
                <a:lnTo>
                  <a:pt x="18464" y="21600"/>
                </a:lnTo>
                <a:lnTo>
                  <a:pt x="-1" y="1039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A5FB816B-3BCB-64AF-CAAD-87BAB8B51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892" y="907236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46" name="Text Box 5">
            <a:extLst>
              <a:ext uri="{FF2B5EF4-FFF2-40B4-BE49-F238E27FC236}">
                <a16:creationId xmlns:a16="http://schemas.microsoft.com/office/drawing/2014/main" id="{2E96F7D8-30DC-E308-6940-C6D531A8E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355" y="2132786"/>
            <a:ext cx="21653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00       00/0      01/0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01       00/0      10/0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10       00/0      10/1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endParaRPr kumimoji="1" lang="en-US" altLang="zh-CN" sz="200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47" name="Text Box 6">
            <a:extLst>
              <a:ext uri="{FF2B5EF4-FFF2-40B4-BE49-F238E27FC236}">
                <a16:creationId xmlns:a16="http://schemas.microsoft.com/office/drawing/2014/main" id="{1B48DADA-6AFB-FFE7-6C8E-14F4E884F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3092" y="1770836"/>
            <a:ext cx="1543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1800">
                <a:ea typeface="楷体_GB2312" pitchFamily="49" charset="-122"/>
              </a:rPr>
              <a:t> </a:t>
            </a:r>
            <a:r>
              <a:rPr kumimoji="1" lang="en-US" altLang="zh-CN" sz="1800">
                <a:ea typeface="楷体_GB2312" pitchFamily="49" charset="-122"/>
              </a:rPr>
              <a:t>X=</a:t>
            </a:r>
            <a:r>
              <a:rPr kumimoji="1" lang="en-US" altLang="zh-CN" sz="2000">
                <a:ea typeface="楷体_GB2312" pitchFamily="49" charset="-122"/>
              </a:rPr>
              <a:t>0</a:t>
            </a:r>
            <a:r>
              <a:rPr kumimoji="1" lang="en-US" altLang="zh-CN" sz="1800">
                <a:ea typeface="楷体_GB2312" pitchFamily="49" charset="-122"/>
              </a:rPr>
              <a:t>        X=</a:t>
            </a:r>
            <a:r>
              <a:rPr kumimoji="1" lang="en-US" altLang="zh-CN" sz="2000">
                <a:ea typeface="楷体_GB2312" pitchFamily="49" charset="-122"/>
              </a:rPr>
              <a:t>1</a:t>
            </a:r>
          </a:p>
        </p:txBody>
      </p:sp>
      <p:sp>
        <p:nvSpPr>
          <p:cNvPr id="48" name="Line 7">
            <a:extLst>
              <a:ext uri="{FF2B5EF4-FFF2-40B4-BE49-F238E27FC236}">
                <a16:creationId xmlns:a16="http://schemas.microsoft.com/office/drawing/2014/main" id="{EA8AA435-0C32-29A1-31C8-49C69100B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1817" y="1786711"/>
            <a:ext cx="1517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8">
            <a:extLst>
              <a:ext uri="{FF2B5EF4-FFF2-40B4-BE49-F238E27FC236}">
                <a16:creationId xmlns:a16="http://schemas.microsoft.com/office/drawing/2014/main" id="{F6E56F65-B547-F7BF-8A1E-0E58DB4BB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1817" y="1412061"/>
            <a:ext cx="0" cy="2014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9">
            <a:extLst>
              <a:ext uri="{FF2B5EF4-FFF2-40B4-BE49-F238E27FC236}">
                <a16:creationId xmlns:a16="http://schemas.microsoft.com/office/drawing/2014/main" id="{25244697-4FC1-FA27-C0AB-6590DF74E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3505" y="1786711"/>
            <a:ext cx="0" cy="16398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10">
            <a:extLst>
              <a:ext uri="{FF2B5EF4-FFF2-40B4-BE49-F238E27FC236}">
                <a16:creationId xmlns:a16="http://schemas.microsoft.com/office/drawing/2014/main" id="{C7AFBAD7-3C2D-473C-5211-29FF43682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9342" y="2145486"/>
            <a:ext cx="23050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11">
            <a:extLst>
              <a:ext uri="{FF2B5EF4-FFF2-40B4-BE49-F238E27FC236}">
                <a16:creationId xmlns:a16="http://schemas.microsoft.com/office/drawing/2014/main" id="{B0F8452F-E9D5-8F2D-7F01-986A5AEA7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0930" y="3426599"/>
            <a:ext cx="23050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Line 12">
            <a:extLst>
              <a:ext uri="{FF2B5EF4-FFF2-40B4-BE49-F238E27FC236}">
                <a16:creationId xmlns:a16="http://schemas.microsoft.com/office/drawing/2014/main" id="{1C2441CD-C782-D59E-0EB4-8C346CF43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055" y="1412061"/>
            <a:ext cx="23050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Rectangle 13">
            <a:extLst>
              <a:ext uri="{FF2B5EF4-FFF2-40B4-BE49-F238E27FC236}">
                <a16:creationId xmlns:a16="http://schemas.microsoft.com/office/drawing/2014/main" id="{64315C1F-184C-ABF1-BA8B-8461736B6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3092" y="1375549"/>
            <a:ext cx="1519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/Z</a:t>
            </a:r>
            <a:endParaRPr kumimoji="1" lang="zh-CN" altLang="en-US" sz="2000">
              <a:ea typeface="楷体_GB2312" pitchFamily="49" charset="-122"/>
            </a:endParaRPr>
          </a:p>
        </p:txBody>
      </p:sp>
      <p:sp>
        <p:nvSpPr>
          <p:cNvPr id="55" name="Rectangle 14">
            <a:extLst>
              <a:ext uri="{FF2B5EF4-FFF2-40B4-BE49-F238E27FC236}">
                <a16:creationId xmlns:a16="http://schemas.microsoft.com/office/drawing/2014/main" id="{919FB368-4696-D7AD-5E51-223FD5D8D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980" y="1620024"/>
            <a:ext cx="927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endParaRPr kumimoji="1" lang="zh-CN" altLang="en-US" sz="2000" baseline="35000">
              <a:ea typeface="楷体_GB2312" pitchFamily="49" charset="-122"/>
            </a:endParaRPr>
          </a:p>
        </p:txBody>
      </p:sp>
      <p:sp>
        <p:nvSpPr>
          <p:cNvPr id="56" name="Rectangle 53">
            <a:extLst>
              <a:ext uri="{FF2B5EF4-FFF2-40B4-BE49-F238E27FC236}">
                <a16:creationId xmlns:a16="http://schemas.microsoft.com/office/drawing/2014/main" id="{F734E07A-5DEC-88BD-689C-006F09326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980" y="3577411"/>
            <a:ext cx="2736850" cy="6080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具有自启动能力</a:t>
            </a:r>
          </a:p>
        </p:txBody>
      </p:sp>
      <p:sp>
        <p:nvSpPr>
          <p:cNvPr id="57" name="Rectangle 54">
            <a:extLst>
              <a:ext uri="{FF2B5EF4-FFF2-40B4-BE49-F238E27FC236}">
                <a16:creationId xmlns:a16="http://schemas.microsoft.com/office/drawing/2014/main" id="{F8E44906-0B29-64ED-3968-C48C3F7C3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880" y="3047186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solidFill>
                  <a:srgbClr val="0000FF"/>
                </a:solidFill>
                <a:ea typeface="楷体_GB2312" pitchFamily="49" charset="-122"/>
              </a:rPr>
              <a:t>11</a:t>
            </a:r>
            <a:endParaRPr kumimoji="1" lang="zh-CN" altLang="en-US" sz="200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58" name="Rectangle 55">
            <a:extLst>
              <a:ext uri="{FF2B5EF4-FFF2-40B4-BE49-F238E27FC236}">
                <a16:creationId xmlns:a16="http://schemas.microsoft.com/office/drawing/2014/main" id="{BD2C365A-76F7-DF73-BBBD-F73FDA845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617" y="3047186"/>
            <a:ext cx="1466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solidFill>
                  <a:srgbClr val="0000FF"/>
                </a:solidFill>
                <a:ea typeface="楷体_GB2312" pitchFamily="49" charset="-122"/>
              </a:rPr>
              <a:t>00/0      10/1</a:t>
            </a:r>
            <a:endParaRPr kumimoji="1" lang="zh-CN" altLang="en-US" sz="2000">
              <a:solidFill>
                <a:srgbClr val="0000FF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869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FFC15-2DD6-6EBC-9D3D-F1D0DC69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kumimoji="1" lang="zh-CN" altLang="en-US" dirty="0"/>
              <a:t>序列检测器（</a:t>
            </a:r>
            <a:r>
              <a:rPr lang="zh-CN" altLang="en-US" sz="3200" b="0" dirty="0"/>
              <a:t>按</a:t>
            </a:r>
            <a:r>
              <a:rPr lang="en-US" altLang="zh-CN" sz="3200" b="0" dirty="0"/>
              <a:t>Mealy</a:t>
            </a:r>
            <a:r>
              <a:rPr lang="zh-CN" altLang="en-US" sz="3200" b="0" dirty="0"/>
              <a:t>型时序电路分析）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29F600-A1F4-4CE4-A074-87077FFD7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）选择触发器，求激励方程和输出方程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dirty="0">
                <a:latin typeface="Arial" panose="020B0604020202020204" pitchFamily="34" charset="0"/>
              </a:rPr>
              <a:t>画出逻辑图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DC3B32-4ADE-A1AC-72BF-EBE38E284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46267B-3286-E030-178B-423BAC02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7657DFAE-8F22-019D-D29D-9BD74C6D1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38" y="1282199"/>
            <a:ext cx="2355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D</a:t>
            </a:r>
            <a:r>
              <a:rPr kumimoji="1" lang="en-US" altLang="zh-CN" sz="2400" baseline="-15000">
                <a:ea typeface="楷体_GB2312" pitchFamily="49" charset="-122"/>
              </a:rPr>
              <a:t>1</a:t>
            </a:r>
            <a:r>
              <a:rPr kumimoji="1" lang="en-US" altLang="zh-CN" sz="2400">
                <a:ea typeface="楷体_GB2312" pitchFamily="49" charset="-122"/>
              </a:rPr>
              <a:t> = X(Q</a:t>
            </a:r>
            <a:r>
              <a:rPr kumimoji="1" lang="en-US" altLang="zh-CN" sz="2400" baseline="-25000">
                <a:ea typeface="楷体_GB2312" pitchFamily="49" charset="-122"/>
              </a:rPr>
              <a:t>0 </a:t>
            </a:r>
            <a:r>
              <a:rPr kumimoji="1" lang="en-US" altLang="zh-CN" sz="2400">
                <a:ea typeface="楷体_GB2312" pitchFamily="49" charset="-122"/>
              </a:rPr>
              <a:t>+ Q</a:t>
            </a:r>
            <a:r>
              <a:rPr kumimoji="1" lang="en-US" altLang="zh-CN" sz="2400" baseline="-25000">
                <a:ea typeface="楷体_GB2312" pitchFamily="49" charset="-122"/>
              </a:rPr>
              <a:t>1  </a:t>
            </a:r>
            <a:r>
              <a:rPr kumimoji="1" lang="en-US" altLang="zh-CN" sz="2400">
                <a:ea typeface="楷体_GB2312" pitchFamily="49" charset="-122"/>
              </a:rPr>
              <a:t>)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B1CAD9C2-EB0F-D8E8-0F98-9CCAD5C89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5025" y="2372809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>
                <a:ea typeface="楷体_GB2312" pitchFamily="49" charset="-122"/>
              </a:rPr>
              <a:t>   </a:t>
            </a:r>
            <a:r>
              <a:rPr kumimoji="1" lang="en-US" altLang="zh-CN" sz="2400">
                <a:ea typeface="楷体_GB2312" pitchFamily="49" charset="-122"/>
              </a:rPr>
              <a:t>Z = XQ</a:t>
            </a:r>
            <a:r>
              <a:rPr kumimoji="1" lang="en-US" altLang="zh-CN" sz="2400" baseline="-25000">
                <a:ea typeface="楷体_GB2312" pitchFamily="49" charset="-122"/>
              </a:rPr>
              <a:t>1</a:t>
            </a:r>
            <a:endParaRPr kumimoji="1" lang="en-US" altLang="zh-CN" sz="2400">
              <a:ea typeface="楷体_GB2312" pitchFamily="49" charset="-122"/>
            </a:endParaRPr>
          </a:p>
        </p:txBody>
      </p:sp>
      <p:grpSp>
        <p:nvGrpSpPr>
          <p:cNvPr id="9" name="Group 11">
            <a:extLst>
              <a:ext uri="{FF2B5EF4-FFF2-40B4-BE49-F238E27FC236}">
                <a16:creationId xmlns:a16="http://schemas.microsoft.com/office/drawing/2014/main" id="{ECE1AF27-870F-E12E-7540-CD957B6246EC}"/>
              </a:ext>
            </a:extLst>
          </p:cNvPr>
          <p:cNvGrpSpPr>
            <a:grpSpLocks/>
          </p:cNvGrpSpPr>
          <p:nvPr/>
        </p:nvGrpSpPr>
        <p:grpSpPr bwMode="auto">
          <a:xfrm>
            <a:off x="6053138" y="1809249"/>
            <a:ext cx="1974850" cy="461963"/>
            <a:chOff x="862" y="1593"/>
            <a:chExt cx="1244" cy="291"/>
          </a:xfrm>
        </p:grpSpPr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F3955DCC-0F87-6182-0CA3-C90347E58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93"/>
              <a:ext cx="124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D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-250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= X Q</a:t>
              </a:r>
              <a:r>
                <a:rPr kumimoji="1" lang="en-US" altLang="zh-CN" sz="2400" baseline="-25000">
                  <a:ea typeface="楷体_GB2312" pitchFamily="49" charset="-122"/>
                </a:rPr>
                <a:t>0 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533479E4-D5E2-3979-89CC-5C753F95C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0" y="1620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4D8DE965-6EC8-FA14-D58C-685062721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5" y="1620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5">
            <a:extLst>
              <a:ext uri="{FF2B5EF4-FFF2-40B4-BE49-F238E27FC236}">
                <a16:creationId xmlns:a16="http://schemas.microsoft.com/office/drawing/2014/main" id="{7BD2E0A3-EDA9-AFBE-2426-0EF2D84C9A31}"/>
              </a:ext>
            </a:extLst>
          </p:cNvPr>
          <p:cNvGrpSpPr>
            <a:grpSpLocks/>
          </p:cNvGrpSpPr>
          <p:nvPr/>
        </p:nvGrpSpPr>
        <p:grpSpPr bwMode="auto">
          <a:xfrm>
            <a:off x="1146175" y="1202822"/>
            <a:ext cx="2679700" cy="528637"/>
            <a:chOff x="839" y="1162"/>
            <a:chExt cx="1688" cy="333"/>
          </a:xfrm>
        </p:grpSpPr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2EEB8D38-7B49-B9D8-333F-5F67A265A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207"/>
              <a:ext cx="16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>
                  <a:ea typeface="楷体_GB2312" pitchFamily="49" charset="-122"/>
                </a:rPr>
                <a:t> = X(Q</a:t>
              </a:r>
              <a:r>
                <a:rPr kumimoji="1" lang="en-US" altLang="zh-CN" sz="2400" baseline="-2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+ Q</a:t>
              </a:r>
              <a:r>
                <a:rPr kumimoji="1" lang="en-US" altLang="zh-CN" sz="2400" baseline="-25000">
                  <a:ea typeface="楷体_GB2312" pitchFamily="49" charset="-122"/>
                </a:rPr>
                <a:t>1  </a:t>
              </a:r>
              <a:r>
                <a:rPr kumimoji="1" lang="en-US" altLang="zh-CN" sz="2400">
                  <a:ea typeface="楷体_GB2312" pitchFamily="49" charset="-122"/>
                </a:rPr>
                <a:t>)</a:t>
              </a: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48A5E38E-25AD-4F4F-04DD-8BE037F733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AAE6C2B0-2F71-1B9C-52CF-2C2EA7B7B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</p:grpSp>
      <p:grpSp>
        <p:nvGrpSpPr>
          <p:cNvPr id="17" name="Group 19">
            <a:extLst>
              <a:ext uri="{FF2B5EF4-FFF2-40B4-BE49-F238E27FC236}">
                <a16:creationId xmlns:a16="http://schemas.microsoft.com/office/drawing/2014/main" id="{B8CC73EA-9E8B-7A3B-FE3E-6FAF54240DE4}"/>
              </a:ext>
            </a:extLst>
          </p:cNvPr>
          <p:cNvGrpSpPr>
            <a:grpSpLocks/>
          </p:cNvGrpSpPr>
          <p:nvPr/>
        </p:nvGrpSpPr>
        <p:grpSpPr bwMode="auto">
          <a:xfrm>
            <a:off x="936625" y="2315659"/>
            <a:ext cx="1566863" cy="546100"/>
            <a:chOff x="4014" y="3721"/>
            <a:chExt cx="987" cy="344"/>
          </a:xfrm>
        </p:grpSpPr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94334C14-2468-CFFD-27E4-3601759DF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777"/>
              <a:ext cx="9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  </a:t>
              </a:r>
              <a:r>
                <a:rPr kumimoji="1" lang="en-US" altLang="zh-CN" sz="2400">
                  <a:ea typeface="楷体_GB2312" pitchFamily="49" charset="-122"/>
                </a:rPr>
                <a:t>Z = XQ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  <a:endParaRPr kumimoji="1" lang="en-US" altLang="zh-CN" sz="2400">
                <a:ea typeface="楷体_GB2312" pitchFamily="49" charset="-122"/>
              </a:endParaRP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71CC78CD-B4ED-8B62-53C3-BE41DF452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5" y="372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</p:grpSp>
      <p:grpSp>
        <p:nvGrpSpPr>
          <p:cNvPr id="20" name="Group 22">
            <a:extLst>
              <a:ext uri="{FF2B5EF4-FFF2-40B4-BE49-F238E27FC236}">
                <a16:creationId xmlns:a16="http://schemas.microsoft.com/office/drawing/2014/main" id="{FE793DCC-4042-1E1B-6169-402AE6076B4B}"/>
              </a:ext>
            </a:extLst>
          </p:cNvPr>
          <p:cNvGrpSpPr>
            <a:grpSpLocks/>
          </p:cNvGrpSpPr>
          <p:nvPr/>
        </p:nvGrpSpPr>
        <p:grpSpPr bwMode="auto">
          <a:xfrm>
            <a:off x="1073150" y="1772734"/>
            <a:ext cx="2374900" cy="528638"/>
            <a:chOff x="862" y="1548"/>
            <a:chExt cx="1496" cy="333"/>
          </a:xfrm>
        </p:grpSpPr>
        <p:sp>
          <p:nvSpPr>
            <p:cNvPr id="21" name="Text Box 23">
              <a:extLst>
                <a:ext uri="{FF2B5EF4-FFF2-40B4-BE49-F238E27FC236}">
                  <a16:creationId xmlns:a16="http://schemas.microsoft.com/office/drawing/2014/main" id="{4D4E1073-BBBC-583F-5807-8D6A247471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93"/>
              <a:ext cx="14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 baseline="-250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= X Q</a:t>
              </a:r>
              <a:r>
                <a:rPr kumimoji="1" lang="en-US" altLang="zh-CN" sz="2400" baseline="-25000">
                  <a:ea typeface="楷体_GB2312" pitchFamily="49" charset="-122"/>
                </a:rPr>
                <a:t>0 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22" name="Text Box 24">
              <a:extLst>
                <a:ext uri="{FF2B5EF4-FFF2-40B4-BE49-F238E27FC236}">
                  <a16:creationId xmlns:a16="http://schemas.microsoft.com/office/drawing/2014/main" id="{55D469FB-6659-5BD0-9DB4-DA46AA913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5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23" name="Text Box 25">
              <a:extLst>
                <a:ext uri="{FF2B5EF4-FFF2-40B4-BE49-F238E27FC236}">
                  <a16:creationId xmlns:a16="http://schemas.microsoft.com/office/drawing/2014/main" id="{0B651D59-44BA-7021-6653-BB2CAC750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2" y="156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24" name="Line 26">
              <a:extLst>
                <a:ext uri="{FF2B5EF4-FFF2-40B4-BE49-F238E27FC236}">
                  <a16:creationId xmlns:a16="http://schemas.microsoft.com/office/drawing/2014/main" id="{C24B1E0D-6404-6AF7-D7A4-00AFFF04F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1633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725657B9-D4C0-D965-DD7E-1BBE4EEDB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1633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右箭头 25">
            <a:extLst>
              <a:ext uri="{FF2B5EF4-FFF2-40B4-BE49-F238E27FC236}">
                <a16:creationId xmlns:a16="http://schemas.microsoft.com/office/drawing/2014/main" id="{1E0367DB-5EAB-4819-E5D9-68ED0AAE5E22}"/>
              </a:ext>
            </a:extLst>
          </p:cNvPr>
          <p:cNvSpPr/>
          <p:nvPr/>
        </p:nvSpPr>
        <p:spPr>
          <a:xfrm>
            <a:off x="3944938" y="1907672"/>
            <a:ext cx="2030412" cy="249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3">
            <a:extLst>
              <a:ext uri="{FF2B5EF4-FFF2-40B4-BE49-F238E27FC236}">
                <a16:creationId xmlns:a16="http://schemas.microsoft.com/office/drawing/2014/main" id="{7236DCCC-3053-C2D7-1303-F7396E45C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613" y="1450472"/>
            <a:ext cx="1135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>
                <a:solidFill>
                  <a:srgbClr val="0000FF"/>
                </a:solidFill>
                <a:latin typeface="Arial" panose="020B0604020202020204" pitchFamily="34" charset="0"/>
              </a:rPr>
              <a:t>D</a:t>
            </a:r>
            <a:r>
              <a:rPr lang="zh-CN" altLang="en-US" sz="2000" b="0">
                <a:solidFill>
                  <a:srgbClr val="0000FF"/>
                </a:solidFill>
                <a:latin typeface="Arial" panose="020B0604020202020204" pitchFamily="34" charset="0"/>
              </a:rPr>
              <a:t>触发器</a:t>
            </a:r>
          </a:p>
        </p:txBody>
      </p:sp>
      <p:sp>
        <p:nvSpPr>
          <p:cNvPr id="28" name="Text Box 16">
            <a:extLst>
              <a:ext uri="{FF2B5EF4-FFF2-40B4-BE49-F238E27FC236}">
                <a16:creationId xmlns:a16="http://schemas.microsoft.com/office/drawing/2014/main" id="{5BB694DA-0063-223E-A468-ABF5576EF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950" y="2153734"/>
            <a:ext cx="1308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  <a:ea typeface="楷体_GB2312" pitchFamily="49" charset="-122"/>
              </a:rPr>
              <a:t>Q</a:t>
            </a:r>
            <a:r>
              <a:rPr kumimoji="1" lang="en-US" altLang="zh-CN" sz="2400" baseline="35000">
                <a:solidFill>
                  <a:srgbClr val="0000FF"/>
                </a:solidFill>
                <a:ea typeface="楷体_GB2312" pitchFamily="49" charset="-122"/>
              </a:rPr>
              <a:t>n+1</a:t>
            </a:r>
            <a:r>
              <a:rPr kumimoji="1" lang="en-US" altLang="zh-CN" sz="2400">
                <a:solidFill>
                  <a:srgbClr val="0000FF"/>
                </a:solidFill>
                <a:ea typeface="楷体_GB2312" pitchFamily="49" charset="-122"/>
              </a:rPr>
              <a:t> = D</a:t>
            </a: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B3B58783-DFA2-BC5E-A17A-943A8FE8E43E}"/>
              </a:ext>
            </a:extLst>
          </p:cNvPr>
          <p:cNvGrpSpPr/>
          <p:nvPr/>
        </p:nvGrpSpPr>
        <p:grpSpPr>
          <a:xfrm>
            <a:off x="2355850" y="3360251"/>
            <a:ext cx="6192837" cy="2952750"/>
            <a:chOff x="2355850" y="3360251"/>
            <a:chExt cx="6192837" cy="2952750"/>
          </a:xfrm>
        </p:grpSpPr>
        <p:sp>
          <p:nvSpPr>
            <p:cNvPr id="29" name="Text Box 18">
              <a:extLst>
                <a:ext uri="{FF2B5EF4-FFF2-40B4-BE49-F238E27FC236}">
                  <a16:creationId xmlns:a16="http://schemas.microsoft.com/office/drawing/2014/main" id="{D7D70963-DDA3-CB17-2AF3-EACB9AE2C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0750" y="5297001"/>
              <a:ext cx="4635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C1</a:t>
              </a:r>
            </a:p>
          </p:txBody>
        </p:sp>
        <p:sp>
          <p:nvSpPr>
            <p:cNvPr id="30" name="Text Box 19">
              <a:extLst>
                <a:ext uri="{FF2B5EF4-FFF2-40B4-BE49-F238E27FC236}">
                  <a16:creationId xmlns:a16="http://schemas.microsoft.com/office/drawing/2014/main" id="{DB5FFD63-0547-225E-74D5-4A9438704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8387" y="5293826"/>
              <a:ext cx="4635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C1</a:t>
              </a:r>
            </a:p>
          </p:txBody>
        </p:sp>
        <p:sp>
          <p:nvSpPr>
            <p:cNvPr id="31" name="Rectangle 20">
              <a:extLst>
                <a:ext uri="{FF2B5EF4-FFF2-40B4-BE49-F238E27FC236}">
                  <a16:creationId xmlns:a16="http://schemas.microsoft.com/office/drawing/2014/main" id="{111E24FA-717F-AFFB-21FB-453C32AED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650" y="4671526"/>
              <a:ext cx="762000" cy="1143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2" name="Text Box 21">
              <a:extLst>
                <a:ext uri="{FF2B5EF4-FFF2-40B4-BE49-F238E27FC236}">
                  <a16:creationId xmlns:a16="http://schemas.microsoft.com/office/drawing/2014/main" id="{CEE0F34A-454E-EAEA-5CFD-9F2314B5C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450" y="4669938"/>
              <a:ext cx="184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zh-CN" altLang="en-US" sz="1800">
                <a:ea typeface="楷体_GB2312" pitchFamily="49" charset="-122"/>
              </a:endParaRPr>
            </a:p>
          </p:txBody>
        </p:sp>
        <p:sp>
          <p:nvSpPr>
            <p:cNvPr id="33" name="Text Box 22">
              <a:extLst>
                <a:ext uri="{FF2B5EF4-FFF2-40B4-BE49-F238E27FC236}">
                  <a16:creationId xmlns:a16="http://schemas.microsoft.com/office/drawing/2014/main" id="{56429AF4-BF2B-AAC5-95D1-7624A39DC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450" y="4733438"/>
              <a:ext cx="463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1D</a:t>
              </a:r>
            </a:p>
          </p:txBody>
        </p:sp>
        <p:sp>
          <p:nvSpPr>
            <p:cNvPr id="34" name="Line 23">
              <a:extLst>
                <a:ext uri="{FF2B5EF4-FFF2-40B4-BE49-F238E27FC236}">
                  <a16:creationId xmlns:a16="http://schemas.microsoft.com/office/drawing/2014/main" id="{D31B6C54-9804-088D-6757-1D26C82DA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2650" y="5435113"/>
              <a:ext cx="76200" cy="76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24">
              <a:extLst>
                <a:ext uri="{FF2B5EF4-FFF2-40B4-BE49-F238E27FC236}">
                  <a16:creationId xmlns:a16="http://schemas.microsoft.com/office/drawing/2014/main" id="{B832BFB9-16E2-2C7F-048D-F033B62A0A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2650" y="5511313"/>
              <a:ext cx="76200" cy="76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25">
              <a:extLst>
                <a:ext uri="{FF2B5EF4-FFF2-40B4-BE49-F238E27FC236}">
                  <a16:creationId xmlns:a16="http://schemas.microsoft.com/office/drawing/2014/main" id="{80FBC03E-DD83-E1C1-F767-833B612AE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850" y="5295413"/>
              <a:ext cx="3619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7" name="Text Box 26">
              <a:extLst>
                <a:ext uri="{FF2B5EF4-FFF2-40B4-BE49-F238E27FC236}">
                  <a16:creationId xmlns:a16="http://schemas.microsoft.com/office/drawing/2014/main" id="{615712F5-F649-8E7B-3584-BA86CBA73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4887" y="5801826"/>
              <a:ext cx="539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FF</a:t>
              </a:r>
              <a:r>
                <a:rPr kumimoji="1" lang="en-US" altLang="zh-CN" sz="1800" baseline="-25000">
                  <a:ea typeface="楷体_GB2312" pitchFamily="49" charset="-122"/>
                </a:rPr>
                <a:t>0</a:t>
              </a:r>
              <a:endParaRPr kumimoji="1" lang="en-US" altLang="zh-CN" sz="1800">
                <a:ea typeface="楷体_GB2312" pitchFamily="49" charset="-122"/>
              </a:endParaRPr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779873AE-78F5-F31F-B948-16BF937B0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3050" y="5516076"/>
              <a:ext cx="609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28">
              <a:extLst>
                <a:ext uri="{FF2B5EF4-FFF2-40B4-BE49-F238E27FC236}">
                  <a16:creationId xmlns:a16="http://schemas.microsoft.com/office/drawing/2014/main" id="{5A822779-A7EB-8554-0B0F-1AA3D6A8F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5850" y="5333513"/>
              <a:ext cx="4889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CP</a:t>
              </a:r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FB1BA9FD-29EA-CBF8-0D2F-F70F20F8C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287" y="4657238"/>
              <a:ext cx="762000" cy="1143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1" name="Text Box 30">
              <a:extLst>
                <a:ext uri="{FF2B5EF4-FFF2-40B4-BE49-F238E27FC236}">
                  <a16:creationId xmlns:a16="http://schemas.microsoft.com/office/drawing/2014/main" id="{4249AE60-1AB9-B40A-BD83-53CF35252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4250" y="4793763"/>
              <a:ext cx="463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1D</a:t>
              </a:r>
            </a:p>
          </p:txBody>
        </p:sp>
        <p:sp>
          <p:nvSpPr>
            <p:cNvPr id="42" name="Text Box 31">
              <a:extLst>
                <a:ext uri="{FF2B5EF4-FFF2-40B4-BE49-F238E27FC236}">
                  <a16:creationId xmlns:a16="http://schemas.microsoft.com/office/drawing/2014/main" id="{A54BA24D-E0E6-B265-83F7-D81A7D88C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5200" y="5516076"/>
              <a:ext cx="1841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zh-CN" altLang="en-US" sz="1200">
                <a:ea typeface="楷体_GB2312" pitchFamily="49" charset="-122"/>
              </a:endParaRPr>
            </a:p>
          </p:txBody>
        </p:sp>
        <p:sp>
          <p:nvSpPr>
            <p:cNvPr id="43" name="Line 32">
              <a:extLst>
                <a:ext uri="{FF2B5EF4-FFF2-40B4-BE49-F238E27FC236}">
                  <a16:creationId xmlns:a16="http://schemas.microsoft.com/office/drawing/2014/main" id="{BC13E5EA-7D52-E270-6E8B-17B5E1C03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287" y="5431938"/>
              <a:ext cx="76200" cy="76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33">
              <a:extLst>
                <a:ext uri="{FF2B5EF4-FFF2-40B4-BE49-F238E27FC236}">
                  <a16:creationId xmlns:a16="http://schemas.microsoft.com/office/drawing/2014/main" id="{66955FDF-4C98-003F-8FF4-F08DB7A83C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0287" y="5508138"/>
              <a:ext cx="76200" cy="76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34">
              <a:extLst>
                <a:ext uri="{FF2B5EF4-FFF2-40B4-BE49-F238E27FC236}">
                  <a16:creationId xmlns:a16="http://schemas.microsoft.com/office/drawing/2014/main" id="{69E78638-CAB1-9BD0-BD61-1C3553346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2562" y="5281126"/>
              <a:ext cx="361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6" name="Text Box 35">
              <a:extLst>
                <a:ext uri="{FF2B5EF4-FFF2-40B4-BE49-F238E27FC236}">
                  <a16:creationId xmlns:a16="http://schemas.microsoft.com/office/drawing/2014/main" id="{23D39EE6-3306-A2D9-8D30-7AD9D8849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4750" y="5765313"/>
              <a:ext cx="5397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FF</a:t>
              </a:r>
              <a:r>
                <a:rPr kumimoji="1" lang="en-US" altLang="zh-CN" sz="1800" baseline="-25000">
                  <a:ea typeface="楷体_GB2312" pitchFamily="49" charset="-122"/>
                </a:rPr>
                <a:t>1</a:t>
              </a:r>
              <a:endParaRPr kumimoji="1" lang="en-US" altLang="zh-CN" sz="1800">
                <a:ea typeface="楷体_GB2312" pitchFamily="49" charset="-122"/>
              </a:endParaRPr>
            </a:p>
          </p:txBody>
        </p:sp>
        <p:sp>
          <p:nvSpPr>
            <p:cNvPr id="47" name="Line 36">
              <a:extLst>
                <a:ext uri="{FF2B5EF4-FFF2-40B4-BE49-F238E27FC236}">
                  <a16:creationId xmlns:a16="http://schemas.microsoft.com/office/drawing/2014/main" id="{54FF3B18-E8DE-D6FA-B67B-AF66632EC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7887" y="5484326"/>
              <a:ext cx="0" cy="828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37">
              <a:extLst>
                <a:ext uri="{FF2B5EF4-FFF2-40B4-BE49-F238E27FC236}">
                  <a16:creationId xmlns:a16="http://schemas.microsoft.com/office/drawing/2014/main" id="{ED38E652-85BE-8176-9A1F-4BD5FC3C5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7850" y="5520838"/>
              <a:ext cx="0" cy="7921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38">
              <a:extLst>
                <a:ext uri="{FF2B5EF4-FFF2-40B4-BE49-F238E27FC236}">
                  <a16:creationId xmlns:a16="http://schemas.microsoft.com/office/drawing/2014/main" id="{E9E678D4-FBAB-73FB-DAA2-34A9447D4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5450" y="4080976"/>
              <a:ext cx="0" cy="804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8B8BE135-FB1D-8690-4428-DCD2CB176E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5450" y="4885838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0">
              <a:extLst>
                <a:ext uri="{FF2B5EF4-FFF2-40B4-BE49-F238E27FC236}">
                  <a16:creationId xmlns:a16="http://schemas.microsoft.com/office/drawing/2014/main" id="{A53E2D10-952B-FDA3-E7E2-37CAF0A00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487" y="4885838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43">
              <a:extLst>
                <a:ext uri="{FF2B5EF4-FFF2-40B4-BE49-F238E27FC236}">
                  <a16:creationId xmlns:a16="http://schemas.microsoft.com/office/drawing/2014/main" id="{6D506FD1-17F2-75B3-A889-BFA2EBF76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0850" y="4885838"/>
              <a:ext cx="152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44">
              <a:extLst>
                <a:ext uri="{FF2B5EF4-FFF2-40B4-BE49-F238E27FC236}">
                  <a16:creationId xmlns:a16="http://schemas.microsoft.com/office/drawing/2014/main" id="{7DDFF929-365A-6575-74E2-5CA1042CC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3250" y="4263538"/>
              <a:ext cx="0" cy="622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45">
              <a:extLst>
                <a:ext uri="{FF2B5EF4-FFF2-40B4-BE49-F238E27FC236}">
                  <a16:creationId xmlns:a16="http://schemas.microsoft.com/office/drawing/2014/main" id="{C8F3E550-6953-A0AB-33F5-7B8C19F76F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6050" y="4263538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46">
              <a:extLst>
                <a:ext uri="{FF2B5EF4-FFF2-40B4-BE49-F238E27FC236}">
                  <a16:creationId xmlns:a16="http://schemas.microsoft.com/office/drawing/2014/main" id="{E483BD8D-E838-3327-BA31-AFCAA7847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6050" y="4080976"/>
              <a:ext cx="32242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Oval 47">
              <a:extLst>
                <a:ext uri="{FF2B5EF4-FFF2-40B4-BE49-F238E27FC236}">
                  <a16:creationId xmlns:a16="http://schemas.microsoft.com/office/drawing/2014/main" id="{9DB5A98A-1549-5573-9874-B2CCE06F8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2287" y="4847738"/>
              <a:ext cx="76200" cy="76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7" name="Oval 48">
              <a:extLst>
                <a:ext uri="{FF2B5EF4-FFF2-40B4-BE49-F238E27FC236}">
                  <a16:creationId xmlns:a16="http://schemas.microsoft.com/office/drawing/2014/main" id="{8042BFC9-CA2D-C957-7C00-941AECB3B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650" y="4847738"/>
              <a:ext cx="76200" cy="76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8" name="Line 49">
              <a:extLst>
                <a:ext uri="{FF2B5EF4-FFF2-40B4-BE49-F238E27FC236}">
                  <a16:creationId xmlns:a16="http://schemas.microsoft.com/office/drawing/2014/main" id="{B107FD77-C457-D0D0-0939-31B74527B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5450" y="4080976"/>
              <a:ext cx="609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50">
              <a:extLst>
                <a:ext uri="{FF2B5EF4-FFF2-40B4-BE49-F238E27FC236}">
                  <a16:creationId xmlns:a16="http://schemas.microsoft.com/office/drawing/2014/main" id="{D5C82365-3932-C206-6597-7C38C14E3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850" y="4733438"/>
              <a:ext cx="3619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60" name="Text Box 51">
              <a:extLst>
                <a:ext uri="{FF2B5EF4-FFF2-40B4-BE49-F238E27FC236}">
                  <a16:creationId xmlns:a16="http://schemas.microsoft.com/office/drawing/2014/main" id="{33922DB0-EF80-D575-D00B-8F43F829E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1612" y="4733438"/>
              <a:ext cx="3619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61" name="Line 52">
              <a:extLst>
                <a:ext uri="{FF2B5EF4-FFF2-40B4-BE49-F238E27FC236}">
                  <a16:creationId xmlns:a16="http://schemas.microsoft.com/office/drawing/2014/main" id="{AD0DB00A-B15F-0228-1DC1-F4409B10F4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7087" y="4080976"/>
              <a:ext cx="0" cy="7921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56">
              <a:extLst>
                <a:ext uri="{FF2B5EF4-FFF2-40B4-BE49-F238E27FC236}">
                  <a16:creationId xmlns:a16="http://schemas.microsoft.com/office/drawing/2014/main" id="{1F86627F-3CCB-97EF-E5BD-DFE1CB0FA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2287" y="5482738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57">
              <a:extLst>
                <a:ext uri="{FF2B5EF4-FFF2-40B4-BE49-F238E27FC236}">
                  <a16:creationId xmlns:a16="http://schemas.microsoft.com/office/drawing/2014/main" id="{BB594C4D-02F7-03CF-7BD7-91B536376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7087" y="5482738"/>
              <a:ext cx="0" cy="649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58">
              <a:extLst>
                <a:ext uri="{FF2B5EF4-FFF2-40B4-BE49-F238E27FC236}">
                  <a16:creationId xmlns:a16="http://schemas.microsoft.com/office/drawing/2014/main" id="{43292C2A-A204-8EDB-616A-55336180E7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08487" y="6132026"/>
              <a:ext cx="27717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59">
              <a:extLst>
                <a:ext uri="{FF2B5EF4-FFF2-40B4-BE49-F238E27FC236}">
                  <a16:creationId xmlns:a16="http://schemas.microsoft.com/office/drawing/2014/main" id="{E7FDDF90-7197-F09A-D360-47246170B2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7850" y="6313001"/>
              <a:ext cx="28384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Box 60">
              <a:extLst>
                <a:ext uri="{FF2B5EF4-FFF2-40B4-BE49-F238E27FC236}">
                  <a16:creationId xmlns:a16="http://schemas.microsoft.com/office/drawing/2014/main" id="{5A9AA25C-C7D3-CFB3-F765-0FA008CE1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8500" y="3360251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X</a:t>
              </a:r>
            </a:p>
          </p:txBody>
        </p:sp>
        <p:sp>
          <p:nvSpPr>
            <p:cNvPr id="67" name="Line 61">
              <a:extLst>
                <a:ext uri="{FF2B5EF4-FFF2-40B4-BE49-F238E27FC236}">
                  <a16:creationId xmlns:a16="http://schemas.microsoft.com/office/drawing/2014/main" id="{C6C65DC9-6D8A-699A-8DDB-8CBA04FAA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050" y="3882538"/>
              <a:ext cx="9556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2">
              <a:extLst>
                <a:ext uri="{FF2B5EF4-FFF2-40B4-BE49-F238E27FC236}">
                  <a16:creationId xmlns:a16="http://schemas.microsoft.com/office/drawing/2014/main" id="{6D5576EA-3C2E-891E-5A51-BBCFF7E6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8487" y="5787538"/>
              <a:ext cx="0" cy="344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3">
              <a:extLst>
                <a:ext uri="{FF2B5EF4-FFF2-40B4-BE49-F238E27FC236}">
                  <a16:creationId xmlns:a16="http://schemas.microsoft.com/office/drawing/2014/main" id="{E549B1A1-E64D-76DC-B3D7-7E8E3F73D3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8487" y="5787538"/>
              <a:ext cx="195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4842BE14-0B35-5F9C-06F0-F0F76D021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7887" y="5495438"/>
              <a:ext cx="152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06DEF45A-51E6-763D-C11F-5D01262E9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8550" y="3882538"/>
              <a:ext cx="0" cy="990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A5EFD8D8-DEB3-1398-A384-526B5B1C6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8550" y="4873138"/>
              <a:ext cx="50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7C58252C-1794-FB26-9C6A-908B057B2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4750" y="5663713"/>
              <a:ext cx="2159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2B9EAE2F-904F-767A-A51B-FB292EE9AD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00650" y="5101738"/>
              <a:ext cx="0" cy="5619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E41EDB48-E473-F75F-7C5F-C463233F4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0650" y="5101738"/>
              <a:ext cx="2238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6">
              <a:extLst>
                <a:ext uri="{FF2B5EF4-FFF2-40B4-BE49-F238E27FC236}">
                  <a16:creationId xmlns:a16="http://schemas.microsoft.com/office/drawing/2014/main" id="{F0E80B20-C636-B888-6745-23DBE2A11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5375" y="5254138"/>
              <a:ext cx="76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7">
              <a:extLst>
                <a:ext uri="{FF2B5EF4-FFF2-40B4-BE49-F238E27FC236}">
                  <a16:creationId xmlns:a16="http://schemas.microsoft.com/office/drawing/2014/main" id="{8801BFBA-D1EF-C80D-4B53-3BBC72A617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7087" y="5254138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8">
              <a:extLst>
                <a:ext uri="{FF2B5EF4-FFF2-40B4-BE49-F238E27FC236}">
                  <a16:creationId xmlns:a16="http://schemas.microsoft.com/office/drawing/2014/main" id="{1F4A296F-73B8-9BD3-9BAD-D0E43C4ED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7087" y="5254138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9">
              <a:extLst>
                <a:ext uri="{FF2B5EF4-FFF2-40B4-BE49-F238E27FC236}">
                  <a16:creationId xmlns:a16="http://schemas.microsoft.com/office/drawing/2014/main" id="{F87DBC05-C1FB-6ECB-385B-1430C3B01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8550" y="3882538"/>
              <a:ext cx="2416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80">
              <a:extLst>
                <a:ext uri="{FF2B5EF4-FFF2-40B4-BE49-F238E27FC236}">
                  <a16:creationId xmlns:a16="http://schemas.microsoft.com/office/drawing/2014/main" id="{3C7ED5D1-D0FA-F32E-AB1A-8D492BF80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29487" y="3882538"/>
              <a:ext cx="0" cy="1143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81">
              <a:extLst>
                <a:ext uri="{FF2B5EF4-FFF2-40B4-BE49-F238E27FC236}">
                  <a16:creationId xmlns:a16="http://schemas.microsoft.com/office/drawing/2014/main" id="{A6ACEE59-2285-6EFB-5723-1DA2C027B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29487" y="5025538"/>
              <a:ext cx="2111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2">
              <a:extLst>
                <a:ext uri="{FF2B5EF4-FFF2-40B4-BE49-F238E27FC236}">
                  <a16:creationId xmlns:a16="http://schemas.microsoft.com/office/drawing/2014/main" id="{01F4BE15-AB7D-BB91-3812-4DDB78553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0037" y="5123963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77BACB05-6E33-1CF5-CDC6-073DE1EB1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8550" y="3577738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 Box 84">
              <a:extLst>
                <a:ext uri="{FF2B5EF4-FFF2-40B4-BE49-F238E27FC236}">
                  <a16:creationId xmlns:a16="http://schemas.microsoft.com/office/drawing/2014/main" id="{A47CAB65-B924-0BFF-DE28-BC0D4753C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4675" y="4933463"/>
              <a:ext cx="3540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Z</a:t>
              </a:r>
            </a:p>
          </p:txBody>
        </p:sp>
        <p:sp>
          <p:nvSpPr>
            <p:cNvPr id="85" name="Line 85">
              <a:extLst>
                <a:ext uri="{FF2B5EF4-FFF2-40B4-BE49-F238E27FC236}">
                  <a16:creationId xmlns:a16="http://schemas.microsoft.com/office/drawing/2014/main" id="{2C5305EB-79F6-1A48-ECE9-962F53145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2587" y="5520838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6">
              <a:extLst>
                <a:ext uri="{FF2B5EF4-FFF2-40B4-BE49-F238E27FC236}">
                  <a16:creationId xmlns:a16="http://schemas.microsoft.com/office/drawing/2014/main" id="{1B6841FD-7268-37FA-BDF7-DE9B61FF5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1837" y="4981088"/>
              <a:ext cx="2921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Rectangle 87">
              <a:extLst>
                <a:ext uri="{FF2B5EF4-FFF2-40B4-BE49-F238E27FC236}">
                  <a16:creationId xmlns:a16="http://schemas.microsoft.com/office/drawing/2014/main" id="{90B68F90-A289-C2B8-3E30-1ACF3B735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075" y="5052526"/>
              <a:ext cx="463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endParaRPr kumimoji="1" lang="zh-CN" altLang="en-US" sz="2000" baseline="-15000">
                <a:ea typeface="楷体_GB2312" pitchFamily="49" charset="-122"/>
              </a:endParaRPr>
            </a:p>
          </p:txBody>
        </p:sp>
        <p:sp>
          <p:nvSpPr>
            <p:cNvPr id="88" name="Rectangle 88">
              <a:extLst>
                <a:ext uri="{FF2B5EF4-FFF2-40B4-BE49-F238E27FC236}">
                  <a16:creationId xmlns:a16="http://schemas.microsoft.com/office/drawing/2014/main" id="{D7A14A64-9FA9-315C-A26D-167B25140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0262" y="5412888"/>
              <a:ext cx="463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endParaRPr kumimoji="1" lang="zh-CN" altLang="en-US" sz="2000" baseline="-15000">
                <a:ea typeface="楷体_GB2312" pitchFamily="49" charset="-122"/>
              </a:endParaRPr>
            </a:p>
          </p:txBody>
        </p:sp>
        <p:sp>
          <p:nvSpPr>
            <p:cNvPr id="89" name="AutoShape 89">
              <a:extLst>
                <a:ext uri="{FF2B5EF4-FFF2-40B4-BE49-F238E27FC236}">
                  <a16:creationId xmlns:a16="http://schemas.microsoft.com/office/drawing/2014/main" id="{3ADD34C0-BA63-743A-BF1F-9589ED306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508375" y="3792051"/>
              <a:ext cx="468312" cy="568325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0" name="AutoShape 90">
              <a:extLst>
                <a:ext uri="{FF2B5EF4-FFF2-40B4-BE49-F238E27FC236}">
                  <a16:creationId xmlns:a16="http://schemas.microsoft.com/office/drawing/2014/main" id="{BCA71413-0B68-B91E-912C-9C354969D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6550" y="4728676"/>
              <a:ext cx="468312" cy="504825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1" name="AutoShape 91">
              <a:extLst>
                <a:ext uri="{FF2B5EF4-FFF2-40B4-BE49-F238E27FC236}">
                  <a16:creationId xmlns:a16="http://schemas.microsoft.com/office/drawing/2014/main" id="{B205C38C-A2DD-F66D-85D8-143CEB5B7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9187" y="4871551"/>
              <a:ext cx="468313" cy="504825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2" name="AutoShape 92">
              <a:extLst>
                <a:ext uri="{FF2B5EF4-FFF2-40B4-BE49-F238E27FC236}">
                  <a16:creationId xmlns:a16="http://schemas.microsoft.com/office/drawing/2014/main" id="{D0ABE821-8622-272F-336C-CF1B1EA86E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551362" y="5412888"/>
              <a:ext cx="503238" cy="503238"/>
            </a:xfrm>
            <a:prstGeom prst="moon">
              <a:avLst>
                <a:gd name="adj" fmla="val 8359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3" name="Line 16">
              <a:extLst>
                <a:ext uri="{FF2B5EF4-FFF2-40B4-BE49-F238E27FC236}">
                  <a16:creationId xmlns:a16="http://schemas.microsoft.com/office/drawing/2014/main" id="{48AEA104-6EF7-A441-21B8-D674790407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9225" y="4806463"/>
              <a:ext cx="2079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16">
              <a:extLst>
                <a:ext uri="{FF2B5EF4-FFF2-40B4-BE49-F238E27FC236}">
                  <a16:creationId xmlns:a16="http://schemas.microsoft.com/office/drawing/2014/main" id="{40B95322-C934-4118-33D0-BE6330FD77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26225" y="4808051"/>
              <a:ext cx="2079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7137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2D706-CB72-BB55-36E4-33532A06F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设计的一般步骤 </a:t>
            </a:r>
            <a:r>
              <a:rPr lang="en-US" altLang="zh-CN" dirty="0"/>
              <a:t>(1)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8CB6D3-AA3D-DE15-092C-81AD0B0B3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建立原始状态图和原始状态表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确定输入</a:t>
            </a:r>
            <a:r>
              <a:rPr kumimoji="1" lang="en-US" altLang="zh-CN" dirty="0"/>
              <a:t>/</a:t>
            </a:r>
            <a:r>
              <a:rPr kumimoji="1" lang="zh-CN" altLang="en-US" dirty="0"/>
              <a:t>输出变量、电路状态数</a:t>
            </a:r>
          </a:p>
          <a:p>
            <a:pPr lvl="1"/>
            <a:r>
              <a:rPr kumimoji="1" lang="zh-CN" altLang="en-US" dirty="0"/>
              <a:t>定义输入</a:t>
            </a:r>
            <a:r>
              <a:rPr kumimoji="1" lang="en-US" altLang="zh-CN" dirty="0"/>
              <a:t>/</a:t>
            </a:r>
            <a:r>
              <a:rPr kumimoji="1" lang="zh-CN" altLang="en-US" dirty="0"/>
              <a:t>输出逻辑状态以及每个电路状态的含意</a:t>
            </a:r>
          </a:p>
          <a:p>
            <a:pPr lvl="1"/>
            <a:r>
              <a:rPr kumimoji="1" lang="zh-CN" altLang="en-US" dirty="0"/>
              <a:t>按设计要求画出状态转换图，或列出状态转换表</a:t>
            </a:r>
          </a:p>
          <a:p>
            <a:r>
              <a:rPr lang="zh-CN" altLang="en-US" dirty="0"/>
              <a:t>状态化简</a:t>
            </a:r>
          </a:p>
          <a:p>
            <a:pPr lvl="1"/>
            <a:r>
              <a:rPr lang="zh-CN" altLang="en-US" dirty="0"/>
              <a:t>求出最简状态图</a:t>
            </a:r>
            <a:r>
              <a:rPr kumimoji="1" lang="en-US" altLang="zh-CN" dirty="0"/>
              <a:t>(</a:t>
            </a:r>
            <a:r>
              <a:rPr kumimoji="1" lang="zh-CN" altLang="en-US" dirty="0"/>
              <a:t>表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，以便用最少的触发器实现电路</a:t>
            </a:r>
            <a:endParaRPr lang="zh-CN" altLang="en-US" dirty="0"/>
          </a:p>
          <a:p>
            <a:pPr lvl="1"/>
            <a:r>
              <a:rPr lang="zh-CN" altLang="en-US" dirty="0"/>
              <a:t>合并等价状态，消去多余状态</a:t>
            </a:r>
          </a:p>
          <a:p>
            <a:pPr lvl="1"/>
            <a:r>
              <a:rPr lang="zh-CN" altLang="en-US" dirty="0"/>
              <a:t>等价状态：在相同的输入下有相同的输出，且转换到相同的次态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2D3D19-5EAC-6432-AA1D-A43F27ED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8E1973-3488-F979-9040-4AF10EFA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67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61A7DD-57E1-76A9-5BA1-851690E3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设计的一般步骤 </a:t>
            </a:r>
            <a:r>
              <a:rPr lang="en-US" altLang="zh-CN" dirty="0"/>
              <a:t>(2)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C214A-4A8A-35E4-6837-19DD81E0C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状态编码：给每个状态赋予不同的二进制代码</a:t>
            </a:r>
          </a:p>
          <a:p>
            <a:pPr lvl="1"/>
            <a:r>
              <a:rPr lang="zh-CN" altLang="en-US" dirty="0"/>
              <a:t>根据状态数</a:t>
            </a:r>
            <a:r>
              <a:rPr lang="en-US" altLang="zh-CN" dirty="0"/>
              <a:t>(M)</a:t>
            </a:r>
            <a:r>
              <a:rPr lang="zh-CN" altLang="en-US" dirty="0"/>
              <a:t>，确定触发器的数目(</a:t>
            </a:r>
            <a:r>
              <a:rPr lang="en-US" altLang="zh-CN" dirty="0"/>
              <a:t>n)</a:t>
            </a:r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的最小值满足： </a:t>
            </a:r>
            <a:r>
              <a:rPr kumimoji="1" lang="en-US" altLang="zh-CN" sz="2800" dirty="0"/>
              <a:t>2</a:t>
            </a:r>
            <a:r>
              <a:rPr kumimoji="1" lang="en-US" altLang="zh-CN" sz="2800" baseline="42000" dirty="0"/>
              <a:t>n-1 </a:t>
            </a:r>
            <a:r>
              <a:rPr kumimoji="1" lang="en-US" altLang="zh-CN" sz="2800" dirty="0"/>
              <a:t>&lt; </a:t>
            </a:r>
            <a:r>
              <a:rPr kumimoji="1" lang="en-US" altLang="zh-CN" dirty="0">
                <a:ea typeface="MS PGothic" panose="020B0600070205080204" pitchFamily="34" charset="-128"/>
                <a:cs typeface="Times New Roman" panose="02020603050405020304" pitchFamily="18" charset="0"/>
              </a:rPr>
              <a:t>M ≤ </a:t>
            </a:r>
            <a:r>
              <a:rPr kumimoji="1" lang="en-US" altLang="zh-CN" sz="2800" dirty="0"/>
              <a:t>2</a:t>
            </a:r>
            <a:r>
              <a:rPr kumimoji="1" lang="en-US" altLang="zh-CN" sz="2800" baseline="42000" dirty="0"/>
              <a:t>n </a:t>
            </a:r>
            <a:r>
              <a:rPr kumimoji="1" lang="en-US" altLang="zh-CN" sz="2800" dirty="0"/>
              <a:t>, </a:t>
            </a:r>
            <a:r>
              <a:rPr kumimoji="1" lang="zh-CN" altLang="en-US" sz="2800" dirty="0"/>
              <a:t>即 </a:t>
            </a:r>
            <a:r>
              <a:rPr kumimoji="1" lang="en-US" altLang="zh-CN" sz="2800" dirty="0"/>
              <a:t>n =  </a:t>
            </a:r>
            <a:r>
              <a:rPr kumimoji="1" lang="en-US" altLang="zh-CN" dirty="0"/>
              <a:t>log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M</a:t>
            </a:r>
            <a:endParaRPr lang="en-US" altLang="zh-CN" sz="2800" dirty="0"/>
          </a:p>
          <a:p>
            <a:r>
              <a:rPr lang="zh-CN" altLang="en-US" dirty="0"/>
              <a:t>常用编码方法</a:t>
            </a:r>
          </a:p>
          <a:p>
            <a:pPr lvl="1"/>
            <a:r>
              <a:rPr lang="zh-CN" altLang="en-US" dirty="0"/>
              <a:t>顺序编码：状态从</a:t>
            </a:r>
            <a:r>
              <a:rPr lang="en-US" altLang="zh-CN" dirty="0"/>
              <a:t>0</a:t>
            </a:r>
            <a:r>
              <a:rPr lang="zh-CN" altLang="en-US" dirty="0"/>
              <a:t>至</a:t>
            </a:r>
            <a:r>
              <a:rPr lang="en-US" altLang="zh-CN" dirty="0"/>
              <a:t>M-1</a:t>
            </a:r>
            <a:r>
              <a:rPr lang="zh-CN" altLang="en-US" dirty="0"/>
              <a:t>编号，将编号用等值的二进制数码表示</a:t>
            </a:r>
            <a:endParaRPr lang="en-US" altLang="zh-CN" dirty="0"/>
          </a:p>
          <a:p>
            <a:pPr lvl="1"/>
            <a:r>
              <a:rPr lang="zh-CN" altLang="en-US" dirty="0"/>
              <a:t>循环码：相邻代码只有</a:t>
            </a:r>
            <a:r>
              <a:rPr lang="en-US" altLang="zh-CN" dirty="0"/>
              <a:t>1</a:t>
            </a:r>
            <a:r>
              <a:rPr lang="zh-CN" altLang="en-US" dirty="0"/>
              <a:t>位不同</a:t>
            </a:r>
          </a:p>
          <a:p>
            <a:pPr lvl="1"/>
            <a:r>
              <a:rPr lang="zh-CN" altLang="en-US" dirty="0"/>
              <a:t>独热</a:t>
            </a:r>
            <a:r>
              <a:rPr lang="en-US" altLang="zh-CN" dirty="0"/>
              <a:t>(One-hot)</a:t>
            </a:r>
            <a:r>
              <a:rPr lang="zh-CN" altLang="en-US" dirty="0"/>
              <a:t>码：</a:t>
            </a:r>
            <a:r>
              <a:rPr lang="en-US" altLang="zh-CN" dirty="0"/>
              <a:t>n=M</a:t>
            </a:r>
            <a:r>
              <a:rPr lang="zh-CN" altLang="en-US" dirty="0"/>
              <a:t>，任意状态的代码中只有</a:t>
            </a:r>
            <a:r>
              <a:rPr lang="en-US" altLang="zh-CN" dirty="0"/>
              <a:t>1</a:t>
            </a:r>
            <a:r>
              <a:rPr lang="zh-CN" altLang="en-US" dirty="0"/>
              <a:t>位为</a:t>
            </a:r>
            <a:r>
              <a:rPr lang="en-US" altLang="zh-CN" dirty="0"/>
              <a:t>1</a:t>
            </a:r>
            <a:r>
              <a:rPr lang="zh-CN" altLang="en-US" dirty="0"/>
              <a:t>，其余位都是为</a:t>
            </a:r>
            <a:r>
              <a:rPr lang="en-US" altLang="zh-CN" dirty="0"/>
              <a:t>0 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EAFDE4-501B-7972-6DCF-F3011580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F138E2-5ADB-EB2B-2805-4B780A66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42">
            <a:extLst>
              <a:ext uri="{FF2B5EF4-FFF2-40B4-BE49-F238E27FC236}">
                <a16:creationId xmlns:a16="http://schemas.microsoft.com/office/drawing/2014/main" id="{FB8DA48D-799E-0149-3634-78149D36A5E8}"/>
              </a:ext>
            </a:extLst>
          </p:cNvPr>
          <p:cNvGrpSpPr>
            <a:grpSpLocks/>
          </p:cNvGrpSpPr>
          <p:nvPr/>
        </p:nvGrpSpPr>
        <p:grpSpPr bwMode="auto">
          <a:xfrm>
            <a:off x="6792309" y="1577572"/>
            <a:ext cx="107950" cy="358775"/>
            <a:chOff x="1610" y="1480"/>
            <a:chExt cx="68" cy="226"/>
          </a:xfrm>
        </p:grpSpPr>
        <p:sp>
          <p:nvSpPr>
            <p:cNvPr id="7" name="Line 43">
              <a:extLst>
                <a:ext uri="{FF2B5EF4-FFF2-40B4-BE49-F238E27FC236}">
                  <a16:creationId xmlns:a16="http://schemas.microsoft.com/office/drawing/2014/main" id="{6860F88B-3FE6-9207-385F-748781787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0" y="1480"/>
              <a:ext cx="68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44">
              <a:extLst>
                <a:ext uri="{FF2B5EF4-FFF2-40B4-BE49-F238E27FC236}">
                  <a16:creationId xmlns:a16="http://schemas.microsoft.com/office/drawing/2014/main" id="{BE47F85A-CB9D-224E-0327-23C6933C5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480"/>
              <a:ext cx="0" cy="226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2">
            <a:extLst>
              <a:ext uri="{FF2B5EF4-FFF2-40B4-BE49-F238E27FC236}">
                <a16:creationId xmlns:a16="http://schemas.microsoft.com/office/drawing/2014/main" id="{170E654A-DC0C-A493-27C8-F8700C29876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684310" y="1573676"/>
            <a:ext cx="107950" cy="358775"/>
            <a:chOff x="1610" y="1480"/>
            <a:chExt cx="68" cy="226"/>
          </a:xfrm>
        </p:grpSpPr>
        <p:sp>
          <p:nvSpPr>
            <p:cNvPr id="10" name="Line 43">
              <a:extLst>
                <a:ext uri="{FF2B5EF4-FFF2-40B4-BE49-F238E27FC236}">
                  <a16:creationId xmlns:a16="http://schemas.microsoft.com/office/drawing/2014/main" id="{85E5009F-E9B7-BBA3-4E03-2B1C698A59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0" y="1480"/>
              <a:ext cx="68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44">
              <a:extLst>
                <a:ext uri="{FF2B5EF4-FFF2-40B4-BE49-F238E27FC236}">
                  <a16:creationId xmlns:a16="http://schemas.microsoft.com/office/drawing/2014/main" id="{2A91FC03-098E-C656-85FC-FB6698BE7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480"/>
              <a:ext cx="0" cy="226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7436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6F7FA-F892-D31D-07D1-C5B8C1D76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设计的一般步骤 </a:t>
            </a:r>
            <a:r>
              <a:rPr lang="en-US" altLang="zh-CN" dirty="0"/>
              <a:t>(3)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FA1C0-89CA-CFCB-7B5D-D4BB33DC5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求状态方程和输出方程</a:t>
            </a:r>
          </a:p>
          <a:p>
            <a:pPr lvl="1"/>
            <a:r>
              <a:rPr lang="zh-CN" altLang="en-US" dirty="0"/>
              <a:t>将状态代码代入状态表，得到状态变量和输出变量的真值表</a:t>
            </a:r>
          </a:p>
          <a:p>
            <a:pPr lvl="1"/>
            <a:r>
              <a:rPr lang="zh-CN" altLang="en-US" dirty="0"/>
              <a:t>根据真值表，求出简化的状态函数和输出函数</a:t>
            </a:r>
          </a:p>
          <a:p>
            <a:r>
              <a:rPr lang="zh-CN" altLang="en-US" dirty="0"/>
              <a:t>检查自启动</a:t>
            </a:r>
            <a:endParaRPr lang="en-US" altLang="zh-CN" dirty="0"/>
          </a:p>
          <a:p>
            <a:pPr lvl="1"/>
            <a:r>
              <a:rPr lang="zh-CN" altLang="en-US" dirty="0"/>
              <a:t>画出全部状态图</a:t>
            </a:r>
          </a:p>
          <a:p>
            <a:pPr lvl="1"/>
            <a:r>
              <a:rPr lang="zh-CN" altLang="en-US" dirty="0"/>
              <a:t>检查是否存在无效状态之间的循环</a:t>
            </a:r>
          </a:p>
          <a:p>
            <a:pPr lvl="2"/>
            <a:r>
              <a:rPr lang="zh-CN" altLang="en-US" sz="2200" dirty="0"/>
              <a:t>若没有，称电路具有自启动</a:t>
            </a:r>
            <a:r>
              <a:rPr lang="en-US" altLang="zh-CN" sz="2200" dirty="0"/>
              <a:t>(</a:t>
            </a:r>
            <a:r>
              <a:rPr lang="zh-CN" altLang="en-US" sz="2200" dirty="0"/>
              <a:t>也称自校正</a:t>
            </a:r>
            <a:r>
              <a:rPr lang="en-US" altLang="zh-CN" sz="2200" dirty="0"/>
              <a:t>)</a:t>
            </a:r>
            <a:r>
              <a:rPr lang="zh-CN" altLang="en-US" sz="2200" dirty="0"/>
              <a:t>能力</a:t>
            </a:r>
          </a:p>
          <a:p>
            <a:pPr lvl="2"/>
            <a:r>
              <a:rPr lang="zh-CN" altLang="en-US" sz="2200" dirty="0"/>
              <a:t>否则，重新定义无关项，以便消除无效循环，并求状态方程和输出方程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CBAAB9-0E40-3BF4-4DE9-DFA1720A1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290AA7-F5F6-522E-C248-394A3FE3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668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03749-E4C1-CA1F-F59B-4EEDBD55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设计的一般步骤 </a:t>
            </a:r>
            <a:r>
              <a:rPr lang="en-US" altLang="zh-CN" dirty="0"/>
              <a:t>(4)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A67861-665B-DB62-DCE1-CCE8B3490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选择触发器类型，求激励方程</a:t>
            </a:r>
          </a:p>
          <a:p>
            <a:pPr lvl="1"/>
            <a:r>
              <a:rPr lang="zh-CN" altLang="en-US" dirty="0"/>
              <a:t>根据选择触发器的特征方程和待实现的状态方程，求触发器的激励方程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zh-CN" altLang="en-US" dirty="0"/>
              <a:t>	例如，要实现状态方程：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选用</a:t>
            </a:r>
            <a:r>
              <a:rPr lang="en-US" altLang="zh-CN" dirty="0"/>
              <a:t>D</a:t>
            </a:r>
            <a:r>
              <a:rPr lang="zh-CN" altLang="en-US" dirty="0"/>
              <a:t>触发器：特征方程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选用</a:t>
            </a:r>
            <a:r>
              <a:rPr lang="en-US" altLang="zh-CN" dirty="0"/>
              <a:t>JK</a:t>
            </a:r>
            <a:r>
              <a:rPr lang="zh-CN" altLang="en-US" dirty="0"/>
              <a:t>触发器：特征方程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270DF4-D00C-8759-7EB8-1343C724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3D96B7-EC57-DC63-9DD5-18E04CC3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/40</a:t>
            </a:r>
            <a:endParaRPr lang="en-US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4A41612A-3767-9543-6A81-2A8D04C006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508993"/>
              </p:ext>
            </p:extLst>
          </p:nvPr>
        </p:nvGraphicFramePr>
        <p:xfrm>
          <a:off x="4335501" y="1685423"/>
          <a:ext cx="23463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55700" imgH="254000" progId="Equation.3">
                  <p:embed/>
                </p:oleObj>
              </mc:Choice>
              <mc:Fallback>
                <p:oleObj name="公式" r:id="rId3" imgW="1155700" imgH="254000" progId="Equation.3">
                  <p:embed/>
                  <p:pic>
                    <p:nvPicPr>
                      <p:cNvPr id="1434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501" y="1685423"/>
                        <a:ext cx="23463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BF360964-BF8C-5480-82D8-B0A9F1C1F1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741147"/>
              </p:ext>
            </p:extLst>
          </p:nvPr>
        </p:nvGraphicFramePr>
        <p:xfrm>
          <a:off x="4359314" y="2352173"/>
          <a:ext cx="121126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96900" imgH="228600" progId="Equation.3">
                  <p:embed/>
                </p:oleObj>
              </mc:Choice>
              <mc:Fallback>
                <p:oleObj name="公式" r:id="rId5" imgW="596900" imgH="228600" progId="Equation.3">
                  <p:embed/>
                  <p:pic>
                    <p:nvPicPr>
                      <p:cNvPr id="1434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314" y="2352173"/>
                        <a:ext cx="121126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6">
            <a:extLst>
              <a:ext uri="{FF2B5EF4-FFF2-40B4-BE49-F238E27FC236}">
                <a16:creationId xmlns:a16="http://schemas.microsoft.com/office/drawing/2014/main" id="{EBB56110-FF09-FD07-AA48-3B9848FFA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89" y="2469648"/>
            <a:ext cx="468312" cy="252412"/>
          </a:xfrm>
          <a:prstGeom prst="rightArrow">
            <a:avLst>
              <a:gd name="adj1" fmla="val 39620"/>
              <a:gd name="adj2" fmla="val 90568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A0CBD2B9-677D-C27A-CD92-AE5F8761F5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395510"/>
              </p:ext>
            </p:extLst>
          </p:nvPr>
        </p:nvGraphicFramePr>
        <p:xfrm>
          <a:off x="6342101" y="2326773"/>
          <a:ext cx="20383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002865" imgH="253890" progId="Equation.3">
                  <p:embed/>
                </p:oleObj>
              </mc:Choice>
              <mc:Fallback>
                <p:oleObj name="公式" r:id="rId7" imgW="1002865" imgH="253890" progId="Equation.3">
                  <p:embed/>
                  <p:pic>
                    <p:nvPicPr>
                      <p:cNvPr id="1434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101" y="2326773"/>
                        <a:ext cx="20383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E52EB962-AF88-1C28-8AAA-AB68F0FCF6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4263"/>
              </p:ext>
            </p:extLst>
          </p:nvPr>
        </p:nvGraphicFramePr>
        <p:xfrm>
          <a:off x="4378364" y="2903035"/>
          <a:ext cx="23717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67893" imgH="253890" progId="Equation.3">
                  <p:embed/>
                </p:oleObj>
              </mc:Choice>
              <mc:Fallback>
                <p:oleObj name="公式" r:id="rId9" imgW="1167893" imgH="253890" progId="Equation.3">
                  <p:embed/>
                  <p:pic>
                    <p:nvPicPr>
                      <p:cNvPr id="1434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64" y="2903035"/>
                        <a:ext cx="23717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E4FC0FCA-F96F-4C3C-67D8-DF0E9EFC78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264408"/>
              </p:ext>
            </p:extLst>
          </p:nvPr>
        </p:nvGraphicFramePr>
        <p:xfrm>
          <a:off x="849351" y="3523748"/>
          <a:ext cx="23463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55700" imgH="254000" progId="Equation.3">
                  <p:embed/>
                </p:oleObj>
              </mc:Choice>
              <mc:Fallback>
                <p:oleObj name="公式" r:id="rId11" imgW="1155700" imgH="254000" progId="Equation.3">
                  <p:embed/>
                  <p:pic>
                    <p:nvPicPr>
                      <p:cNvPr id="1434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51" y="3523748"/>
                        <a:ext cx="2346325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D4C209FD-BBE5-220E-3080-3E265FD73D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766236"/>
              </p:ext>
            </p:extLst>
          </p:nvPr>
        </p:nvGraphicFramePr>
        <p:xfrm>
          <a:off x="3262351" y="3487235"/>
          <a:ext cx="311943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36700" imgH="279400" progId="Equation.3">
                  <p:embed/>
                </p:oleObj>
              </mc:Choice>
              <mc:Fallback>
                <p:oleObj name="公式" r:id="rId12" imgW="1536700" imgH="279400" progId="Equation.3">
                  <p:embed/>
                  <p:pic>
                    <p:nvPicPr>
                      <p:cNvPr id="1434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51" y="3487235"/>
                        <a:ext cx="3119438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CFA9FE07-4CB8-58DC-8BD8-DD33A46DA1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285095"/>
              </p:ext>
            </p:extLst>
          </p:nvPr>
        </p:nvGraphicFramePr>
        <p:xfrm>
          <a:off x="3298864" y="4126998"/>
          <a:ext cx="21145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40948" imgH="279279" progId="Equation.3">
                  <p:embed/>
                </p:oleObj>
              </mc:Choice>
              <mc:Fallback>
                <p:oleObj name="公式" r:id="rId14" imgW="1040948" imgH="279279" progId="Equation.3">
                  <p:embed/>
                  <p:pic>
                    <p:nvPicPr>
                      <p:cNvPr id="1435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64" y="4126998"/>
                        <a:ext cx="21145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utoShape 12">
            <a:extLst>
              <a:ext uri="{FF2B5EF4-FFF2-40B4-BE49-F238E27FC236}">
                <a16:creationId xmlns:a16="http://schemas.microsoft.com/office/drawing/2014/main" id="{F4F951CC-D202-2D19-55BA-E85D01539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0276" y="4357185"/>
            <a:ext cx="468313" cy="252413"/>
          </a:xfrm>
          <a:prstGeom prst="rightArrow">
            <a:avLst>
              <a:gd name="adj1" fmla="val 39620"/>
              <a:gd name="adj2" fmla="val 90568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aphicFrame>
        <p:nvGraphicFramePr>
          <p:cNvPr id="15" name="Object 13">
            <a:extLst>
              <a:ext uri="{FF2B5EF4-FFF2-40B4-BE49-F238E27FC236}">
                <a16:creationId xmlns:a16="http://schemas.microsoft.com/office/drawing/2014/main" id="{E4549297-CA56-8396-96E7-E2C38D3D7B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791744"/>
              </p:ext>
            </p:extLst>
          </p:nvPr>
        </p:nvGraphicFramePr>
        <p:xfrm>
          <a:off x="6357976" y="4212723"/>
          <a:ext cx="19335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52087" imgH="241195" progId="Equation.3">
                  <p:embed/>
                </p:oleObj>
              </mc:Choice>
              <mc:Fallback>
                <p:oleObj name="公式" r:id="rId16" imgW="952087" imgH="241195" progId="Equation.3">
                  <p:embed/>
                  <p:pic>
                    <p:nvPicPr>
                      <p:cNvPr id="1435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76" y="4212723"/>
                        <a:ext cx="193357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4">
            <a:extLst>
              <a:ext uri="{FF2B5EF4-FFF2-40B4-BE49-F238E27FC236}">
                <a16:creationId xmlns:a16="http://schemas.microsoft.com/office/drawing/2014/main" id="{083C310F-B3D3-58C3-C20B-A764A1D0B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745" y="5795990"/>
            <a:ext cx="3141662" cy="476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选用</a:t>
            </a:r>
            <a:r>
              <a:rPr lang="en-US" altLang="zh-CN" sz="2400" b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sz="2400" b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触发器，如何</a:t>
            </a:r>
            <a:r>
              <a:rPr lang="en-US" altLang="zh-CN" sz="2400" b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296743-B879-1BF5-F21F-45980BD252ED}"/>
              </a:ext>
            </a:extLst>
          </p:cNvPr>
          <p:cNvSpPr txBox="1"/>
          <p:nvPr/>
        </p:nvSpPr>
        <p:spPr>
          <a:xfrm>
            <a:off x="6980629" y="3631908"/>
            <a:ext cx="12394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凑</a:t>
            </a:r>
            <a:r>
              <a:rPr kumimoji="1" lang="en-US" altLang="zh-CN" dirty="0"/>
              <a:t>Q</a:t>
            </a:r>
            <a:r>
              <a:rPr kumimoji="1" lang="en-US" altLang="zh-CN" baseline="-25000" dirty="0"/>
              <a:t>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/Q</a:t>
            </a:r>
            <a:r>
              <a:rPr kumimoji="1" lang="en-US" altLang="zh-CN" baseline="-25000" dirty="0"/>
              <a:t>0</a:t>
            </a:r>
            <a:endParaRPr kumimoji="1" lang="zh-CN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67905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354A1-6872-BFB5-AFED-A6590F8F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kumimoji="1" lang="zh-CN" altLang="en-US" dirty="0"/>
              <a:t>可逆六进制计数器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C2CF98-4DCE-890F-C239-AE90FDC15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建立状态图和状态表</a:t>
            </a:r>
          </a:p>
          <a:p>
            <a:pPr lvl="1"/>
            <a:r>
              <a:rPr kumimoji="1" lang="zh-CN" altLang="en-US" dirty="0"/>
              <a:t>设</a:t>
            </a:r>
            <a:r>
              <a:rPr kumimoji="1" lang="en-US" altLang="zh-CN" dirty="0"/>
              <a:t>A=0</a:t>
            </a:r>
            <a:r>
              <a:rPr kumimoji="1" lang="zh-CN" altLang="en-US" dirty="0"/>
              <a:t>加法，</a:t>
            </a:r>
            <a:r>
              <a:rPr kumimoji="1" lang="en-US" altLang="zh-CN" dirty="0"/>
              <a:t>A=1</a:t>
            </a:r>
            <a:r>
              <a:rPr kumimoji="1" lang="zh-CN" altLang="en-US" dirty="0"/>
              <a:t>减法；</a:t>
            </a:r>
            <a:r>
              <a:rPr kumimoji="1" lang="en-US" altLang="zh-CN" dirty="0"/>
              <a:t>C</a:t>
            </a:r>
            <a:r>
              <a:rPr kumimoji="1" lang="zh-CN" altLang="en-US" dirty="0"/>
              <a:t>为进位或借位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0C265C-434F-044F-C1E4-D4852D4A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001349-7CCA-18B1-022D-16B72FDD3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15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5E58BDF-7F08-74CA-45E7-B2942E501EDE}"/>
              </a:ext>
            </a:extLst>
          </p:cNvPr>
          <p:cNvGrpSpPr>
            <a:grpSpLocks/>
          </p:cNvGrpSpPr>
          <p:nvPr/>
        </p:nvGrpSpPr>
        <p:grpSpPr bwMode="auto">
          <a:xfrm>
            <a:off x="1695450" y="2652558"/>
            <a:ext cx="1881187" cy="1941512"/>
            <a:chOff x="907" y="1820"/>
            <a:chExt cx="1383" cy="1383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D5AE7E72-B337-C91B-7A11-47D8E8CF0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2093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1/1</a:t>
              </a: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BD60E4BE-867F-5B56-7CE4-495CC6592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820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9E962D44-763A-6AFC-9805-F95DCF83D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1" y="3203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9EA1BCCE-8B41-6ADC-DEB9-2CC70A95C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2001"/>
              <a:ext cx="181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AE8087E3-B2B8-5235-23D9-0D2F0FD2B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9" y="2681"/>
              <a:ext cx="164" cy="2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70B6F534-B8C9-50E2-294B-37DF48365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2704"/>
              <a:ext cx="227" cy="2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1A98B204-C5E1-DF23-A014-B70D1182A9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7" y="2001"/>
              <a:ext cx="181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6ACE9B03-AEC6-E341-0690-6696FA607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1" y="1888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1/0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5E3001C0-D469-D445-CCC2-B7360B854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115"/>
              <a:ext cx="28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1/0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8BD3B540-757C-97CE-B219-2FB50BF59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" y="2659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1/0</a:t>
              </a: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F0FBDB86-4884-3C2A-C699-FB52CBBB9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1" y="2908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1/0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B4ECF62C-CC86-64ED-9A20-27F960B0C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" y="2613"/>
              <a:ext cx="28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1/0</a:t>
              </a:r>
            </a:p>
          </p:txBody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906D0CE1-3A3E-8026-34E0-8AF73D909A93}"/>
              </a:ext>
            </a:extLst>
          </p:cNvPr>
          <p:cNvGrpSpPr>
            <a:grpSpLocks/>
          </p:cNvGrpSpPr>
          <p:nvPr/>
        </p:nvGrpSpPr>
        <p:grpSpPr bwMode="auto">
          <a:xfrm>
            <a:off x="1047750" y="1919133"/>
            <a:ext cx="3165475" cy="3390900"/>
            <a:chOff x="431" y="1298"/>
            <a:chExt cx="2327" cy="2415"/>
          </a:xfrm>
        </p:grpSpPr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3912A602-781E-26FA-3116-9651F40D3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593"/>
              <a:ext cx="3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7E77C4B9-8934-6A3F-7A1D-C8F1B59AC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430"/>
              <a:ext cx="4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0198E7BF-233C-D814-D9C1-4C087883A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888"/>
              <a:ext cx="204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D16AF146-23E1-B5FD-8B72-A63DDD2B66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3" y="2795"/>
              <a:ext cx="194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7484177C-B3DE-08F4-C999-AF1BA9A1D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17"/>
              <a:ext cx="227" cy="2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67B5E0B4-E895-80D1-CC6A-783000C88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1842"/>
              <a:ext cx="227" cy="3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52A3EAD1-5F70-27FA-4B33-BBD353226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820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0/1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41DEAD93-DB5D-FF5C-AA49-4AA55E48A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1298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0/0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8A6990EA-BC88-4B9D-F5E9-59CBD30E0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7" y="1820"/>
              <a:ext cx="28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0/0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310DB48C-A1B7-0AA9-09AB-0B5A096BD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2908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0/0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A6562786-4C57-C2DD-0796-D50A27EB1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3453"/>
              <a:ext cx="28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0/0</a:t>
              </a: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15CCAF04-6E70-2E47-63D9-70FDC0D27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931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0/0</a:t>
              </a:r>
            </a:p>
          </p:txBody>
        </p:sp>
      </p:grpSp>
      <p:grpSp>
        <p:nvGrpSpPr>
          <p:cNvPr id="32" name="Group 30">
            <a:extLst>
              <a:ext uri="{FF2B5EF4-FFF2-40B4-BE49-F238E27FC236}">
                <a16:creationId xmlns:a16="http://schemas.microsoft.com/office/drawing/2014/main" id="{3A928433-8B1A-9C7B-6608-5D93DD4AC539}"/>
              </a:ext>
            </a:extLst>
          </p:cNvPr>
          <p:cNvGrpSpPr>
            <a:grpSpLocks/>
          </p:cNvGrpSpPr>
          <p:nvPr/>
        </p:nvGrpSpPr>
        <p:grpSpPr bwMode="auto">
          <a:xfrm>
            <a:off x="5984875" y="1774670"/>
            <a:ext cx="2771775" cy="3960813"/>
            <a:chOff x="3629" y="1434"/>
            <a:chExt cx="1746" cy="2495"/>
          </a:xfrm>
        </p:grpSpPr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6EF32566-60C2-07CF-7D95-2DB7AFE30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6" y="2111"/>
              <a:ext cx="34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A=1</a:t>
              </a:r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236AE5B9-65D8-E922-4127-186B224C4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88"/>
              <a:ext cx="6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40000">
                  <a:ea typeface="楷体_GB2312" pitchFamily="49" charset="-122"/>
                </a:rPr>
                <a:t>n+1</a:t>
              </a:r>
              <a:r>
                <a:rPr kumimoji="1" lang="en-US" altLang="zh-CN">
                  <a:ea typeface="楷体_GB2312" pitchFamily="49" charset="-122"/>
                </a:rPr>
                <a:t>/</a:t>
              </a:r>
              <a:r>
                <a:rPr kumimoji="1" lang="en-US" altLang="zh-CN" sz="2400">
                  <a:ea typeface="楷体_GB2312" pitchFamily="49" charset="-122"/>
                </a:rPr>
                <a:t>C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B2DD2F40-9CAC-840A-2933-F586CE3D3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5" y="2092"/>
              <a:ext cx="12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EF39E5DF-434C-DB62-6F9C-5AEC8A919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5" y="1795"/>
              <a:ext cx="0" cy="2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3DBC16C7-0595-7B53-AEF0-C111E6F8F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0" y="2092"/>
              <a:ext cx="0" cy="18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36">
              <a:extLst>
                <a:ext uri="{FF2B5EF4-FFF2-40B4-BE49-F238E27FC236}">
                  <a16:creationId xmlns:a16="http://schemas.microsoft.com/office/drawing/2014/main" id="{EE0199CB-EB30-F693-5ED7-6990AD49D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5" y="1434"/>
              <a:ext cx="8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状态表</a:t>
              </a:r>
            </a:p>
          </p:txBody>
        </p:sp>
        <p:sp>
          <p:nvSpPr>
            <p:cNvPr id="39" name="Rectangle 37">
              <a:extLst>
                <a:ext uri="{FF2B5EF4-FFF2-40B4-BE49-F238E27FC236}">
                  <a16:creationId xmlns:a16="http://schemas.microsoft.com/office/drawing/2014/main" id="{BC4410A0-F7CB-A681-C546-2C5A232BD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" y="1940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40000">
                  <a:ea typeface="楷体_GB2312" pitchFamily="49" charset="-122"/>
                </a:rPr>
                <a:t>n</a:t>
              </a:r>
              <a:endParaRPr kumimoji="1" lang="zh-CN" altLang="en-US" sz="2400" baseline="40000">
                <a:ea typeface="楷体_GB2312" pitchFamily="49" charset="-122"/>
              </a:endParaRPr>
            </a:p>
          </p:txBody>
        </p:sp>
        <p:sp>
          <p:nvSpPr>
            <p:cNvPr id="40" name="Text Box 38">
              <a:extLst>
                <a:ext uri="{FF2B5EF4-FFF2-40B4-BE49-F238E27FC236}">
                  <a16:creationId xmlns:a16="http://schemas.microsoft.com/office/drawing/2014/main" id="{9036F9F7-218D-8457-A4AD-A17760027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111"/>
              <a:ext cx="34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A=0</a:t>
              </a:r>
            </a:p>
          </p:txBody>
        </p:sp>
        <p:grpSp>
          <p:nvGrpSpPr>
            <p:cNvPr id="41" name="Group 39">
              <a:extLst>
                <a:ext uri="{FF2B5EF4-FFF2-40B4-BE49-F238E27FC236}">
                  <a16:creationId xmlns:a16="http://schemas.microsoft.com/office/drawing/2014/main" id="{66C56EDA-6152-CC2D-98B3-7285B89056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9" y="1795"/>
              <a:ext cx="1746" cy="2134"/>
              <a:chOff x="3402" y="1795"/>
              <a:chExt cx="2063" cy="2134"/>
            </a:xfrm>
          </p:grpSpPr>
          <p:sp>
            <p:nvSpPr>
              <p:cNvPr id="60" name="Line 40">
                <a:extLst>
                  <a:ext uri="{FF2B5EF4-FFF2-40B4-BE49-F238E27FC236}">
                    <a16:creationId xmlns:a16="http://schemas.microsoft.com/office/drawing/2014/main" id="{02771ECF-342C-D195-982F-D77A509578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5" y="2364"/>
                <a:ext cx="20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Line 41">
                <a:extLst>
                  <a:ext uri="{FF2B5EF4-FFF2-40B4-BE49-F238E27FC236}">
                    <a16:creationId xmlns:a16="http://schemas.microsoft.com/office/drawing/2014/main" id="{DC037268-F84F-6E5C-0380-38ED59965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1795"/>
                <a:ext cx="20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Line 42">
                <a:extLst>
                  <a:ext uri="{FF2B5EF4-FFF2-40B4-BE49-F238E27FC236}">
                    <a16:creationId xmlns:a16="http://schemas.microsoft.com/office/drawing/2014/main" id="{4410BAF4-3C62-F8B4-4408-899432F17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3929"/>
                <a:ext cx="20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" name="Text Box 43">
              <a:extLst>
                <a:ext uri="{FF2B5EF4-FFF2-40B4-BE49-F238E27FC236}">
                  <a16:creationId xmlns:a16="http://schemas.microsoft.com/office/drawing/2014/main" id="{2FAF8EF4-24CC-CE03-DF72-73B0D4131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5" y="2404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0</a:t>
              </a:r>
              <a:endParaRPr kumimoji="1" lang="en-US" altLang="zh-CN"/>
            </a:p>
          </p:txBody>
        </p:sp>
        <p:sp>
          <p:nvSpPr>
            <p:cNvPr id="43" name="Text Box 44">
              <a:extLst>
                <a:ext uri="{FF2B5EF4-FFF2-40B4-BE49-F238E27FC236}">
                  <a16:creationId xmlns:a16="http://schemas.microsoft.com/office/drawing/2014/main" id="{6FE9385E-246A-2761-2F6D-3257D8578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2404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1</a:t>
              </a:r>
              <a:r>
                <a:rPr kumimoji="1" lang="en-US" altLang="zh-CN" sz="2400"/>
                <a:t>/0</a:t>
              </a:r>
            </a:p>
          </p:txBody>
        </p:sp>
        <p:sp>
          <p:nvSpPr>
            <p:cNvPr id="44" name="Text Box 45">
              <a:extLst>
                <a:ext uri="{FF2B5EF4-FFF2-40B4-BE49-F238E27FC236}">
                  <a16:creationId xmlns:a16="http://schemas.microsoft.com/office/drawing/2014/main" id="{A91D067D-FE9A-FC3A-D022-40C30A2AE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9" y="2404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5</a:t>
              </a:r>
              <a:r>
                <a:rPr kumimoji="1" lang="en-US" altLang="zh-CN" sz="2400"/>
                <a:t>/1</a:t>
              </a:r>
            </a:p>
          </p:txBody>
        </p:sp>
        <p:sp>
          <p:nvSpPr>
            <p:cNvPr id="45" name="Text Box 46">
              <a:extLst>
                <a:ext uri="{FF2B5EF4-FFF2-40B4-BE49-F238E27FC236}">
                  <a16:creationId xmlns:a16="http://schemas.microsoft.com/office/drawing/2014/main" id="{929156EA-FAFB-D025-6AC0-501C63E74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5" y="2650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1</a:t>
              </a:r>
              <a:endParaRPr kumimoji="1" lang="en-US" altLang="zh-CN"/>
            </a:p>
          </p:txBody>
        </p:sp>
        <p:sp>
          <p:nvSpPr>
            <p:cNvPr id="46" name="Text Box 47">
              <a:extLst>
                <a:ext uri="{FF2B5EF4-FFF2-40B4-BE49-F238E27FC236}">
                  <a16:creationId xmlns:a16="http://schemas.microsoft.com/office/drawing/2014/main" id="{471B0779-F815-C980-DF8F-904345DDD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2650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2</a:t>
              </a:r>
              <a:r>
                <a:rPr kumimoji="1" lang="en-US" altLang="zh-CN" sz="2400"/>
                <a:t>/0</a:t>
              </a:r>
            </a:p>
          </p:txBody>
        </p:sp>
        <p:sp>
          <p:nvSpPr>
            <p:cNvPr id="47" name="Text Box 48">
              <a:extLst>
                <a:ext uri="{FF2B5EF4-FFF2-40B4-BE49-F238E27FC236}">
                  <a16:creationId xmlns:a16="http://schemas.microsoft.com/office/drawing/2014/main" id="{E22750BC-31D7-C8C6-1FF0-8C0673CD78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9" y="2650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0</a:t>
              </a:r>
              <a:r>
                <a:rPr kumimoji="1" lang="en-US" altLang="zh-CN" sz="2400"/>
                <a:t>/0</a:t>
              </a:r>
            </a:p>
          </p:txBody>
        </p:sp>
        <p:sp>
          <p:nvSpPr>
            <p:cNvPr id="48" name="Text Box 49">
              <a:extLst>
                <a:ext uri="{FF2B5EF4-FFF2-40B4-BE49-F238E27FC236}">
                  <a16:creationId xmlns:a16="http://schemas.microsoft.com/office/drawing/2014/main" id="{BB565EA5-3C22-A4E9-5224-4929B233B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5" y="2895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2</a:t>
              </a:r>
              <a:endParaRPr kumimoji="1" lang="en-US" altLang="zh-CN"/>
            </a:p>
          </p:txBody>
        </p:sp>
        <p:sp>
          <p:nvSpPr>
            <p:cNvPr id="49" name="Text Box 50">
              <a:extLst>
                <a:ext uri="{FF2B5EF4-FFF2-40B4-BE49-F238E27FC236}">
                  <a16:creationId xmlns:a16="http://schemas.microsoft.com/office/drawing/2014/main" id="{68733CE8-5349-81A8-DB78-34F45866E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2895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3</a:t>
              </a:r>
              <a:r>
                <a:rPr kumimoji="1" lang="en-US" altLang="zh-CN" sz="2400"/>
                <a:t>/0</a:t>
              </a:r>
            </a:p>
          </p:txBody>
        </p:sp>
        <p:sp>
          <p:nvSpPr>
            <p:cNvPr id="50" name="Text Box 51">
              <a:extLst>
                <a:ext uri="{FF2B5EF4-FFF2-40B4-BE49-F238E27FC236}">
                  <a16:creationId xmlns:a16="http://schemas.microsoft.com/office/drawing/2014/main" id="{1C023664-5958-224E-0F96-C083EEDB6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9" y="2895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1</a:t>
              </a:r>
              <a:r>
                <a:rPr kumimoji="1" lang="en-US" altLang="zh-CN" sz="2400"/>
                <a:t>/0</a:t>
              </a:r>
            </a:p>
          </p:txBody>
        </p:sp>
        <p:sp>
          <p:nvSpPr>
            <p:cNvPr id="51" name="Text Box 52">
              <a:extLst>
                <a:ext uri="{FF2B5EF4-FFF2-40B4-BE49-F238E27FC236}">
                  <a16:creationId xmlns:a16="http://schemas.microsoft.com/office/drawing/2014/main" id="{28046C66-1725-DE4B-3294-3A8359C36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5" y="3140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3</a:t>
              </a:r>
              <a:endParaRPr kumimoji="1" lang="en-US" altLang="zh-CN"/>
            </a:p>
          </p:txBody>
        </p:sp>
        <p:sp>
          <p:nvSpPr>
            <p:cNvPr id="52" name="Text Box 53">
              <a:extLst>
                <a:ext uri="{FF2B5EF4-FFF2-40B4-BE49-F238E27FC236}">
                  <a16:creationId xmlns:a16="http://schemas.microsoft.com/office/drawing/2014/main" id="{F78CB63E-4476-68CC-6BC0-27C6CB670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3140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4</a:t>
              </a:r>
              <a:r>
                <a:rPr kumimoji="1" lang="en-US" altLang="zh-CN" sz="2400"/>
                <a:t>/0</a:t>
              </a:r>
            </a:p>
          </p:txBody>
        </p:sp>
        <p:sp>
          <p:nvSpPr>
            <p:cNvPr id="53" name="Text Box 54">
              <a:extLst>
                <a:ext uri="{FF2B5EF4-FFF2-40B4-BE49-F238E27FC236}">
                  <a16:creationId xmlns:a16="http://schemas.microsoft.com/office/drawing/2014/main" id="{77FD3CF5-8AD3-4657-01F7-0FCBC07CB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9" y="3140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2</a:t>
              </a:r>
              <a:r>
                <a:rPr kumimoji="1" lang="en-US" altLang="zh-CN" sz="2400"/>
                <a:t>/0</a:t>
              </a:r>
            </a:p>
          </p:txBody>
        </p:sp>
        <p:sp>
          <p:nvSpPr>
            <p:cNvPr id="54" name="Text Box 55">
              <a:extLst>
                <a:ext uri="{FF2B5EF4-FFF2-40B4-BE49-F238E27FC236}">
                  <a16:creationId xmlns:a16="http://schemas.microsoft.com/office/drawing/2014/main" id="{EB041A98-6D80-E593-7F04-10978EB9E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5" y="3398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4</a:t>
              </a:r>
              <a:endParaRPr kumimoji="1" lang="en-US" altLang="zh-CN"/>
            </a:p>
          </p:txBody>
        </p:sp>
        <p:sp>
          <p:nvSpPr>
            <p:cNvPr id="55" name="Text Box 56">
              <a:extLst>
                <a:ext uri="{FF2B5EF4-FFF2-40B4-BE49-F238E27FC236}">
                  <a16:creationId xmlns:a16="http://schemas.microsoft.com/office/drawing/2014/main" id="{2F5AF6C8-D1D3-B281-7BC8-05B5EC211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3398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5</a:t>
              </a:r>
              <a:r>
                <a:rPr kumimoji="1" lang="en-US" altLang="zh-CN" sz="2400"/>
                <a:t>/0</a:t>
              </a:r>
            </a:p>
          </p:txBody>
        </p:sp>
        <p:sp>
          <p:nvSpPr>
            <p:cNvPr id="56" name="Text Box 57">
              <a:extLst>
                <a:ext uri="{FF2B5EF4-FFF2-40B4-BE49-F238E27FC236}">
                  <a16:creationId xmlns:a16="http://schemas.microsoft.com/office/drawing/2014/main" id="{3E9377FB-FF01-61BD-FFA4-5CECBFFE5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9" y="3398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3</a:t>
              </a:r>
              <a:r>
                <a:rPr kumimoji="1" lang="en-US" altLang="zh-CN" sz="2400"/>
                <a:t>/0</a:t>
              </a:r>
            </a:p>
          </p:txBody>
        </p:sp>
        <p:sp>
          <p:nvSpPr>
            <p:cNvPr id="57" name="Text Box 58">
              <a:extLst>
                <a:ext uri="{FF2B5EF4-FFF2-40B4-BE49-F238E27FC236}">
                  <a16:creationId xmlns:a16="http://schemas.microsoft.com/office/drawing/2014/main" id="{0F3E1CD9-E9B7-3DDB-45A1-E862F1872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5" y="3654"/>
              <a:ext cx="1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5</a:t>
              </a:r>
              <a:endParaRPr kumimoji="1" lang="en-US" altLang="zh-CN"/>
            </a:p>
          </p:txBody>
        </p:sp>
        <p:sp>
          <p:nvSpPr>
            <p:cNvPr id="58" name="Text Box 59">
              <a:extLst>
                <a:ext uri="{FF2B5EF4-FFF2-40B4-BE49-F238E27FC236}">
                  <a16:creationId xmlns:a16="http://schemas.microsoft.com/office/drawing/2014/main" id="{9714CDA1-EAC0-BF34-4BD0-D21A16171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3654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0</a:t>
              </a:r>
              <a:r>
                <a:rPr kumimoji="1" lang="en-US" altLang="zh-CN" sz="2400"/>
                <a:t>/1</a:t>
              </a:r>
            </a:p>
          </p:txBody>
        </p:sp>
        <p:sp>
          <p:nvSpPr>
            <p:cNvPr id="59" name="Text Box 60">
              <a:extLst>
                <a:ext uri="{FF2B5EF4-FFF2-40B4-BE49-F238E27FC236}">
                  <a16:creationId xmlns:a16="http://schemas.microsoft.com/office/drawing/2014/main" id="{FBFAB016-C718-D40B-8FC8-BEC454BB6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9" y="3654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S</a:t>
              </a:r>
              <a:r>
                <a:rPr kumimoji="1" lang="en-US" altLang="zh-CN" sz="2400" baseline="-10000"/>
                <a:t>4</a:t>
              </a:r>
              <a:r>
                <a:rPr kumimoji="1" lang="en-US" altLang="zh-CN" sz="2400"/>
                <a:t>/0</a:t>
              </a:r>
            </a:p>
          </p:txBody>
        </p:sp>
      </p:grpSp>
      <p:grpSp>
        <p:nvGrpSpPr>
          <p:cNvPr id="63" name="Group 61">
            <a:extLst>
              <a:ext uri="{FF2B5EF4-FFF2-40B4-BE49-F238E27FC236}">
                <a16:creationId xmlns:a16="http://schemas.microsoft.com/office/drawing/2014/main" id="{9DCB8715-FF20-2C70-9117-600CC81EB621}"/>
              </a:ext>
            </a:extLst>
          </p:cNvPr>
          <p:cNvGrpSpPr>
            <a:grpSpLocks/>
          </p:cNvGrpSpPr>
          <p:nvPr/>
        </p:nvGrpSpPr>
        <p:grpSpPr bwMode="auto">
          <a:xfrm>
            <a:off x="1016000" y="2095345"/>
            <a:ext cx="4737100" cy="3665538"/>
            <a:chOff x="499" y="1636"/>
            <a:chExt cx="2984" cy="2309"/>
          </a:xfrm>
        </p:grpSpPr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811EB33A-51E7-E433-4F0D-A1D290B391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7" y="3294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" name="Text Box 63">
              <a:extLst>
                <a:ext uri="{FF2B5EF4-FFF2-40B4-BE49-F238E27FC236}">
                  <a16:creationId xmlns:a16="http://schemas.microsoft.com/office/drawing/2014/main" id="{2F2C2F96-A05A-633F-1AA8-E5D5E028F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2999"/>
              <a:ext cx="33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A/C</a:t>
              </a:r>
            </a:p>
          </p:txBody>
        </p:sp>
        <p:sp>
          <p:nvSpPr>
            <p:cNvPr id="66" name="Text Box 64">
              <a:extLst>
                <a:ext uri="{FF2B5EF4-FFF2-40B4-BE49-F238E27FC236}">
                  <a16:creationId xmlns:a16="http://schemas.microsoft.com/office/drawing/2014/main" id="{C0515189-AAA8-AB31-965C-8776DC25B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3657"/>
              <a:ext cx="8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状态图</a:t>
              </a:r>
            </a:p>
          </p:txBody>
        </p:sp>
        <p:sp>
          <p:nvSpPr>
            <p:cNvPr id="67" name="Oval 65">
              <a:extLst>
                <a:ext uri="{FF2B5EF4-FFF2-40B4-BE49-F238E27FC236}">
                  <a16:creationId xmlns:a16="http://schemas.microsoft.com/office/drawing/2014/main" id="{148E6AC3-844C-05A6-42D7-343CAFB8F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" y="1636"/>
              <a:ext cx="505" cy="5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0</a:t>
              </a:r>
              <a:endParaRPr lang="en-US" altLang="zh-CN" sz="1800" b="0"/>
            </a:p>
          </p:txBody>
        </p:sp>
        <p:sp>
          <p:nvSpPr>
            <p:cNvPr id="68" name="Oval 66">
              <a:extLst>
                <a:ext uri="{FF2B5EF4-FFF2-40B4-BE49-F238E27FC236}">
                  <a16:creationId xmlns:a16="http://schemas.microsoft.com/office/drawing/2014/main" id="{BB8F678C-C812-D87F-F08F-0367E1D35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" y="1636"/>
              <a:ext cx="505" cy="5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1</a:t>
              </a:r>
              <a:endParaRPr lang="en-US" altLang="zh-CN" sz="2400" b="0"/>
            </a:p>
          </p:txBody>
        </p:sp>
        <p:sp>
          <p:nvSpPr>
            <p:cNvPr id="69" name="Oval 67">
              <a:extLst>
                <a:ext uri="{FF2B5EF4-FFF2-40B4-BE49-F238E27FC236}">
                  <a16:creationId xmlns:a16="http://schemas.microsoft.com/office/drawing/2014/main" id="{CE448867-3168-8064-B127-C0D4AFB14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" y="2348"/>
              <a:ext cx="505" cy="51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2</a:t>
              </a:r>
              <a:endParaRPr lang="en-US" altLang="zh-CN" sz="2400" b="0"/>
            </a:p>
          </p:txBody>
        </p:sp>
        <p:sp>
          <p:nvSpPr>
            <p:cNvPr id="70" name="Oval 68">
              <a:extLst>
                <a:ext uri="{FF2B5EF4-FFF2-40B4-BE49-F238E27FC236}">
                  <a16:creationId xmlns:a16="http://schemas.microsoft.com/office/drawing/2014/main" id="{0B28D51D-29F6-5448-1D70-3A2CB78F6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" y="2348"/>
              <a:ext cx="505" cy="51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5</a:t>
              </a:r>
              <a:endParaRPr lang="en-US" altLang="zh-CN" sz="2400" b="0"/>
            </a:p>
          </p:txBody>
        </p:sp>
        <p:sp>
          <p:nvSpPr>
            <p:cNvPr id="71" name="Oval 69">
              <a:extLst>
                <a:ext uri="{FF2B5EF4-FFF2-40B4-BE49-F238E27FC236}">
                  <a16:creationId xmlns:a16="http://schemas.microsoft.com/office/drawing/2014/main" id="{1209F8D2-F7F0-9CD6-C5D4-52C564AD3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" y="3021"/>
              <a:ext cx="505" cy="51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4</a:t>
              </a:r>
              <a:endParaRPr lang="en-US" altLang="zh-CN" sz="2400" b="0"/>
            </a:p>
          </p:txBody>
        </p:sp>
        <p:sp>
          <p:nvSpPr>
            <p:cNvPr id="72" name="Oval 70">
              <a:extLst>
                <a:ext uri="{FF2B5EF4-FFF2-40B4-BE49-F238E27FC236}">
                  <a16:creationId xmlns:a16="http://schemas.microsoft.com/office/drawing/2014/main" id="{842C4F1C-73E1-1C9E-1E6C-4C5E4C46D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" y="3009"/>
              <a:ext cx="505" cy="51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3</a:t>
              </a:r>
              <a:endParaRPr lang="en-US" altLang="zh-CN" sz="2400" b="0"/>
            </a:p>
          </p:txBody>
        </p:sp>
        <p:sp>
          <p:nvSpPr>
            <p:cNvPr id="73" name="Oval 71">
              <a:extLst>
                <a:ext uri="{FF2B5EF4-FFF2-40B4-BE49-F238E27FC236}">
                  <a16:creationId xmlns:a16="http://schemas.microsoft.com/office/drawing/2014/main" id="{7A541D83-0A68-A25B-D8F0-661D1B060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3022"/>
              <a:ext cx="505" cy="51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endParaRPr lang="en-US" altLang="zh-CN" sz="2400" b="0"/>
            </a:p>
          </p:txBody>
        </p:sp>
      </p:grpSp>
    </p:spTree>
    <p:extLst>
      <p:ext uri="{BB962C8B-B14F-4D97-AF65-F5344CB8AC3E}">
        <p14:creationId xmlns:p14="http://schemas.microsoft.com/office/powerpoint/2010/main" val="416854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0516F-BEEB-773C-04E5-270A746D7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kumimoji="1" lang="zh-CN" altLang="en-US" dirty="0"/>
              <a:t>可逆六进制计数器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6831E-0E39-7F75-C692-E0E1897F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状态编码</a:t>
            </a:r>
          </a:p>
          <a:p>
            <a:pPr lvl="1"/>
            <a:r>
              <a:rPr kumimoji="1" lang="zh-CN" altLang="en-US" dirty="0"/>
              <a:t>至少需要  </a:t>
            </a:r>
            <a:r>
              <a:rPr kumimoji="1" lang="en-US" altLang="zh-CN" dirty="0"/>
              <a:t>log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6  =3</a:t>
            </a:r>
            <a:r>
              <a:rPr kumimoji="1" lang="zh-CN" altLang="en-US" dirty="0"/>
              <a:t>位</a:t>
            </a:r>
          </a:p>
          <a:p>
            <a:pPr lvl="1"/>
            <a:r>
              <a:rPr kumimoji="1" lang="zh-CN" altLang="en-US" dirty="0"/>
              <a:t>顺序码：</a:t>
            </a:r>
            <a:r>
              <a:rPr kumimoji="1" lang="en-US" altLang="zh-CN" dirty="0"/>
              <a:t>000~101</a:t>
            </a:r>
          </a:p>
          <a:p>
            <a:pPr lvl="1"/>
            <a:r>
              <a:rPr kumimoji="1" lang="zh-CN" altLang="en-US" dirty="0"/>
              <a:t>独热码需要</a:t>
            </a:r>
            <a:r>
              <a:rPr kumimoji="1" lang="en-US" altLang="zh-CN" dirty="0"/>
              <a:t>6</a:t>
            </a:r>
            <a:r>
              <a:rPr kumimoji="1" lang="zh-CN" altLang="en-US" dirty="0"/>
              <a:t>位</a:t>
            </a:r>
          </a:p>
          <a:p>
            <a:pPr lvl="1"/>
            <a:r>
              <a:rPr kumimoji="1" lang="zh-CN" altLang="en-US" b="1" dirty="0"/>
              <a:t>循环码（如下方左图）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B335D2-A176-687C-C048-2E69783BB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6E01CF-7994-FB41-94B7-7793BC7A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16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42">
            <a:extLst>
              <a:ext uri="{FF2B5EF4-FFF2-40B4-BE49-F238E27FC236}">
                <a16:creationId xmlns:a16="http://schemas.microsoft.com/office/drawing/2014/main" id="{C2E02D49-D8B6-8029-4F3E-0A1EF31F8385}"/>
              </a:ext>
            </a:extLst>
          </p:cNvPr>
          <p:cNvGrpSpPr>
            <a:grpSpLocks/>
          </p:cNvGrpSpPr>
          <p:nvPr/>
        </p:nvGrpSpPr>
        <p:grpSpPr bwMode="auto">
          <a:xfrm>
            <a:off x="2235549" y="1105132"/>
            <a:ext cx="107950" cy="358775"/>
            <a:chOff x="1610" y="1480"/>
            <a:chExt cx="68" cy="226"/>
          </a:xfrm>
        </p:grpSpPr>
        <p:sp>
          <p:nvSpPr>
            <p:cNvPr id="7" name="Line 43">
              <a:extLst>
                <a:ext uri="{FF2B5EF4-FFF2-40B4-BE49-F238E27FC236}">
                  <a16:creationId xmlns:a16="http://schemas.microsoft.com/office/drawing/2014/main" id="{2A3E04AA-ECCE-2967-00F8-B3A00B7CCA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0" y="1480"/>
              <a:ext cx="68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44">
              <a:extLst>
                <a:ext uri="{FF2B5EF4-FFF2-40B4-BE49-F238E27FC236}">
                  <a16:creationId xmlns:a16="http://schemas.microsoft.com/office/drawing/2014/main" id="{CC761ADF-A414-F4EF-060A-535B2DEB8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480"/>
              <a:ext cx="0" cy="226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5">
            <a:extLst>
              <a:ext uri="{FF2B5EF4-FFF2-40B4-BE49-F238E27FC236}">
                <a16:creationId xmlns:a16="http://schemas.microsoft.com/office/drawing/2014/main" id="{C40C0697-1DD0-2440-0741-2FF476618B9C}"/>
              </a:ext>
            </a:extLst>
          </p:cNvPr>
          <p:cNvGrpSpPr>
            <a:grpSpLocks/>
          </p:cNvGrpSpPr>
          <p:nvPr/>
        </p:nvGrpSpPr>
        <p:grpSpPr bwMode="auto">
          <a:xfrm>
            <a:off x="2919761" y="1105132"/>
            <a:ext cx="107950" cy="358775"/>
            <a:chOff x="2109" y="1480"/>
            <a:chExt cx="68" cy="226"/>
          </a:xfrm>
        </p:grpSpPr>
        <p:sp>
          <p:nvSpPr>
            <p:cNvPr id="10" name="Line 46">
              <a:extLst>
                <a:ext uri="{FF2B5EF4-FFF2-40B4-BE49-F238E27FC236}">
                  <a16:creationId xmlns:a16="http://schemas.microsoft.com/office/drawing/2014/main" id="{8AF20A1B-4E06-ECB6-4313-8B4D166361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9" y="1480"/>
              <a:ext cx="68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47">
              <a:extLst>
                <a:ext uri="{FF2B5EF4-FFF2-40B4-BE49-F238E27FC236}">
                  <a16:creationId xmlns:a16="http://schemas.microsoft.com/office/drawing/2014/main" id="{E55E42A4-F0CA-6164-BF1A-AC495634A6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" y="1480"/>
              <a:ext cx="0" cy="226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48">
            <a:extLst>
              <a:ext uri="{FF2B5EF4-FFF2-40B4-BE49-F238E27FC236}">
                <a16:creationId xmlns:a16="http://schemas.microsoft.com/office/drawing/2014/main" id="{8E59D038-1C45-1B9B-73FB-0EA72CD841FC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4011613"/>
            <a:ext cx="2052637" cy="1819275"/>
            <a:chOff x="431" y="2527"/>
            <a:chExt cx="1293" cy="900"/>
          </a:xfrm>
        </p:grpSpPr>
        <p:sp>
          <p:nvSpPr>
            <p:cNvPr id="13" name="Text Box 49">
              <a:extLst>
                <a:ext uri="{FF2B5EF4-FFF2-40B4-BE49-F238E27FC236}">
                  <a16:creationId xmlns:a16="http://schemas.microsoft.com/office/drawing/2014/main" id="{1681E1D4-D117-F553-0D97-B3D457DDB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2748"/>
              <a:ext cx="19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4" name="Text Box 50">
              <a:extLst>
                <a:ext uri="{FF2B5EF4-FFF2-40B4-BE49-F238E27FC236}">
                  <a16:creationId xmlns:a16="http://schemas.microsoft.com/office/drawing/2014/main" id="{DA6D9227-71A3-8326-4B71-77FBBFA29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" y="2748"/>
              <a:ext cx="19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5" name="Text Box 51">
              <a:extLst>
                <a:ext uri="{FF2B5EF4-FFF2-40B4-BE49-F238E27FC236}">
                  <a16:creationId xmlns:a16="http://schemas.microsoft.com/office/drawing/2014/main" id="{0BBEF60B-FCA7-13A8-E839-CD272E8DB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2748"/>
              <a:ext cx="19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6" name="Text Box 52">
              <a:extLst>
                <a:ext uri="{FF2B5EF4-FFF2-40B4-BE49-F238E27FC236}">
                  <a16:creationId xmlns:a16="http://schemas.microsoft.com/office/drawing/2014/main" id="{5CF95FFC-77C0-8869-F39B-D0468E9339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" y="2527"/>
              <a:ext cx="40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Q</a:t>
              </a:r>
              <a:r>
                <a:rPr kumimoji="1" lang="en-US" altLang="zh-CN" sz="2400" b="0" baseline="-15000">
                  <a:ea typeface="楷体_GB2312" pitchFamily="49" charset="-122"/>
                </a:rPr>
                <a:t>1</a:t>
              </a:r>
              <a:r>
                <a:rPr kumimoji="1" lang="en-US" altLang="zh-CN" sz="2400" b="0">
                  <a:ea typeface="楷体_GB2312" pitchFamily="49" charset="-122"/>
                </a:rPr>
                <a:t>Q</a:t>
              </a:r>
              <a:r>
                <a:rPr kumimoji="1" lang="en-US" altLang="zh-CN" sz="2400" b="0" baseline="-1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17" name="Text Box 53">
              <a:extLst>
                <a:ext uri="{FF2B5EF4-FFF2-40B4-BE49-F238E27FC236}">
                  <a16:creationId xmlns:a16="http://schemas.microsoft.com/office/drawing/2014/main" id="{56297013-902E-CF41-BDF5-663EB4294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" y="2995"/>
              <a:ext cx="9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8" name="Text Box 54">
              <a:extLst>
                <a:ext uri="{FF2B5EF4-FFF2-40B4-BE49-F238E27FC236}">
                  <a16:creationId xmlns:a16="http://schemas.microsoft.com/office/drawing/2014/main" id="{39B20905-1773-5FBB-1534-3FFEA63CF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" y="3209"/>
              <a:ext cx="9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9" name="Line 55">
              <a:extLst>
                <a:ext uri="{FF2B5EF4-FFF2-40B4-BE49-F238E27FC236}">
                  <a16:creationId xmlns:a16="http://schemas.microsoft.com/office/drawing/2014/main" id="{A6E4C911-A26E-C257-0D20-44485888F9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971"/>
              <a:ext cx="10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56">
              <a:extLst>
                <a:ext uri="{FF2B5EF4-FFF2-40B4-BE49-F238E27FC236}">
                  <a16:creationId xmlns:a16="http://schemas.microsoft.com/office/drawing/2014/main" id="{EBE7A3D1-5AAB-1EF2-ABFE-3EB4F85B7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" y="2793"/>
              <a:ext cx="0" cy="6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57">
              <a:extLst>
                <a:ext uri="{FF2B5EF4-FFF2-40B4-BE49-F238E27FC236}">
                  <a16:creationId xmlns:a16="http://schemas.microsoft.com/office/drawing/2014/main" id="{C8E4DFA9-DBF8-19FC-0E26-7B29BAFA37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" y="2748"/>
              <a:ext cx="19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22" name="Text Box 58">
              <a:extLst>
                <a:ext uri="{FF2B5EF4-FFF2-40B4-BE49-F238E27FC236}">
                  <a16:creationId xmlns:a16="http://schemas.microsoft.com/office/drawing/2014/main" id="{A0B4B00B-75EE-BA63-C9C3-E80D9D51C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2752"/>
              <a:ext cx="20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Q</a:t>
              </a:r>
              <a:r>
                <a:rPr kumimoji="1" lang="en-US" altLang="zh-CN" sz="2400" b="0" baseline="-1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23" name="Text Box 59">
              <a:extLst>
                <a:ext uri="{FF2B5EF4-FFF2-40B4-BE49-F238E27FC236}">
                  <a16:creationId xmlns:a16="http://schemas.microsoft.com/office/drawing/2014/main" id="{F670480E-8C08-548C-1472-9736F3E93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986"/>
              <a:ext cx="171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0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24" name="Text Box 60">
              <a:extLst>
                <a:ext uri="{FF2B5EF4-FFF2-40B4-BE49-F238E27FC236}">
                  <a16:creationId xmlns:a16="http://schemas.microsoft.com/office/drawing/2014/main" id="{71F241EA-E0D6-0830-2C95-FB150358E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991"/>
              <a:ext cx="171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1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25" name="Text Box 61">
              <a:extLst>
                <a:ext uri="{FF2B5EF4-FFF2-40B4-BE49-F238E27FC236}">
                  <a16:creationId xmlns:a16="http://schemas.microsoft.com/office/drawing/2014/main" id="{7D24E467-57BF-5C80-2DCA-85447D12A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2991"/>
              <a:ext cx="9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x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26" name="Text Box 62">
              <a:extLst>
                <a:ext uri="{FF2B5EF4-FFF2-40B4-BE49-F238E27FC236}">
                  <a16:creationId xmlns:a16="http://schemas.microsoft.com/office/drawing/2014/main" id="{884667F5-F9D1-C701-2907-3F38D37CB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" y="2994"/>
              <a:ext cx="171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5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27" name="Text Box 63">
              <a:extLst>
                <a:ext uri="{FF2B5EF4-FFF2-40B4-BE49-F238E27FC236}">
                  <a16:creationId xmlns:a16="http://schemas.microsoft.com/office/drawing/2014/main" id="{3D7C7AA1-9693-E715-A8D7-3AB511493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" y="3215"/>
              <a:ext cx="9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x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28" name="Text Box 64">
              <a:extLst>
                <a:ext uri="{FF2B5EF4-FFF2-40B4-BE49-F238E27FC236}">
                  <a16:creationId xmlns:a16="http://schemas.microsoft.com/office/drawing/2014/main" id="{AFA65B88-7A2C-0C11-CE77-48AF0F740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219"/>
              <a:ext cx="171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2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29" name="Text Box 65">
              <a:extLst>
                <a:ext uri="{FF2B5EF4-FFF2-40B4-BE49-F238E27FC236}">
                  <a16:creationId xmlns:a16="http://schemas.microsoft.com/office/drawing/2014/main" id="{954C2FEF-1E2D-F586-4413-217F64543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7" y="3219"/>
              <a:ext cx="171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3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30" name="Text Box 66">
              <a:extLst>
                <a:ext uri="{FF2B5EF4-FFF2-40B4-BE49-F238E27FC236}">
                  <a16:creationId xmlns:a16="http://schemas.microsoft.com/office/drawing/2014/main" id="{EE0A06E8-39F2-C340-DF0F-B6BD2AECD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" y="3223"/>
              <a:ext cx="171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4</a:t>
              </a:r>
              <a:endParaRPr kumimoji="1" lang="en-US" altLang="zh-CN" b="0">
                <a:ea typeface="楷体_GB2312" pitchFamily="49" charset="-122"/>
              </a:endParaRPr>
            </a:p>
          </p:txBody>
        </p:sp>
      </p:grpSp>
      <p:grpSp>
        <p:nvGrpSpPr>
          <p:cNvPr id="31" name="Group 67">
            <a:extLst>
              <a:ext uri="{FF2B5EF4-FFF2-40B4-BE49-F238E27FC236}">
                <a16:creationId xmlns:a16="http://schemas.microsoft.com/office/drawing/2014/main" id="{48BE8B5D-7226-1CBC-B5E5-BC98F703887C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4041775"/>
            <a:ext cx="2052637" cy="1820863"/>
            <a:chOff x="1922" y="3026"/>
            <a:chExt cx="1293" cy="901"/>
          </a:xfrm>
        </p:grpSpPr>
        <p:sp>
          <p:nvSpPr>
            <p:cNvPr id="32" name="Text Box 68">
              <a:extLst>
                <a:ext uri="{FF2B5EF4-FFF2-40B4-BE49-F238E27FC236}">
                  <a16:creationId xmlns:a16="http://schemas.microsoft.com/office/drawing/2014/main" id="{FE924A7B-12C7-9994-BCD0-37CA040DB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2" y="3247"/>
              <a:ext cx="19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33" name="Text Box 69">
              <a:extLst>
                <a:ext uri="{FF2B5EF4-FFF2-40B4-BE49-F238E27FC236}">
                  <a16:creationId xmlns:a16="http://schemas.microsoft.com/office/drawing/2014/main" id="{2D325E50-AF52-17A0-7243-7F4DA270D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" y="3247"/>
              <a:ext cx="19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34" name="Text Box 70">
              <a:extLst>
                <a:ext uri="{FF2B5EF4-FFF2-40B4-BE49-F238E27FC236}">
                  <a16:creationId xmlns:a16="http://schemas.microsoft.com/office/drawing/2014/main" id="{F4F67D80-8E30-5733-286C-E65558B7A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247"/>
              <a:ext cx="19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35" name="Text Box 71">
              <a:extLst>
                <a:ext uri="{FF2B5EF4-FFF2-40B4-BE49-F238E27FC236}">
                  <a16:creationId xmlns:a16="http://schemas.microsoft.com/office/drawing/2014/main" id="{80BCA45E-2D3D-4E61-7829-4AD5DA285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" y="3026"/>
              <a:ext cx="40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Q</a:t>
              </a:r>
              <a:r>
                <a:rPr kumimoji="1" lang="en-US" altLang="zh-CN" sz="2400" b="0" baseline="-15000">
                  <a:ea typeface="楷体_GB2312" pitchFamily="49" charset="-122"/>
                </a:rPr>
                <a:t>1</a:t>
              </a:r>
              <a:r>
                <a:rPr kumimoji="1" lang="en-US" altLang="zh-CN" sz="2400" b="0">
                  <a:ea typeface="楷体_GB2312" pitchFamily="49" charset="-122"/>
                </a:rPr>
                <a:t>Q</a:t>
              </a:r>
              <a:r>
                <a:rPr kumimoji="1" lang="en-US" altLang="zh-CN" sz="2400" b="0" baseline="-1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36" name="Text Box 72">
              <a:extLst>
                <a:ext uri="{FF2B5EF4-FFF2-40B4-BE49-F238E27FC236}">
                  <a16:creationId xmlns:a16="http://schemas.microsoft.com/office/drawing/2014/main" id="{B35331D0-C54A-A00D-07A7-5506BE434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" y="3494"/>
              <a:ext cx="9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7" name="Text Box 73">
              <a:extLst>
                <a:ext uri="{FF2B5EF4-FFF2-40B4-BE49-F238E27FC236}">
                  <a16:creationId xmlns:a16="http://schemas.microsoft.com/office/drawing/2014/main" id="{E44F9591-7E47-5F3B-6770-7BF765AB3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" y="3708"/>
              <a:ext cx="96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8" name="Line 74">
              <a:extLst>
                <a:ext uri="{FF2B5EF4-FFF2-40B4-BE49-F238E27FC236}">
                  <a16:creationId xmlns:a16="http://schemas.microsoft.com/office/drawing/2014/main" id="{2489090B-ECF0-C81D-B803-EC0979824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4" y="3470"/>
              <a:ext cx="10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75">
              <a:extLst>
                <a:ext uri="{FF2B5EF4-FFF2-40B4-BE49-F238E27FC236}">
                  <a16:creationId xmlns:a16="http://schemas.microsoft.com/office/drawing/2014/main" id="{458E0115-1B36-4080-2D0C-6109EC8E3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1" y="3292"/>
              <a:ext cx="0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Box 76">
              <a:extLst>
                <a:ext uri="{FF2B5EF4-FFF2-40B4-BE49-F238E27FC236}">
                  <a16:creationId xmlns:a16="http://schemas.microsoft.com/office/drawing/2014/main" id="{E51D8C29-8F00-503C-867C-7A3898ED36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3" y="3247"/>
              <a:ext cx="19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41" name="Text Box 77">
              <a:extLst>
                <a:ext uri="{FF2B5EF4-FFF2-40B4-BE49-F238E27FC236}">
                  <a16:creationId xmlns:a16="http://schemas.microsoft.com/office/drawing/2014/main" id="{DB6B3E54-9920-71E1-8FF3-63EF8C223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3252"/>
              <a:ext cx="203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Q</a:t>
              </a:r>
              <a:r>
                <a:rPr kumimoji="1" lang="en-US" altLang="zh-CN" sz="2400" b="0" baseline="-1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42" name="Text Box 78">
              <a:extLst>
                <a:ext uri="{FF2B5EF4-FFF2-40B4-BE49-F238E27FC236}">
                  <a16:creationId xmlns:a16="http://schemas.microsoft.com/office/drawing/2014/main" id="{444C5992-BBC7-7DFB-6BB3-131AF0FAC8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2" y="3485"/>
              <a:ext cx="171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0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43" name="Text Box 79">
              <a:extLst>
                <a:ext uri="{FF2B5EF4-FFF2-40B4-BE49-F238E27FC236}">
                  <a16:creationId xmlns:a16="http://schemas.microsoft.com/office/drawing/2014/main" id="{849AF717-D28C-3BAB-B785-BD83EBDFF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1" y="3719"/>
              <a:ext cx="1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5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44" name="Text Box 80">
              <a:extLst>
                <a:ext uri="{FF2B5EF4-FFF2-40B4-BE49-F238E27FC236}">
                  <a16:creationId xmlns:a16="http://schemas.microsoft.com/office/drawing/2014/main" id="{921E8EBE-5BC6-65AF-4251-6BD2EB832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6" y="3498"/>
              <a:ext cx="1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2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45" name="Text Box 81">
              <a:extLst>
                <a:ext uri="{FF2B5EF4-FFF2-40B4-BE49-F238E27FC236}">
                  <a16:creationId xmlns:a16="http://schemas.microsoft.com/office/drawing/2014/main" id="{ED3D1D10-9FA5-159B-0BBA-E1F6A7D1C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3" y="3493"/>
              <a:ext cx="1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3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46" name="Text Box 82">
              <a:extLst>
                <a:ext uri="{FF2B5EF4-FFF2-40B4-BE49-F238E27FC236}">
                  <a16:creationId xmlns:a16="http://schemas.microsoft.com/office/drawing/2014/main" id="{D0C5E648-4D3E-8F9B-0A7E-2FAA3AF19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3494"/>
              <a:ext cx="1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1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47" name="Text Box 83">
              <a:extLst>
                <a:ext uri="{FF2B5EF4-FFF2-40B4-BE49-F238E27FC236}">
                  <a16:creationId xmlns:a16="http://schemas.microsoft.com/office/drawing/2014/main" id="{28036B95-A6CA-2A3E-D086-2E5C7FC97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4" y="3718"/>
              <a:ext cx="97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x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48" name="Text Box 84">
              <a:extLst>
                <a:ext uri="{FF2B5EF4-FFF2-40B4-BE49-F238E27FC236}">
                  <a16:creationId xmlns:a16="http://schemas.microsoft.com/office/drawing/2014/main" id="{63641772-B695-5884-7500-ACD6F4B6E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4" y="3718"/>
              <a:ext cx="97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x</a:t>
              </a:r>
              <a:endParaRPr kumimoji="1" lang="en-US" altLang="zh-CN" b="0">
                <a:ea typeface="楷体_GB2312" pitchFamily="49" charset="-122"/>
              </a:endParaRPr>
            </a:p>
          </p:txBody>
        </p:sp>
        <p:sp>
          <p:nvSpPr>
            <p:cNvPr id="49" name="Text Box 85">
              <a:extLst>
                <a:ext uri="{FF2B5EF4-FFF2-40B4-BE49-F238E27FC236}">
                  <a16:creationId xmlns:a16="http://schemas.microsoft.com/office/drawing/2014/main" id="{DF45D847-B8F1-7CC0-A2B3-5510611F7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3" y="3722"/>
              <a:ext cx="171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S</a:t>
              </a:r>
              <a:r>
                <a:rPr kumimoji="1" lang="en-US" altLang="zh-CN" sz="2400" b="0" baseline="-15000">
                  <a:ea typeface="楷体_GB2312" pitchFamily="49" charset="-122"/>
                </a:rPr>
                <a:t>4</a:t>
              </a:r>
              <a:endParaRPr kumimoji="1" lang="en-US" altLang="zh-CN" b="0">
                <a:ea typeface="楷体_GB2312" pitchFamily="49" charset="-122"/>
              </a:endParaRPr>
            </a:p>
          </p:txBody>
        </p:sp>
      </p:grpSp>
      <p:sp>
        <p:nvSpPr>
          <p:cNvPr id="50" name="Rectangle 105">
            <a:extLst>
              <a:ext uri="{FF2B5EF4-FFF2-40B4-BE49-F238E27FC236}">
                <a16:creationId xmlns:a16="http://schemas.microsoft.com/office/drawing/2014/main" id="{40538E00-F54D-24CA-F67F-3D6F89F0D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968750"/>
            <a:ext cx="2411413" cy="2016125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7" name="Text Box 124">
            <a:extLst>
              <a:ext uri="{FF2B5EF4-FFF2-40B4-BE49-F238E27FC236}">
                <a16:creationId xmlns:a16="http://schemas.microsoft.com/office/drawing/2014/main" id="{1FF194E5-4942-3332-4633-FCAA33112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415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A=1</a:t>
            </a:r>
          </a:p>
        </p:txBody>
      </p:sp>
      <p:sp>
        <p:nvSpPr>
          <p:cNvPr id="88" name="Rectangle 125">
            <a:extLst>
              <a:ext uri="{FF2B5EF4-FFF2-40B4-BE49-F238E27FC236}">
                <a16:creationId xmlns:a16="http://schemas.microsoft.com/office/drawing/2014/main" id="{1A836F94-E6A7-870A-E44C-59FC1AF13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1952625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/</a:t>
            </a:r>
            <a:r>
              <a:rPr kumimoji="1" lang="en-US" altLang="zh-CN" sz="2000">
                <a:ea typeface="楷体_GB2312" pitchFamily="49" charset="-122"/>
              </a:rPr>
              <a:t>C</a:t>
            </a:r>
            <a:endParaRPr kumimoji="1" lang="zh-CN" altLang="en-US" sz="2000">
              <a:ea typeface="楷体_GB2312" pitchFamily="49" charset="-122"/>
            </a:endParaRPr>
          </a:p>
        </p:txBody>
      </p:sp>
      <p:sp>
        <p:nvSpPr>
          <p:cNvPr id="89" name="Line 126">
            <a:extLst>
              <a:ext uri="{FF2B5EF4-FFF2-40B4-BE49-F238E27FC236}">
                <a16:creationId xmlns:a16="http://schemas.microsoft.com/office/drawing/2014/main" id="{A9F9D028-40BC-F6C1-99CE-F3EBFB03E1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2459038"/>
            <a:ext cx="2095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Line 127">
            <a:extLst>
              <a:ext uri="{FF2B5EF4-FFF2-40B4-BE49-F238E27FC236}">
                <a16:creationId xmlns:a16="http://schemas.microsoft.com/office/drawing/2014/main" id="{A9F07E77-DB94-8B6C-8758-EC1F42EC6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1989138"/>
            <a:ext cx="0" cy="3995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Line 128">
            <a:extLst>
              <a:ext uri="{FF2B5EF4-FFF2-40B4-BE49-F238E27FC236}">
                <a16:creationId xmlns:a16="http://schemas.microsoft.com/office/drawing/2014/main" id="{70487651-E299-6319-7172-276A39EE7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0" y="2459038"/>
            <a:ext cx="0" cy="3525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Text Box 129">
            <a:extLst>
              <a:ext uri="{FF2B5EF4-FFF2-40B4-BE49-F238E27FC236}">
                <a16:creationId xmlns:a16="http://schemas.microsoft.com/office/drawing/2014/main" id="{53ACCE9B-20CC-B07B-E9C4-96D7A9970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988" y="1397000"/>
            <a:ext cx="1327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93" name="Rectangle 130">
            <a:extLst>
              <a:ext uri="{FF2B5EF4-FFF2-40B4-BE49-F238E27FC236}">
                <a16:creationId xmlns:a16="http://schemas.microsoft.com/office/drawing/2014/main" id="{09B98931-8A5C-6F54-76A3-E6B646997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2168525"/>
            <a:ext cx="1298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endParaRPr kumimoji="1" lang="zh-CN" altLang="en-US" sz="2000" baseline="35000">
              <a:ea typeface="楷体_GB2312" pitchFamily="49" charset="-122"/>
            </a:endParaRPr>
          </a:p>
        </p:txBody>
      </p:sp>
      <p:sp>
        <p:nvSpPr>
          <p:cNvPr id="94" name="Text Box 132">
            <a:extLst>
              <a:ext uri="{FF2B5EF4-FFF2-40B4-BE49-F238E27FC236}">
                <a16:creationId xmlns:a16="http://schemas.microsoft.com/office/drawing/2014/main" id="{5E3A8A23-346E-926E-E2BC-D37230369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29606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sp>
        <p:nvSpPr>
          <p:cNvPr id="95" name="Text Box 133">
            <a:extLst>
              <a:ext uri="{FF2B5EF4-FFF2-40B4-BE49-F238E27FC236}">
                <a16:creationId xmlns:a16="http://schemas.microsoft.com/office/drawing/2014/main" id="{A05F3CAD-1179-7688-750E-E895CC2F6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29606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010/1</a:t>
            </a:r>
          </a:p>
        </p:txBody>
      </p:sp>
      <p:sp>
        <p:nvSpPr>
          <p:cNvPr id="96" name="Text Box 134">
            <a:extLst>
              <a:ext uri="{FF2B5EF4-FFF2-40B4-BE49-F238E27FC236}">
                <a16:creationId xmlns:a16="http://schemas.microsoft.com/office/drawing/2014/main" id="{68BA8962-8FF8-FF95-E6A8-AF3BAB237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A=0</a:t>
            </a:r>
          </a:p>
        </p:txBody>
      </p:sp>
      <p:sp>
        <p:nvSpPr>
          <p:cNvPr id="97" name="Text Box 136">
            <a:extLst>
              <a:ext uri="{FF2B5EF4-FFF2-40B4-BE49-F238E27FC236}">
                <a16:creationId xmlns:a16="http://schemas.microsoft.com/office/drawing/2014/main" id="{9771607B-D5F3-130A-12F6-88F88B7D3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321050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98" name="Text Box 137">
            <a:extLst>
              <a:ext uri="{FF2B5EF4-FFF2-40B4-BE49-F238E27FC236}">
                <a16:creationId xmlns:a16="http://schemas.microsoft.com/office/drawing/2014/main" id="{031270DD-EED4-17A2-E430-606E9F392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321050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000/0</a:t>
            </a:r>
          </a:p>
        </p:txBody>
      </p:sp>
      <p:sp>
        <p:nvSpPr>
          <p:cNvPr id="99" name="Text Box 139">
            <a:extLst>
              <a:ext uri="{FF2B5EF4-FFF2-40B4-BE49-F238E27FC236}">
                <a16:creationId xmlns:a16="http://schemas.microsoft.com/office/drawing/2014/main" id="{E1A5BCE8-7FD5-A6B1-DC01-05A08D48A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48275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000/1</a:t>
            </a:r>
          </a:p>
        </p:txBody>
      </p:sp>
      <p:sp>
        <p:nvSpPr>
          <p:cNvPr id="100" name="Text Box 140">
            <a:extLst>
              <a:ext uri="{FF2B5EF4-FFF2-40B4-BE49-F238E27FC236}">
                <a16:creationId xmlns:a16="http://schemas.microsoft.com/office/drawing/2014/main" id="{A055E58E-0807-9B92-5205-C51FAFEDF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48275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101" name="Text Box 142">
            <a:extLst>
              <a:ext uri="{FF2B5EF4-FFF2-40B4-BE49-F238E27FC236}">
                <a16:creationId xmlns:a16="http://schemas.microsoft.com/office/drawing/2014/main" id="{641EAB28-B408-A47E-C1A9-DC477583F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51927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xxx/x</a:t>
            </a:r>
          </a:p>
        </p:txBody>
      </p:sp>
      <p:sp>
        <p:nvSpPr>
          <p:cNvPr id="102" name="Text Box 143">
            <a:extLst>
              <a:ext uri="{FF2B5EF4-FFF2-40B4-BE49-F238E27FC236}">
                <a16:creationId xmlns:a16="http://schemas.microsoft.com/office/drawing/2014/main" id="{9805363D-A607-8AEA-49C9-CB90BF69F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51927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xxx/x</a:t>
            </a:r>
          </a:p>
        </p:txBody>
      </p:sp>
      <p:sp>
        <p:nvSpPr>
          <p:cNvPr id="103" name="Text Box 145">
            <a:extLst>
              <a:ext uri="{FF2B5EF4-FFF2-40B4-BE49-F238E27FC236}">
                <a16:creationId xmlns:a16="http://schemas.microsoft.com/office/drawing/2014/main" id="{5FB74781-CA35-DD85-B60E-D479222C2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5553075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xxx/x</a:t>
            </a:r>
          </a:p>
        </p:txBody>
      </p:sp>
      <p:sp>
        <p:nvSpPr>
          <p:cNvPr id="104" name="Text Box 146">
            <a:extLst>
              <a:ext uri="{FF2B5EF4-FFF2-40B4-BE49-F238E27FC236}">
                <a16:creationId xmlns:a16="http://schemas.microsoft.com/office/drawing/2014/main" id="{CC7DB5B3-F4D6-7928-4705-9285670A1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5553075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xxx/x</a:t>
            </a:r>
          </a:p>
        </p:txBody>
      </p:sp>
      <p:sp>
        <p:nvSpPr>
          <p:cNvPr id="105" name="Text Box 148">
            <a:extLst>
              <a:ext uri="{FF2B5EF4-FFF2-40B4-BE49-F238E27FC236}">
                <a16:creationId xmlns:a16="http://schemas.microsoft.com/office/drawing/2014/main" id="{B894D916-1BF2-353E-53BD-641F5FCA1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6814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106" name="Text Box 149">
            <a:extLst>
              <a:ext uri="{FF2B5EF4-FFF2-40B4-BE49-F238E27FC236}">
                <a16:creationId xmlns:a16="http://schemas.microsoft.com/office/drawing/2014/main" id="{88AA931C-7AF2-E1C2-C225-D54623F84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6814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grpSp>
        <p:nvGrpSpPr>
          <p:cNvPr id="107" name="Group 150">
            <a:extLst>
              <a:ext uri="{FF2B5EF4-FFF2-40B4-BE49-F238E27FC236}">
                <a16:creationId xmlns:a16="http://schemas.microsoft.com/office/drawing/2014/main" id="{440E47A4-FB60-1C3B-B5D4-14136D5F6714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989138"/>
            <a:ext cx="3275013" cy="3995737"/>
            <a:chOff x="3878" y="1253"/>
            <a:chExt cx="1587" cy="2517"/>
          </a:xfrm>
        </p:grpSpPr>
        <p:sp>
          <p:nvSpPr>
            <p:cNvPr id="108" name="Line 151">
              <a:extLst>
                <a:ext uri="{FF2B5EF4-FFF2-40B4-BE49-F238E27FC236}">
                  <a16:creationId xmlns:a16="http://schemas.microsoft.com/office/drawing/2014/main" id="{7FC8AD21-4DE5-83E9-1602-5FE08DD99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797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52">
              <a:extLst>
                <a:ext uri="{FF2B5EF4-FFF2-40B4-BE49-F238E27FC236}">
                  <a16:creationId xmlns:a16="http://schemas.microsoft.com/office/drawing/2014/main" id="{F155BFA5-269F-1115-4DE7-153546B29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253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153">
              <a:extLst>
                <a:ext uri="{FF2B5EF4-FFF2-40B4-BE49-F238E27FC236}">
                  <a16:creationId xmlns:a16="http://schemas.microsoft.com/office/drawing/2014/main" id="{C291CEFD-1F81-D677-80DE-4479FED15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3770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1" name="Text Box 155">
            <a:extLst>
              <a:ext uri="{FF2B5EF4-FFF2-40B4-BE49-F238E27FC236}">
                <a16:creationId xmlns:a16="http://schemas.microsoft.com/office/drawing/2014/main" id="{48CCDB64-0E9F-176F-F1A7-18B7A9526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43706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010/0</a:t>
            </a:r>
          </a:p>
        </p:txBody>
      </p:sp>
      <p:sp>
        <p:nvSpPr>
          <p:cNvPr id="112" name="Text Box 156">
            <a:extLst>
              <a:ext uri="{FF2B5EF4-FFF2-40B4-BE49-F238E27FC236}">
                <a16:creationId xmlns:a16="http://schemas.microsoft.com/office/drawing/2014/main" id="{2741D65A-EFB4-F46F-D536-6DC94C5C7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43706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113" name="Text Box 158">
            <a:extLst>
              <a:ext uri="{FF2B5EF4-FFF2-40B4-BE49-F238E27FC236}">
                <a16:creationId xmlns:a16="http://schemas.microsoft.com/office/drawing/2014/main" id="{A597EF4C-FDFF-EE76-FA9F-D3129D56D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07193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114" name="Text Box 159">
            <a:extLst>
              <a:ext uri="{FF2B5EF4-FFF2-40B4-BE49-F238E27FC236}">
                <a16:creationId xmlns:a16="http://schemas.microsoft.com/office/drawing/2014/main" id="{E0EDAB99-B022-3716-CDE7-2EBECE727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07193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115" name="Text Box 191">
            <a:extLst>
              <a:ext uri="{FF2B5EF4-FFF2-40B4-BE49-F238E27FC236}">
                <a16:creationId xmlns:a16="http://schemas.microsoft.com/office/drawing/2014/main" id="{0DB2BDB6-BD03-7D81-8D81-B42A5E683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29606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0  0  0</a:t>
            </a:r>
          </a:p>
        </p:txBody>
      </p:sp>
      <p:sp>
        <p:nvSpPr>
          <p:cNvPr id="116" name="Text Box 192">
            <a:extLst>
              <a:ext uri="{FF2B5EF4-FFF2-40B4-BE49-F238E27FC236}">
                <a16:creationId xmlns:a16="http://schemas.microsoft.com/office/drawing/2014/main" id="{81DD07DC-7418-0987-EF05-E0F9E2A7D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3210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0  0  1</a:t>
            </a:r>
          </a:p>
        </p:txBody>
      </p:sp>
      <p:sp>
        <p:nvSpPr>
          <p:cNvPr id="117" name="Text Box 193">
            <a:extLst>
              <a:ext uri="{FF2B5EF4-FFF2-40B4-BE49-F238E27FC236}">
                <a16:creationId xmlns:a16="http://schemas.microsoft.com/office/drawing/2014/main" id="{23194850-F19B-2394-B9B4-406FA2327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4827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0  1  0</a:t>
            </a:r>
          </a:p>
        </p:txBody>
      </p:sp>
      <p:sp>
        <p:nvSpPr>
          <p:cNvPr id="118" name="Text Box 194">
            <a:extLst>
              <a:ext uri="{FF2B5EF4-FFF2-40B4-BE49-F238E27FC236}">
                <a16:creationId xmlns:a16="http://schemas.microsoft.com/office/drawing/2014/main" id="{26A04C2F-A43D-0CD6-9619-6090DE5E4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1927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0  1  1</a:t>
            </a:r>
          </a:p>
        </p:txBody>
      </p:sp>
      <p:sp>
        <p:nvSpPr>
          <p:cNvPr id="119" name="Text Box 195">
            <a:extLst>
              <a:ext uri="{FF2B5EF4-FFF2-40B4-BE49-F238E27FC236}">
                <a16:creationId xmlns:a16="http://schemas.microsoft.com/office/drawing/2014/main" id="{B7F2BE18-A39B-7D7E-E4DA-C0B1FC91A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555307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1  0  0</a:t>
            </a:r>
          </a:p>
        </p:txBody>
      </p:sp>
      <p:sp>
        <p:nvSpPr>
          <p:cNvPr id="120" name="Text Box 196">
            <a:extLst>
              <a:ext uri="{FF2B5EF4-FFF2-40B4-BE49-F238E27FC236}">
                <a16:creationId xmlns:a16="http://schemas.microsoft.com/office/drawing/2014/main" id="{DEBFC389-3856-46E9-2EF4-046499394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6814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1  0  1</a:t>
            </a:r>
          </a:p>
        </p:txBody>
      </p:sp>
      <p:sp>
        <p:nvSpPr>
          <p:cNvPr id="121" name="Text Box 197">
            <a:extLst>
              <a:ext uri="{FF2B5EF4-FFF2-40B4-BE49-F238E27FC236}">
                <a16:creationId xmlns:a16="http://schemas.microsoft.com/office/drawing/2014/main" id="{BCBAE511-2751-D73B-1415-337A16826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43706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1  1  0</a:t>
            </a:r>
          </a:p>
        </p:txBody>
      </p:sp>
      <p:sp>
        <p:nvSpPr>
          <p:cNvPr id="122" name="Text Box 198">
            <a:extLst>
              <a:ext uri="{FF2B5EF4-FFF2-40B4-BE49-F238E27FC236}">
                <a16:creationId xmlns:a16="http://schemas.microsoft.com/office/drawing/2014/main" id="{52D1173C-20AA-3779-44E8-7A0E5810A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07193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1  1  1</a:t>
            </a:r>
          </a:p>
        </p:txBody>
      </p:sp>
    </p:spTree>
    <p:extLst>
      <p:ext uri="{BB962C8B-B14F-4D97-AF65-F5344CB8AC3E}">
        <p14:creationId xmlns:p14="http://schemas.microsoft.com/office/powerpoint/2010/main" val="239901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87" grpId="0"/>
      <p:bldP spid="88" grpId="0"/>
      <p:bldP spid="89" grpId="0" animBg="1"/>
      <p:bldP spid="90" grpId="0" animBg="1"/>
      <p:bldP spid="91" grpId="0" animBg="1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A69E4-1F06-D357-9A8D-3DCC1040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kumimoji="1" lang="zh-CN" altLang="en-US" dirty="0"/>
              <a:t>可逆六进制计数器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08CC13-3414-033B-9C3B-986C75C2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求状态方程和输出方程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5FC401-A7A3-59E8-EBD9-42811733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845C79-C78E-553D-287D-7FD154E7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17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AA4F3D27-8AB5-B0A3-BAC8-E889B66922FD}"/>
              </a:ext>
            </a:extLst>
          </p:cNvPr>
          <p:cNvGrpSpPr>
            <a:grpSpLocks/>
          </p:cNvGrpSpPr>
          <p:nvPr/>
        </p:nvGrpSpPr>
        <p:grpSpPr bwMode="auto">
          <a:xfrm>
            <a:off x="358775" y="1482725"/>
            <a:ext cx="2251075" cy="1873250"/>
            <a:chOff x="295" y="1139"/>
            <a:chExt cx="1418" cy="1180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697E2F7B-51AE-0F03-FF4E-1FAA35841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281D1643-6E46-5608-EFB0-2780DBD0A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890839CE-7245-4333-3825-FB29148A7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9C356561-74C8-2EB6-3149-1A8E22943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1322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35E3466F-8244-ED0D-009F-88DECC895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1541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E1B782F5-0D71-6E1A-84B4-C5A1B30BD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17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34A7E62C-3719-67A1-42C8-65D6151AF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190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2F0DB766-D998-FC45-4308-D1B7DCFFD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" y="208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E0614DAA-67A7-7BC4-394D-A3E20108F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" y="1557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1E518713-DEED-3FAE-2FE7-70766255C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" y="1342"/>
              <a:ext cx="0" cy="9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096D3992-CEF0-50B7-5258-7B6479AE4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139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4B7638E9-AA68-7B38-AC8D-9995798DC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9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795A35FE-B976-ABD4-2198-F1D682532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" y="1139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30000">
                  <a:ea typeface="楷体_GB2312" pitchFamily="49" charset="-122"/>
                </a:rPr>
                <a:t>+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B2928B8F-BE59-6830-155D-94B44184C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6C6C49BA-9621-22F9-79F0-88F1EE2694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D959B0BD-68AB-98AD-D01B-33657CCE7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106C32B1-F801-17A7-8845-1ED77768B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D4C83231-52F0-3E91-1701-466B08E35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A9C48A4F-D5E5-71A7-C23C-BDC4356E9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9F7B8BD0-3B52-2048-9D66-DA506395E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8AAB5A71-4AD3-E6E8-0932-8727940A6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CB8FBC77-57C2-55B6-F843-DEE881E53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C8C30B85-472E-53F9-9815-2B28BD39F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0B837A8A-BBA0-9A14-C21F-AA07905DF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CCC9DA92-9ADB-B3C8-0BB4-C096AD6B5E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3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833DE90B-1B21-81C4-E3C5-79AB26FDF9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03401E5A-225D-CDC7-CF2F-D557E3A19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CC99A72B-0FE1-ED8A-1718-9E047917F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A1E0733A-8467-8DCC-EE71-B64D2712A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grpSp>
        <p:nvGrpSpPr>
          <p:cNvPr id="36" name="Group 34">
            <a:extLst>
              <a:ext uri="{FF2B5EF4-FFF2-40B4-BE49-F238E27FC236}">
                <a16:creationId xmlns:a16="http://schemas.microsoft.com/office/drawing/2014/main" id="{9C3C17BF-4B7C-823D-10ED-30A6C255DDBA}"/>
              </a:ext>
            </a:extLst>
          </p:cNvPr>
          <p:cNvGrpSpPr>
            <a:grpSpLocks/>
          </p:cNvGrpSpPr>
          <p:nvPr/>
        </p:nvGrpSpPr>
        <p:grpSpPr bwMode="auto">
          <a:xfrm>
            <a:off x="2878138" y="1482725"/>
            <a:ext cx="2251075" cy="1873250"/>
            <a:chOff x="1882" y="1139"/>
            <a:chExt cx="1418" cy="1180"/>
          </a:xfrm>
        </p:grpSpPr>
        <p:sp>
          <p:nvSpPr>
            <p:cNvPr id="37" name="Text Box 35">
              <a:extLst>
                <a:ext uri="{FF2B5EF4-FFF2-40B4-BE49-F238E27FC236}">
                  <a16:creationId xmlns:a16="http://schemas.microsoft.com/office/drawing/2014/main" id="{85AE5E8B-6A04-7937-CE7D-DCF9C449B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38" name="Text Box 36">
              <a:extLst>
                <a:ext uri="{FF2B5EF4-FFF2-40B4-BE49-F238E27FC236}">
                  <a16:creationId xmlns:a16="http://schemas.microsoft.com/office/drawing/2014/main" id="{D3B343D2-745F-FF71-C851-714E3C8E7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39" name="Text Box 37">
              <a:extLst>
                <a:ext uri="{FF2B5EF4-FFF2-40B4-BE49-F238E27FC236}">
                  <a16:creationId xmlns:a16="http://schemas.microsoft.com/office/drawing/2014/main" id="{1206515C-8D84-DEA2-F10E-A84C968A5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7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40" name="Text Box 38">
              <a:extLst>
                <a:ext uri="{FF2B5EF4-FFF2-40B4-BE49-F238E27FC236}">
                  <a16:creationId xmlns:a16="http://schemas.microsoft.com/office/drawing/2014/main" id="{42493D9F-33BB-5CCD-B12B-5CC81F4D7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1322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41" name="Text Box 39">
              <a:extLst>
                <a:ext uri="{FF2B5EF4-FFF2-40B4-BE49-F238E27FC236}">
                  <a16:creationId xmlns:a16="http://schemas.microsoft.com/office/drawing/2014/main" id="{EE4F3E87-05B0-18FB-BB87-586EA0682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1541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42" name="Text Box 40">
              <a:extLst>
                <a:ext uri="{FF2B5EF4-FFF2-40B4-BE49-F238E27FC236}">
                  <a16:creationId xmlns:a16="http://schemas.microsoft.com/office/drawing/2014/main" id="{87AEDFCB-28A5-D789-CEC5-8760D25D8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17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43" name="Text Box 41">
              <a:extLst>
                <a:ext uri="{FF2B5EF4-FFF2-40B4-BE49-F238E27FC236}">
                  <a16:creationId xmlns:a16="http://schemas.microsoft.com/office/drawing/2014/main" id="{9F704FB7-F41F-9110-B918-D1034A818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190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44" name="Text Box 42">
              <a:extLst>
                <a:ext uri="{FF2B5EF4-FFF2-40B4-BE49-F238E27FC236}">
                  <a16:creationId xmlns:a16="http://schemas.microsoft.com/office/drawing/2014/main" id="{738C4DC9-5D49-575C-3DA8-3F03D0060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4" y="208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2B5BB08D-D044-9AD3-5137-266BC3D09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1557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1A29488C-3913-A3C9-A903-DA50E6FD5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1342"/>
              <a:ext cx="0" cy="9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45">
              <a:extLst>
                <a:ext uri="{FF2B5EF4-FFF2-40B4-BE49-F238E27FC236}">
                  <a16:creationId xmlns:a16="http://schemas.microsoft.com/office/drawing/2014/main" id="{3A682994-6E44-F89D-0136-4A939E2A3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1139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2D0614FA-71B4-0261-2CC1-4E59BF4B3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6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7E5F1152-133D-83B0-67DA-75435AF8E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1139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30000">
                  <a:ea typeface="楷体_GB2312" pitchFamily="49" charset="-122"/>
                </a:rPr>
                <a:t>+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DCC9D45C-A0B2-CC35-18C5-6A797FC00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344749CE-4E6C-DA0B-8A9D-A40CDDFB2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7E9B2B28-9AC1-FDD2-7251-3A882B41C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505CE3E3-110C-212F-1043-7B2D3C618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0A122163-CABA-079E-30E0-ADFD2DA82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BCEEBEAA-271B-86E8-3D69-E55A804E0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4C705B21-2BCC-4C01-A26C-5789AAB7D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1320A1C6-E9EC-FFAF-D052-C03CFBF6D5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96B66A6F-30C8-FACB-3B66-398E0A736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2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59" name="Text Box 57">
              <a:extLst>
                <a:ext uri="{FF2B5EF4-FFF2-40B4-BE49-F238E27FC236}">
                  <a16:creationId xmlns:a16="http://schemas.microsoft.com/office/drawing/2014/main" id="{D5247ECE-97D1-4D3C-5DF2-5E4A31EA1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2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0" name="Text Box 58">
              <a:extLst>
                <a:ext uri="{FF2B5EF4-FFF2-40B4-BE49-F238E27FC236}">
                  <a16:creationId xmlns:a16="http://schemas.microsoft.com/office/drawing/2014/main" id="{4D96C1BC-502D-EC80-96FC-6108C5454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2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1" name="Text Box 59">
              <a:extLst>
                <a:ext uri="{FF2B5EF4-FFF2-40B4-BE49-F238E27FC236}">
                  <a16:creationId xmlns:a16="http://schemas.microsoft.com/office/drawing/2014/main" id="{A7E94D13-A023-C2F5-15FE-FC43F0DA4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2" name="Text Box 60">
              <a:extLst>
                <a:ext uri="{FF2B5EF4-FFF2-40B4-BE49-F238E27FC236}">
                  <a16:creationId xmlns:a16="http://schemas.microsoft.com/office/drawing/2014/main" id="{E992DDB4-615B-82FD-BFCE-F33DA4D02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3" name="Text Box 61">
              <a:extLst>
                <a:ext uri="{FF2B5EF4-FFF2-40B4-BE49-F238E27FC236}">
                  <a16:creationId xmlns:a16="http://schemas.microsoft.com/office/drawing/2014/main" id="{3DACFA15-007D-88FA-1CAD-F27F5C9CB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4" name="Text Box 62">
              <a:extLst>
                <a:ext uri="{FF2B5EF4-FFF2-40B4-BE49-F238E27FC236}">
                  <a16:creationId xmlns:a16="http://schemas.microsoft.com/office/drawing/2014/main" id="{0A0D533B-CE6B-6C00-5D7A-949B6D305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5" name="Text Box 63">
              <a:extLst>
                <a:ext uri="{FF2B5EF4-FFF2-40B4-BE49-F238E27FC236}">
                  <a16:creationId xmlns:a16="http://schemas.microsoft.com/office/drawing/2014/main" id="{AC42FCBD-CFD6-A2FC-AD14-7EB18DB3A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grpSp>
        <p:nvGrpSpPr>
          <p:cNvPr id="66" name="Group 64">
            <a:extLst>
              <a:ext uri="{FF2B5EF4-FFF2-40B4-BE49-F238E27FC236}">
                <a16:creationId xmlns:a16="http://schemas.microsoft.com/office/drawing/2014/main" id="{268134B2-050A-7C9C-E695-C09E72E848B7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3824288"/>
            <a:ext cx="2251075" cy="1852612"/>
            <a:chOff x="305" y="2614"/>
            <a:chExt cx="1418" cy="1167"/>
          </a:xfrm>
        </p:grpSpPr>
        <p:sp>
          <p:nvSpPr>
            <p:cNvPr id="67" name="Text Box 65">
              <a:extLst>
                <a:ext uri="{FF2B5EF4-FFF2-40B4-BE49-F238E27FC236}">
                  <a16:creationId xmlns:a16="http://schemas.microsoft.com/office/drawing/2014/main" id="{41256141-BBA9-28CC-720D-A45BE39E7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68" name="Text Box 66">
              <a:extLst>
                <a:ext uri="{FF2B5EF4-FFF2-40B4-BE49-F238E27FC236}">
                  <a16:creationId xmlns:a16="http://schemas.microsoft.com/office/drawing/2014/main" id="{32A39961-A935-9CE0-5B40-9AA54245B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69" name="Text Box 67">
              <a:extLst>
                <a:ext uri="{FF2B5EF4-FFF2-40B4-BE49-F238E27FC236}">
                  <a16:creationId xmlns:a16="http://schemas.microsoft.com/office/drawing/2014/main" id="{E715FE16-CB06-4BB3-72BB-B4DFA9537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70" name="Text Box 68">
              <a:extLst>
                <a:ext uri="{FF2B5EF4-FFF2-40B4-BE49-F238E27FC236}">
                  <a16:creationId xmlns:a16="http://schemas.microsoft.com/office/drawing/2014/main" id="{19CA7869-5194-F379-321F-1A05EC595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71" name="Text Box 69">
              <a:extLst>
                <a:ext uri="{FF2B5EF4-FFF2-40B4-BE49-F238E27FC236}">
                  <a16:creationId xmlns:a16="http://schemas.microsoft.com/office/drawing/2014/main" id="{70E279B2-E83E-7723-E548-B2C51051A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72" name="Text Box 70">
              <a:extLst>
                <a:ext uri="{FF2B5EF4-FFF2-40B4-BE49-F238E27FC236}">
                  <a16:creationId xmlns:a16="http://schemas.microsoft.com/office/drawing/2014/main" id="{67DBAB03-D436-99E1-104A-92250E27B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73" name="Text Box 71">
              <a:extLst>
                <a:ext uri="{FF2B5EF4-FFF2-40B4-BE49-F238E27FC236}">
                  <a16:creationId xmlns:a16="http://schemas.microsoft.com/office/drawing/2014/main" id="{6A5D116E-66CC-0CAE-E74D-50D767499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74" name="Text Box 72">
              <a:extLst>
                <a:ext uri="{FF2B5EF4-FFF2-40B4-BE49-F238E27FC236}">
                  <a16:creationId xmlns:a16="http://schemas.microsoft.com/office/drawing/2014/main" id="{E437F409-5E59-6F5A-3E4C-18703CC22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AB570FD8-A41D-DBAB-AF7B-A830860C9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B493C819-4BDD-E71B-0A44-223503815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Box 75">
              <a:extLst>
                <a:ext uri="{FF2B5EF4-FFF2-40B4-BE49-F238E27FC236}">
                  <a16:creationId xmlns:a16="http://schemas.microsoft.com/office/drawing/2014/main" id="{E5E0EA19-640D-63D4-421B-5125FFFC0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78" name="Text Box 76">
              <a:extLst>
                <a:ext uri="{FF2B5EF4-FFF2-40B4-BE49-F238E27FC236}">
                  <a16:creationId xmlns:a16="http://schemas.microsoft.com/office/drawing/2014/main" id="{3F3E4946-3CB8-7E70-8779-372628277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79" name="Text Box 77">
              <a:extLst>
                <a:ext uri="{FF2B5EF4-FFF2-40B4-BE49-F238E27FC236}">
                  <a16:creationId xmlns:a16="http://schemas.microsoft.com/office/drawing/2014/main" id="{8715B8A7-0307-6C4B-AAC5-DB66F0953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" y="2614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30000">
                  <a:ea typeface="楷体_GB2312" pitchFamily="49" charset="-122"/>
                </a:rPr>
                <a:t>+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80" name="Text Box 78">
              <a:extLst>
                <a:ext uri="{FF2B5EF4-FFF2-40B4-BE49-F238E27FC236}">
                  <a16:creationId xmlns:a16="http://schemas.microsoft.com/office/drawing/2014/main" id="{773A275A-7913-34AD-5490-B58705834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81" name="Text Box 79">
              <a:extLst>
                <a:ext uri="{FF2B5EF4-FFF2-40B4-BE49-F238E27FC236}">
                  <a16:creationId xmlns:a16="http://schemas.microsoft.com/office/drawing/2014/main" id="{4543064B-BF41-F5F5-8C79-73EA8F3CE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2" name="Text Box 80">
              <a:extLst>
                <a:ext uri="{FF2B5EF4-FFF2-40B4-BE49-F238E27FC236}">
                  <a16:creationId xmlns:a16="http://schemas.microsoft.com/office/drawing/2014/main" id="{C3D5E062-6F6C-3162-FF06-2097BB7E7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3" name="Text Box 81">
              <a:extLst>
                <a:ext uri="{FF2B5EF4-FFF2-40B4-BE49-F238E27FC236}">
                  <a16:creationId xmlns:a16="http://schemas.microsoft.com/office/drawing/2014/main" id="{96823A78-3F7F-0F12-6C71-AFBED03C9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4" name="Text Box 82">
              <a:extLst>
                <a:ext uri="{FF2B5EF4-FFF2-40B4-BE49-F238E27FC236}">
                  <a16:creationId xmlns:a16="http://schemas.microsoft.com/office/drawing/2014/main" id="{AFBD7DDA-06E8-8E65-7421-2710F0398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85" name="Text Box 83">
              <a:extLst>
                <a:ext uri="{FF2B5EF4-FFF2-40B4-BE49-F238E27FC236}">
                  <a16:creationId xmlns:a16="http://schemas.microsoft.com/office/drawing/2014/main" id="{245272C5-38CE-78DB-88AD-DD2C73A5F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6" name="Text Box 84">
              <a:extLst>
                <a:ext uri="{FF2B5EF4-FFF2-40B4-BE49-F238E27FC236}">
                  <a16:creationId xmlns:a16="http://schemas.microsoft.com/office/drawing/2014/main" id="{D7B04C67-912D-D807-3197-A6DDE9C27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87" name="Text Box 85">
              <a:extLst>
                <a:ext uri="{FF2B5EF4-FFF2-40B4-BE49-F238E27FC236}">
                  <a16:creationId xmlns:a16="http://schemas.microsoft.com/office/drawing/2014/main" id="{7F4B3A58-1353-245D-4A4B-68C4BD12D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88" name="Text Box 86">
              <a:extLst>
                <a:ext uri="{FF2B5EF4-FFF2-40B4-BE49-F238E27FC236}">
                  <a16:creationId xmlns:a16="http://schemas.microsoft.com/office/drawing/2014/main" id="{BA3940AD-5528-A3CF-8705-D975BD361F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9" name="Text Box 87">
              <a:extLst>
                <a:ext uri="{FF2B5EF4-FFF2-40B4-BE49-F238E27FC236}">
                  <a16:creationId xmlns:a16="http://schemas.microsoft.com/office/drawing/2014/main" id="{B036543C-51B9-BC9D-9229-81DA0B452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90" name="Text Box 88">
              <a:extLst>
                <a:ext uri="{FF2B5EF4-FFF2-40B4-BE49-F238E27FC236}">
                  <a16:creationId xmlns:a16="http://schemas.microsoft.com/office/drawing/2014/main" id="{C21509F6-77E8-9808-1BF6-F60EFE3CD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91" name="Text Box 89">
              <a:extLst>
                <a:ext uri="{FF2B5EF4-FFF2-40B4-BE49-F238E27FC236}">
                  <a16:creationId xmlns:a16="http://schemas.microsoft.com/office/drawing/2014/main" id="{E4C6920C-1A46-A541-06EE-F075C3CE7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3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92" name="Text Box 90">
              <a:extLst>
                <a:ext uri="{FF2B5EF4-FFF2-40B4-BE49-F238E27FC236}">
                  <a16:creationId xmlns:a16="http://schemas.microsoft.com/office/drawing/2014/main" id="{9F05FE91-5D67-E9D3-D3E6-0136B92D6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93" name="Text Box 91">
              <a:extLst>
                <a:ext uri="{FF2B5EF4-FFF2-40B4-BE49-F238E27FC236}">
                  <a16:creationId xmlns:a16="http://schemas.microsoft.com/office/drawing/2014/main" id="{59F810DD-DEF8-50DA-3346-784A3ED01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94" name="Text Box 92">
              <a:extLst>
                <a:ext uri="{FF2B5EF4-FFF2-40B4-BE49-F238E27FC236}">
                  <a16:creationId xmlns:a16="http://schemas.microsoft.com/office/drawing/2014/main" id="{324AA0D1-F409-5230-08C9-DB6E54F40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95" name="Text Box 93">
              <a:extLst>
                <a:ext uri="{FF2B5EF4-FFF2-40B4-BE49-F238E27FC236}">
                  <a16:creationId xmlns:a16="http://schemas.microsoft.com/office/drawing/2014/main" id="{960B34A6-31D4-7A08-B401-CD8386803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grpSp>
        <p:nvGrpSpPr>
          <p:cNvPr id="96" name="Group 94">
            <a:extLst>
              <a:ext uri="{FF2B5EF4-FFF2-40B4-BE49-F238E27FC236}">
                <a16:creationId xmlns:a16="http://schemas.microsoft.com/office/drawing/2014/main" id="{37BCD308-73F8-D843-D1CB-5E88984D13E5}"/>
              </a:ext>
            </a:extLst>
          </p:cNvPr>
          <p:cNvGrpSpPr>
            <a:grpSpLocks/>
          </p:cNvGrpSpPr>
          <p:nvPr/>
        </p:nvGrpSpPr>
        <p:grpSpPr bwMode="auto">
          <a:xfrm>
            <a:off x="2894013" y="3824288"/>
            <a:ext cx="2251075" cy="1852612"/>
            <a:chOff x="1892" y="2614"/>
            <a:chExt cx="1418" cy="1167"/>
          </a:xfrm>
        </p:grpSpPr>
        <p:sp>
          <p:nvSpPr>
            <p:cNvPr id="97" name="Text Box 95">
              <a:extLst>
                <a:ext uri="{FF2B5EF4-FFF2-40B4-BE49-F238E27FC236}">
                  <a16:creationId xmlns:a16="http://schemas.microsoft.com/office/drawing/2014/main" id="{BCD64BB2-9DA2-EC19-478E-92F444E09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5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8" name="Text Box 96">
              <a:extLst>
                <a:ext uri="{FF2B5EF4-FFF2-40B4-BE49-F238E27FC236}">
                  <a16:creationId xmlns:a16="http://schemas.microsoft.com/office/drawing/2014/main" id="{FD63FF9C-C747-B058-3312-6A0340521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7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9" name="Text Box 97">
              <a:extLst>
                <a:ext uri="{FF2B5EF4-FFF2-40B4-BE49-F238E27FC236}">
                  <a16:creationId xmlns:a16="http://schemas.microsoft.com/office/drawing/2014/main" id="{13F48B1F-4EFE-F6D3-6F6F-B4E089BCB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00" name="Text Box 98">
              <a:extLst>
                <a:ext uri="{FF2B5EF4-FFF2-40B4-BE49-F238E27FC236}">
                  <a16:creationId xmlns:a16="http://schemas.microsoft.com/office/drawing/2014/main" id="{9449A9A2-CADF-3D58-B5AA-E71A872A3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2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01" name="Text Box 99">
              <a:extLst>
                <a:ext uri="{FF2B5EF4-FFF2-40B4-BE49-F238E27FC236}">
                  <a16:creationId xmlns:a16="http://schemas.microsoft.com/office/drawing/2014/main" id="{FB9B9EDE-68B4-2FB8-6F2F-81B8229D7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5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02" name="Text Box 100">
              <a:extLst>
                <a:ext uri="{FF2B5EF4-FFF2-40B4-BE49-F238E27FC236}">
                  <a16:creationId xmlns:a16="http://schemas.microsoft.com/office/drawing/2014/main" id="{A539E5D9-0F66-FD7C-695C-5AE3D54B8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5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03" name="Text Box 101">
              <a:extLst>
                <a:ext uri="{FF2B5EF4-FFF2-40B4-BE49-F238E27FC236}">
                  <a16:creationId xmlns:a16="http://schemas.microsoft.com/office/drawing/2014/main" id="{01E6C43A-C43E-32EE-E5D7-72B5E5812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5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04" name="Text Box 102">
              <a:extLst>
                <a:ext uri="{FF2B5EF4-FFF2-40B4-BE49-F238E27FC236}">
                  <a16:creationId xmlns:a16="http://schemas.microsoft.com/office/drawing/2014/main" id="{3F146FD5-5335-E499-60DA-A831B7C8D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05" name="Line 103">
              <a:extLst>
                <a:ext uri="{FF2B5EF4-FFF2-40B4-BE49-F238E27FC236}">
                  <a16:creationId xmlns:a16="http://schemas.microsoft.com/office/drawing/2014/main" id="{71F48A65-4787-AE81-D9F8-26CE41A4A3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04">
              <a:extLst>
                <a:ext uri="{FF2B5EF4-FFF2-40B4-BE49-F238E27FC236}">
                  <a16:creationId xmlns:a16="http://schemas.microsoft.com/office/drawing/2014/main" id="{C0D5F09B-49AB-F8F9-AFA8-C27BC029D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Text Box 105">
              <a:extLst>
                <a:ext uri="{FF2B5EF4-FFF2-40B4-BE49-F238E27FC236}">
                  <a16:creationId xmlns:a16="http://schemas.microsoft.com/office/drawing/2014/main" id="{36A052A3-C22E-2BB8-E953-FF605C0B1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08" name="Text Box 106">
              <a:extLst>
                <a:ext uri="{FF2B5EF4-FFF2-40B4-BE49-F238E27FC236}">
                  <a16:creationId xmlns:a16="http://schemas.microsoft.com/office/drawing/2014/main" id="{232C654B-934F-577F-4D70-E8FDDE28E5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6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09" name="Text Box 107">
              <a:extLst>
                <a:ext uri="{FF2B5EF4-FFF2-40B4-BE49-F238E27FC236}">
                  <a16:creationId xmlns:a16="http://schemas.microsoft.com/office/drawing/2014/main" id="{1DE0F298-5DBF-88B8-11D9-2037E1384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2614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10" name="Text Box 108">
              <a:extLst>
                <a:ext uri="{FF2B5EF4-FFF2-40B4-BE49-F238E27FC236}">
                  <a16:creationId xmlns:a16="http://schemas.microsoft.com/office/drawing/2014/main" id="{F2AE900D-2015-6C7D-0E56-A636E07F9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1" name="Text Box 109">
              <a:extLst>
                <a:ext uri="{FF2B5EF4-FFF2-40B4-BE49-F238E27FC236}">
                  <a16:creationId xmlns:a16="http://schemas.microsoft.com/office/drawing/2014/main" id="{99FB6F35-B7BC-2841-42E3-E2C29A252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2" name="Text Box 110">
              <a:extLst>
                <a:ext uri="{FF2B5EF4-FFF2-40B4-BE49-F238E27FC236}">
                  <a16:creationId xmlns:a16="http://schemas.microsoft.com/office/drawing/2014/main" id="{0EFD204C-9B9C-B0F9-3C66-C796CB294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3" name="Text Box 111">
              <a:extLst>
                <a:ext uri="{FF2B5EF4-FFF2-40B4-BE49-F238E27FC236}">
                  <a16:creationId xmlns:a16="http://schemas.microsoft.com/office/drawing/2014/main" id="{5A4CDA7D-EBED-CA13-564E-F04768635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4" name="Text Box 112">
              <a:extLst>
                <a:ext uri="{FF2B5EF4-FFF2-40B4-BE49-F238E27FC236}">
                  <a16:creationId xmlns:a16="http://schemas.microsoft.com/office/drawing/2014/main" id="{053A1556-8920-1218-0279-F20D197A8B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1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5" name="Text Box 113">
              <a:extLst>
                <a:ext uri="{FF2B5EF4-FFF2-40B4-BE49-F238E27FC236}">
                  <a16:creationId xmlns:a16="http://schemas.microsoft.com/office/drawing/2014/main" id="{8DA88F52-FFD9-A4A9-CC80-FCCDF1DAB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6" name="Text Box 114">
              <a:extLst>
                <a:ext uri="{FF2B5EF4-FFF2-40B4-BE49-F238E27FC236}">
                  <a16:creationId xmlns:a16="http://schemas.microsoft.com/office/drawing/2014/main" id="{DF1B5D64-F243-82BF-CE9A-EF283BD2D6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7" name="Text Box 115">
              <a:extLst>
                <a:ext uri="{FF2B5EF4-FFF2-40B4-BE49-F238E27FC236}">
                  <a16:creationId xmlns:a16="http://schemas.microsoft.com/office/drawing/2014/main" id="{824ED915-2C37-74F8-833D-69DF22810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8" name="Text Box 116">
              <a:extLst>
                <a:ext uri="{FF2B5EF4-FFF2-40B4-BE49-F238E27FC236}">
                  <a16:creationId xmlns:a16="http://schemas.microsoft.com/office/drawing/2014/main" id="{9CEE8B66-F02A-388A-68DB-561F09E7E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9" name="Text Box 117">
              <a:extLst>
                <a:ext uri="{FF2B5EF4-FFF2-40B4-BE49-F238E27FC236}">
                  <a16:creationId xmlns:a16="http://schemas.microsoft.com/office/drawing/2014/main" id="{3A130A68-7637-44B6-88AF-1B8D9CA67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20" name="Text Box 118">
              <a:extLst>
                <a:ext uri="{FF2B5EF4-FFF2-40B4-BE49-F238E27FC236}">
                  <a16:creationId xmlns:a16="http://schemas.microsoft.com/office/drawing/2014/main" id="{120E1D27-F7C3-4751-B068-D890DFF16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21" name="Text Box 119">
              <a:extLst>
                <a:ext uri="{FF2B5EF4-FFF2-40B4-BE49-F238E27FC236}">
                  <a16:creationId xmlns:a16="http://schemas.microsoft.com/office/drawing/2014/main" id="{46E1A0BB-0EB4-74A0-E67F-920172FCE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0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22" name="Text Box 120">
              <a:extLst>
                <a:ext uri="{FF2B5EF4-FFF2-40B4-BE49-F238E27FC236}">
                  <a16:creationId xmlns:a16="http://schemas.microsoft.com/office/drawing/2014/main" id="{6A03B005-E15C-4F35-8640-2525BA406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23" name="Text Box 121">
              <a:extLst>
                <a:ext uri="{FF2B5EF4-FFF2-40B4-BE49-F238E27FC236}">
                  <a16:creationId xmlns:a16="http://schemas.microsoft.com/office/drawing/2014/main" id="{B5AE52CC-11B3-E988-7D11-94E73F629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24" name="Text Box 122">
              <a:extLst>
                <a:ext uri="{FF2B5EF4-FFF2-40B4-BE49-F238E27FC236}">
                  <a16:creationId xmlns:a16="http://schemas.microsoft.com/office/drawing/2014/main" id="{542DAF57-7E46-775D-BF06-8EC6CE1FA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25" name="Text Box 123">
              <a:extLst>
                <a:ext uri="{FF2B5EF4-FFF2-40B4-BE49-F238E27FC236}">
                  <a16:creationId xmlns:a16="http://schemas.microsoft.com/office/drawing/2014/main" id="{0903060B-2879-A17D-7333-54A98FCD6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</p:grpSp>
      <p:grpSp>
        <p:nvGrpSpPr>
          <p:cNvPr id="154" name="Group 160">
            <a:extLst>
              <a:ext uri="{FF2B5EF4-FFF2-40B4-BE49-F238E27FC236}">
                <a16:creationId xmlns:a16="http://schemas.microsoft.com/office/drawing/2014/main" id="{BFDC4029-3B8B-052B-DA3A-44EB43BCB267}"/>
              </a:ext>
            </a:extLst>
          </p:cNvPr>
          <p:cNvGrpSpPr>
            <a:grpSpLocks/>
          </p:cNvGrpSpPr>
          <p:nvPr/>
        </p:nvGrpSpPr>
        <p:grpSpPr bwMode="auto">
          <a:xfrm>
            <a:off x="1546225" y="2166938"/>
            <a:ext cx="1079500" cy="1152525"/>
            <a:chOff x="1043" y="1570"/>
            <a:chExt cx="680" cy="726"/>
          </a:xfrm>
        </p:grpSpPr>
        <p:sp>
          <p:nvSpPr>
            <p:cNvPr id="155" name="AutoShape 161">
              <a:extLst>
                <a:ext uri="{FF2B5EF4-FFF2-40B4-BE49-F238E27FC236}">
                  <a16:creationId xmlns:a16="http://schemas.microsoft.com/office/drawing/2014/main" id="{BAE4FE8E-6584-A99B-53F5-DDDE58278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1752"/>
              <a:ext cx="408" cy="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56" name="AutoShape 162">
              <a:extLst>
                <a:ext uri="{FF2B5EF4-FFF2-40B4-BE49-F238E27FC236}">
                  <a16:creationId xmlns:a16="http://schemas.microsoft.com/office/drawing/2014/main" id="{2ACE46E5-D97F-8991-40FB-73B848283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70"/>
              <a:ext cx="204" cy="726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171" name="Group 177">
            <a:extLst>
              <a:ext uri="{FF2B5EF4-FFF2-40B4-BE49-F238E27FC236}">
                <a16:creationId xmlns:a16="http://schemas.microsoft.com/office/drawing/2014/main" id="{91851E2E-C56C-5D73-4D52-168E8244E356}"/>
              </a:ext>
            </a:extLst>
          </p:cNvPr>
          <p:cNvGrpSpPr>
            <a:grpSpLocks/>
          </p:cNvGrpSpPr>
          <p:nvPr/>
        </p:nvGrpSpPr>
        <p:grpSpPr bwMode="auto">
          <a:xfrm>
            <a:off x="430213" y="3427413"/>
            <a:ext cx="2214562" cy="396875"/>
            <a:chOff x="295" y="2341"/>
            <a:chExt cx="1395" cy="250"/>
          </a:xfrm>
        </p:grpSpPr>
        <p:sp>
          <p:nvSpPr>
            <p:cNvPr id="172" name="Rectangle 178">
              <a:extLst>
                <a:ext uri="{FF2B5EF4-FFF2-40B4-BE49-F238E27FC236}">
                  <a16:creationId xmlns:a16="http://schemas.microsoft.com/office/drawing/2014/main" id="{ADBC3CAF-844F-8427-2AA1-B44A6BD91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341"/>
              <a:ext cx="13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 baseline="35000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173" name="Line 179">
              <a:extLst>
                <a:ext uri="{FF2B5EF4-FFF2-40B4-BE49-F238E27FC236}">
                  <a16:creationId xmlns:a16="http://schemas.microsoft.com/office/drawing/2014/main" id="{0B9D35EF-C02B-63D9-4752-121D13DE7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238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" name="Group 183">
            <a:extLst>
              <a:ext uri="{FF2B5EF4-FFF2-40B4-BE49-F238E27FC236}">
                <a16:creationId xmlns:a16="http://schemas.microsoft.com/office/drawing/2014/main" id="{D5928183-1448-99E1-53BD-D5EB9E5DF38B}"/>
              </a:ext>
            </a:extLst>
          </p:cNvPr>
          <p:cNvGrpSpPr>
            <a:grpSpLocks/>
          </p:cNvGrpSpPr>
          <p:nvPr/>
        </p:nvGrpSpPr>
        <p:grpSpPr bwMode="auto">
          <a:xfrm>
            <a:off x="442913" y="5730875"/>
            <a:ext cx="2255837" cy="396875"/>
            <a:chOff x="270" y="3748"/>
            <a:chExt cx="1421" cy="250"/>
          </a:xfrm>
        </p:grpSpPr>
        <p:sp>
          <p:nvSpPr>
            <p:cNvPr id="175" name="Rectangle 184">
              <a:extLst>
                <a:ext uri="{FF2B5EF4-FFF2-40B4-BE49-F238E27FC236}">
                  <a16:creationId xmlns:a16="http://schemas.microsoft.com/office/drawing/2014/main" id="{F3F04932-F527-902D-575D-2849C1E14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748"/>
              <a:ext cx="1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176" name="Line 185">
              <a:extLst>
                <a:ext uri="{FF2B5EF4-FFF2-40B4-BE49-F238E27FC236}">
                  <a16:creationId xmlns:a16="http://schemas.microsoft.com/office/drawing/2014/main" id="{253DA859-7228-AAE1-EC40-4B09A8ADA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3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186">
              <a:extLst>
                <a:ext uri="{FF2B5EF4-FFF2-40B4-BE49-F238E27FC236}">
                  <a16:creationId xmlns:a16="http://schemas.microsoft.com/office/drawing/2014/main" id="{C3B94781-536D-E8F7-6B19-CB87AC2E2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8" name="Group 187">
            <a:extLst>
              <a:ext uri="{FF2B5EF4-FFF2-40B4-BE49-F238E27FC236}">
                <a16:creationId xmlns:a16="http://schemas.microsoft.com/office/drawing/2014/main" id="{94292FA9-49EF-88C2-5477-2FC1F8773912}"/>
              </a:ext>
            </a:extLst>
          </p:cNvPr>
          <p:cNvGrpSpPr>
            <a:grpSpLocks/>
          </p:cNvGrpSpPr>
          <p:nvPr/>
        </p:nvGrpSpPr>
        <p:grpSpPr bwMode="auto">
          <a:xfrm>
            <a:off x="2947988" y="5695950"/>
            <a:ext cx="2343150" cy="396875"/>
            <a:chOff x="1880" y="3748"/>
            <a:chExt cx="1476" cy="250"/>
          </a:xfrm>
        </p:grpSpPr>
        <p:sp>
          <p:nvSpPr>
            <p:cNvPr id="179" name="Rectangle 188">
              <a:extLst>
                <a:ext uri="{FF2B5EF4-FFF2-40B4-BE49-F238E27FC236}">
                  <a16:creationId xmlns:a16="http://schemas.microsoft.com/office/drawing/2014/main" id="{BDDED409-5282-9CF7-24FE-7ED0E4E16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3748"/>
              <a:ext cx="14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dirty="0">
                  <a:ea typeface="楷体_GB2312" pitchFamily="49" charset="-122"/>
                </a:rPr>
                <a:t>C=Q</a:t>
              </a:r>
              <a:r>
                <a:rPr kumimoji="1" lang="en-US" altLang="zh-CN" sz="2000" baseline="-15000" dirty="0">
                  <a:ea typeface="楷体_GB2312" pitchFamily="49" charset="-122"/>
                </a:rPr>
                <a:t>2</a:t>
              </a:r>
              <a:r>
                <a:rPr kumimoji="1" lang="en-US" altLang="zh-CN" sz="2000" baseline="35000" dirty="0">
                  <a:ea typeface="楷体_GB2312" pitchFamily="49" charset="-122"/>
                </a:rPr>
                <a:t>n</a:t>
              </a:r>
              <a:r>
                <a:rPr kumimoji="1" lang="en-US" altLang="zh-CN" sz="2000" dirty="0">
                  <a:ea typeface="楷体_GB2312" pitchFamily="49" charset="-122"/>
                </a:rPr>
                <a:t> Q</a:t>
              </a:r>
              <a:r>
                <a:rPr kumimoji="1" lang="en-US" altLang="zh-CN" sz="2000" baseline="-15000" dirty="0">
                  <a:ea typeface="楷体_GB2312" pitchFamily="49" charset="-122"/>
                </a:rPr>
                <a:t>0</a:t>
              </a:r>
              <a:r>
                <a:rPr kumimoji="1" lang="en-US" altLang="zh-CN" sz="2000" baseline="35000" dirty="0">
                  <a:ea typeface="楷体_GB2312" pitchFamily="49" charset="-122"/>
                </a:rPr>
                <a:t>n </a:t>
              </a:r>
              <a:r>
                <a:rPr kumimoji="1" lang="en-US" altLang="zh-CN" sz="2000" dirty="0">
                  <a:ea typeface="楷体_GB2312" pitchFamily="49" charset="-122"/>
                </a:rPr>
                <a:t>(A</a:t>
              </a:r>
              <a:r>
                <a:rPr lang="en-US" altLang="zh-CN" sz="2000" dirty="0"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</a:t>
              </a:r>
              <a:r>
                <a:rPr kumimoji="1" lang="en-US" altLang="zh-CN" sz="2000" dirty="0">
                  <a:ea typeface="楷体_GB2312" pitchFamily="49" charset="-122"/>
                </a:rPr>
                <a:t>Q</a:t>
              </a:r>
              <a:r>
                <a:rPr kumimoji="1" lang="en-US" altLang="zh-CN" sz="2000" baseline="-15000" dirty="0">
                  <a:ea typeface="楷体_GB2312" pitchFamily="49" charset="-122"/>
                </a:rPr>
                <a:t>1</a:t>
              </a:r>
              <a:r>
                <a:rPr kumimoji="1" lang="en-US" altLang="zh-CN" sz="2000" baseline="35000" dirty="0">
                  <a:ea typeface="楷体_GB2312" pitchFamily="49" charset="-122"/>
                </a:rPr>
                <a:t>n</a:t>
              </a:r>
              <a:r>
                <a:rPr kumimoji="1" lang="en-US" altLang="zh-CN" sz="2000" dirty="0">
                  <a:ea typeface="楷体_GB2312" pitchFamily="49" charset="-122"/>
                </a:rPr>
                <a:t>) </a:t>
              </a:r>
              <a:endParaRPr kumimoji="1" lang="zh-CN" altLang="en-US" sz="2000" dirty="0">
                <a:ea typeface="楷体_GB2312" pitchFamily="49" charset="-122"/>
              </a:endParaRPr>
            </a:p>
          </p:txBody>
        </p:sp>
        <p:sp>
          <p:nvSpPr>
            <p:cNvPr id="180" name="Line 189">
              <a:extLst>
                <a:ext uri="{FF2B5EF4-FFF2-40B4-BE49-F238E27FC236}">
                  <a16:creationId xmlns:a16="http://schemas.microsoft.com/office/drawing/2014/main" id="{6EB35CE6-54F6-65C0-B939-C6F09019A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" y="379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190">
              <a:extLst>
                <a:ext uri="{FF2B5EF4-FFF2-40B4-BE49-F238E27FC236}">
                  <a16:creationId xmlns:a16="http://schemas.microsoft.com/office/drawing/2014/main" id="{4030EB75-5CEF-1993-6C79-4F219ED69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379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D69A71CA-22AC-7EFC-F026-ED0481BB8398}"/>
              </a:ext>
            </a:extLst>
          </p:cNvPr>
          <p:cNvGrpSpPr>
            <a:grpSpLocks/>
          </p:cNvGrpSpPr>
          <p:nvPr/>
        </p:nvGrpSpPr>
        <p:grpSpPr bwMode="auto">
          <a:xfrm>
            <a:off x="2968625" y="3427413"/>
            <a:ext cx="2214563" cy="396875"/>
            <a:chOff x="3078163" y="3752850"/>
            <a:chExt cx="2214562" cy="396875"/>
          </a:xfrm>
        </p:grpSpPr>
        <p:grpSp>
          <p:nvGrpSpPr>
            <p:cNvPr id="191" name="Group 180">
              <a:extLst>
                <a:ext uri="{FF2B5EF4-FFF2-40B4-BE49-F238E27FC236}">
                  <a16:creationId xmlns:a16="http://schemas.microsoft.com/office/drawing/2014/main" id="{C8805CB6-32BE-74E5-3E0B-FC2C832E72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8163" y="3752850"/>
              <a:ext cx="2214562" cy="396875"/>
              <a:chOff x="1678" y="3884"/>
              <a:chExt cx="1395" cy="250"/>
            </a:xfrm>
          </p:grpSpPr>
          <p:sp>
            <p:nvSpPr>
              <p:cNvPr id="193" name="Rectangle 181">
                <a:extLst>
                  <a:ext uri="{FF2B5EF4-FFF2-40B4-BE49-F238E27FC236}">
                    <a16:creationId xmlns:a16="http://schemas.microsoft.com/office/drawing/2014/main" id="{1C0ABC39-56C2-61FC-EAA3-1E9FC2073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" y="3884"/>
                <a:ext cx="139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1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n+1</a:t>
                </a:r>
                <a:r>
                  <a:rPr kumimoji="1" lang="en-US" altLang="zh-CN" sz="2000">
                    <a:ea typeface="楷体_GB2312" pitchFamily="49" charset="-122"/>
                  </a:rPr>
                  <a:t>=Q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2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  </a:t>
                </a:r>
                <a:r>
                  <a:rPr kumimoji="1" lang="en-US" altLang="zh-CN" sz="2000">
                    <a:ea typeface="楷体_GB2312" pitchFamily="49" charset="-122"/>
                  </a:rPr>
                  <a:t>A+Q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0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</a:t>
                </a:r>
                <a:r>
                  <a:rPr kumimoji="1" lang="en-US" altLang="zh-CN" sz="2000">
                    <a:ea typeface="楷体_GB2312" pitchFamily="49" charset="-122"/>
                  </a:rPr>
                  <a:t>A</a:t>
                </a:r>
                <a:endParaRPr kumimoji="1" lang="zh-CN" altLang="en-US" sz="2000" baseline="35000">
                  <a:solidFill>
                    <a:srgbClr val="FF33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94" name="Line 182">
                <a:extLst>
                  <a:ext uri="{FF2B5EF4-FFF2-40B4-BE49-F238E27FC236}">
                    <a16:creationId xmlns:a16="http://schemas.microsoft.com/office/drawing/2014/main" id="{63EEDEF6-15C0-FD1E-7336-84CBB321B9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929"/>
                <a:ext cx="1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2" name="Line 182">
              <a:extLst>
                <a:ext uri="{FF2B5EF4-FFF2-40B4-BE49-F238E27FC236}">
                  <a16:creationId xmlns:a16="http://schemas.microsoft.com/office/drawing/2014/main" id="{30310990-64AE-F100-8F43-4E160FFA1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5" y="3824288"/>
              <a:ext cx="217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5" name="Group 163">
            <a:extLst>
              <a:ext uri="{FF2B5EF4-FFF2-40B4-BE49-F238E27FC236}">
                <a16:creationId xmlns:a16="http://schemas.microsoft.com/office/drawing/2014/main" id="{BF92519C-119A-2CC2-BA2C-6667A0E0636F}"/>
              </a:ext>
            </a:extLst>
          </p:cNvPr>
          <p:cNvGrpSpPr>
            <a:grpSpLocks/>
          </p:cNvGrpSpPr>
          <p:nvPr/>
        </p:nvGrpSpPr>
        <p:grpSpPr bwMode="auto">
          <a:xfrm>
            <a:off x="1149350" y="2166938"/>
            <a:ext cx="3910013" cy="3513137"/>
            <a:chOff x="793" y="1570"/>
            <a:chExt cx="2463" cy="2213"/>
          </a:xfrm>
        </p:grpSpPr>
        <p:grpSp>
          <p:nvGrpSpPr>
            <p:cNvPr id="236" name="Group 164">
              <a:extLst>
                <a:ext uri="{FF2B5EF4-FFF2-40B4-BE49-F238E27FC236}">
                  <a16:creationId xmlns:a16="http://schemas.microsoft.com/office/drawing/2014/main" id="{67B195F3-3C5E-E80C-B385-60FEC327AF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1" y="1570"/>
              <a:ext cx="865" cy="749"/>
              <a:chOff x="2391" y="1570"/>
              <a:chExt cx="865" cy="749"/>
            </a:xfrm>
          </p:grpSpPr>
          <p:sp>
            <p:nvSpPr>
              <p:cNvPr id="246" name="Arc 165">
                <a:extLst>
                  <a:ext uri="{FF2B5EF4-FFF2-40B4-BE49-F238E27FC236}">
                    <a16:creationId xmlns:a16="http://schemas.microsoft.com/office/drawing/2014/main" id="{A4001243-82EA-007E-F73F-075B08FCE3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1" y="1934"/>
                <a:ext cx="172" cy="385"/>
              </a:xfrm>
              <a:custGeom>
                <a:avLst/>
                <a:gdLst>
                  <a:gd name="T0" fmla="*/ 0 w 26700"/>
                  <a:gd name="T1" fmla="*/ 0 h 43200"/>
                  <a:gd name="T2" fmla="*/ 0 w 26700"/>
                  <a:gd name="T3" fmla="*/ 0 h 43200"/>
                  <a:gd name="T4" fmla="*/ 0 w 267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6700"/>
                  <a:gd name="T10" fmla="*/ 0 h 43200"/>
                  <a:gd name="T11" fmla="*/ 26700 w 267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700" h="43200" fill="none" extrusionOk="0">
                    <a:moveTo>
                      <a:pt x="-1" y="610"/>
                    </a:moveTo>
                    <a:cubicBezTo>
                      <a:pt x="1669" y="205"/>
                      <a:pt x="3381" y="-1"/>
                      <a:pt x="5100" y="0"/>
                    </a:cubicBezTo>
                    <a:cubicBezTo>
                      <a:pt x="17029" y="0"/>
                      <a:pt x="26700" y="9670"/>
                      <a:pt x="26700" y="21600"/>
                    </a:cubicBezTo>
                    <a:cubicBezTo>
                      <a:pt x="26700" y="33529"/>
                      <a:pt x="17029" y="43200"/>
                      <a:pt x="5100" y="43200"/>
                    </a:cubicBezTo>
                    <a:cubicBezTo>
                      <a:pt x="3913" y="43200"/>
                      <a:pt x="2729" y="43102"/>
                      <a:pt x="1559" y="42907"/>
                    </a:cubicBezTo>
                  </a:path>
                  <a:path w="26700" h="43200" stroke="0" extrusionOk="0">
                    <a:moveTo>
                      <a:pt x="-1" y="610"/>
                    </a:moveTo>
                    <a:cubicBezTo>
                      <a:pt x="1669" y="205"/>
                      <a:pt x="3381" y="-1"/>
                      <a:pt x="5100" y="0"/>
                    </a:cubicBezTo>
                    <a:cubicBezTo>
                      <a:pt x="17029" y="0"/>
                      <a:pt x="26700" y="9670"/>
                      <a:pt x="26700" y="21600"/>
                    </a:cubicBezTo>
                    <a:cubicBezTo>
                      <a:pt x="26700" y="33529"/>
                      <a:pt x="17029" y="43200"/>
                      <a:pt x="5100" y="43200"/>
                    </a:cubicBezTo>
                    <a:cubicBezTo>
                      <a:pt x="3913" y="43200"/>
                      <a:pt x="2729" y="43102"/>
                      <a:pt x="1559" y="42907"/>
                    </a:cubicBezTo>
                    <a:lnTo>
                      <a:pt x="5100" y="21600"/>
                    </a:lnTo>
                    <a:lnTo>
                      <a:pt x="-1" y="610"/>
                    </a:lnTo>
                    <a:close/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7" name="Arc 166">
                <a:extLst>
                  <a:ext uri="{FF2B5EF4-FFF2-40B4-BE49-F238E27FC236}">
                    <a16:creationId xmlns:a16="http://schemas.microsoft.com/office/drawing/2014/main" id="{932BAF99-311A-3367-1455-9EA65191D6D5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084" y="1934"/>
                <a:ext cx="172" cy="385"/>
              </a:xfrm>
              <a:custGeom>
                <a:avLst/>
                <a:gdLst>
                  <a:gd name="T0" fmla="*/ 0 w 26700"/>
                  <a:gd name="T1" fmla="*/ 0 h 43200"/>
                  <a:gd name="T2" fmla="*/ 0 w 26700"/>
                  <a:gd name="T3" fmla="*/ 0 h 43200"/>
                  <a:gd name="T4" fmla="*/ 0 w 267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6700"/>
                  <a:gd name="T10" fmla="*/ 0 h 43200"/>
                  <a:gd name="T11" fmla="*/ 26700 w 267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700" h="43200" fill="none" extrusionOk="0">
                    <a:moveTo>
                      <a:pt x="-1" y="610"/>
                    </a:moveTo>
                    <a:cubicBezTo>
                      <a:pt x="1669" y="205"/>
                      <a:pt x="3381" y="-1"/>
                      <a:pt x="5100" y="0"/>
                    </a:cubicBezTo>
                    <a:cubicBezTo>
                      <a:pt x="17029" y="0"/>
                      <a:pt x="26700" y="9670"/>
                      <a:pt x="26700" y="21600"/>
                    </a:cubicBezTo>
                    <a:cubicBezTo>
                      <a:pt x="26700" y="33529"/>
                      <a:pt x="17029" y="43200"/>
                      <a:pt x="5100" y="43200"/>
                    </a:cubicBezTo>
                    <a:cubicBezTo>
                      <a:pt x="3913" y="43200"/>
                      <a:pt x="2729" y="43102"/>
                      <a:pt x="1559" y="42907"/>
                    </a:cubicBezTo>
                  </a:path>
                  <a:path w="26700" h="43200" stroke="0" extrusionOk="0">
                    <a:moveTo>
                      <a:pt x="-1" y="610"/>
                    </a:moveTo>
                    <a:cubicBezTo>
                      <a:pt x="1669" y="205"/>
                      <a:pt x="3381" y="-1"/>
                      <a:pt x="5100" y="0"/>
                    </a:cubicBezTo>
                    <a:cubicBezTo>
                      <a:pt x="17029" y="0"/>
                      <a:pt x="26700" y="9670"/>
                      <a:pt x="26700" y="21600"/>
                    </a:cubicBezTo>
                    <a:cubicBezTo>
                      <a:pt x="26700" y="33529"/>
                      <a:pt x="17029" y="43200"/>
                      <a:pt x="5100" y="43200"/>
                    </a:cubicBezTo>
                    <a:cubicBezTo>
                      <a:pt x="3913" y="43200"/>
                      <a:pt x="2729" y="43102"/>
                      <a:pt x="1559" y="42907"/>
                    </a:cubicBezTo>
                    <a:lnTo>
                      <a:pt x="5100" y="21600"/>
                    </a:lnTo>
                    <a:lnTo>
                      <a:pt x="-1" y="610"/>
                    </a:lnTo>
                    <a:close/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8" name="AutoShape 167">
                <a:extLst>
                  <a:ext uri="{FF2B5EF4-FFF2-40B4-BE49-F238E27FC236}">
                    <a16:creationId xmlns:a16="http://schemas.microsoft.com/office/drawing/2014/main" id="{F446CA4D-87CE-1A7A-C55C-AFD902637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8" y="1570"/>
                <a:ext cx="204" cy="726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37" name="Group 168">
              <a:extLst>
                <a:ext uri="{FF2B5EF4-FFF2-40B4-BE49-F238E27FC236}">
                  <a16:creationId xmlns:a16="http://schemas.microsoft.com/office/drawing/2014/main" id="{1D2DA6B2-E97F-87BB-E1D1-B20FEFBDA0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" y="3030"/>
              <a:ext cx="908" cy="753"/>
              <a:chOff x="793" y="3030"/>
              <a:chExt cx="908" cy="753"/>
            </a:xfrm>
          </p:grpSpPr>
          <p:sp>
            <p:nvSpPr>
              <p:cNvPr id="241" name="AutoShape 169">
                <a:extLst>
                  <a:ext uri="{FF2B5EF4-FFF2-40B4-BE49-F238E27FC236}">
                    <a16:creationId xmlns:a16="http://schemas.microsoft.com/office/drawing/2014/main" id="{0A945680-2085-11E3-B819-02C9E7F76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" y="3395"/>
                <a:ext cx="408" cy="363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242" name="Arc 170">
                <a:extLst>
                  <a:ext uri="{FF2B5EF4-FFF2-40B4-BE49-F238E27FC236}">
                    <a16:creationId xmlns:a16="http://schemas.microsoft.com/office/drawing/2014/main" id="{B1A9D0E9-9B03-AF8B-F67B-6114D1C24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575"/>
                <a:ext cx="186" cy="206"/>
              </a:xfrm>
              <a:custGeom>
                <a:avLst/>
                <a:gdLst>
                  <a:gd name="T0" fmla="*/ 0 w 22363"/>
                  <a:gd name="T1" fmla="*/ 0 h 43200"/>
                  <a:gd name="T2" fmla="*/ 0 w 22363"/>
                  <a:gd name="T3" fmla="*/ 0 h 43200"/>
                  <a:gd name="T4" fmla="*/ 0 w 22363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2363"/>
                  <a:gd name="T10" fmla="*/ 0 h 43200"/>
                  <a:gd name="T11" fmla="*/ 22363 w 22363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363" h="43200" fill="none" extrusionOk="0">
                    <a:moveTo>
                      <a:pt x="769" y="0"/>
                    </a:moveTo>
                    <a:cubicBezTo>
                      <a:pt x="12696" y="3"/>
                      <a:pt x="22363" y="9673"/>
                      <a:pt x="22363" y="21600"/>
                    </a:cubicBezTo>
                    <a:cubicBezTo>
                      <a:pt x="22363" y="33529"/>
                      <a:pt x="12692" y="43200"/>
                      <a:pt x="763" y="43200"/>
                    </a:cubicBezTo>
                    <a:cubicBezTo>
                      <a:pt x="508" y="43200"/>
                      <a:pt x="254" y="43195"/>
                      <a:pt x="0" y="43186"/>
                    </a:cubicBezTo>
                  </a:path>
                  <a:path w="22363" h="43200" stroke="0" extrusionOk="0">
                    <a:moveTo>
                      <a:pt x="769" y="0"/>
                    </a:moveTo>
                    <a:cubicBezTo>
                      <a:pt x="12696" y="3"/>
                      <a:pt x="22363" y="9673"/>
                      <a:pt x="22363" y="21600"/>
                    </a:cubicBezTo>
                    <a:cubicBezTo>
                      <a:pt x="22363" y="33529"/>
                      <a:pt x="12692" y="43200"/>
                      <a:pt x="763" y="43200"/>
                    </a:cubicBezTo>
                    <a:cubicBezTo>
                      <a:pt x="508" y="43200"/>
                      <a:pt x="254" y="43195"/>
                      <a:pt x="0" y="43186"/>
                    </a:cubicBezTo>
                    <a:lnTo>
                      <a:pt x="763" y="21600"/>
                    </a:lnTo>
                    <a:lnTo>
                      <a:pt x="769" y="0"/>
                    </a:lnTo>
                    <a:close/>
                  </a:path>
                </a:pathLst>
              </a:cu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3" name="Arc 171">
                <a:extLst>
                  <a:ext uri="{FF2B5EF4-FFF2-40B4-BE49-F238E27FC236}">
                    <a16:creationId xmlns:a16="http://schemas.microsoft.com/office/drawing/2014/main" id="{BF53D0DC-CAAA-2C5E-7E0A-01344CAC0891}"/>
                  </a:ext>
                </a:extLst>
              </p:cNvPr>
              <p:cNvSpPr>
                <a:spLocks/>
              </p:cNvSpPr>
              <p:nvPr/>
            </p:nvSpPr>
            <p:spPr bwMode="auto">
              <a:xfrm rot="319004">
                <a:off x="798" y="3032"/>
                <a:ext cx="150" cy="193"/>
              </a:xfrm>
              <a:custGeom>
                <a:avLst/>
                <a:gdLst>
                  <a:gd name="T0" fmla="*/ 0 w 23805"/>
                  <a:gd name="T1" fmla="*/ 0 h 43200"/>
                  <a:gd name="T2" fmla="*/ 0 w 23805"/>
                  <a:gd name="T3" fmla="*/ 0 h 43200"/>
                  <a:gd name="T4" fmla="*/ 0 w 2380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3805"/>
                  <a:gd name="T10" fmla="*/ 0 h 43200"/>
                  <a:gd name="T11" fmla="*/ 23805 w 2380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805" h="43200" fill="none" extrusionOk="0">
                    <a:moveTo>
                      <a:pt x="-1" y="112"/>
                    </a:moveTo>
                    <a:cubicBezTo>
                      <a:pt x="732" y="37"/>
                      <a:pt x="1468" y="-1"/>
                      <a:pt x="2205" y="0"/>
                    </a:cubicBezTo>
                    <a:cubicBezTo>
                      <a:pt x="14134" y="0"/>
                      <a:pt x="23805" y="9670"/>
                      <a:pt x="23805" y="21600"/>
                    </a:cubicBezTo>
                    <a:cubicBezTo>
                      <a:pt x="23805" y="33496"/>
                      <a:pt x="14186" y="43153"/>
                      <a:pt x="2289" y="43199"/>
                    </a:cubicBezTo>
                  </a:path>
                  <a:path w="23805" h="43200" stroke="0" extrusionOk="0">
                    <a:moveTo>
                      <a:pt x="-1" y="112"/>
                    </a:moveTo>
                    <a:cubicBezTo>
                      <a:pt x="732" y="37"/>
                      <a:pt x="1468" y="-1"/>
                      <a:pt x="2205" y="0"/>
                    </a:cubicBezTo>
                    <a:cubicBezTo>
                      <a:pt x="14134" y="0"/>
                      <a:pt x="23805" y="9670"/>
                      <a:pt x="23805" y="21600"/>
                    </a:cubicBezTo>
                    <a:cubicBezTo>
                      <a:pt x="23805" y="33496"/>
                      <a:pt x="14186" y="43153"/>
                      <a:pt x="2289" y="43199"/>
                    </a:cubicBezTo>
                    <a:lnTo>
                      <a:pt x="2205" y="21600"/>
                    </a:lnTo>
                    <a:lnTo>
                      <a:pt x="-1" y="112"/>
                    </a:lnTo>
                    <a:close/>
                  </a:path>
                </a:pathLst>
              </a:cu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4" name="Arc 172">
                <a:extLst>
                  <a:ext uri="{FF2B5EF4-FFF2-40B4-BE49-F238E27FC236}">
                    <a16:creationId xmlns:a16="http://schemas.microsoft.com/office/drawing/2014/main" id="{91D3AB9A-15C3-1A48-2C69-1D69BA6CA44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663363">
                <a:off x="1540" y="3030"/>
                <a:ext cx="161" cy="206"/>
              </a:xfrm>
              <a:custGeom>
                <a:avLst/>
                <a:gdLst>
                  <a:gd name="T0" fmla="*/ 0 w 21600"/>
                  <a:gd name="T1" fmla="*/ 0 h 43166"/>
                  <a:gd name="T2" fmla="*/ 0 w 21600"/>
                  <a:gd name="T3" fmla="*/ 0 h 43166"/>
                  <a:gd name="T4" fmla="*/ 0 w 21600"/>
                  <a:gd name="T5" fmla="*/ 0 h 43166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66"/>
                  <a:gd name="T11" fmla="*/ 21600 w 21600"/>
                  <a:gd name="T12" fmla="*/ 43166 h 431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66" fill="none" extrusionOk="0">
                    <a:moveTo>
                      <a:pt x="1120" y="0"/>
                    </a:moveTo>
                    <a:cubicBezTo>
                      <a:pt x="12599" y="596"/>
                      <a:pt x="21600" y="10077"/>
                      <a:pt x="21600" y="21571"/>
                    </a:cubicBezTo>
                    <a:cubicBezTo>
                      <a:pt x="21600" y="33316"/>
                      <a:pt x="12214" y="42909"/>
                      <a:pt x="471" y="43165"/>
                    </a:cubicBezTo>
                  </a:path>
                  <a:path w="21600" h="43166" stroke="0" extrusionOk="0">
                    <a:moveTo>
                      <a:pt x="1120" y="0"/>
                    </a:moveTo>
                    <a:cubicBezTo>
                      <a:pt x="12599" y="596"/>
                      <a:pt x="21600" y="10077"/>
                      <a:pt x="21600" y="21571"/>
                    </a:cubicBezTo>
                    <a:cubicBezTo>
                      <a:pt x="21600" y="33316"/>
                      <a:pt x="12214" y="42909"/>
                      <a:pt x="471" y="43165"/>
                    </a:cubicBezTo>
                    <a:lnTo>
                      <a:pt x="0" y="21571"/>
                    </a:lnTo>
                    <a:lnTo>
                      <a:pt x="112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" name="Arc 173">
                <a:extLst>
                  <a:ext uri="{FF2B5EF4-FFF2-40B4-BE49-F238E27FC236}">
                    <a16:creationId xmlns:a16="http://schemas.microsoft.com/office/drawing/2014/main" id="{A974E58A-6D2E-9C65-70DA-AC63123984B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534" y="3577"/>
                <a:ext cx="167" cy="206"/>
              </a:xfrm>
              <a:custGeom>
                <a:avLst/>
                <a:gdLst>
                  <a:gd name="T0" fmla="*/ 0 w 22686"/>
                  <a:gd name="T1" fmla="*/ 0 h 43165"/>
                  <a:gd name="T2" fmla="*/ 0 w 22686"/>
                  <a:gd name="T3" fmla="*/ 0 h 43165"/>
                  <a:gd name="T4" fmla="*/ 0 w 22686"/>
                  <a:gd name="T5" fmla="*/ 0 h 43165"/>
                  <a:gd name="T6" fmla="*/ 0 60000 65536"/>
                  <a:gd name="T7" fmla="*/ 0 60000 65536"/>
                  <a:gd name="T8" fmla="*/ 0 60000 65536"/>
                  <a:gd name="T9" fmla="*/ 0 w 22686"/>
                  <a:gd name="T10" fmla="*/ 0 h 43165"/>
                  <a:gd name="T11" fmla="*/ 22686 w 22686"/>
                  <a:gd name="T12" fmla="*/ 43165 h 431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686" h="43165" fill="none" extrusionOk="0">
                    <a:moveTo>
                      <a:pt x="0" y="27"/>
                    </a:moveTo>
                    <a:cubicBezTo>
                      <a:pt x="361" y="9"/>
                      <a:pt x="723" y="-1"/>
                      <a:pt x="1086" y="0"/>
                    </a:cubicBezTo>
                    <a:cubicBezTo>
                      <a:pt x="13015" y="0"/>
                      <a:pt x="22686" y="9670"/>
                      <a:pt x="22686" y="21600"/>
                    </a:cubicBezTo>
                    <a:cubicBezTo>
                      <a:pt x="22686" y="33051"/>
                      <a:pt x="13749" y="42512"/>
                      <a:pt x="2316" y="43164"/>
                    </a:cubicBezTo>
                  </a:path>
                  <a:path w="22686" h="43165" stroke="0" extrusionOk="0">
                    <a:moveTo>
                      <a:pt x="0" y="27"/>
                    </a:moveTo>
                    <a:cubicBezTo>
                      <a:pt x="361" y="9"/>
                      <a:pt x="723" y="-1"/>
                      <a:pt x="1086" y="0"/>
                    </a:cubicBezTo>
                    <a:cubicBezTo>
                      <a:pt x="13015" y="0"/>
                      <a:pt x="22686" y="9670"/>
                      <a:pt x="22686" y="21600"/>
                    </a:cubicBezTo>
                    <a:cubicBezTo>
                      <a:pt x="22686" y="33051"/>
                      <a:pt x="13749" y="42512"/>
                      <a:pt x="2316" y="43164"/>
                    </a:cubicBezTo>
                    <a:lnTo>
                      <a:pt x="1086" y="21600"/>
                    </a:lnTo>
                    <a:lnTo>
                      <a:pt x="0" y="27"/>
                    </a:lnTo>
                    <a:close/>
                  </a:path>
                </a:pathLst>
              </a:cu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8" name="Group 174">
              <a:extLst>
                <a:ext uri="{FF2B5EF4-FFF2-40B4-BE49-F238E27FC236}">
                  <a16:creationId xmlns:a16="http://schemas.microsoft.com/office/drawing/2014/main" id="{0855A057-A5BD-281F-E177-A41810A87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8" y="3022"/>
              <a:ext cx="455" cy="363"/>
              <a:chOff x="2358" y="3022"/>
              <a:chExt cx="455" cy="363"/>
            </a:xfrm>
          </p:grpSpPr>
          <p:sp>
            <p:nvSpPr>
              <p:cNvPr id="239" name="Oval 175">
                <a:extLst>
                  <a:ext uri="{FF2B5EF4-FFF2-40B4-BE49-F238E27FC236}">
                    <a16:creationId xmlns:a16="http://schemas.microsoft.com/office/drawing/2014/main" id="{DDEC8ECA-2CA1-8FDC-D9DE-48969EE51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1" y="3022"/>
                <a:ext cx="182" cy="182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240" name="Oval 176">
                <a:extLst>
                  <a:ext uri="{FF2B5EF4-FFF2-40B4-BE49-F238E27FC236}">
                    <a16:creationId xmlns:a16="http://schemas.microsoft.com/office/drawing/2014/main" id="{977ED942-D833-D35A-9CCE-0970C391E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8" y="3203"/>
                <a:ext cx="182" cy="182"/>
              </a:xfrm>
              <a:prstGeom prst="ellipse">
                <a:avLst/>
              </a:pr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26" name="Text Box 124">
            <a:extLst>
              <a:ext uri="{FF2B5EF4-FFF2-40B4-BE49-F238E27FC236}">
                <a16:creationId xmlns:a16="http://schemas.microsoft.com/office/drawing/2014/main" id="{C1990FAD-454E-8938-7737-87160F513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415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A=1</a:t>
            </a:r>
          </a:p>
        </p:txBody>
      </p:sp>
      <p:sp>
        <p:nvSpPr>
          <p:cNvPr id="127" name="Rectangle 125">
            <a:extLst>
              <a:ext uri="{FF2B5EF4-FFF2-40B4-BE49-F238E27FC236}">
                <a16:creationId xmlns:a16="http://schemas.microsoft.com/office/drawing/2014/main" id="{396482AF-0000-7EC0-9CD3-F2BAE8A2A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1952625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/</a:t>
            </a:r>
            <a:r>
              <a:rPr kumimoji="1" lang="en-US" altLang="zh-CN" sz="2000">
                <a:ea typeface="楷体_GB2312" pitchFamily="49" charset="-122"/>
              </a:rPr>
              <a:t>C</a:t>
            </a:r>
            <a:endParaRPr kumimoji="1" lang="zh-CN" altLang="en-US" sz="2000">
              <a:ea typeface="楷体_GB2312" pitchFamily="49" charset="-122"/>
            </a:endParaRPr>
          </a:p>
        </p:txBody>
      </p:sp>
      <p:sp>
        <p:nvSpPr>
          <p:cNvPr id="128" name="Line 126">
            <a:extLst>
              <a:ext uri="{FF2B5EF4-FFF2-40B4-BE49-F238E27FC236}">
                <a16:creationId xmlns:a16="http://schemas.microsoft.com/office/drawing/2014/main" id="{29A81395-3D27-6B5F-53C7-05090C104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2459038"/>
            <a:ext cx="2095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" name="Line 127">
            <a:extLst>
              <a:ext uri="{FF2B5EF4-FFF2-40B4-BE49-F238E27FC236}">
                <a16:creationId xmlns:a16="http://schemas.microsoft.com/office/drawing/2014/main" id="{81ACF45F-DF1D-0AF7-C608-9D5FA9F50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1989138"/>
            <a:ext cx="0" cy="3995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" name="Line 128">
            <a:extLst>
              <a:ext uri="{FF2B5EF4-FFF2-40B4-BE49-F238E27FC236}">
                <a16:creationId xmlns:a16="http://schemas.microsoft.com/office/drawing/2014/main" id="{985501A8-1B16-42BF-6397-F47070D90E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0" y="2459038"/>
            <a:ext cx="0" cy="3525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" name="Text Box 129">
            <a:extLst>
              <a:ext uri="{FF2B5EF4-FFF2-40B4-BE49-F238E27FC236}">
                <a16:creationId xmlns:a16="http://schemas.microsoft.com/office/drawing/2014/main" id="{49AA23D7-57D5-ACB6-3240-ED8D3CF5E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988" y="1397000"/>
            <a:ext cx="1327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132" name="Rectangle 130">
            <a:extLst>
              <a:ext uri="{FF2B5EF4-FFF2-40B4-BE49-F238E27FC236}">
                <a16:creationId xmlns:a16="http://schemas.microsoft.com/office/drawing/2014/main" id="{845F678D-AEFA-9CF5-C94C-CB2E3A8A4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2168525"/>
            <a:ext cx="1298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endParaRPr kumimoji="1" lang="zh-CN" altLang="en-US" sz="2000" baseline="35000">
              <a:ea typeface="楷体_GB2312" pitchFamily="49" charset="-122"/>
            </a:endParaRPr>
          </a:p>
        </p:txBody>
      </p:sp>
      <p:sp>
        <p:nvSpPr>
          <p:cNvPr id="133" name="Text Box 132">
            <a:extLst>
              <a:ext uri="{FF2B5EF4-FFF2-40B4-BE49-F238E27FC236}">
                <a16:creationId xmlns:a16="http://schemas.microsoft.com/office/drawing/2014/main" id="{21D0A0C3-1660-C55C-4F22-F907765AA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29606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sp>
        <p:nvSpPr>
          <p:cNvPr id="134" name="Text Box 133">
            <a:extLst>
              <a:ext uri="{FF2B5EF4-FFF2-40B4-BE49-F238E27FC236}">
                <a16:creationId xmlns:a16="http://schemas.microsoft.com/office/drawing/2014/main" id="{E323B513-F33E-A932-C5D7-A0A3B10FA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29606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010/1</a:t>
            </a:r>
          </a:p>
        </p:txBody>
      </p:sp>
      <p:sp>
        <p:nvSpPr>
          <p:cNvPr id="135" name="Text Box 134">
            <a:extLst>
              <a:ext uri="{FF2B5EF4-FFF2-40B4-BE49-F238E27FC236}">
                <a16:creationId xmlns:a16="http://schemas.microsoft.com/office/drawing/2014/main" id="{D758BC8B-CEE4-CE21-2C1F-3AEC707BA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A=0</a:t>
            </a:r>
          </a:p>
        </p:txBody>
      </p:sp>
      <p:sp>
        <p:nvSpPr>
          <p:cNvPr id="136" name="Text Box 136">
            <a:extLst>
              <a:ext uri="{FF2B5EF4-FFF2-40B4-BE49-F238E27FC236}">
                <a16:creationId xmlns:a16="http://schemas.microsoft.com/office/drawing/2014/main" id="{0F8B13CF-2649-52C3-C12D-5105F9FA6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321050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137" name="Text Box 137">
            <a:extLst>
              <a:ext uri="{FF2B5EF4-FFF2-40B4-BE49-F238E27FC236}">
                <a16:creationId xmlns:a16="http://schemas.microsoft.com/office/drawing/2014/main" id="{219975ED-205D-76DF-0095-A53D76D43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321050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000/0</a:t>
            </a:r>
          </a:p>
        </p:txBody>
      </p:sp>
      <p:sp>
        <p:nvSpPr>
          <p:cNvPr id="138" name="Text Box 139">
            <a:extLst>
              <a:ext uri="{FF2B5EF4-FFF2-40B4-BE49-F238E27FC236}">
                <a16:creationId xmlns:a16="http://schemas.microsoft.com/office/drawing/2014/main" id="{EE1FBE6C-850B-8238-CFE5-9FE4965F1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48275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000/1</a:t>
            </a:r>
          </a:p>
        </p:txBody>
      </p:sp>
      <p:sp>
        <p:nvSpPr>
          <p:cNvPr id="139" name="Text Box 140">
            <a:extLst>
              <a:ext uri="{FF2B5EF4-FFF2-40B4-BE49-F238E27FC236}">
                <a16:creationId xmlns:a16="http://schemas.microsoft.com/office/drawing/2014/main" id="{08F5A6E9-459F-48A0-63DD-412B3C46A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48275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140" name="Text Box 142">
            <a:extLst>
              <a:ext uri="{FF2B5EF4-FFF2-40B4-BE49-F238E27FC236}">
                <a16:creationId xmlns:a16="http://schemas.microsoft.com/office/drawing/2014/main" id="{00C016D2-20DF-BD91-5B2A-E3FCC61F9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51927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xxx/x</a:t>
            </a:r>
          </a:p>
        </p:txBody>
      </p:sp>
      <p:sp>
        <p:nvSpPr>
          <p:cNvPr id="141" name="Text Box 143">
            <a:extLst>
              <a:ext uri="{FF2B5EF4-FFF2-40B4-BE49-F238E27FC236}">
                <a16:creationId xmlns:a16="http://schemas.microsoft.com/office/drawing/2014/main" id="{032C0819-D5C6-F355-4E34-19BBFC96D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51927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xxx/x</a:t>
            </a:r>
          </a:p>
        </p:txBody>
      </p:sp>
      <p:sp>
        <p:nvSpPr>
          <p:cNvPr id="142" name="Text Box 145">
            <a:extLst>
              <a:ext uri="{FF2B5EF4-FFF2-40B4-BE49-F238E27FC236}">
                <a16:creationId xmlns:a16="http://schemas.microsoft.com/office/drawing/2014/main" id="{840F10E0-1F2B-C5DD-FB46-67092938A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5553075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xxx/x</a:t>
            </a:r>
          </a:p>
        </p:txBody>
      </p:sp>
      <p:sp>
        <p:nvSpPr>
          <p:cNvPr id="143" name="Text Box 146">
            <a:extLst>
              <a:ext uri="{FF2B5EF4-FFF2-40B4-BE49-F238E27FC236}">
                <a16:creationId xmlns:a16="http://schemas.microsoft.com/office/drawing/2014/main" id="{ED666BCF-5F3D-725E-1B67-051EAA99E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5553075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xxx/x</a:t>
            </a:r>
          </a:p>
        </p:txBody>
      </p:sp>
      <p:sp>
        <p:nvSpPr>
          <p:cNvPr id="144" name="Text Box 148">
            <a:extLst>
              <a:ext uri="{FF2B5EF4-FFF2-40B4-BE49-F238E27FC236}">
                <a16:creationId xmlns:a16="http://schemas.microsoft.com/office/drawing/2014/main" id="{488E8E6E-7768-BE51-8F43-79F9892DC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6814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145" name="Text Box 149">
            <a:extLst>
              <a:ext uri="{FF2B5EF4-FFF2-40B4-BE49-F238E27FC236}">
                <a16:creationId xmlns:a16="http://schemas.microsoft.com/office/drawing/2014/main" id="{1E312B65-DF7B-7837-7538-EFE4B20B4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6814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grpSp>
        <p:nvGrpSpPr>
          <p:cNvPr id="146" name="Group 150">
            <a:extLst>
              <a:ext uri="{FF2B5EF4-FFF2-40B4-BE49-F238E27FC236}">
                <a16:creationId xmlns:a16="http://schemas.microsoft.com/office/drawing/2014/main" id="{5D440AE6-247F-98C7-D123-B0D02D16BD77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989138"/>
            <a:ext cx="3275013" cy="3995737"/>
            <a:chOff x="3878" y="1253"/>
            <a:chExt cx="1587" cy="2517"/>
          </a:xfrm>
        </p:grpSpPr>
        <p:sp>
          <p:nvSpPr>
            <p:cNvPr id="147" name="Line 151">
              <a:extLst>
                <a:ext uri="{FF2B5EF4-FFF2-40B4-BE49-F238E27FC236}">
                  <a16:creationId xmlns:a16="http://schemas.microsoft.com/office/drawing/2014/main" id="{390BFA81-2B2E-D712-D30A-E4049A8CD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797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152">
              <a:extLst>
                <a:ext uri="{FF2B5EF4-FFF2-40B4-BE49-F238E27FC236}">
                  <a16:creationId xmlns:a16="http://schemas.microsoft.com/office/drawing/2014/main" id="{12A8406A-9A59-177B-959E-0B853D19CD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253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153">
              <a:extLst>
                <a:ext uri="{FF2B5EF4-FFF2-40B4-BE49-F238E27FC236}">
                  <a16:creationId xmlns:a16="http://schemas.microsoft.com/office/drawing/2014/main" id="{0C22EFE2-A2E9-7E26-1FE1-530CBE735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3770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0" name="Text Box 155">
            <a:extLst>
              <a:ext uri="{FF2B5EF4-FFF2-40B4-BE49-F238E27FC236}">
                <a16:creationId xmlns:a16="http://schemas.microsoft.com/office/drawing/2014/main" id="{2F0890CF-0014-B479-79D3-3EB8327E3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43706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010/0</a:t>
            </a:r>
          </a:p>
        </p:txBody>
      </p:sp>
      <p:sp>
        <p:nvSpPr>
          <p:cNvPr id="151" name="Text Box 156">
            <a:extLst>
              <a:ext uri="{FF2B5EF4-FFF2-40B4-BE49-F238E27FC236}">
                <a16:creationId xmlns:a16="http://schemas.microsoft.com/office/drawing/2014/main" id="{4706409E-78FD-0058-5823-A833D4633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43706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152" name="Text Box 158">
            <a:extLst>
              <a:ext uri="{FF2B5EF4-FFF2-40B4-BE49-F238E27FC236}">
                <a16:creationId xmlns:a16="http://schemas.microsoft.com/office/drawing/2014/main" id="{8AE1302D-8CDB-D4CA-0A78-6F931C68F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07193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153" name="Text Box 159">
            <a:extLst>
              <a:ext uri="{FF2B5EF4-FFF2-40B4-BE49-F238E27FC236}">
                <a16:creationId xmlns:a16="http://schemas.microsoft.com/office/drawing/2014/main" id="{FF40B595-B7BD-980A-3943-CAEF5E5B4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07193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157" name="Text Box 191">
            <a:extLst>
              <a:ext uri="{FF2B5EF4-FFF2-40B4-BE49-F238E27FC236}">
                <a16:creationId xmlns:a16="http://schemas.microsoft.com/office/drawing/2014/main" id="{3B6518B4-5F4E-2B2B-9200-04450590C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29606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0  0  0</a:t>
            </a:r>
          </a:p>
        </p:txBody>
      </p:sp>
      <p:sp>
        <p:nvSpPr>
          <p:cNvPr id="158" name="Text Box 192">
            <a:extLst>
              <a:ext uri="{FF2B5EF4-FFF2-40B4-BE49-F238E27FC236}">
                <a16:creationId xmlns:a16="http://schemas.microsoft.com/office/drawing/2014/main" id="{392693DA-78A2-E53A-6169-5ECE93183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3210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0  0  1</a:t>
            </a:r>
          </a:p>
        </p:txBody>
      </p:sp>
      <p:sp>
        <p:nvSpPr>
          <p:cNvPr id="159" name="Text Box 193">
            <a:extLst>
              <a:ext uri="{FF2B5EF4-FFF2-40B4-BE49-F238E27FC236}">
                <a16:creationId xmlns:a16="http://schemas.microsoft.com/office/drawing/2014/main" id="{E0C5F71F-A989-12AC-C15D-B8A12884B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4827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0  1  0</a:t>
            </a:r>
          </a:p>
        </p:txBody>
      </p:sp>
      <p:sp>
        <p:nvSpPr>
          <p:cNvPr id="160" name="Text Box 194">
            <a:extLst>
              <a:ext uri="{FF2B5EF4-FFF2-40B4-BE49-F238E27FC236}">
                <a16:creationId xmlns:a16="http://schemas.microsoft.com/office/drawing/2014/main" id="{454BC580-B4A1-D19B-D399-DCC95B274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1927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0  1  1</a:t>
            </a:r>
          </a:p>
        </p:txBody>
      </p:sp>
      <p:sp>
        <p:nvSpPr>
          <p:cNvPr id="161" name="Text Box 195">
            <a:extLst>
              <a:ext uri="{FF2B5EF4-FFF2-40B4-BE49-F238E27FC236}">
                <a16:creationId xmlns:a16="http://schemas.microsoft.com/office/drawing/2014/main" id="{982E4F65-71C2-53EB-B208-481868F9A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555307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1  0  0</a:t>
            </a:r>
          </a:p>
        </p:txBody>
      </p:sp>
      <p:sp>
        <p:nvSpPr>
          <p:cNvPr id="162" name="Text Box 196">
            <a:extLst>
              <a:ext uri="{FF2B5EF4-FFF2-40B4-BE49-F238E27FC236}">
                <a16:creationId xmlns:a16="http://schemas.microsoft.com/office/drawing/2014/main" id="{A4BF96B1-C366-6A62-6DCC-9080999BA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6814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1  0  1</a:t>
            </a:r>
          </a:p>
        </p:txBody>
      </p:sp>
      <p:sp>
        <p:nvSpPr>
          <p:cNvPr id="163" name="Text Box 197">
            <a:extLst>
              <a:ext uri="{FF2B5EF4-FFF2-40B4-BE49-F238E27FC236}">
                <a16:creationId xmlns:a16="http://schemas.microsoft.com/office/drawing/2014/main" id="{51FF2051-BF3E-F73F-6934-3ACC1BEE2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43706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1  1  0</a:t>
            </a:r>
          </a:p>
        </p:txBody>
      </p:sp>
      <p:sp>
        <p:nvSpPr>
          <p:cNvPr id="164" name="Text Box 198">
            <a:extLst>
              <a:ext uri="{FF2B5EF4-FFF2-40B4-BE49-F238E27FC236}">
                <a16:creationId xmlns:a16="http://schemas.microsoft.com/office/drawing/2014/main" id="{EEBB15A9-E50D-20CC-CDF3-E2F62976A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07193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1  1  1</a:t>
            </a:r>
          </a:p>
        </p:txBody>
      </p:sp>
      <p:sp>
        <p:nvSpPr>
          <p:cNvPr id="165" name="AutoShape 161">
            <a:extLst>
              <a:ext uri="{FF2B5EF4-FFF2-40B4-BE49-F238E27FC236}">
                <a16:creationId xmlns:a16="http://schemas.microsoft.com/office/drawing/2014/main" id="{31D3B455-1878-478F-A225-CC0882901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5913" y="2940050"/>
            <a:ext cx="223837" cy="2973388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66" name="AutoShape 161">
            <a:extLst>
              <a:ext uri="{FF2B5EF4-FFF2-40B4-BE49-F238E27FC236}">
                <a16:creationId xmlns:a16="http://schemas.microsoft.com/office/drawing/2014/main" id="{57C54CAB-62EB-643D-AC5A-8240F676B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850" y="2935288"/>
            <a:ext cx="223838" cy="2973387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44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A1CE2-2E3C-5E73-B220-ACE8BBF7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kumimoji="1" lang="zh-CN" altLang="en-US" dirty="0"/>
              <a:t>可逆六进制计数器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3FD5E7-C16C-7346-7017-4FAB138D0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检查自启动</a:t>
            </a:r>
          </a:p>
          <a:p>
            <a:endParaRPr lang="zh-CN" altLang="en-US" sz="1800" dirty="0">
              <a:solidFill>
                <a:srgbClr val="99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8242E5-00FF-A099-6671-2864A3CF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B89EC8-2614-67DB-521B-63024C40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18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177">
            <a:extLst>
              <a:ext uri="{FF2B5EF4-FFF2-40B4-BE49-F238E27FC236}">
                <a16:creationId xmlns:a16="http://schemas.microsoft.com/office/drawing/2014/main" id="{B9288DCD-65FE-EF8B-4249-9EDAF65B99B2}"/>
              </a:ext>
            </a:extLst>
          </p:cNvPr>
          <p:cNvGrpSpPr>
            <a:grpSpLocks/>
          </p:cNvGrpSpPr>
          <p:nvPr/>
        </p:nvGrpSpPr>
        <p:grpSpPr bwMode="auto">
          <a:xfrm>
            <a:off x="580571" y="1087620"/>
            <a:ext cx="2214563" cy="396875"/>
            <a:chOff x="295" y="2341"/>
            <a:chExt cx="1395" cy="250"/>
          </a:xfrm>
        </p:grpSpPr>
        <p:sp>
          <p:nvSpPr>
            <p:cNvPr id="7" name="Rectangle 178">
              <a:extLst>
                <a:ext uri="{FF2B5EF4-FFF2-40B4-BE49-F238E27FC236}">
                  <a16:creationId xmlns:a16="http://schemas.microsoft.com/office/drawing/2014/main" id="{72C80784-1C63-4CD9-BCEE-AC3FAE482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341"/>
              <a:ext cx="13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 baseline="35000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8" name="Line 179">
              <a:extLst>
                <a:ext uri="{FF2B5EF4-FFF2-40B4-BE49-F238E27FC236}">
                  <a16:creationId xmlns:a16="http://schemas.microsoft.com/office/drawing/2014/main" id="{85CF36E5-D7E4-30ED-9A39-DA59520BD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238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83">
            <a:extLst>
              <a:ext uri="{FF2B5EF4-FFF2-40B4-BE49-F238E27FC236}">
                <a16:creationId xmlns:a16="http://schemas.microsoft.com/office/drawing/2014/main" id="{F6121CAE-4B71-354C-BED6-426E389AD920}"/>
              </a:ext>
            </a:extLst>
          </p:cNvPr>
          <p:cNvGrpSpPr>
            <a:grpSpLocks/>
          </p:cNvGrpSpPr>
          <p:nvPr/>
        </p:nvGrpSpPr>
        <p:grpSpPr bwMode="auto">
          <a:xfrm>
            <a:off x="529771" y="1868670"/>
            <a:ext cx="2255838" cy="396875"/>
            <a:chOff x="270" y="3748"/>
            <a:chExt cx="1421" cy="250"/>
          </a:xfrm>
        </p:grpSpPr>
        <p:sp>
          <p:nvSpPr>
            <p:cNvPr id="10" name="Rectangle 184">
              <a:extLst>
                <a:ext uri="{FF2B5EF4-FFF2-40B4-BE49-F238E27FC236}">
                  <a16:creationId xmlns:a16="http://schemas.microsoft.com/office/drawing/2014/main" id="{AFFFE1E6-EB31-FD2C-630A-AC2689561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748"/>
              <a:ext cx="1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11" name="Line 185">
              <a:extLst>
                <a:ext uri="{FF2B5EF4-FFF2-40B4-BE49-F238E27FC236}">
                  <a16:creationId xmlns:a16="http://schemas.microsoft.com/office/drawing/2014/main" id="{533BD405-D11B-A618-805C-2F37C4ED6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3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86">
              <a:extLst>
                <a:ext uri="{FF2B5EF4-FFF2-40B4-BE49-F238E27FC236}">
                  <a16:creationId xmlns:a16="http://schemas.microsoft.com/office/drawing/2014/main" id="{7668E0F3-C063-D15A-D64D-1FE311E48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191">
            <a:extLst>
              <a:ext uri="{FF2B5EF4-FFF2-40B4-BE49-F238E27FC236}">
                <a16:creationId xmlns:a16="http://schemas.microsoft.com/office/drawing/2014/main" id="{6211D0A0-4C34-FB06-0CCA-09F749D0D216}"/>
              </a:ext>
            </a:extLst>
          </p:cNvPr>
          <p:cNvGrpSpPr>
            <a:grpSpLocks/>
          </p:cNvGrpSpPr>
          <p:nvPr/>
        </p:nvGrpSpPr>
        <p:grpSpPr bwMode="auto">
          <a:xfrm>
            <a:off x="559934" y="1495607"/>
            <a:ext cx="2214562" cy="396875"/>
            <a:chOff x="3078163" y="3752850"/>
            <a:chExt cx="2214562" cy="396875"/>
          </a:xfrm>
        </p:grpSpPr>
        <p:grpSp>
          <p:nvGrpSpPr>
            <p:cNvPr id="14" name="Group 180">
              <a:extLst>
                <a:ext uri="{FF2B5EF4-FFF2-40B4-BE49-F238E27FC236}">
                  <a16:creationId xmlns:a16="http://schemas.microsoft.com/office/drawing/2014/main" id="{D48D8017-1B4F-456C-BDBB-757F2CE652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8163" y="3752850"/>
              <a:ext cx="2214562" cy="396875"/>
              <a:chOff x="1678" y="3884"/>
              <a:chExt cx="1395" cy="250"/>
            </a:xfrm>
          </p:grpSpPr>
          <p:sp>
            <p:nvSpPr>
              <p:cNvPr id="16" name="Rectangle 181">
                <a:extLst>
                  <a:ext uri="{FF2B5EF4-FFF2-40B4-BE49-F238E27FC236}">
                    <a16:creationId xmlns:a16="http://schemas.microsoft.com/office/drawing/2014/main" id="{E18E35C0-441E-285C-1E5E-5D8EAA139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" y="3884"/>
                <a:ext cx="139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1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n+1</a:t>
                </a:r>
                <a:r>
                  <a:rPr kumimoji="1" lang="en-US" altLang="zh-CN" sz="2000">
                    <a:ea typeface="楷体_GB2312" pitchFamily="49" charset="-122"/>
                  </a:rPr>
                  <a:t>=Q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2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  </a:t>
                </a:r>
                <a:r>
                  <a:rPr kumimoji="1" lang="en-US" altLang="zh-CN" sz="2000">
                    <a:ea typeface="楷体_GB2312" pitchFamily="49" charset="-122"/>
                  </a:rPr>
                  <a:t>A+Q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0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</a:t>
                </a:r>
                <a:r>
                  <a:rPr kumimoji="1" lang="en-US" altLang="zh-CN" sz="2000">
                    <a:ea typeface="楷体_GB2312" pitchFamily="49" charset="-122"/>
                  </a:rPr>
                  <a:t>A</a:t>
                </a:r>
                <a:endParaRPr kumimoji="1" lang="zh-CN" altLang="en-US" sz="2000" baseline="35000">
                  <a:solidFill>
                    <a:srgbClr val="FF33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7" name="Line 182">
                <a:extLst>
                  <a:ext uri="{FF2B5EF4-FFF2-40B4-BE49-F238E27FC236}">
                    <a16:creationId xmlns:a16="http://schemas.microsoft.com/office/drawing/2014/main" id="{520566DE-A858-9B5E-A4DB-57B5BC309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929"/>
                <a:ext cx="1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" name="Line 182">
              <a:extLst>
                <a:ext uri="{FF2B5EF4-FFF2-40B4-BE49-F238E27FC236}">
                  <a16:creationId xmlns:a16="http://schemas.microsoft.com/office/drawing/2014/main" id="{8BD232BC-17BD-DE9D-B76A-11963FB96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5" y="3824288"/>
              <a:ext cx="217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87">
            <a:extLst>
              <a:ext uri="{FF2B5EF4-FFF2-40B4-BE49-F238E27FC236}">
                <a16:creationId xmlns:a16="http://schemas.microsoft.com/office/drawing/2014/main" id="{46BCB077-83D8-5FFE-A1E2-B2D6B78D3F2E}"/>
              </a:ext>
            </a:extLst>
          </p:cNvPr>
          <p:cNvGrpSpPr>
            <a:grpSpLocks/>
          </p:cNvGrpSpPr>
          <p:nvPr/>
        </p:nvGrpSpPr>
        <p:grpSpPr bwMode="auto">
          <a:xfrm>
            <a:off x="3295872" y="1049520"/>
            <a:ext cx="2343150" cy="396875"/>
            <a:chOff x="1880" y="3748"/>
            <a:chExt cx="1476" cy="250"/>
          </a:xfrm>
        </p:grpSpPr>
        <p:sp>
          <p:nvSpPr>
            <p:cNvPr id="19" name="Rectangle 188">
              <a:extLst>
                <a:ext uri="{FF2B5EF4-FFF2-40B4-BE49-F238E27FC236}">
                  <a16:creationId xmlns:a16="http://schemas.microsoft.com/office/drawing/2014/main" id="{06D65AE8-CB85-7A27-B5B9-93D5895DA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3748"/>
              <a:ext cx="14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dirty="0">
                  <a:ea typeface="楷体_GB2312" pitchFamily="49" charset="-122"/>
                </a:rPr>
                <a:t>C=Q</a:t>
              </a:r>
              <a:r>
                <a:rPr kumimoji="1" lang="en-US" altLang="zh-CN" sz="2000" baseline="-15000" dirty="0">
                  <a:ea typeface="楷体_GB2312" pitchFamily="49" charset="-122"/>
                </a:rPr>
                <a:t>2</a:t>
              </a:r>
              <a:r>
                <a:rPr kumimoji="1" lang="en-US" altLang="zh-CN" sz="2000" baseline="35000" dirty="0">
                  <a:ea typeface="楷体_GB2312" pitchFamily="49" charset="-122"/>
                </a:rPr>
                <a:t>n</a:t>
              </a:r>
              <a:r>
                <a:rPr kumimoji="1" lang="en-US" altLang="zh-CN" sz="2000" dirty="0">
                  <a:ea typeface="楷体_GB2312" pitchFamily="49" charset="-122"/>
                </a:rPr>
                <a:t> Q</a:t>
              </a:r>
              <a:r>
                <a:rPr kumimoji="1" lang="en-US" altLang="zh-CN" sz="2000" baseline="-15000" dirty="0">
                  <a:ea typeface="楷体_GB2312" pitchFamily="49" charset="-122"/>
                </a:rPr>
                <a:t>0</a:t>
              </a:r>
              <a:r>
                <a:rPr kumimoji="1" lang="en-US" altLang="zh-CN" sz="2000" baseline="35000" dirty="0">
                  <a:ea typeface="楷体_GB2312" pitchFamily="49" charset="-122"/>
                </a:rPr>
                <a:t>n </a:t>
              </a:r>
              <a:r>
                <a:rPr kumimoji="1" lang="en-US" altLang="zh-CN" sz="2000" dirty="0">
                  <a:ea typeface="楷体_GB2312" pitchFamily="49" charset="-122"/>
                </a:rPr>
                <a:t>(A</a:t>
              </a:r>
              <a:r>
                <a:rPr lang="en-US" altLang="zh-CN" sz="2000" dirty="0"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</a:t>
              </a:r>
              <a:r>
                <a:rPr kumimoji="1" lang="en-US" altLang="zh-CN" sz="2000" dirty="0">
                  <a:ea typeface="楷体_GB2312" pitchFamily="49" charset="-122"/>
                </a:rPr>
                <a:t>Q</a:t>
              </a:r>
              <a:r>
                <a:rPr kumimoji="1" lang="en-US" altLang="zh-CN" sz="2000" baseline="-15000" dirty="0">
                  <a:ea typeface="楷体_GB2312" pitchFamily="49" charset="-122"/>
                </a:rPr>
                <a:t>1</a:t>
              </a:r>
              <a:r>
                <a:rPr kumimoji="1" lang="en-US" altLang="zh-CN" sz="2000" baseline="35000" dirty="0">
                  <a:ea typeface="楷体_GB2312" pitchFamily="49" charset="-122"/>
                </a:rPr>
                <a:t>n</a:t>
              </a:r>
              <a:r>
                <a:rPr kumimoji="1" lang="en-US" altLang="zh-CN" sz="2000" dirty="0">
                  <a:ea typeface="楷体_GB2312" pitchFamily="49" charset="-122"/>
                </a:rPr>
                <a:t>) </a:t>
              </a:r>
              <a:endParaRPr kumimoji="1" lang="zh-CN" altLang="en-US" sz="2000" dirty="0">
                <a:ea typeface="楷体_GB2312" pitchFamily="49" charset="-122"/>
              </a:endParaRPr>
            </a:p>
          </p:txBody>
        </p:sp>
        <p:sp>
          <p:nvSpPr>
            <p:cNvPr id="20" name="Line 189">
              <a:extLst>
                <a:ext uri="{FF2B5EF4-FFF2-40B4-BE49-F238E27FC236}">
                  <a16:creationId xmlns:a16="http://schemas.microsoft.com/office/drawing/2014/main" id="{6B61B865-444C-AF42-5802-C050BD77D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" y="379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90">
              <a:extLst>
                <a:ext uri="{FF2B5EF4-FFF2-40B4-BE49-F238E27FC236}">
                  <a16:creationId xmlns:a16="http://schemas.microsoft.com/office/drawing/2014/main" id="{F716711A-45FC-7B23-A8CB-9D0A89530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379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4">
            <a:extLst>
              <a:ext uri="{FF2B5EF4-FFF2-40B4-BE49-F238E27FC236}">
                <a16:creationId xmlns:a16="http://schemas.microsoft.com/office/drawing/2014/main" id="{DEFE15EC-85B5-8898-2E7F-8CABDE4CA655}"/>
              </a:ext>
            </a:extLst>
          </p:cNvPr>
          <p:cNvGrpSpPr>
            <a:grpSpLocks/>
          </p:cNvGrpSpPr>
          <p:nvPr/>
        </p:nvGrpSpPr>
        <p:grpSpPr bwMode="auto">
          <a:xfrm>
            <a:off x="766763" y="2238375"/>
            <a:ext cx="3132137" cy="3094038"/>
            <a:chOff x="3492" y="811"/>
            <a:chExt cx="2064" cy="1949"/>
          </a:xfrm>
        </p:grpSpPr>
        <p:sp>
          <p:nvSpPr>
            <p:cNvPr id="23" name="Oval 5">
              <a:extLst>
                <a:ext uri="{FF2B5EF4-FFF2-40B4-BE49-F238E27FC236}">
                  <a16:creationId xmlns:a16="http://schemas.microsoft.com/office/drawing/2014/main" id="{CD4F94F5-26B2-BD65-5550-DEBE98C7E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" y="914"/>
              <a:ext cx="510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0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1600" b="0"/>
            </a:p>
          </p:txBody>
        </p:sp>
        <p:sp>
          <p:nvSpPr>
            <p:cNvPr id="24" name="Oval 6">
              <a:extLst>
                <a:ext uri="{FF2B5EF4-FFF2-40B4-BE49-F238E27FC236}">
                  <a16:creationId xmlns:a16="http://schemas.microsoft.com/office/drawing/2014/main" id="{BB8F3E3E-4628-E695-327E-9AB329E64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" y="914"/>
              <a:ext cx="511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1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25" name="Oval 7">
              <a:extLst>
                <a:ext uri="{FF2B5EF4-FFF2-40B4-BE49-F238E27FC236}">
                  <a16:creationId xmlns:a16="http://schemas.microsoft.com/office/drawing/2014/main" id="{C0A5F786-8107-A146-53F1-11902011F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5" y="1570"/>
              <a:ext cx="511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2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26" name="Oval 8">
              <a:extLst>
                <a:ext uri="{FF2B5EF4-FFF2-40B4-BE49-F238E27FC236}">
                  <a16:creationId xmlns:a16="http://schemas.microsoft.com/office/drawing/2014/main" id="{7F99BACC-B316-48FC-3BDE-E1CBD48F0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" y="1570"/>
              <a:ext cx="510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5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27" name="Oval 9">
              <a:extLst>
                <a:ext uri="{FF2B5EF4-FFF2-40B4-BE49-F238E27FC236}">
                  <a16:creationId xmlns:a16="http://schemas.microsoft.com/office/drawing/2014/main" id="{17103DE3-6DBA-8A47-3897-E08DB54A0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" y="2191"/>
              <a:ext cx="510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4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28" name="Oval 10">
              <a:extLst>
                <a:ext uri="{FF2B5EF4-FFF2-40B4-BE49-F238E27FC236}">
                  <a16:creationId xmlns:a16="http://schemas.microsoft.com/office/drawing/2014/main" id="{AEFE7085-9FEF-8BA3-2508-E4F1C3412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" y="2180"/>
              <a:ext cx="511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3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29" name="Text Box 11">
              <a:extLst>
                <a:ext uri="{FF2B5EF4-FFF2-40B4-BE49-F238E27FC236}">
                  <a16:creationId xmlns:a16="http://schemas.microsoft.com/office/drawing/2014/main" id="{F5C82563-B2BE-07C1-7275-04F69B487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2" y="1459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1/1</a:t>
              </a:r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A22B6309-EBD9-1B66-52E8-6E9E76516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1237"/>
              <a:ext cx="3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93E2C6AB-C311-9404-AE9B-0180516D9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6" y="2365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4">
              <a:extLst>
                <a:ext uri="{FF2B5EF4-FFF2-40B4-BE49-F238E27FC236}">
                  <a16:creationId xmlns:a16="http://schemas.microsoft.com/office/drawing/2014/main" id="{C1211989-8186-2B0B-120A-55698073A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385"/>
              <a:ext cx="157" cy="2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5">
              <a:extLst>
                <a:ext uri="{FF2B5EF4-FFF2-40B4-BE49-F238E27FC236}">
                  <a16:creationId xmlns:a16="http://schemas.microsoft.com/office/drawing/2014/main" id="{5B65411F-4F9A-B874-9587-BE62F4AD84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6" y="1939"/>
              <a:ext cx="143" cy="2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6">
              <a:extLst>
                <a:ext uri="{FF2B5EF4-FFF2-40B4-BE49-F238E27FC236}">
                  <a16:creationId xmlns:a16="http://schemas.microsoft.com/office/drawing/2014/main" id="{05B9778A-A99A-6D53-EA4F-B8BAD241A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5" y="1958"/>
              <a:ext cx="196" cy="2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7">
              <a:extLst>
                <a:ext uri="{FF2B5EF4-FFF2-40B4-BE49-F238E27FC236}">
                  <a16:creationId xmlns:a16="http://schemas.microsoft.com/office/drawing/2014/main" id="{C3835554-1AFF-9240-AC16-E62488127D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5" y="1385"/>
              <a:ext cx="157" cy="2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18">
              <a:extLst>
                <a:ext uri="{FF2B5EF4-FFF2-40B4-BE49-F238E27FC236}">
                  <a16:creationId xmlns:a16="http://schemas.microsoft.com/office/drawing/2014/main" id="{2DCB9207-C7CE-311D-60CA-172BC0F32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9" y="1292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37" name="Text Box 19">
              <a:extLst>
                <a:ext uri="{FF2B5EF4-FFF2-40B4-BE49-F238E27FC236}">
                  <a16:creationId xmlns:a16="http://schemas.microsoft.com/office/drawing/2014/main" id="{AD04FCBB-0ED9-B33E-E3C0-D635D70E0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478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38" name="Text Box 20">
              <a:extLst>
                <a:ext uri="{FF2B5EF4-FFF2-40B4-BE49-F238E27FC236}">
                  <a16:creationId xmlns:a16="http://schemas.microsoft.com/office/drawing/2014/main" id="{9E0A6D7F-C069-5DC0-21D2-82303CF09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0" y="1921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39" name="Text Box 21">
              <a:extLst>
                <a:ext uri="{FF2B5EF4-FFF2-40B4-BE49-F238E27FC236}">
                  <a16:creationId xmlns:a16="http://schemas.microsoft.com/office/drawing/2014/main" id="{D00679C9-A609-5F65-8279-DCC01A96D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2124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40" name="Text Box 22">
              <a:extLst>
                <a:ext uri="{FF2B5EF4-FFF2-40B4-BE49-F238E27FC236}">
                  <a16:creationId xmlns:a16="http://schemas.microsoft.com/office/drawing/2014/main" id="{DBF8A424-10A2-B480-8592-471330167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3" y="1884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41" name="Line 23">
              <a:extLst>
                <a:ext uri="{FF2B5EF4-FFF2-40B4-BE49-F238E27FC236}">
                  <a16:creationId xmlns:a16="http://schemas.microsoft.com/office/drawing/2014/main" id="{5363BBA8-2EFE-4435-EBA7-8A38DB4DC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1052"/>
              <a:ext cx="3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24">
              <a:extLst>
                <a:ext uri="{FF2B5EF4-FFF2-40B4-BE49-F238E27FC236}">
                  <a16:creationId xmlns:a16="http://schemas.microsoft.com/office/drawing/2014/main" id="{ADB127D7-A8ED-E77A-E02E-76C433333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8" y="2550"/>
              <a:ext cx="3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25">
              <a:extLst>
                <a:ext uri="{FF2B5EF4-FFF2-40B4-BE49-F238E27FC236}">
                  <a16:creationId xmlns:a16="http://schemas.microsoft.com/office/drawing/2014/main" id="{434B5BF5-413E-FD65-ED1D-71A70F956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3" y="1292"/>
              <a:ext cx="177" cy="2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6">
              <a:extLst>
                <a:ext uri="{FF2B5EF4-FFF2-40B4-BE49-F238E27FC236}">
                  <a16:creationId xmlns:a16="http://schemas.microsoft.com/office/drawing/2014/main" id="{6D5F1DC6-CE2F-877E-CF6D-9B4C46ABFE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4" y="2032"/>
              <a:ext cx="167" cy="2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1379CCD5-68D1-A246-B03A-47806A84C0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8" y="2050"/>
              <a:ext cx="197" cy="2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8">
              <a:extLst>
                <a:ext uri="{FF2B5EF4-FFF2-40B4-BE49-F238E27FC236}">
                  <a16:creationId xmlns:a16="http://schemas.microsoft.com/office/drawing/2014/main" id="{ACC6D22F-52C1-B1A8-1570-87E8FE49FF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8" y="1255"/>
              <a:ext cx="197" cy="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29">
              <a:extLst>
                <a:ext uri="{FF2B5EF4-FFF2-40B4-BE49-F238E27FC236}">
                  <a16:creationId xmlns:a16="http://schemas.microsoft.com/office/drawing/2014/main" id="{D053D905-083B-6538-B345-2205094B8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" y="1277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0/1</a:t>
              </a:r>
            </a:p>
          </p:txBody>
        </p:sp>
        <p:sp>
          <p:nvSpPr>
            <p:cNvPr id="48" name="Text Box 30">
              <a:extLst>
                <a:ext uri="{FF2B5EF4-FFF2-40B4-BE49-F238E27FC236}">
                  <a16:creationId xmlns:a16="http://schemas.microsoft.com/office/drawing/2014/main" id="{DCA90CD8-F04B-96F5-ED70-2FBFBEE56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811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49" name="Text Box 31">
              <a:extLst>
                <a:ext uri="{FF2B5EF4-FFF2-40B4-BE49-F238E27FC236}">
                  <a16:creationId xmlns:a16="http://schemas.microsoft.com/office/drawing/2014/main" id="{AFB37984-B907-B56A-189B-87DB14121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1" y="1237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50" name="Text Box 32">
              <a:extLst>
                <a:ext uri="{FF2B5EF4-FFF2-40B4-BE49-F238E27FC236}">
                  <a16:creationId xmlns:a16="http://schemas.microsoft.com/office/drawing/2014/main" id="{74115753-A1F6-7967-90BF-1A4CEE634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" y="2124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51" name="Text Box 33">
              <a:extLst>
                <a:ext uri="{FF2B5EF4-FFF2-40B4-BE49-F238E27FC236}">
                  <a16:creationId xmlns:a16="http://schemas.microsoft.com/office/drawing/2014/main" id="{53DC6DD3-7366-E69F-DBAF-04DAA2B3D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" y="2568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52" name="Text Box 34">
              <a:extLst>
                <a:ext uri="{FF2B5EF4-FFF2-40B4-BE49-F238E27FC236}">
                  <a16:creationId xmlns:a16="http://schemas.microsoft.com/office/drawing/2014/main" id="{1D5FCFE4-4264-9683-78A0-4509CE3A4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9" y="2161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53" name="Rectangle 35">
              <a:extLst>
                <a:ext uri="{FF2B5EF4-FFF2-40B4-BE49-F238E27FC236}">
                  <a16:creationId xmlns:a16="http://schemas.microsoft.com/office/drawing/2014/main" id="{C9F903BA-293D-701A-55A9-96C3B0F5D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1132"/>
              <a:ext cx="3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000</a:t>
              </a:r>
              <a:endParaRPr lang="zh-CN" altLang="en-US" sz="2000" b="0"/>
            </a:p>
          </p:txBody>
        </p:sp>
        <p:sp>
          <p:nvSpPr>
            <p:cNvPr id="54" name="Rectangle 36">
              <a:extLst>
                <a:ext uri="{FF2B5EF4-FFF2-40B4-BE49-F238E27FC236}">
                  <a16:creationId xmlns:a16="http://schemas.microsoft.com/office/drawing/2014/main" id="{59F51046-EB87-D921-5149-B00E65A35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138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001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CA5B7BC8-28B9-F07D-846E-AEBD2475C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" y="1805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101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6" name="Rectangle 38">
              <a:extLst>
                <a:ext uri="{FF2B5EF4-FFF2-40B4-BE49-F238E27FC236}">
                  <a16:creationId xmlns:a16="http://schemas.microsoft.com/office/drawing/2014/main" id="{E274680C-4943-4BAB-FE93-06161E056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2397"/>
              <a:ext cx="3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111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7" name="Rectangle 39">
              <a:extLst>
                <a:ext uri="{FF2B5EF4-FFF2-40B4-BE49-F238E27FC236}">
                  <a16:creationId xmlns:a16="http://schemas.microsoft.com/office/drawing/2014/main" id="{D4928EE9-232A-4FF5-0CD6-EFD0AA1F8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2416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110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8" name="Rectangle 40">
              <a:extLst>
                <a:ext uri="{FF2B5EF4-FFF2-40B4-BE49-F238E27FC236}">
                  <a16:creationId xmlns:a16="http://schemas.microsoft.com/office/drawing/2014/main" id="{1752B889-A5E7-D545-F10E-F006A9DD2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1787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010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59" name="Oval 41">
            <a:extLst>
              <a:ext uri="{FF2B5EF4-FFF2-40B4-BE49-F238E27FC236}">
                <a16:creationId xmlns:a16="http://schemas.microsoft.com/office/drawing/2014/main" id="{14572C64-C729-E029-C5E3-8D039D49D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5573713"/>
            <a:ext cx="746125" cy="747712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011</a:t>
            </a:r>
          </a:p>
        </p:txBody>
      </p:sp>
      <p:sp>
        <p:nvSpPr>
          <p:cNvPr id="60" name="Oval 42">
            <a:extLst>
              <a:ext uri="{FF2B5EF4-FFF2-40B4-BE49-F238E27FC236}">
                <a16:creationId xmlns:a16="http://schemas.microsoft.com/office/drawing/2014/main" id="{FED44A52-E895-3DD0-1998-AAD6CA26A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938" y="5581650"/>
            <a:ext cx="728662" cy="747713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rgbClr val="9900FF"/>
                </a:solidFill>
                <a:latin typeface="Arial" panose="020B0604020202020204" pitchFamily="34" charset="0"/>
              </a:rPr>
              <a:t>100</a:t>
            </a:r>
          </a:p>
        </p:txBody>
      </p:sp>
      <p:grpSp>
        <p:nvGrpSpPr>
          <p:cNvPr id="61" name="Group 43">
            <a:extLst>
              <a:ext uri="{FF2B5EF4-FFF2-40B4-BE49-F238E27FC236}">
                <a16:creationId xmlns:a16="http://schemas.microsoft.com/office/drawing/2014/main" id="{2B76E618-6124-3C4C-5638-49A4EC88D793}"/>
              </a:ext>
            </a:extLst>
          </p:cNvPr>
          <p:cNvGrpSpPr>
            <a:grpSpLocks/>
          </p:cNvGrpSpPr>
          <p:nvPr/>
        </p:nvGrpSpPr>
        <p:grpSpPr bwMode="auto">
          <a:xfrm>
            <a:off x="2109788" y="5434013"/>
            <a:ext cx="500062" cy="358775"/>
            <a:chOff x="4372" y="2830"/>
            <a:chExt cx="315" cy="226"/>
          </a:xfrm>
        </p:grpSpPr>
        <p:sp>
          <p:nvSpPr>
            <p:cNvPr id="62" name="Line 44">
              <a:extLst>
                <a:ext uri="{FF2B5EF4-FFF2-40B4-BE49-F238E27FC236}">
                  <a16:creationId xmlns:a16="http://schemas.microsoft.com/office/drawing/2014/main" id="{822D4A70-7C3F-7C44-67CD-3D9605060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2" y="3056"/>
              <a:ext cx="315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45">
              <a:extLst>
                <a:ext uri="{FF2B5EF4-FFF2-40B4-BE49-F238E27FC236}">
                  <a16:creationId xmlns:a16="http://schemas.microsoft.com/office/drawing/2014/main" id="{22A4D86A-47C2-C822-5BB3-7B9E98AE4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6" y="2830"/>
              <a:ext cx="2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dirty="0">
                  <a:solidFill>
                    <a:srgbClr val="009900"/>
                  </a:solidFill>
                </a:rPr>
                <a:t>x/0</a:t>
              </a:r>
            </a:p>
          </p:txBody>
        </p:sp>
      </p:grpSp>
      <p:grpSp>
        <p:nvGrpSpPr>
          <p:cNvPr id="64" name="Group 46">
            <a:extLst>
              <a:ext uri="{FF2B5EF4-FFF2-40B4-BE49-F238E27FC236}">
                <a16:creationId xmlns:a16="http://schemas.microsoft.com/office/drawing/2014/main" id="{85754A36-3163-A9ED-AE01-9B718787396E}"/>
              </a:ext>
            </a:extLst>
          </p:cNvPr>
          <p:cNvGrpSpPr>
            <a:grpSpLocks/>
          </p:cNvGrpSpPr>
          <p:nvPr/>
        </p:nvGrpSpPr>
        <p:grpSpPr bwMode="auto">
          <a:xfrm>
            <a:off x="2049463" y="6149975"/>
            <a:ext cx="558800" cy="339725"/>
            <a:chOff x="4352" y="3261"/>
            <a:chExt cx="352" cy="214"/>
          </a:xfrm>
        </p:grpSpPr>
        <p:sp>
          <p:nvSpPr>
            <p:cNvPr id="65" name="Text Box 47">
              <a:extLst>
                <a:ext uri="{FF2B5EF4-FFF2-40B4-BE49-F238E27FC236}">
                  <a16:creationId xmlns:a16="http://schemas.microsoft.com/office/drawing/2014/main" id="{9114F3FF-3FF8-565B-A6CF-F2D3DBE15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6" y="3283"/>
              <a:ext cx="2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dirty="0">
                  <a:solidFill>
                    <a:srgbClr val="0000FF"/>
                  </a:solidFill>
                </a:rPr>
                <a:t>x/0</a:t>
              </a:r>
            </a:p>
          </p:txBody>
        </p:sp>
        <p:sp>
          <p:nvSpPr>
            <p:cNvPr id="66" name="Line 48">
              <a:extLst>
                <a:ext uri="{FF2B5EF4-FFF2-40B4-BE49-F238E27FC236}">
                  <a16:creationId xmlns:a16="http://schemas.microsoft.com/office/drawing/2014/main" id="{6FB92A42-AED1-CA58-DBF6-B5F92B8AC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2" y="3261"/>
              <a:ext cx="35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7" name="Rectangle 186">
            <a:extLst>
              <a:ext uri="{FF2B5EF4-FFF2-40B4-BE49-F238E27FC236}">
                <a16:creationId xmlns:a16="http://schemas.microsoft.com/office/drawing/2014/main" id="{5281C733-328A-683F-AC65-41C656259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5603875"/>
            <a:ext cx="18335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不能自启动</a:t>
            </a:r>
            <a:r>
              <a:rPr kumimoji="1" lang="en-US" altLang="zh-CN" sz="2400" dirty="0">
                <a:latin typeface="+mj-ea"/>
                <a:ea typeface="+mj-ea"/>
              </a:rPr>
              <a:t>!</a:t>
            </a:r>
            <a:endParaRPr kumimoji="1" lang="zh-CN" altLang="en-US" sz="2400" dirty="0">
              <a:latin typeface="+mj-ea"/>
              <a:ea typeface="+mj-ea"/>
            </a:endParaRPr>
          </a:p>
        </p:txBody>
      </p:sp>
      <p:sp>
        <p:nvSpPr>
          <p:cNvPr id="104" name="Text Box 124">
            <a:extLst>
              <a:ext uri="{FF2B5EF4-FFF2-40B4-BE49-F238E27FC236}">
                <a16:creationId xmlns:a16="http://schemas.microsoft.com/office/drawing/2014/main" id="{C693B1BB-F43B-C830-5C89-5132392B0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415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A=1</a:t>
            </a:r>
          </a:p>
        </p:txBody>
      </p:sp>
      <p:sp>
        <p:nvSpPr>
          <p:cNvPr id="105" name="Rectangle 125">
            <a:extLst>
              <a:ext uri="{FF2B5EF4-FFF2-40B4-BE49-F238E27FC236}">
                <a16:creationId xmlns:a16="http://schemas.microsoft.com/office/drawing/2014/main" id="{A9B3F812-4F05-A813-3E87-86DE37DBB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1952625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/</a:t>
            </a:r>
            <a:r>
              <a:rPr kumimoji="1" lang="en-US" altLang="zh-CN" sz="2000">
                <a:ea typeface="楷体_GB2312" pitchFamily="49" charset="-122"/>
              </a:rPr>
              <a:t>C</a:t>
            </a:r>
            <a:endParaRPr kumimoji="1" lang="zh-CN" altLang="en-US" sz="2000">
              <a:ea typeface="楷体_GB2312" pitchFamily="49" charset="-122"/>
            </a:endParaRPr>
          </a:p>
        </p:txBody>
      </p:sp>
      <p:sp>
        <p:nvSpPr>
          <p:cNvPr id="106" name="Line 126">
            <a:extLst>
              <a:ext uri="{FF2B5EF4-FFF2-40B4-BE49-F238E27FC236}">
                <a16:creationId xmlns:a16="http://schemas.microsoft.com/office/drawing/2014/main" id="{7F63221F-3D71-24AE-8825-4994B0A774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2459038"/>
            <a:ext cx="2095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Line 127">
            <a:extLst>
              <a:ext uri="{FF2B5EF4-FFF2-40B4-BE49-F238E27FC236}">
                <a16:creationId xmlns:a16="http://schemas.microsoft.com/office/drawing/2014/main" id="{BA20AED5-5A73-8C2B-76F2-E96F34ACD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1989138"/>
            <a:ext cx="0" cy="3995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Line 128">
            <a:extLst>
              <a:ext uri="{FF2B5EF4-FFF2-40B4-BE49-F238E27FC236}">
                <a16:creationId xmlns:a16="http://schemas.microsoft.com/office/drawing/2014/main" id="{A37EB2C3-DC59-61FD-DC61-DB4AE24945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0" y="2459038"/>
            <a:ext cx="0" cy="3525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Text Box 129">
            <a:extLst>
              <a:ext uri="{FF2B5EF4-FFF2-40B4-BE49-F238E27FC236}">
                <a16:creationId xmlns:a16="http://schemas.microsoft.com/office/drawing/2014/main" id="{CE8F2183-3870-939B-0737-981EBE6F9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988" y="1397000"/>
            <a:ext cx="1327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110" name="Rectangle 130">
            <a:extLst>
              <a:ext uri="{FF2B5EF4-FFF2-40B4-BE49-F238E27FC236}">
                <a16:creationId xmlns:a16="http://schemas.microsoft.com/office/drawing/2014/main" id="{55C2B88B-683F-25CB-C638-1A97D950B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2168525"/>
            <a:ext cx="1298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endParaRPr kumimoji="1" lang="zh-CN" altLang="en-US" sz="2000" baseline="35000">
              <a:ea typeface="楷体_GB2312" pitchFamily="49" charset="-122"/>
            </a:endParaRPr>
          </a:p>
        </p:txBody>
      </p:sp>
      <p:sp>
        <p:nvSpPr>
          <p:cNvPr id="111" name="Text Box 132">
            <a:extLst>
              <a:ext uri="{FF2B5EF4-FFF2-40B4-BE49-F238E27FC236}">
                <a16:creationId xmlns:a16="http://schemas.microsoft.com/office/drawing/2014/main" id="{72B9EC2A-A1FD-4825-1E0E-0D12048F1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29606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sp>
        <p:nvSpPr>
          <p:cNvPr id="112" name="Text Box 133">
            <a:extLst>
              <a:ext uri="{FF2B5EF4-FFF2-40B4-BE49-F238E27FC236}">
                <a16:creationId xmlns:a16="http://schemas.microsoft.com/office/drawing/2014/main" id="{7017EAAB-506A-24EA-174C-0F5664291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29606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010/1</a:t>
            </a:r>
          </a:p>
        </p:txBody>
      </p:sp>
      <p:sp>
        <p:nvSpPr>
          <p:cNvPr id="113" name="Text Box 134">
            <a:extLst>
              <a:ext uri="{FF2B5EF4-FFF2-40B4-BE49-F238E27FC236}">
                <a16:creationId xmlns:a16="http://schemas.microsoft.com/office/drawing/2014/main" id="{60199A3B-696F-50D1-E07E-6223671C0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A=0</a:t>
            </a:r>
          </a:p>
        </p:txBody>
      </p:sp>
      <p:sp>
        <p:nvSpPr>
          <p:cNvPr id="114" name="Text Box 136">
            <a:extLst>
              <a:ext uri="{FF2B5EF4-FFF2-40B4-BE49-F238E27FC236}">
                <a16:creationId xmlns:a16="http://schemas.microsoft.com/office/drawing/2014/main" id="{8FB74450-90FC-DF4B-8353-44F1B72E7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321050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115" name="Text Box 137">
            <a:extLst>
              <a:ext uri="{FF2B5EF4-FFF2-40B4-BE49-F238E27FC236}">
                <a16:creationId xmlns:a16="http://schemas.microsoft.com/office/drawing/2014/main" id="{10C34B5E-7C5C-8086-DEC0-DFF22C5A0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321050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000/0</a:t>
            </a:r>
          </a:p>
        </p:txBody>
      </p:sp>
      <p:sp>
        <p:nvSpPr>
          <p:cNvPr id="116" name="Text Box 139">
            <a:extLst>
              <a:ext uri="{FF2B5EF4-FFF2-40B4-BE49-F238E27FC236}">
                <a16:creationId xmlns:a16="http://schemas.microsoft.com/office/drawing/2014/main" id="{A8118901-EEF8-3E73-D47E-83FE29F96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48275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000/1</a:t>
            </a:r>
          </a:p>
        </p:txBody>
      </p:sp>
      <p:sp>
        <p:nvSpPr>
          <p:cNvPr id="117" name="Text Box 140">
            <a:extLst>
              <a:ext uri="{FF2B5EF4-FFF2-40B4-BE49-F238E27FC236}">
                <a16:creationId xmlns:a16="http://schemas.microsoft.com/office/drawing/2014/main" id="{F5AD2AD9-2623-CFAA-38CD-6070384C6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48275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118" name="Text Box 142">
            <a:extLst>
              <a:ext uri="{FF2B5EF4-FFF2-40B4-BE49-F238E27FC236}">
                <a16:creationId xmlns:a16="http://schemas.microsoft.com/office/drawing/2014/main" id="{72081421-C4B4-3BC0-C0A6-F2FFC049D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5192713"/>
            <a:ext cx="7397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solidFill>
                  <a:srgbClr val="009900"/>
                </a:solidFill>
              </a:rPr>
              <a:t>100</a:t>
            </a:r>
            <a:r>
              <a:rPr kumimoji="1" lang="en-US" altLang="zh-CN" sz="2400" b="0" dirty="0"/>
              <a:t>/0</a:t>
            </a:r>
          </a:p>
        </p:txBody>
      </p:sp>
      <p:sp>
        <p:nvSpPr>
          <p:cNvPr id="119" name="Text Box 143">
            <a:extLst>
              <a:ext uri="{FF2B5EF4-FFF2-40B4-BE49-F238E27FC236}">
                <a16:creationId xmlns:a16="http://schemas.microsoft.com/office/drawing/2014/main" id="{CB320E86-6691-4D3A-0D8E-5C7483EC4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5192713"/>
            <a:ext cx="7005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solidFill>
                  <a:srgbClr val="009900"/>
                </a:solidFill>
              </a:rPr>
              <a:t>100</a:t>
            </a:r>
            <a:r>
              <a:rPr kumimoji="1" lang="en-US" altLang="zh-CN" sz="2400" b="0" dirty="0"/>
              <a:t>/0</a:t>
            </a:r>
          </a:p>
        </p:txBody>
      </p:sp>
      <p:sp>
        <p:nvSpPr>
          <p:cNvPr id="120" name="Text Box 145">
            <a:extLst>
              <a:ext uri="{FF2B5EF4-FFF2-40B4-BE49-F238E27FC236}">
                <a16:creationId xmlns:a16="http://schemas.microsoft.com/office/drawing/2014/main" id="{69DE8524-DAEB-378E-CFA4-7B9E100CC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5553075"/>
            <a:ext cx="6835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solidFill>
                  <a:srgbClr val="0000FF"/>
                </a:solidFill>
              </a:rPr>
              <a:t>011</a:t>
            </a:r>
            <a:r>
              <a:rPr kumimoji="1" lang="en-US" altLang="zh-CN" sz="2400" b="0" dirty="0"/>
              <a:t>/0</a:t>
            </a:r>
          </a:p>
        </p:txBody>
      </p:sp>
      <p:sp>
        <p:nvSpPr>
          <p:cNvPr id="121" name="Text Box 146">
            <a:extLst>
              <a:ext uri="{FF2B5EF4-FFF2-40B4-BE49-F238E27FC236}">
                <a16:creationId xmlns:a16="http://schemas.microsoft.com/office/drawing/2014/main" id="{4D04EA29-34D5-6BE3-AAD2-0B0233DC8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5553075"/>
            <a:ext cx="6835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dirty="0">
                <a:solidFill>
                  <a:srgbClr val="0000FF"/>
                </a:solidFill>
              </a:rPr>
              <a:t>011</a:t>
            </a:r>
            <a:r>
              <a:rPr kumimoji="1" lang="en-US" altLang="zh-CN" sz="2400" b="0" dirty="0"/>
              <a:t>/0</a:t>
            </a:r>
          </a:p>
        </p:txBody>
      </p:sp>
      <p:sp>
        <p:nvSpPr>
          <p:cNvPr id="122" name="Text Box 148">
            <a:extLst>
              <a:ext uri="{FF2B5EF4-FFF2-40B4-BE49-F238E27FC236}">
                <a16:creationId xmlns:a16="http://schemas.microsoft.com/office/drawing/2014/main" id="{2AD36746-AB88-9001-9993-B96168F96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6814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123" name="Text Box 149">
            <a:extLst>
              <a:ext uri="{FF2B5EF4-FFF2-40B4-BE49-F238E27FC236}">
                <a16:creationId xmlns:a16="http://schemas.microsoft.com/office/drawing/2014/main" id="{CFF00ACE-AB8D-038E-5746-0D0B45EA8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6814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grpSp>
        <p:nvGrpSpPr>
          <p:cNvPr id="124" name="Group 150">
            <a:extLst>
              <a:ext uri="{FF2B5EF4-FFF2-40B4-BE49-F238E27FC236}">
                <a16:creationId xmlns:a16="http://schemas.microsoft.com/office/drawing/2014/main" id="{132B09C0-D788-D0E4-A943-55B9FDC73DC5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989138"/>
            <a:ext cx="3275013" cy="3995737"/>
            <a:chOff x="3878" y="1253"/>
            <a:chExt cx="1587" cy="2517"/>
          </a:xfrm>
        </p:grpSpPr>
        <p:sp>
          <p:nvSpPr>
            <p:cNvPr id="125" name="Line 151">
              <a:extLst>
                <a:ext uri="{FF2B5EF4-FFF2-40B4-BE49-F238E27FC236}">
                  <a16:creationId xmlns:a16="http://schemas.microsoft.com/office/drawing/2014/main" id="{AF2E778C-04A4-ED7D-7AA4-5FF16E85B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797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152">
              <a:extLst>
                <a:ext uri="{FF2B5EF4-FFF2-40B4-BE49-F238E27FC236}">
                  <a16:creationId xmlns:a16="http://schemas.microsoft.com/office/drawing/2014/main" id="{8962B139-B2E2-51D1-A0E4-0DFA3EE7D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253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53">
              <a:extLst>
                <a:ext uri="{FF2B5EF4-FFF2-40B4-BE49-F238E27FC236}">
                  <a16:creationId xmlns:a16="http://schemas.microsoft.com/office/drawing/2014/main" id="{8055087D-352A-BC51-4F81-C48F11DA2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3770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8" name="Text Box 155">
            <a:extLst>
              <a:ext uri="{FF2B5EF4-FFF2-40B4-BE49-F238E27FC236}">
                <a16:creationId xmlns:a16="http://schemas.microsoft.com/office/drawing/2014/main" id="{F1A4AD1B-5CA5-8BB9-407E-08A5C9B6C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43706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010/0</a:t>
            </a:r>
          </a:p>
        </p:txBody>
      </p:sp>
      <p:sp>
        <p:nvSpPr>
          <p:cNvPr id="129" name="Text Box 156">
            <a:extLst>
              <a:ext uri="{FF2B5EF4-FFF2-40B4-BE49-F238E27FC236}">
                <a16:creationId xmlns:a16="http://schemas.microsoft.com/office/drawing/2014/main" id="{8F342298-0BBB-ED03-C16C-18ADA4CBD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43706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130" name="Text Box 158">
            <a:extLst>
              <a:ext uri="{FF2B5EF4-FFF2-40B4-BE49-F238E27FC236}">
                <a16:creationId xmlns:a16="http://schemas.microsoft.com/office/drawing/2014/main" id="{EA093D5A-A051-3557-B34D-BD2FBF815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07193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131" name="Text Box 159">
            <a:extLst>
              <a:ext uri="{FF2B5EF4-FFF2-40B4-BE49-F238E27FC236}">
                <a16:creationId xmlns:a16="http://schemas.microsoft.com/office/drawing/2014/main" id="{BA7C5ED0-AE21-C2B8-4CFB-854ADAF9E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07193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132" name="Text Box 177">
            <a:extLst>
              <a:ext uri="{FF2B5EF4-FFF2-40B4-BE49-F238E27FC236}">
                <a16:creationId xmlns:a16="http://schemas.microsoft.com/office/drawing/2014/main" id="{891D4684-DA03-F2EB-A640-9C7CAD9FB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29606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0  0  0</a:t>
            </a:r>
          </a:p>
        </p:txBody>
      </p:sp>
      <p:sp>
        <p:nvSpPr>
          <p:cNvPr id="133" name="Text Box 178">
            <a:extLst>
              <a:ext uri="{FF2B5EF4-FFF2-40B4-BE49-F238E27FC236}">
                <a16:creationId xmlns:a16="http://schemas.microsoft.com/office/drawing/2014/main" id="{20C8AE47-469A-017C-BB5C-EEE461DCD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3210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0  0  1</a:t>
            </a:r>
          </a:p>
        </p:txBody>
      </p:sp>
      <p:sp>
        <p:nvSpPr>
          <p:cNvPr id="134" name="Text Box 179">
            <a:extLst>
              <a:ext uri="{FF2B5EF4-FFF2-40B4-BE49-F238E27FC236}">
                <a16:creationId xmlns:a16="http://schemas.microsoft.com/office/drawing/2014/main" id="{9FE1C5B3-5D13-F85F-B749-D0818F748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4827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0  1  0</a:t>
            </a:r>
          </a:p>
        </p:txBody>
      </p:sp>
      <p:sp>
        <p:nvSpPr>
          <p:cNvPr id="135" name="Text Box 180">
            <a:extLst>
              <a:ext uri="{FF2B5EF4-FFF2-40B4-BE49-F238E27FC236}">
                <a16:creationId xmlns:a16="http://schemas.microsoft.com/office/drawing/2014/main" id="{ED508D1E-AC7F-984C-3422-73EF254B3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1927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0  1  1</a:t>
            </a:r>
          </a:p>
        </p:txBody>
      </p:sp>
      <p:sp>
        <p:nvSpPr>
          <p:cNvPr id="136" name="Text Box 181">
            <a:extLst>
              <a:ext uri="{FF2B5EF4-FFF2-40B4-BE49-F238E27FC236}">
                <a16:creationId xmlns:a16="http://schemas.microsoft.com/office/drawing/2014/main" id="{4A5B6553-E613-BF80-E3D6-1FC722CB9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555307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9900FF"/>
                </a:solidFill>
              </a:rPr>
              <a:t>1  0  0</a:t>
            </a:r>
          </a:p>
        </p:txBody>
      </p:sp>
      <p:sp>
        <p:nvSpPr>
          <p:cNvPr id="137" name="Text Box 182">
            <a:extLst>
              <a:ext uri="{FF2B5EF4-FFF2-40B4-BE49-F238E27FC236}">
                <a16:creationId xmlns:a16="http://schemas.microsoft.com/office/drawing/2014/main" id="{71EF6561-70D3-1AAE-9328-3CA6ADCC0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6814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1  0  1</a:t>
            </a:r>
          </a:p>
        </p:txBody>
      </p:sp>
      <p:sp>
        <p:nvSpPr>
          <p:cNvPr id="138" name="Text Box 183">
            <a:extLst>
              <a:ext uri="{FF2B5EF4-FFF2-40B4-BE49-F238E27FC236}">
                <a16:creationId xmlns:a16="http://schemas.microsoft.com/office/drawing/2014/main" id="{08AD54B5-1E94-847C-A40E-A7B245C50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43706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1  1  0</a:t>
            </a:r>
          </a:p>
        </p:txBody>
      </p:sp>
      <p:sp>
        <p:nvSpPr>
          <p:cNvPr id="139" name="Text Box 184">
            <a:extLst>
              <a:ext uri="{FF2B5EF4-FFF2-40B4-BE49-F238E27FC236}">
                <a16:creationId xmlns:a16="http://schemas.microsoft.com/office/drawing/2014/main" id="{94AA5C4B-6F0C-583D-397C-701686EDD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07193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1  1  1</a:t>
            </a:r>
          </a:p>
        </p:txBody>
      </p:sp>
    </p:spTree>
    <p:extLst>
      <p:ext uri="{BB962C8B-B14F-4D97-AF65-F5344CB8AC3E}">
        <p14:creationId xmlns:p14="http://schemas.microsoft.com/office/powerpoint/2010/main" val="45976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07D77-D6BF-EA0E-0835-D9F46B0F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kumimoji="1" lang="zh-CN" altLang="en-US" dirty="0"/>
              <a:t>可逆六进制计数器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7FF8E-3A63-3888-C543-4EF002499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kern="0" dirty="0"/>
              <a:t>修改设计，使其能够自启动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BF9C97-3EA4-CE20-02CC-7B976ECA9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69EAF5-6E0E-F7F4-DE22-7B155CD1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19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A24FB83C-040B-FDDF-3F5D-BECD28D51BE2}"/>
              </a:ext>
            </a:extLst>
          </p:cNvPr>
          <p:cNvGrpSpPr>
            <a:grpSpLocks/>
          </p:cNvGrpSpPr>
          <p:nvPr/>
        </p:nvGrpSpPr>
        <p:grpSpPr bwMode="auto">
          <a:xfrm>
            <a:off x="766763" y="2238375"/>
            <a:ext cx="3132137" cy="3094038"/>
            <a:chOff x="3492" y="811"/>
            <a:chExt cx="2064" cy="1949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09357948-3056-B29E-1D29-DFD3E4CF9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" y="914"/>
              <a:ext cx="510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0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1600" b="0"/>
            </a:p>
          </p:txBody>
        </p:sp>
        <p:sp>
          <p:nvSpPr>
            <p:cNvPr id="20" name="Oval 6">
              <a:extLst>
                <a:ext uri="{FF2B5EF4-FFF2-40B4-BE49-F238E27FC236}">
                  <a16:creationId xmlns:a16="http://schemas.microsoft.com/office/drawing/2014/main" id="{134F058C-2219-4C83-324C-3E1F63A68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" y="914"/>
              <a:ext cx="511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1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21" name="Oval 7">
              <a:extLst>
                <a:ext uri="{FF2B5EF4-FFF2-40B4-BE49-F238E27FC236}">
                  <a16:creationId xmlns:a16="http://schemas.microsoft.com/office/drawing/2014/main" id="{983D2461-6568-DFAB-C527-61EBC9CD3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5" y="1570"/>
              <a:ext cx="511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2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22" name="Oval 8">
              <a:extLst>
                <a:ext uri="{FF2B5EF4-FFF2-40B4-BE49-F238E27FC236}">
                  <a16:creationId xmlns:a16="http://schemas.microsoft.com/office/drawing/2014/main" id="{96595B60-30E6-CFE9-5A35-B909B2D8E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" y="1570"/>
              <a:ext cx="510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5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23" name="Oval 9">
              <a:extLst>
                <a:ext uri="{FF2B5EF4-FFF2-40B4-BE49-F238E27FC236}">
                  <a16:creationId xmlns:a16="http://schemas.microsoft.com/office/drawing/2014/main" id="{63F38830-988C-4453-75A0-B3517A8AD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" y="2191"/>
              <a:ext cx="510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4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24" name="Oval 10">
              <a:extLst>
                <a:ext uri="{FF2B5EF4-FFF2-40B4-BE49-F238E27FC236}">
                  <a16:creationId xmlns:a16="http://schemas.microsoft.com/office/drawing/2014/main" id="{657B1912-484C-05DC-5DAF-F11A0BB50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" y="2180"/>
              <a:ext cx="511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3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8A6A2797-2529-1B8A-4D71-36C21C479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2" y="1459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1/1</a:t>
              </a:r>
            </a:p>
          </p:txBody>
        </p:sp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6CBFEA24-92C9-69F0-D958-49EC72770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1237"/>
              <a:ext cx="3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3">
              <a:extLst>
                <a:ext uri="{FF2B5EF4-FFF2-40B4-BE49-F238E27FC236}">
                  <a16:creationId xmlns:a16="http://schemas.microsoft.com/office/drawing/2014/main" id="{1AA69125-BCDC-433B-5E86-BA7766016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6" y="2365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DAFBFA33-DAB6-271F-FDD5-1A3B8D332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385"/>
              <a:ext cx="157" cy="2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id="{D9E07246-0073-F333-3C95-64086A57AF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6" y="1939"/>
              <a:ext cx="143" cy="2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1AFEBB93-775C-1397-AE3D-E8EB7C7DA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5" y="1958"/>
              <a:ext cx="196" cy="2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7">
              <a:extLst>
                <a:ext uri="{FF2B5EF4-FFF2-40B4-BE49-F238E27FC236}">
                  <a16:creationId xmlns:a16="http://schemas.microsoft.com/office/drawing/2014/main" id="{4DC80608-0ADC-B541-3E02-8F08C7370F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5" y="1385"/>
              <a:ext cx="157" cy="2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18">
              <a:extLst>
                <a:ext uri="{FF2B5EF4-FFF2-40B4-BE49-F238E27FC236}">
                  <a16:creationId xmlns:a16="http://schemas.microsoft.com/office/drawing/2014/main" id="{C6362F0E-F943-E785-07DA-7BB093D796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9" y="1292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33" name="Text Box 19">
              <a:extLst>
                <a:ext uri="{FF2B5EF4-FFF2-40B4-BE49-F238E27FC236}">
                  <a16:creationId xmlns:a16="http://schemas.microsoft.com/office/drawing/2014/main" id="{0096D992-743C-B7F3-7334-805091B37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478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34" name="Text Box 20">
              <a:extLst>
                <a:ext uri="{FF2B5EF4-FFF2-40B4-BE49-F238E27FC236}">
                  <a16:creationId xmlns:a16="http://schemas.microsoft.com/office/drawing/2014/main" id="{71A447C1-EB4B-5D1A-77F9-62E0D4CFD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0" y="1921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35" name="Text Box 21">
              <a:extLst>
                <a:ext uri="{FF2B5EF4-FFF2-40B4-BE49-F238E27FC236}">
                  <a16:creationId xmlns:a16="http://schemas.microsoft.com/office/drawing/2014/main" id="{53058A1E-1FFD-A27F-6468-9A3818519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2124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36" name="Text Box 22">
              <a:extLst>
                <a:ext uri="{FF2B5EF4-FFF2-40B4-BE49-F238E27FC236}">
                  <a16:creationId xmlns:a16="http://schemas.microsoft.com/office/drawing/2014/main" id="{C9EA3747-3786-3BF0-EDB9-420D0BC0A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3" y="1884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37" name="Line 23">
              <a:extLst>
                <a:ext uri="{FF2B5EF4-FFF2-40B4-BE49-F238E27FC236}">
                  <a16:creationId xmlns:a16="http://schemas.microsoft.com/office/drawing/2014/main" id="{1A6496D4-30EA-98D3-B02E-AC38CF858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1052"/>
              <a:ext cx="3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24">
              <a:extLst>
                <a:ext uri="{FF2B5EF4-FFF2-40B4-BE49-F238E27FC236}">
                  <a16:creationId xmlns:a16="http://schemas.microsoft.com/office/drawing/2014/main" id="{EB30D5E7-9796-16BD-8B33-D84227DED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8" y="2550"/>
              <a:ext cx="3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25">
              <a:extLst>
                <a:ext uri="{FF2B5EF4-FFF2-40B4-BE49-F238E27FC236}">
                  <a16:creationId xmlns:a16="http://schemas.microsoft.com/office/drawing/2014/main" id="{9F6A53B8-71D8-205C-9481-DC831A469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3" y="1292"/>
              <a:ext cx="177" cy="2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26">
              <a:extLst>
                <a:ext uri="{FF2B5EF4-FFF2-40B4-BE49-F238E27FC236}">
                  <a16:creationId xmlns:a16="http://schemas.microsoft.com/office/drawing/2014/main" id="{A55320FE-66C5-464B-5F50-C8D4B4E298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4" y="2032"/>
              <a:ext cx="167" cy="2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3C69FF0A-4562-0BE6-B859-43EE99589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8" y="2050"/>
              <a:ext cx="197" cy="2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28">
              <a:extLst>
                <a:ext uri="{FF2B5EF4-FFF2-40B4-BE49-F238E27FC236}">
                  <a16:creationId xmlns:a16="http://schemas.microsoft.com/office/drawing/2014/main" id="{95C96030-0A93-2C7E-E5B0-46AF5A6B50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8" y="1255"/>
              <a:ext cx="197" cy="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29">
              <a:extLst>
                <a:ext uri="{FF2B5EF4-FFF2-40B4-BE49-F238E27FC236}">
                  <a16:creationId xmlns:a16="http://schemas.microsoft.com/office/drawing/2014/main" id="{58821DAB-C1AE-DDBF-AA05-0F1A8FFC41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" y="1277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0/1</a:t>
              </a:r>
            </a:p>
          </p:txBody>
        </p:sp>
        <p:sp>
          <p:nvSpPr>
            <p:cNvPr id="44" name="Text Box 30">
              <a:extLst>
                <a:ext uri="{FF2B5EF4-FFF2-40B4-BE49-F238E27FC236}">
                  <a16:creationId xmlns:a16="http://schemas.microsoft.com/office/drawing/2014/main" id="{84FB50A4-07A1-0275-0C00-E3DC334F1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811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45" name="Text Box 31">
              <a:extLst>
                <a:ext uri="{FF2B5EF4-FFF2-40B4-BE49-F238E27FC236}">
                  <a16:creationId xmlns:a16="http://schemas.microsoft.com/office/drawing/2014/main" id="{42072268-C5C2-2395-9AC5-4A269FFBE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1" y="1237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46" name="Text Box 32">
              <a:extLst>
                <a:ext uri="{FF2B5EF4-FFF2-40B4-BE49-F238E27FC236}">
                  <a16:creationId xmlns:a16="http://schemas.microsoft.com/office/drawing/2014/main" id="{4E27812B-7BDF-AA7F-989C-33ADD160D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" y="2124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47" name="Text Box 33">
              <a:extLst>
                <a:ext uri="{FF2B5EF4-FFF2-40B4-BE49-F238E27FC236}">
                  <a16:creationId xmlns:a16="http://schemas.microsoft.com/office/drawing/2014/main" id="{6483A334-081D-8FAD-D7D8-1AC294F0B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" y="2568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48" name="Text Box 34">
              <a:extLst>
                <a:ext uri="{FF2B5EF4-FFF2-40B4-BE49-F238E27FC236}">
                  <a16:creationId xmlns:a16="http://schemas.microsoft.com/office/drawing/2014/main" id="{7BA34779-0B75-45AB-0858-615E868FA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9" y="2161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B8173A59-D9E7-5DBD-CF6E-AA472ED62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1132"/>
              <a:ext cx="3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000</a:t>
              </a:r>
              <a:endParaRPr lang="zh-CN" altLang="en-US" sz="2000" b="0"/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2C9B4B96-B444-C83C-DAFB-BC2F97767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138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001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63D5FF8C-F2E1-298E-AE91-10961C6FC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" y="1805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101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DCB3C604-5E67-76AC-1AC4-C0C806912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2397"/>
              <a:ext cx="3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111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52B702C5-2AA7-5344-F09D-94BC4A108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2416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110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4" name="Rectangle 40">
              <a:extLst>
                <a:ext uri="{FF2B5EF4-FFF2-40B4-BE49-F238E27FC236}">
                  <a16:creationId xmlns:a16="http://schemas.microsoft.com/office/drawing/2014/main" id="{2A21C2BA-EB8B-FEBC-33DE-0ABDCAF25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1787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010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55" name="Oval 41">
            <a:extLst>
              <a:ext uri="{FF2B5EF4-FFF2-40B4-BE49-F238E27FC236}">
                <a16:creationId xmlns:a16="http://schemas.microsoft.com/office/drawing/2014/main" id="{E0103785-0B25-3839-B5A6-EBE16BE7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5568950"/>
            <a:ext cx="746125" cy="747713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011</a:t>
            </a:r>
          </a:p>
        </p:txBody>
      </p:sp>
      <p:sp>
        <p:nvSpPr>
          <p:cNvPr id="56" name="Oval 42">
            <a:extLst>
              <a:ext uri="{FF2B5EF4-FFF2-40B4-BE49-F238E27FC236}">
                <a16:creationId xmlns:a16="http://schemas.microsoft.com/office/drawing/2014/main" id="{CEEDE1F7-422E-5AA2-B05D-E8D64001E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938" y="5576888"/>
            <a:ext cx="763587" cy="747712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1800" b="0">
                <a:solidFill>
                  <a:srgbClr val="9900FF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57" name="Text Box 183">
            <a:extLst>
              <a:ext uri="{FF2B5EF4-FFF2-40B4-BE49-F238E27FC236}">
                <a16:creationId xmlns:a16="http://schemas.microsoft.com/office/drawing/2014/main" id="{3F42B907-9DD1-68E1-3825-8D2C235B4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50" y="5207000"/>
            <a:ext cx="323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solidFill>
                  <a:srgbClr val="0000FF"/>
                </a:solidFill>
              </a:rPr>
              <a:t>x/0</a:t>
            </a:r>
          </a:p>
        </p:txBody>
      </p:sp>
      <p:sp>
        <p:nvSpPr>
          <p:cNvPr id="58" name="Line 184">
            <a:extLst>
              <a:ext uri="{FF2B5EF4-FFF2-40B4-BE49-F238E27FC236}">
                <a16:creationId xmlns:a16="http://schemas.microsoft.com/office/drawing/2014/main" id="{395C8132-849D-B280-0531-012F6868C9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5763" y="5170488"/>
            <a:ext cx="0" cy="39687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9" name="Group 195">
            <a:extLst>
              <a:ext uri="{FF2B5EF4-FFF2-40B4-BE49-F238E27FC236}">
                <a16:creationId xmlns:a16="http://schemas.microsoft.com/office/drawing/2014/main" id="{3A15895E-0B2D-9C4C-8029-9698FB822FCA}"/>
              </a:ext>
            </a:extLst>
          </p:cNvPr>
          <p:cNvGrpSpPr>
            <a:grpSpLocks/>
          </p:cNvGrpSpPr>
          <p:nvPr/>
        </p:nvGrpSpPr>
        <p:grpSpPr bwMode="auto">
          <a:xfrm>
            <a:off x="2081213" y="5461000"/>
            <a:ext cx="500062" cy="358775"/>
            <a:chOff x="4372" y="2830"/>
            <a:chExt cx="315" cy="226"/>
          </a:xfrm>
        </p:grpSpPr>
        <p:sp>
          <p:nvSpPr>
            <p:cNvPr id="60" name="Line 196">
              <a:extLst>
                <a:ext uri="{FF2B5EF4-FFF2-40B4-BE49-F238E27FC236}">
                  <a16:creationId xmlns:a16="http://schemas.microsoft.com/office/drawing/2014/main" id="{6104CBBD-9BAD-90FF-78FD-8B5E98E9F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2" y="3056"/>
              <a:ext cx="315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Box 197">
              <a:extLst>
                <a:ext uri="{FF2B5EF4-FFF2-40B4-BE49-F238E27FC236}">
                  <a16:creationId xmlns:a16="http://schemas.microsoft.com/office/drawing/2014/main" id="{E6A2DF2E-7E58-631B-2CE3-D73336F1D1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6" y="2830"/>
              <a:ext cx="2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rgbClr val="009900"/>
                  </a:solidFill>
                </a:rPr>
                <a:t>x/0</a:t>
              </a:r>
            </a:p>
          </p:txBody>
        </p:sp>
      </p:grpSp>
      <p:grpSp>
        <p:nvGrpSpPr>
          <p:cNvPr id="74" name="Group 177">
            <a:extLst>
              <a:ext uri="{FF2B5EF4-FFF2-40B4-BE49-F238E27FC236}">
                <a16:creationId xmlns:a16="http://schemas.microsoft.com/office/drawing/2014/main" id="{D2E9C79F-7B37-4640-A375-553538229A03}"/>
              </a:ext>
            </a:extLst>
          </p:cNvPr>
          <p:cNvGrpSpPr>
            <a:grpSpLocks/>
          </p:cNvGrpSpPr>
          <p:nvPr/>
        </p:nvGrpSpPr>
        <p:grpSpPr bwMode="auto">
          <a:xfrm>
            <a:off x="580571" y="1087620"/>
            <a:ext cx="2214563" cy="396875"/>
            <a:chOff x="295" y="2341"/>
            <a:chExt cx="1395" cy="250"/>
          </a:xfrm>
        </p:grpSpPr>
        <p:sp>
          <p:nvSpPr>
            <p:cNvPr id="75" name="Rectangle 178">
              <a:extLst>
                <a:ext uri="{FF2B5EF4-FFF2-40B4-BE49-F238E27FC236}">
                  <a16:creationId xmlns:a16="http://schemas.microsoft.com/office/drawing/2014/main" id="{4E168C13-FF86-2F87-B462-AE2E60FC2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341"/>
              <a:ext cx="13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 baseline="35000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76" name="Line 179">
              <a:extLst>
                <a:ext uri="{FF2B5EF4-FFF2-40B4-BE49-F238E27FC236}">
                  <a16:creationId xmlns:a16="http://schemas.microsoft.com/office/drawing/2014/main" id="{69D58D37-F52A-8768-0F9C-A02DE1EF6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238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" name="Group 183">
            <a:extLst>
              <a:ext uri="{FF2B5EF4-FFF2-40B4-BE49-F238E27FC236}">
                <a16:creationId xmlns:a16="http://schemas.microsoft.com/office/drawing/2014/main" id="{FD0D2915-6271-820E-153D-D866212D38B5}"/>
              </a:ext>
            </a:extLst>
          </p:cNvPr>
          <p:cNvGrpSpPr>
            <a:grpSpLocks/>
          </p:cNvGrpSpPr>
          <p:nvPr/>
        </p:nvGrpSpPr>
        <p:grpSpPr bwMode="auto">
          <a:xfrm>
            <a:off x="529771" y="1868670"/>
            <a:ext cx="2255838" cy="396875"/>
            <a:chOff x="270" y="3748"/>
            <a:chExt cx="1421" cy="250"/>
          </a:xfrm>
        </p:grpSpPr>
        <p:sp>
          <p:nvSpPr>
            <p:cNvPr id="78" name="Rectangle 184">
              <a:extLst>
                <a:ext uri="{FF2B5EF4-FFF2-40B4-BE49-F238E27FC236}">
                  <a16:creationId xmlns:a16="http://schemas.microsoft.com/office/drawing/2014/main" id="{D69C9C21-3350-DF7C-1A98-1953964E3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748"/>
              <a:ext cx="1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79" name="Line 185">
              <a:extLst>
                <a:ext uri="{FF2B5EF4-FFF2-40B4-BE49-F238E27FC236}">
                  <a16:creationId xmlns:a16="http://schemas.microsoft.com/office/drawing/2014/main" id="{1ADFDA22-7471-AEF3-D6D3-787CAB547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3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86">
              <a:extLst>
                <a:ext uri="{FF2B5EF4-FFF2-40B4-BE49-F238E27FC236}">
                  <a16:creationId xmlns:a16="http://schemas.microsoft.com/office/drawing/2014/main" id="{F1E98925-E166-E1CF-B240-878EE3EF6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组合 191">
            <a:extLst>
              <a:ext uri="{FF2B5EF4-FFF2-40B4-BE49-F238E27FC236}">
                <a16:creationId xmlns:a16="http://schemas.microsoft.com/office/drawing/2014/main" id="{9AE1D769-0569-CDB3-2E15-F30A377AC888}"/>
              </a:ext>
            </a:extLst>
          </p:cNvPr>
          <p:cNvGrpSpPr>
            <a:grpSpLocks/>
          </p:cNvGrpSpPr>
          <p:nvPr/>
        </p:nvGrpSpPr>
        <p:grpSpPr bwMode="auto">
          <a:xfrm>
            <a:off x="559934" y="1495607"/>
            <a:ext cx="2214562" cy="396875"/>
            <a:chOff x="3078163" y="3752850"/>
            <a:chExt cx="2214562" cy="396875"/>
          </a:xfrm>
        </p:grpSpPr>
        <p:grpSp>
          <p:nvGrpSpPr>
            <p:cNvPr id="82" name="Group 180">
              <a:extLst>
                <a:ext uri="{FF2B5EF4-FFF2-40B4-BE49-F238E27FC236}">
                  <a16:creationId xmlns:a16="http://schemas.microsoft.com/office/drawing/2014/main" id="{14B45E83-80A1-FCF7-94D7-79D8427117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8163" y="3752850"/>
              <a:ext cx="2214562" cy="396875"/>
              <a:chOff x="1678" y="3884"/>
              <a:chExt cx="1395" cy="250"/>
            </a:xfrm>
          </p:grpSpPr>
          <p:sp>
            <p:nvSpPr>
              <p:cNvPr id="84" name="Rectangle 181">
                <a:extLst>
                  <a:ext uri="{FF2B5EF4-FFF2-40B4-BE49-F238E27FC236}">
                    <a16:creationId xmlns:a16="http://schemas.microsoft.com/office/drawing/2014/main" id="{47BDE00F-2770-E32C-0009-DFF9E145B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" y="3884"/>
                <a:ext cx="139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1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n+1</a:t>
                </a:r>
                <a:r>
                  <a:rPr kumimoji="1" lang="en-US" altLang="zh-CN" sz="2000">
                    <a:ea typeface="楷体_GB2312" pitchFamily="49" charset="-122"/>
                  </a:rPr>
                  <a:t>=Q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2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  </a:t>
                </a:r>
                <a:r>
                  <a:rPr kumimoji="1" lang="en-US" altLang="zh-CN" sz="2000">
                    <a:ea typeface="楷体_GB2312" pitchFamily="49" charset="-122"/>
                  </a:rPr>
                  <a:t>A+Q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0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</a:t>
                </a:r>
                <a:r>
                  <a:rPr kumimoji="1" lang="en-US" altLang="zh-CN" sz="2000">
                    <a:ea typeface="楷体_GB2312" pitchFamily="49" charset="-122"/>
                  </a:rPr>
                  <a:t>A</a:t>
                </a:r>
                <a:endParaRPr kumimoji="1" lang="zh-CN" altLang="en-US" sz="2000" baseline="35000">
                  <a:solidFill>
                    <a:srgbClr val="FF33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85" name="Line 182">
                <a:extLst>
                  <a:ext uri="{FF2B5EF4-FFF2-40B4-BE49-F238E27FC236}">
                    <a16:creationId xmlns:a16="http://schemas.microsoft.com/office/drawing/2014/main" id="{ACBE3D8F-57D1-AB5C-E36F-114E069A6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929"/>
                <a:ext cx="1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" name="Line 182">
              <a:extLst>
                <a:ext uri="{FF2B5EF4-FFF2-40B4-BE49-F238E27FC236}">
                  <a16:creationId xmlns:a16="http://schemas.microsoft.com/office/drawing/2014/main" id="{37A3C380-C1C7-34FB-EEA0-EA2BA8041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5" y="3824288"/>
              <a:ext cx="217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6" name="Text Box 124">
            <a:extLst>
              <a:ext uri="{FF2B5EF4-FFF2-40B4-BE49-F238E27FC236}">
                <a16:creationId xmlns:a16="http://schemas.microsoft.com/office/drawing/2014/main" id="{A383D6CF-FF69-2DB2-5044-714966842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415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A=1</a:t>
            </a:r>
          </a:p>
        </p:txBody>
      </p:sp>
      <p:sp>
        <p:nvSpPr>
          <p:cNvPr id="87" name="Rectangle 125">
            <a:extLst>
              <a:ext uri="{FF2B5EF4-FFF2-40B4-BE49-F238E27FC236}">
                <a16:creationId xmlns:a16="http://schemas.microsoft.com/office/drawing/2014/main" id="{6C55CD0A-B366-9DFB-CF44-4A38D9B30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1952625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/</a:t>
            </a:r>
            <a:r>
              <a:rPr kumimoji="1" lang="en-US" altLang="zh-CN" sz="2000">
                <a:ea typeface="楷体_GB2312" pitchFamily="49" charset="-122"/>
              </a:rPr>
              <a:t>C</a:t>
            </a:r>
            <a:endParaRPr kumimoji="1" lang="zh-CN" altLang="en-US" sz="2000">
              <a:ea typeface="楷体_GB2312" pitchFamily="49" charset="-122"/>
            </a:endParaRPr>
          </a:p>
        </p:txBody>
      </p:sp>
      <p:sp>
        <p:nvSpPr>
          <p:cNvPr id="88" name="Line 126">
            <a:extLst>
              <a:ext uri="{FF2B5EF4-FFF2-40B4-BE49-F238E27FC236}">
                <a16:creationId xmlns:a16="http://schemas.microsoft.com/office/drawing/2014/main" id="{4B7F3890-A327-AF0C-E988-7425AC1BF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2459038"/>
            <a:ext cx="2095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Line 127">
            <a:extLst>
              <a:ext uri="{FF2B5EF4-FFF2-40B4-BE49-F238E27FC236}">
                <a16:creationId xmlns:a16="http://schemas.microsoft.com/office/drawing/2014/main" id="{575B0682-8C17-6602-8263-CF890BD95A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1989138"/>
            <a:ext cx="0" cy="3995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Line 128">
            <a:extLst>
              <a:ext uri="{FF2B5EF4-FFF2-40B4-BE49-F238E27FC236}">
                <a16:creationId xmlns:a16="http://schemas.microsoft.com/office/drawing/2014/main" id="{130FF778-B566-F9FF-E584-17E4AB207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0" y="2459038"/>
            <a:ext cx="0" cy="3525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Text Box 129">
            <a:extLst>
              <a:ext uri="{FF2B5EF4-FFF2-40B4-BE49-F238E27FC236}">
                <a16:creationId xmlns:a16="http://schemas.microsoft.com/office/drawing/2014/main" id="{B0767F2F-B18E-4295-7782-CB3D69BF1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988" y="1397000"/>
            <a:ext cx="1327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92" name="Rectangle 130">
            <a:extLst>
              <a:ext uri="{FF2B5EF4-FFF2-40B4-BE49-F238E27FC236}">
                <a16:creationId xmlns:a16="http://schemas.microsoft.com/office/drawing/2014/main" id="{EC36BF44-1F97-FAA4-A9AD-587CD00D2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2168525"/>
            <a:ext cx="1298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endParaRPr kumimoji="1" lang="zh-CN" altLang="en-US" sz="2000" baseline="35000">
              <a:ea typeface="楷体_GB2312" pitchFamily="49" charset="-122"/>
            </a:endParaRPr>
          </a:p>
        </p:txBody>
      </p:sp>
      <p:sp>
        <p:nvSpPr>
          <p:cNvPr id="93" name="Text Box 132">
            <a:extLst>
              <a:ext uri="{FF2B5EF4-FFF2-40B4-BE49-F238E27FC236}">
                <a16:creationId xmlns:a16="http://schemas.microsoft.com/office/drawing/2014/main" id="{180BDA18-35B2-C6E9-54C8-F21AF9656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29606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sp>
        <p:nvSpPr>
          <p:cNvPr id="94" name="Text Box 133">
            <a:extLst>
              <a:ext uri="{FF2B5EF4-FFF2-40B4-BE49-F238E27FC236}">
                <a16:creationId xmlns:a16="http://schemas.microsoft.com/office/drawing/2014/main" id="{64E70571-CF67-A8ED-CD04-54A48E65D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29606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010/1</a:t>
            </a:r>
          </a:p>
        </p:txBody>
      </p:sp>
      <p:sp>
        <p:nvSpPr>
          <p:cNvPr id="95" name="Text Box 134">
            <a:extLst>
              <a:ext uri="{FF2B5EF4-FFF2-40B4-BE49-F238E27FC236}">
                <a16:creationId xmlns:a16="http://schemas.microsoft.com/office/drawing/2014/main" id="{5E4309DF-6ED5-2FC2-BA62-FA7B27CE6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A=0</a:t>
            </a:r>
          </a:p>
        </p:txBody>
      </p:sp>
      <p:sp>
        <p:nvSpPr>
          <p:cNvPr id="96" name="Text Box 136">
            <a:extLst>
              <a:ext uri="{FF2B5EF4-FFF2-40B4-BE49-F238E27FC236}">
                <a16:creationId xmlns:a16="http://schemas.microsoft.com/office/drawing/2014/main" id="{22D4E25A-2076-49BC-07FC-2CD60D780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321050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97" name="Text Box 137">
            <a:extLst>
              <a:ext uri="{FF2B5EF4-FFF2-40B4-BE49-F238E27FC236}">
                <a16:creationId xmlns:a16="http://schemas.microsoft.com/office/drawing/2014/main" id="{55BE00B0-9A50-27B0-0C5B-1BBDE89C2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321050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000/0</a:t>
            </a:r>
          </a:p>
        </p:txBody>
      </p:sp>
      <p:sp>
        <p:nvSpPr>
          <p:cNvPr id="98" name="Text Box 139">
            <a:extLst>
              <a:ext uri="{FF2B5EF4-FFF2-40B4-BE49-F238E27FC236}">
                <a16:creationId xmlns:a16="http://schemas.microsoft.com/office/drawing/2014/main" id="{21C52932-18EA-AC20-2B01-DEAA24404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48275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000/1</a:t>
            </a:r>
          </a:p>
        </p:txBody>
      </p:sp>
      <p:sp>
        <p:nvSpPr>
          <p:cNvPr id="99" name="Text Box 140">
            <a:extLst>
              <a:ext uri="{FF2B5EF4-FFF2-40B4-BE49-F238E27FC236}">
                <a16:creationId xmlns:a16="http://schemas.microsoft.com/office/drawing/2014/main" id="{0A138B6D-F8AE-0784-D826-2A5732ECC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48275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100" name="Text Box 142">
            <a:extLst>
              <a:ext uri="{FF2B5EF4-FFF2-40B4-BE49-F238E27FC236}">
                <a16:creationId xmlns:a16="http://schemas.microsoft.com/office/drawing/2014/main" id="{2202BBD3-DF76-5E5B-8C9E-47F7508C0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51927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9900"/>
                </a:solidFill>
              </a:rPr>
              <a:t>100</a:t>
            </a:r>
            <a:r>
              <a:rPr kumimoji="1" lang="en-US" altLang="zh-CN" sz="2400" b="0"/>
              <a:t>/x</a:t>
            </a:r>
          </a:p>
        </p:txBody>
      </p:sp>
      <p:sp>
        <p:nvSpPr>
          <p:cNvPr id="101" name="Text Box 143">
            <a:extLst>
              <a:ext uri="{FF2B5EF4-FFF2-40B4-BE49-F238E27FC236}">
                <a16:creationId xmlns:a16="http://schemas.microsoft.com/office/drawing/2014/main" id="{10298264-BC72-FDAF-92C3-C4933ABF3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51927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9900"/>
                </a:solidFill>
              </a:rPr>
              <a:t>100</a:t>
            </a:r>
            <a:r>
              <a:rPr kumimoji="1" lang="en-US" altLang="zh-CN" sz="2400" b="0"/>
              <a:t>/x</a:t>
            </a:r>
          </a:p>
        </p:txBody>
      </p:sp>
      <p:sp>
        <p:nvSpPr>
          <p:cNvPr id="102" name="Text Box 145">
            <a:extLst>
              <a:ext uri="{FF2B5EF4-FFF2-40B4-BE49-F238E27FC236}">
                <a16:creationId xmlns:a16="http://schemas.microsoft.com/office/drawing/2014/main" id="{4C01A0EE-B344-7C10-372B-EF5D84349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5553075"/>
            <a:ext cx="666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</a:rPr>
              <a:t>111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103" name="Text Box 146">
            <a:extLst>
              <a:ext uri="{FF2B5EF4-FFF2-40B4-BE49-F238E27FC236}">
                <a16:creationId xmlns:a16="http://schemas.microsoft.com/office/drawing/2014/main" id="{EA8B21C5-7B9D-B334-90A0-8ECED41C2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5553075"/>
            <a:ext cx="666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</a:rPr>
              <a:t>111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104" name="Text Box 148">
            <a:extLst>
              <a:ext uri="{FF2B5EF4-FFF2-40B4-BE49-F238E27FC236}">
                <a16:creationId xmlns:a16="http://schemas.microsoft.com/office/drawing/2014/main" id="{3E89E9C9-CAEA-7329-0D6E-5FBC8A1E1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6814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105" name="Text Box 149">
            <a:extLst>
              <a:ext uri="{FF2B5EF4-FFF2-40B4-BE49-F238E27FC236}">
                <a16:creationId xmlns:a16="http://schemas.microsoft.com/office/drawing/2014/main" id="{2F8ED4C3-948E-2E1D-3459-63AA46BE0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6814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grpSp>
        <p:nvGrpSpPr>
          <p:cNvPr id="106" name="Group 150">
            <a:extLst>
              <a:ext uri="{FF2B5EF4-FFF2-40B4-BE49-F238E27FC236}">
                <a16:creationId xmlns:a16="http://schemas.microsoft.com/office/drawing/2014/main" id="{4198700F-998D-8148-049D-49E84D000AB3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989138"/>
            <a:ext cx="3275013" cy="3995737"/>
            <a:chOff x="3878" y="1253"/>
            <a:chExt cx="1587" cy="2517"/>
          </a:xfrm>
        </p:grpSpPr>
        <p:sp>
          <p:nvSpPr>
            <p:cNvPr id="107" name="Line 151">
              <a:extLst>
                <a:ext uri="{FF2B5EF4-FFF2-40B4-BE49-F238E27FC236}">
                  <a16:creationId xmlns:a16="http://schemas.microsoft.com/office/drawing/2014/main" id="{4FBDEC79-5FEC-F631-74BD-CC86EEDCF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797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152">
              <a:extLst>
                <a:ext uri="{FF2B5EF4-FFF2-40B4-BE49-F238E27FC236}">
                  <a16:creationId xmlns:a16="http://schemas.microsoft.com/office/drawing/2014/main" id="{56B86FF0-53E3-BF8F-14F9-58E7DFA9F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253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53">
              <a:extLst>
                <a:ext uri="{FF2B5EF4-FFF2-40B4-BE49-F238E27FC236}">
                  <a16:creationId xmlns:a16="http://schemas.microsoft.com/office/drawing/2014/main" id="{24204BBE-49AB-7BFD-B292-3A7BEAB34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3770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0" name="Text Box 155">
            <a:extLst>
              <a:ext uri="{FF2B5EF4-FFF2-40B4-BE49-F238E27FC236}">
                <a16:creationId xmlns:a16="http://schemas.microsoft.com/office/drawing/2014/main" id="{77120862-6F7C-E327-8222-75B845E4C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43706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010/0</a:t>
            </a:r>
          </a:p>
        </p:txBody>
      </p:sp>
      <p:sp>
        <p:nvSpPr>
          <p:cNvPr id="111" name="Text Box 156">
            <a:extLst>
              <a:ext uri="{FF2B5EF4-FFF2-40B4-BE49-F238E27FC236}">
                <a16:creationId xmlns:a16="http://schemas.microsoft.com/office/drawing/2014/main" id="{3F27C336-198C-6CF6-0C78-4EC75B335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43706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112" name="Text Box 158">
            <a:extLst>
              <a:ext uri="{FF2B5EF4-FFF2-40B4-BE49-F238E27FC236}">
                <a16:creationId xmlns:a16="http://schemas.microsoft.com/office/drawing/2014/main" id="{83C15E8B-F315-B11F-2A66-C6B066DDE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07193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113" name="Text Box 159">
            <a:extLst>
              <a:ext uri="{FF2B5EF4-FFF2-40B4-BE49-F238E27FC236}">
                <a16:creationId xmlns:a16="http://schemas.microsoft.com/office/drawing/2014/main" id="{F42A683E-8A66-DA59-93A0-1D9570C4B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07193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114" name="Text Box 177">
            <a:extLst>
              <a:ext uri="{FF2B5EF4-FFF2-40B4-BE49-F238E27FC236}">
                <a16:creationId xmlns:a16="http://schemas.microsoft.com/office/drawing/2014/main" id="{B286F08C-E752-E91F-16D9-27F0A90E7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29606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0  0  0</a:t>
            </a:r>
          </a:p>
        </p:txBody>
      </p:sp>
      <p:sp>
        <p:nvSpPr>
          <p:cNvPr id="115" name="Text Box 178">
            <a:extLst>
              <a:ext uri="{FF2B5EF4-FFF2-40B4-BE49-F238E27FC236}">
                <a16:creationId xmlns:a16="http://schemas.microsoft.com/office/drawing/2014/main" id="{15B3B021-4D0D-0F31-62FD-D3462C95A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3210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0  0  1</a:t>
            </a:r>
          </a:p>
        </p:txBody>
      </p:sp>
      <p:sp>
        <p:nvSpPr>
          <p:cNvPr id="116" name="Text Box 179">
            <a:extLst>
              <a:ext uri="{FF2B5EF4-FFF2-40B4-BE49-F238E27FC236}">
                <a16:creationId xmlns:a16="http://schemas.microsoft.com/office/drawing/2014/main" id="{C3E20881-EC83-3830-BD76-12A6EC988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4827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0  1  0</a:t>
            </a:r>
          </a:p>
        </p:txBody>
      </p:sp>
      <p:sp>
        <p:nvSpPr>
          <p:cNvPr id="117" name="Text Box 180">
            <a:extLst>
              <a:ext uri="{FF2B5EF4-FFF2-40B4-BE49-F238E27FC236}">
                <a16:creationId xmlns:a16="http://schemas.microsoft.com/office/drawing/2014/main" id="{3B53BFF3-B0D5-03F0-AF15-243E2507A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1927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0  1  1</a:t>
            </a:r>
          </a:p>
        </p:txBody>
      </p:sp>
      <p:sp>
        <p:nvSpPr>
          <p:cNvPr id="118" name="Text Box 181">
            <a:extLst>
              <a:ext uri="{FF2B5EF4-FFF2-40B4-BE49-F238E27FC236}">
                <a16:creationId xmlns:a16="http://schemas.microsoft.com/office/drawing/2014/main" id="{C34A8B04-4E40-C658-BC23-5B8A3D842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555307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9900FF"/>
                </a:solidFill>
              </a:rPr>
              <a:t>1  0  0</a:t>
            </a:r>
          </a:p>
        </p:txBody>
      </p:sp>
      <p:sp>
        <p:nvSpPr>
          <p:cNvPr id="119" name="Text Box 182">
            <a:extLst>
              <a:ext uri="{FF2B5EF4-FFF2-40B4-BE49-F238E27FC236}">
                <a16:creationId xmlns:a16="http://schemas.microsoft.com/office/drawing/2014/main" id="{A4FA0330-B6C8-81BC-431F-1FA9DEB48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6814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1  0  1</a:t>
            </a:r>
          </a:p>
        </p:txBody>
      </p:sp>
      <p:sp>
        <p:nvSpPr>
          <p:cNvPr id="120" name="Text Box 183">
            <a:extLst>
              <a:ext uri="{FF2B5EF4-FFF2-40B4-BE49-F238E27FC236}">
                <a16:creationId xmlns:a16="http://schemas.microsoft.com/office/drawing/2014/main" id="{A28098B6-64E0-F9F4-7653-D3B077B7A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43706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1  1  0</a:t>
            </a:r>
          </a:p>
        </p:txBody>
      </p:sp>
      <p:sp>
        <p:nvSpPr>
          <p:cNvPr id="121" name="Text Box 184">
            <a:extLst>
              <a:ext uri="{FF2B5EF4-FFF2-40B4-BE49-F238E27FC236}">
                <a16:creationId xmlns:a16="http://schemas.microsoft.com/office/drawing/2014/main" id="{DC17851C-F637-C424-B0CB-4EE6CA0D8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07193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1  1  1</a:t>
            </a:r>
          </a:p>
        </p:txBody>
      </p:sp>
      <p:sp>
        <p:nvSpPr>
          <p:cNvPr id="122" name="Text Box 181">
            <a:extLst>
              <a:ext uri="{FF2B5EF4-FFF2-40B4-BE49-F238E27FC236}">
                <a16:creationId xmlns:a16="http://schemas.microsoft.com/office/drawing/2014/main" id="{CFE77404-67B4-9758-FAEF-79FDFB061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5970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9900FF"/>
                </a:solidFill>
              </a:rPr>
              <a:t>1  0  0</a:t>
            </a:r>
          </a:p>
        </p:txBody>
      </p:sp>
      <p:sp>
        <p:nvSpPr>
          <p:cNvPr id="123" name="Text Box 145">
            <a:extLst>
              <a:ext uri="{FF2B5EF4-FFF2-40B4-BE49-F238E27FC236}">
                <a16:creationId xmlns:a16="http://schemas.microsoft.com/office/drawing/2014/main" id="{682B5BF3-AA21-C2C7-51EB-0BA79B634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0838" y="5969000"/>
            <a:ext cx="695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</a:rPr>
              <a:t>011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124" name="Text Box 146">
            <a:extLst>
              <a:ext uri="{FF2B5EF4-FFF2-40B4-BE49-F238E27FC236}">
                <a16:creationId xmlns:a16="http://schemas.microsoft.com/office/drawing/2014/main" id="{CC016F81-8835-0031-6617-DABE3029F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138" y="5991225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</a:rPr>
              <a:t>011</a:t>
            </a:r>
            <a:r>
              <a:rPr kumimoji="1" lang="en-US" altLang="zh-CN" sz="2400" b="0"/>
              <a:t>/x</a:t>
            </a:r>
          </a:p>
        </p:txBody>
      </p:sp>
      <p:cxnSp>
        <p:nvCxnSpPr>
          <p:cNvPr id="125" name="直接连接符 3">
            <a:extLst>
              <a:ext uri="{FF2B5EF4-FFF2-40B4-BE49-F238E27FC236}">
                <a16:creationId xmlns:a16="http://schemas.microsoft.com/office/drawing/2014/main" id="{731EBCC8-A4E8-2B98-300B-E930A4E256CA}"/>
              </a:ext>
            </a:extLst>
          </p:cNvPr>
          <p:cNvCxnSpPr/>
          <p:nvPr/>
        </p:nvCxnSpPr>
        <p:spPr>
          <a:xfrm>
            <a:off x="5349875" y="6164263"/>
            <a:ext cx="3384550" cy="222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>
            <a:extLst>
              <a:ext uri="{FF2B5EF4-FFF2-40B4-BE49-F238E27FC236}">
                <a16:creationId xmlns:a16="http://schemas.microsoft.com/office/drawing/2014/main" id="{6B59D5FA-C262-893F-3F6C-FF6B5A63FB66}"/>
              </a:ext>
            </a:extLst>
          </p:cNvPr>
          <p:cNvSpPr/>
          <p:nvPr/>
        </p:nvSpPr>
        <p:spPr>
          <a:xfrm>
            <a:off x="6616700" y="5511800"/>
            <a:ext cx="295275" cy="47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C79343E7-D994-5F64-5824-9DFA85D05641}"/>
              </a:ext>
            </a:extLst>
          </p:cNvPr>
          <p:cNvSpPr/>
          <p:nvPr/>
        </p:nvSpPr>
        <p:spPr>
          <a:xfrm>
            <a:off x="7612063" y="5516563"/>
            <a:ext cx="295275" cy="481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143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0896D-300B-1C2D-4387-5D09BB61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kumimoji="1" lang="zh-CN" altLang="en-US" dirty="0"/>
              <a:t>可逆六进制计数器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D2EA8F-198D-4E19-7FBD-B8FF72FA8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kern="0" dirty="0"/>
              <a:t>修改设计，使其能够自启动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0F95C8-DB60-B429-A60A-92F4C787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78921-90C1-2D4D-CFF5-ABC00555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20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6" name="Text Box 124">
            <a:extLst>
              <a:ext uri="{FF2B5EF4-FFF2-40B4-BE49-F238E27FC236}">
                <a16:creationId xmlns:a16="http://schemas.microsoft.com/office/drawing/2014/main" id="{C4E5EB02-9238-1C5B-6369-BB7348AF3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415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A=1</a:t>
            </a:r>
          </a:p>
        </p:txBody>
      </p:sp>
      <p:sp>
        <p:nvSpPr>
          <p:cNvPr id="7" name="Rectangle 125">
            <a:extLst>
              <a:ext uri="{FF2B5EF4-FFF2-40B4-BE49-F238E27FC236}">
                <a16:creationId xmlns:a16="http://schemas.microsoft.com/office/drawing/2014/main" id="{E086C935-3690-EFCE-4ED6-52992A0AE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1952625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/</a:t>
            </a:r>
            <a:r>
              <a:rPr kumimoji="1" lang="en-US" altLang="zh-CN" sz="2000">
                <a:ea typeface="楷体_GB2312" pitchFamily="49" charset="-122"/>
              </a:rPr>
              <a:t>C</a:t>
            </a:r>
            <a:endParaRPr kumimoji="1" lang="zh-CN" altLang="en-US" sz="2000">
              <a:ea typeface="楷体_GB2312" pitchFamily="49" charset="-122"/>
            </a:endParaRPr>
          </a:p>
        </p:txBody>
      </p:sp>
      <p:sp>
        <p:nvSpPr>
          <p:cNvPr id="8" name="Line 126">
            <a:extLst>
              <a:ext uri="{FF2B5EF4-FFF2-40B4-BE49-F238E27FC236}">
                <a16:creationId xmlns:a16="http://schemas.microsoft.com/office/drawing/2014/main" id="{71A1FCFB-6100-E05D-A6AB-74CBC532A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2459038"/>
            <a:ext cx="2095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27">
            <a:extLst>
              <a:ext uri="{FF2B5EF4-FFF2-40B4-BE49-F238E27FC236}">
                <a16:creationId xmlns:a16="http://schemas.microsoft.com/office/drawing/2014/main" id="{DFFEEC9C-FCAB-1A11-50C9-A627EDC3D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1989138"/>
            <a:ext cx="0" cy="3995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28">
            <a:extLst>
              <a:ext uri="{FF2B5EF4-FFF2-40B4-BE49-F238E27FC236}">
                <a16:creationId xmlns:a16="http://schemas.microsoft.com/office/drawing/2014/main" id="{76DEAF98-E52B-DDB4-C1F9-C83594756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0" y="2459038"/>
            <a:ext cx="0" cy="3525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129">
            <a:extLst>
              <a:ext uri="{FF2B5EF4-FFF2-40B4-BE49-F238E27FC236}">
                <a16:creationId xmlns:a16="http://schemas.microsoft.com/office/drawing/2014/main" id="{C09FAED2-F841-DEB8-4428-E78F0B4D9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988" y="1397000"/>
            <a:ext cx="1327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12" name="Rectangle 130">
            <a:extLst>
              <a:ext uri="{FF2B5EF4-FFF2-40B4-BE49-F238E27FC236}">
                <a16:creationId xmlns:a16="http://schemas.microsoft.com/office/drawing/2014/main" id="{BC4809D9-2BEC-6E97-FEA3-BBBA91F6A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2168525"/>
            <a:ext cx="1298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endParaRPr kumimoji="1" lang="zh-CN" altLang="en-US" sz="2000" baseline="35000">
              <a:ea typeface="楷体_GB2312" pitchFamily="49" charset="-122"/>
            </a:endParaRPr>
          </a:p>
        </p:txBody>
      </p:sp>
      <p:sp>
        <p:nvSpPr>
          <p:cNvPr id="13" name="Text Box 132">
            <a:extLst>
              <a:ext uri="{FF2B5EF4-FFF2-40B4-BE49-F238E27FC236}">
                <a16:creationId xmlns:a16="http://schemas.microsoft.com/office/drawing/2014/main" id="{3151EC75-27E4-9262-13A0-35656B88D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29606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sp>
        <p:nvSpPr>
          <p:cNvPr id="14" name="Text Box 133">
            <a:extLst>
              <a:ext uri="{FF2B5EF4-FFF2-40B4-BE49-F238E27FC236}">
                <a16:creationId xmlns:a16="http://schemas.microsoft.com/office/drawing/2014/main" id="{20259EFD-7E31-E993-F9AE-C899D63FB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29606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010/1</a:t>
            </a:r>
          </a:p>
        </p:txBody>
      </p:sp>
      <p:sp>
        <p:nvSpPr>
          <p:cNvPr id="15" name="Text Box 134">
            <a:extLst>
              <a:ext uri="{FF2B5EF4-FFF2-40B4-BE49-F238E27FC236}">
                <a16:creationId xmlns:a16="http://schemas.microsoft.com/office/drawing/2014/main" id="{275E024F-AEFA-0DC1-FF65-354CB44C4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A=0</a:t>
            </a:r>
          </a:p>
        </p:txBody>
      </p:sp>
      <p:sp>
        <p:nvSpPr>
          <p:cNvPr id="16" name="Text Box 136">
            <a:extLst>
              <a:ext uri="{FF2B5EF4-FFF2-40B4-BE49-F238E27FC236}">
                <a16:creationId xmlns:a16="http://schemas.microsoft.com/office/drawing/2014/main" id="{8CA6DCDD-9557-A94C-5965-868C57402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321050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17" name="Text Box 137">
            <a:extLst>
              <a:ext uri="{FF2B5EF4-FFF2-40B4-BE49-F238E27FC236}">
                <a16:creationId xmlns:a16="http://schemas.microsoft.com/office/drawing/2014/main" id="{51442656-47F0-8A45-19F3-09EE97054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321050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000/0</a:t>
            </a:r>
          </a:p>
        </p:txBody>
      </p:sp>
      <p:sp>
        <p:nvSpPr>
          <p:cNvPr id="18" name="Text Box 139">
            <a:extLst>
              <a:ext uri="{FF2B5EF4-FFF2-40B4-BE49-F238E27FC236}">
                <a16:creationId xmlns:a16="http://schemas.microsoft.com/office/drawing/2014/main" id="{F3A57F19-6C65-D9AA-8488-F98BD37C3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48275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000/1</a:t>
            </a:r>
          </a:p>
        </p:txBody>
      </p:sp>
      <p:sp>
        <p:nvSpPr>
          <p:cNvPr id="19" name="Text Box 140">
            <a:extLst>
              <a:ext uri="{FF2B5EF4-FFF2-40B4-BE49-F238E27FC236}">
                <a16:creationId xmlns:a16="http://schemas.microsoft.com/office/drawing/2014/main" id="{C5B8E2A3-6895-DA40-EBA7-F7610A9AE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48275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20" name="Text Box 142">
            <a:extLst>
              <a:ext uri="{FF2B5EF4-FFF2-40B4-BE49-F238E27FC236}">
                <a16:creationId xmlns:a16="http://schemas.microsoft.com/office/drawing/2014/main" id="{F2AECFB5-30AA-0056-04E4-EC15291A5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51927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9900"/>
                </a:solidFill>
              </a:rPr>
              <a:t>100</a:t>
            </a:r>
            <a:r>
              <a:rPr kumimoji="1" lang="en-US" altLang="zh-CN" sz="2400" b="0"/>
              <a:t>/x</a:t>
            </a:r>
          </a:p>
        </p:txBody>
      </p:sp>
      <p:sp>
        <p:nvSpPr>
          <p:cNvPr id="21" name="Text Box 143">
            <a:extLst>
              <a:ext uri="{FF2B5EF4-FFF2-40B4-BE49-F238E27FC236}">
                <a16:creationId xmlns:a16="http://schemas.microsoft.com/office/drawing/2014/main" id="{F46B5426-277F-4B4F-09E4-AFB94D957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51927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9900"/>
                </a:solidFill>
              </a:rPr>
              <a:t>100</a:t>
            </a:r>
            <a:r>
              <a:rPr kumimoji="1" lang="en-US" altLang="zh-CN" sz="2400" b="0"/>
              <a:t>/x</a:t>
            </a:r>
          </a:p>
        </p:txBody>
      </p:sp>
      <p:sp>
        <p:nvSpPr>
          <p:cNvPr id="22" name="Text Box 145">
            <a:extLst>
              <a:ext uri="{FF2B5EF4-FFF2-40B4-BE49-F238E27FC236}">
                <a16:creationId xmlns:a16="http://schemas.microsoft.com/office/drawing/2014/main" id="{C853FB60-AF21-2C0C-3B77-6639A1CE8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5553075"/>
            <a:ext cx="666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1</a:t>
            </a:r>
            <a:r>
              <a:rPr kumimoji="1" lang="en-US" altLang="zh-CN" sz="2400">
                <a:solidFill>
                  <a:srgbClr val="0000FF"/>
                </a:solidFill>
              </a:rPr>
              <a:t>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23" name="Text Box 146">
            <a:extLst>
              <a:ext uri="{FF2B5EF4-FFF2-40B4-BE49-F238E27FC236}">
                <a16:creationId xmlns:a16="http://schemas.microsoft.com/office/drawing/2014/main" id="{D0E86B60-63F9-BD91-E6AB-A9F288EF2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5553075"/>
            <a:ext cx="666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1</a:t>
            </a:r>
            <a:r>
              <a:rPr kumimoji="1" lang="en-US" altLang="zh-CN" sz="2400">
                <a:solidFill>
                  <a:srgbClr val="0000FF"/>
                </a:solidFill>
              </a:rPr>
              <a:t>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24" name="Text Box 148">
            <a:extLst>
              <a:ext uri="{FF2B5EF4-FFF2-40B4-BE49-F238E27FC236}">
                <a16:creationId xmlns:a16="http://schemas.microsoft.com/office/drawing/2014/main" id="{69904E48-C898-7825-B8F5-CC7D87A09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6814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25" name="Text Box 149">
            <a:extLst>
              <a:ext uri="{FF2B5EF4-FFF2-40B4-BE49-F238E27FC236}">
                <a16:creationId xmlns:a16="http://schemas.microsoft.com/office/drawing/2014/main" id="{E5833A1C-16B0-E5C6-F87F-920653474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6814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grpSp>
        <p:nvGrpSpPr>
          <p:cNvPr id="26" name="Group 150">
            <a:extLst>
              <a:ext uri="{FF2B5EF4-FFF2-40B4-BE49-F238E27FC236}">
                <a16:creationId xmlns:a16="http://schemas.microsoft.com/office/drawing/2014/main" id="{FB2E3CC0-4703-2357-EEFE-548321F717A3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989138"/>
            <a:ext cx="3275013" cy="3995737"/>
            <a:chOff x="3878" y="1253"/>
            <a:chExt cx="1587" cy="2517"/>
          </a:xfrm>
        </p:grpSpPr>
        <p:sp>
          <p:nvSpPr>
            <p:cNvPr id="27" name="Line 151">
              <a:extLst>
                <a:ext uri="{FF2B5EF4-FFF2-40B4-BE49-F238E27FC236}">
                  <a16:creationId xmlns:a16="http://schemas.microsoft.com/office/drawing/2014/main" id="{2C805765-DAC0-0CB8-8D27-12A9D47A5F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797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52">
              <a:extLst>
                <a:ext uri="{FF2B5EF4-FFF2-40B4-BE49-F238E27FC236}">
                  <a16:creationId xmlns:a16="http://schemas.microsoft.com/office/drawing/2014/main" id="{492D3D35-109C-7C25-C49B-7D404E93F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253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53">
              <a:extLst>
                <a:ext uri="{FF2B5EF4-FFF2-40B4-BE49-F238E27FC236}">
                  <a16:creationId xmlns:a16="http://schemas.microsoft.com/office/drawing/2014/main" id="{D839D504-B365-AEFE-636E-8142843FA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3770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Text Box 155">
            <a:extLst>
              <a:ext uri="{FF2B5EF4-FFF2-40B4-BE49-F238E27FC236}">
                <a16:creationId xmlns:a16="http://schemas.microsoft.com/office/drawing/2014/main" id="{FB8C8943-C73A-4851-FFD7-4DB90D052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43706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010/0</a:t>
            </a:r>
          </a:p>
        </p:txBody>
      </p:sp>
      <p:sp>
        <p:nvSpPr>
          <p:cNvPr id="31" name="Text Box 156">
            <a:extLst>
              <a:ext uri="{FF2B5EF4-FFF2-40B4-BE49-F238E27FC236}">
                <a16:creationId xmlns:a16="http://schemas.microsoft.com/office/drawing/2014/main" id="{EAC38879-50C4-7BAD-B56E-DC0DF2E0D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43706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32" name="Text Box 158">
            <a:extLst>
              <a:ext uri="{FF2B5EF4-FFF2-40B4-BE49-F238E27FC236}">
                <a16:creationId xmlns:a16="http://schemas.microsoft.com/office/drawing/2014/main" id="{2DDD6F22-2DFA-635A-211F-FC7C1E829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07193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33" name="Text Box 159">
            <a:extLst>
              <a:ext uri="{FF2B5EF4-FFF2-40B4-BE49-F238E27FC236}">
                <a16:creationId xmlns:a16="http://schemas.microsoft.com/office/drawing/2014/main" id="{6B607990-8CD8-0920-0152-E14820500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07193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34" name="Text Box 177">
            <a:extLst>
              <a:ext uri="{FF2B5EF4-FFF2-40B4-BE49-F238E27FC236}">
                <a16:creationId xmlns:a16="http://schemas.microsoft.com/office/drawing/2014/main" id="{D2982D54-2447-41E2-7CFA-88073A5A5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29606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0  0  0</a:t>
            </a:r>
          </a:p>
        </p:txBody>
      </p:sp>
      <p:sp>
        <p:nvSpPr>
          <p:cNvPr id="35" name="Text Box 178">
            <a:extLst>
              <a:ext uri="{FF2B5EF4-FFF2-40B4-BE49-F238E27FC236}">
                <a16:creationId xmlns:a16="http://schemas.microsoft.com/office/drawing/2014/main" id="{C0BAC256-90D6-DB7D-E59B-6D1E49E45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3210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0  0  1</a:t>
            </a:r>
          </a:p>
        </p:txBody>
      </p:sp>
      <p:sp>
        <p:nvSpPr>
          <p:cNvPr id="36" name="Text Box 179">
            <a:extLst>
              <a:ext uri="{FF2B5EF4-FFF2-40B4-BE49-F238E27FC236}">
                <a16:creationId xmlns:a16="http://schemas.microsoft.com/office/drawing/2014/main" id="{1CFB54D1-2DB8-B8B6-F072-F9858D505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4827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0  1  0</a:t>
            </a:r>
          </a:p>
        </p:txBody>
      </p:sp>
      <p:sp>
        <p:nvSpPr>
          <p:cNvPr id="37" name="Text Box 180">
            <a:extLst>
              <a:ext uri="{FF2B5EF4-FFF2-40B4-BE49-F238E27FC236}">
                <a16:creationId xmlns:a16="http://schemas.microsoft.com/office/drawing/2014/main" id="{C1ED69E5-8236-59A3-DA8E-77869FC36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1927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0  1  1</a:t>
            </a:r>
          </a:p>
        </p:txBody>
      </p:sp>
      <p:sp>
        <p:nvSpPr>
          <p:cNvPr id="38" name="Text Box 181">
            <a:extLst>
              <a:ext uri="{FF2B5EF4-FFF2-40B4-BE49-F238E27FC236}">
                <a16:creationId xmlns:a16="http://schemas.microsoft.com/office/drawing/2014/main" id="{67C6327B-ACD4-7EB6-CCC7-F4585D6C2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555307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9900FF"/>
                </a:solidFill>
              </a:rPr>
              <a:t>1  0  0</a:t>
            </a:r>
          </a:p>
        </p:txBody>
      </p:sp>
      <p:sp>
        <p:nvSpPr>
          <p:cNvPr id="39" name="Text Box 182">
            <a:extLst>
              <a:ext uri="{FF2B5EF4-FFF2-40B4-BE49-F238E27FC236}">
                <a16:creationId xmlns:a16="http://schemas.microsoft.com/office/drawing/2014/main" id="{88FBEC46-E801-71F1-7C6E-19721A5E2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6814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1  0  1</a:t>
            </a:r>
          </a:p>
        </p:txBody>
      </p:sp>
      <p:sp>
        <p:nvSpPr>
          <p:cNvPr id="40" name="Text Box 183">
            <a:extLst>
              <a:ext uri="{FF2B5EF4-FFF2-40B4-BE49-F238E27FC236}">
                <a16:creationId xmlns:a16="http://schemas.microsoft.com/office/drawing/2014/main" id="{04DE3432-D06E-AD11-E028-D8939E2B1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43706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1  1  0</a:t>
            </a:r>
          </a:p>
        </p:txBody>
      </p:sp>
      <p:sp>
        <p:nvSpPr>
          <p:cNvPr id="41" name="Text Box 184">
            <a:extLst>
              <a:ext uri="{FF2B5EF4-FFF2-40B4-BE49-F238E27FC236}">
                <a16:creationId xmlns:a16="http://schemas.microsoft.com/office/drawing/2014/main" id="{CAEF35C6-A03F-4A20-1F6C-7FCEA6327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07193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1  1  1</a:t>
            </a:r>
          </a:p>
        </p:txBody>
      </p:sp>
      <p:sp>
        <p:nvSpPr>
          <p:cNvPr id="51" name="Text Box 181">
            <a:extLst>
              <a:ext uri="{FF2B5EF4-FFF2-40B4-BE49-F238E27FC236}">
                <a16:creationId xmlns:a16="http://schemas.microsoft.com/office/drawing/2014/main" id="{41D9381A-DC09-A2AC-8867-691004026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5970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9900FF"/>
                </a:solidFill>
              </a:rPr>
              <a:t>1  0  0</a:t>
            </a:r>
          </a:p>
        </p:txBody>
      </p:sp>
      <p:sp>
        <p:nvSpPr>
          <p:cNvPr id="52" name="Text Box 145">
            <a:extLst>
              <a:ext uri="{FF2B5EF4-FFF2-40B4-BE49-F238E27FC236}">
                <a16:creationId xmlns:a16="http://schemas.microsoft.com/office/drawing/2014/main" id="{0EE329F5-4950-3A18-DE66-B1D91E83A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0838" y="5969000"/>
            <a:ext cx="695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</a:rPr>
              <a:t>011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53" name="Text Box 146">
            <a:extLst>
              <a:ext uri="{FF2B5EF4-FFF2-40B4-BE49-F238E27FC236}">
                <a16:creationId xmlns:a16="http://schemas.microsoft.com/office/drawing/2014/main" id="{956783B0-0374-3335-EC09-E0CA81617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138" y="5991225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</a:rPr>
              <a:t>011</a:t>
            </a:r>
            <a:r>
              <a:rPr kumimoji="1" lang="en-US" altLang="zh-CN" sz="2400" b="0"/>
              <a:t>/x</a:t>
            </a:r>
          </a:p>
        </p:txBody>
      </p:sp>
      <p:cxnSp>
        <p:nvCxnSpPr>
          <p:cNvPr id="54" name="直接连接符 3">
            <a:extLst>
              <a:ext uri="{FF2B5EF4-FFF2-40B4-BE49-F238E27FC236}">
                <a16:creationId xmlns:a16="http://schemas.microsoft.com/office/drawing/2014/main" id="{6E8C056A-7497-9B4B-A50D-526D0F6F39F3}"/>
              </a:ext>
            </a:extLst>
          </p:cNvPr>
          <p:cNvCxnSpPr/>
          <p:nvPr/>
        </p:nvCxnSpPr>
        <p:spPr>
          <a:xfrm>
            <a:off x="5349875" y="6164263"/>
            <a:ext cx="3384550" cy="222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5FD84F5F-8817-AD4F-6507-100DEA2E8085}"/>
              </a:ext>
            </a:extLst>
          </p:cNvPr>
          <p:cNvSpPr/>
          <p:nvPr/>
        </p:nvSpPr>
        <p:spPr>
          <a:xfrm>
            <a:off x="6616700" y="5511800"/>
            <a:ext cx="295275" cy="47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7805F20-BDA5-AF97-7B5D-56B517B2DDB4}"/>
              </a:ext>
            </a:extLst>
          </p:cNvPr>
          <p:cNvSpPr/>
          <p:nvPr/>
        </p:nvSpPr>
        <p:spPr>
          <a:xfrm>
            <a:off x="7612063" y="5516563"/>
            <a:ext cx="295275" cy="481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57" name="Group 43">
            <a:extLst>
              <a:ext uri="{FF2B5EF4-FFF2-40B4-BE49-F238E27FC236}">
                <a16:creationId xmlns:a16="http://schemas.microsoft.com/office/drawing/2014/main" id="{EB631BF9-B315-64FA-C03D-8BADDED594CD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3836988"/>
            <a:ext cx="2251075" cy="1873250"/>
            <a:chOff x="295" y="1139"/>
            <a:chExt cx="1418" cy="1180"/>
          </a:xfrm>
        </p:grpSpPr>
        <p:sp>
          <p:nvSpPr>
            <p:cNvPr id="58" name="Text Box 44">
              <a:extLst>
                <a:ext uri="{FF2B5EF4-FFF2-40B4-BE49-F238E27FC236}">
                  <a16:creationId xmlns:a16="http://schemas.microsoft.com/office/drawing/2014/main" id="{C448AF75-2088-2C65-89A5-7ADDD33FF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9900FF"/>
                  </a:solidFill>
                </a:rPr>
                <a:t>0</a:t>
              </a:r>
              <a:r>
                <a:rPr kumimoji="1" lang="en-US" altLang="zh-CN" sz="2400" b="0"/>
                <a:t>0</a:t>
              </a:r>
            </a:p>
          </p:txBody>
        </p:sp>
        <p:sp>
          <p:nvSpPr>
            <p:cNvPr id="59" name="Text Box 45">
              <a:extLst>
                <a:ext uri="{FF2B5EF4-FFF2-40B4-BE49-F238E27FC236}">
                  <a16:creationId xmlns:a16="http://schemas.microsoft.com/office/drawing/2014/main" id="{ABF8F4D7-E8F6-AD5B-616D-F92CAACBC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9900FF"/>
                  </a:solidFill>
                </a:rPr>
                <a:t>0</a:t>
              </a:r>
              <a:r>
                <a:rPr kumimoji="1" lang="en-US" altLang="zh-CN" sz="2400" b="0"/>
                <a:t>1</a:t>
              </a:r>
            </a:p>
          </p:txBody>
        </p:sp>
        <p:sp>
          <p:nvSpPr>
            <p:cNvPr id="60" name="Text Box 46">
              <a:extLst>
                <a:ext uri="{FF2B5EF4-FFF2-40B4-BE49-F238E27FC236}">
                  <a16:creationId xmlns:a16="http://schemas.microsoft.com/office/drawing/2014/main" id="{0E077544-CA4E-41EA-7844-9EFC8B91F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1</a:t>
              </a:r>
              <a:r>
                <a:rPr kumimoji="1" lang="en-US" altLang="zh-CN" sz="2400" b="0"/>
                <a:t>1</a:t>
              </a:r>
            </a:p>
          </p:txBody>
        </p:sp>
        <p:sp>
          <p:nvSpPr>
            <p:cNvPr id="61" name="Text Box 47">
              <a:extLst>
                <a:ext uri="{FF2B5EF4-FFF2-40B4-BE49-F238E27FC236}">
                  <a16:creationId xmlns:a16="http://schemas.microsoft.com/office/drawing/2014/main" id="{CB0012D3-89AF-090B-DE4D-D39500ABB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1322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62" name="Text Box 48">
              <a:extLst>
                <a:ext uri="{FF2B5EF4-FFF2-40B4-BE49-F238E27FC236}">
                  <a16:creationId xmlns:a16="http://schemas.microsoft.com/office/drawing/2014/main" id="{6B82FE94-66F7-5B02-D70E-98853E59D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1541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63" name="Text Box 49">
              <a:extLst>
                <a:ext uri="{FF2B5EF4-FFF2-40B4-BE49-F238E27FC236}">
                  <a16:creationId xmlns:a16="http://schemas.microsoft.com/office/drawing/2014/main" id="{BEE78DD1-157F-943F-D585-981BF10A0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17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01</a:t>
              </a:r>
            </a:p>
          </p:txBody>
        </p:sp>
        <p:sp>
          <p:nvSpPr>
            <p:cNvPr id="64" name="Text Box 50">
              <a:extLst>
                <a:ext uri="{FF2B5EF4-FFF2-40B4-BE49-F238E27FC236}">
                  <a16:creationId xmlns:a16="http://schemas.microsoft.com/office/drawing/2014/main" id="{B8D0B24C-1B23-6090-3B5B-24E9BE191B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190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65" name="Text Box 51">
              <a:extLst>
                <a:ext uri="{FF2B5EF4-FFF2-40B4-BE49-F238E27FC236}">
                  <a16:creationId xmlns:a16="http://schemas.microsoft.com/office/drawing/2014/main" id="{310E9029-4592-FD18-A6F5-EDBC2DDFA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" y="208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9900FF"/>
                  </a:solidFill>
                </a:rPr>
                <a:t>10</a:t>
              </a:r>
            </a:p>
          </p:txBody>
        </p:sp>
        <p:sp>
          <p:nvSpPr>
            <p:cNvPr id="66" name="Line 52">
              <a:extLst>
                <a:ext uri="{FF2B5EF4-FFF2-40B4-BE49-F238E27FC236}">
                  <a16:creationId xmlns:a16="http://schemas.microsoft.com/office/drawing/2014/main" id="{B74E2941-F9EA-C336-F9AD-4C03F902C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" y="1557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53">
              <a:extLst>
                <a:ext uri="{FF2B5EF4-FFF2-40B4-BE49-F238E27FC236}">
                  <a16:creationId xmlns:a16="http://schemas.microsoft.com/office/drawing/2014/main" id="{A08C97BA-FFA4-4DC6-319D-0A13418E3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" y="1342"/>
              <a:ext cx="0" cy="9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54">
              <a:extLst>
                <a:ext uri="{FF2B5EF4-FFF2-40B4-BE49-F238E27FC236}">
                  <a16:creationId xmlns:a16="http://schemas.microsoft.com/office/drawing/2014/main" id="{958326F6-F65A-9B2B-3B1C-687F8D7BC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139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69" name="Text Box 55">
              <a:extLst>
                <a:ext uri="{FF2B5EF4-FFF2-40B4-BE49-F238E27FC236}">
                  <a16:creationId xmlns:a16="http://schemas.microsoft.com/office/drawing/2014/main" id="{013933A4-1586-519F-A8A1-22B137F62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9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1</a:t>
              </a:r>
              <a:r>
                <a:rPr kumimoji="1" lang="en-US" altLang="zh-CN" sz="2400" b="0"/>
                <a:t>0</a:t>
              </a:r>
            </a:p>
          </p:txBody>
        </p:sp>
        <p:sp>
          <p:nvSpPr>
            <p:cNvPr id="70" name="Text Box 56">
              <a:extLst>
                <a:ext uri="{FF2B5EF4-FFF2-40B4-BE49-F238E27FC236}">
                  <a16:creationId xmlns:a16="http://schemas.microsoft.com/office/drawing/2014/main" id="{522BDD9B-1048-320C-C423-B8CCB348C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" y="1139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30000">
                  <a:ea typeface="楷体_GB2312" pitchFamily="49" charset="-122"/>
                </a:rPr>
                <a:t>+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71" name="Text Box 57">
              <a:extLst>
                <a:ext uri="{FF2B5EF4-FFF2-40B4-BE49-F238E27FC236}">
                  <a16:creationId xmlns:a16="http://schemas.microsoft.com/office/drawing/2014/main" id="{6BD56E5E-541E-8F70-9E63-D1E33EF47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2" name="Text Box 58">
              <a:extLst>
                <a:ext uri="{FF2B5EF4-FFF2-40B4-BE49-F238E27FC236}">
                  <a16:creationId xmlns:a16="http://schemas.microsoft.com/office/drawing/2014/main" id="{07E8ED2E-D639-049C-467A-9DB0CED9A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3" name="Text Box 59">
              <a:extLst>
                <a:ext uri="{FF2B5EF4-FFF2-40B4-BE49-F238E27FC236}">
                  <a16:creationId xmlns:a16="http://schemas.microsoft.com/office/drawing/2014/main" id="{A3A045BD-47CF-D163-4151-5223CC3B9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4" name="Text Box 60">
              <a:extLst>
                <a:ext uri="{FF2B5EF4-FFF2-40B4-BE49-F238E27FC236}">
                  <a16:creationId xmlns:a16="http://schemas.microsoft.com/office/drawing/2014/main" id="{04186303-88A0-47B5-B889-F7958E699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5" name="Text Box 61">
              <a:extLst>
                <a:ext uri="{FF2B5EF4-FFF2-40B4-BE49-F238E27FC236}">
                  <a16:creationId xmlns:a16="http://schemas.microsoft.com/office/drawing/2014/main" id="{D4536306-5D31-A9F6-22CB-18E091E67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76" name="Text Box 62">
              <a:extLst>
                <a:ext uri="{FF2B5EF4-FFF2-40B4-BE49-F238E27FC236}">
                  <a16:creationId xmlns:a16="http://schemas.microsoft.com/office/drawing/2014/main" id="{41ED08A4-2AA8-EBF0-6258-134393AAF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7" name="Text Box 63">
              <a:extLst>
                <a:ext uri="{FF2B5EF4-FFF2-40B4-BE49-F238E27FC236}">
                  <a16:creationId xmlns:a16="http://schemas.microsoft.com/office/drawing/2014/main" id="{61DC3F43-D0AE-DF6D-A30C-E30B72AB1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8" name="Text Box 64">
              <a:extLst>
                <a:ext uri="{FF2B5EF4-FFF2-40B4-BE49-F238E27FC236}">
                  <a16:creationId xmlns:a16="http://schemas.microsoft.com/office/drawing/2014/main" id="{30834C07-1E8E-0D1A-A2D7-43497A6266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79" name="Text Box 65">
              <a:extLst>
                <a:ext uri="{FF2B5EF4-FFF2-40B4-BE49-F238E27FC236}">
                  <a16:creationId xmlns:a16="http://schemas.microsoft.com/office/drawing/2014/main" id="{610DE027-1920-FFD4-91F1-B4A70189A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0" name="Text Box 66">
              <a:extLst>
                <a:ext uri="{FF2B5EF4-FFF2-40B4-BE49-F238E27FC236}">
                  <a16:creationId xmlns:a16="http://schemas.microsoft.com/office/drawing/2014/main" id="{941975DA-5A52-A633-BE57-FC256A94C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81" name="Text Box 67">
              <a:extLst>
                <a:ext uri="{FF2B5EF4-FFF2-40B4-BE49-F238E27FC236}">
                  <a16:creationId xmlns:a16="http://schemas.microsoft.com/office/drawing/2014/main" id="{85F06123-1E96-0ACA-C59D-41999B3BF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82" name="Text Box 68">
              <a:extLst>
                <a:ext uri="{FF2B5EF4-FFF2-40B4-BE49-F238E27FC236}">
                  <a16:creationId xmlns:a16="http://schemas.microsoft.com/office/drawing/2014/main" id="{C2C05F4B-BF0B-5D96-2727-1962C6796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3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3" name="Text Box 69">
              <a:extLst>
                <a:ext uri="{FF2B5EF4-FFF2-40B4-BE49-F238E27FC236}">
                  <a16:creationId xmlns:a16="http://schemas.microsoft.com/office/drawing/2014/main" id="{5DE5F788-641B-958C-3B13-4B35225E0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84" name="Text Box 70">
              <a:extLst>
                <a:ext uri="{FF2B5EF4-FFF2-40B4-BE49-F238E27FC236}">
                  <a16:creationId xmlns:a16="http://schemas.microsoft.com/office/drawing/2014/main" id="{F89949ED-3F51-33A9-0442-F45B2DED9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85" name="Text Box 71">
              <a:extLst>
                <a:ext uri="{FF2B5EF4-FFF2-40B4-BE49-F238E27FC236}">
                  <a16:creationId xmlns:a16="http://schemas.microsoft.com/office/drawing/2014/main" id="{77A50C2C-CE73-1DD5-EFB4-B2B2A7B5BF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86" name="Text Box 72">
              <a:extLst>
                <a:ext uri="{FF2B5EF4-FFF2-40B4-BE49-F238E27FC236}">
                  <a16:creationId xmlns:a16="http://schemas.microsoft.com/office/drawing/2014/main" id="{4A4E625B-FCB9-23E5-7A4E-7EC75EF10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grpSp>
        <p:nvGrpSpPr>
          <p:cNvPr id="87" name="Group 163">
            <a:extLst>
              <a:ext uri="{FF2B5EF4-FFF2-40B4-BE49-F238E27FC236}">
                <a16:creationId xmlns:a16="http://schemas.microsoft.com/office/drawing/2014/main" id="{FC84342D-BE81-C1B4-B1F8-09A6A915DC28}"/>
              </a:ext>
            </a:extLst>
          </p:cNvPr>
          <p:cNvGrpSpPr>
            <a:grpSpLocks/>
          </p:cNvGrpSpPr>
          <p:nvPr/>
        </p:nvGrpSpPr>
        <p:grpSpPr bwMode="auto">
          <a:xfrm>
            <a:off x="4044950" y="4521200"/>
            <a:ext cx="1079500" cy="1152525"/>
            <a:chOff x="1043" y="1570"/>
            <a:chExt cx="680" cy="726"/>
          </a:xfrm>
        </p:grpSpPr>
        <p:sp>
          <p:nvSpPr>
            <p:cNvPr id="88" name="AutoShape 164">
              <a:extLst>
                <a:ext uri="{FF2B5EF4-FFF2-40B4-BE49-F238E27FC236}">
                  <a16:creationId xmlns:a16="http://schemas.microsoft.com/office/drawing/2014/main" id="{86EAF3D1-5FA7-1D58-C388-594028098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1752"/>
              <a:ext cx="408" cy="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9" name="AutoShape 165">
              <a:extLst>
                <a:ext uri="{FF2B5EF4-FFF2-40B4-BE49-F238E27FC236}">
                  <a16:creationId xmlns:a16="http://schemas.microsoft.com/office/drawing/2014/main" id="{52799B00-11E3-B0BF-8824-2FEFF8885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70"/>
              <a:ext cx="204" cy="726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90" name="AutoShape 185">
            <a:extLst>
              <a:ext uri="{FF2B5EF4-FFF2-40B4-BE49-F238E27FC236}">
                <a16:creationId xmlns:a16="http://schemas.microsoft.com/office/drawing/2014/main" id="{C5AE5057-80E8-B879-73E4-E86543E44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663" y="5421313"/>
            <a:ext cx="647700" cy="2508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91" name="Group 4">
            <a:extLst>
              <a:ext uri="{FF2B5EF4-FFF2-40B4-BE49-F238E27FC236}">
                <a16:creationId xmlns:a16="http://schemas.microsoft.com/office/drawing/2014/main" id="{780FA747-37B0-F691-5B48-D514262F9D59}"/>
              </a:ext>
            </a:extLst>
          </p:cNvPr>
          <p:cNvGrpSpPr>
            <a:grpSpLocks/>
          </p:cNvGrpSpPr>
          <p:nvPr/>
        </p:nvGrpSpPr>
        <p:grpSpPr bwMode="auto">
          <a:xfrm>
            <a:off x="211138" y="2399408"/>
            <a:ext cx="2251075" cy="1873250"/>
            <a:chOff x="295" y="1139"/>
            <a:chExt cx="1418" cy="1180"/>
          </a:xfrm>
        </p:grpSpPr>
        <p:sp>
          <p:nvSpPr>
            <p:cNvPr id="92" name="Text Box 5">
              <a:extLst>
                <a:ext uri="{FF2B5EF4-FFF2-40B4-BE49-F238E27FC236}">
                  <a16:creationId xmlns:a16="http://schemas.microsoft.com/office/drawing/2014/main" id="{DA98506E-158A-B9CE-8798-EF4B3BCA5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3" name="Text Box 6">
              <a:extLst>
                <a:ext uri="{FF2B5EF4-FFF2-40B4-BE49-F238E27FC236}">
                  <a16:creationId xmlns:a16="http://schemas.microsoft.com/office/drawing/2014/main" id="{67455256-C781-4699-9BF5-55ECDB398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4" name="Text Box 7">
              <a:extLst>
                <a:ext uri="{FF2B5EF4-FFF2-40B4-BE49-F238E27FC236}">
                  <a16:creationId xmlns:a16="http://schemas.microsoft.com/office/drawing/2014/main" id="{5C0703CB-D96D-7582-A2B1-57E58250D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5" name="Text Box 8">
              <a:extLst>
                <a:ext uri="{FF2B5EF4-FFF2-40B4-BE49-F238E27FC236}">
                  <a16:creationId xmlns:a16="http://schemas.microsoft.com/office/drawing/2014/main" id="{A5B9B1BD-AC0A-22C1-758F-93C0EA07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1322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96" name="Text Box 9">
              <a:extLst>
                <a:ext uri="{FF2B5EF4-FFF2-40B4-BE49-F238E27FC236}">
                  <a16:creationId xmlns:a16="http://schemas.microsoft.com/office/drawing/2014/main" id="{0F6B86A7-97C1-8F94-FC59-6D8110D6E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1541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7" name="Text Box 10">
              <a:extLst>
                <a:ext uri="{FF2B5EF4-FFF2-40B4-BE49-F238E27FC236}">
                  <a16:creationId xmlns:a16="http://schemas.microsoft.com/office/drawing/2014/main" id="{5083641D-BEF6-7A6D-A636-1506C6EC8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17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8" name="Text Box 11">
              <a:extLst>
                <a:ext uri="{FF2B5EF4-FFF2-40B4-BE49-F238E27FC236}">
                  <a16:creationId xmlns:a16="http://schemas.microsoft.com/office/drawing/2014/main" id="{47A12759-74A4-EEAC-474A-D81B0F200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190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9" name="Text Box 12">
              <a:extLst>
                <a:ext uri="{FF2B5EF4-FFF2-40B4-BE49-F238E27FC236}">
                  <a16:creationId xmlns:a16="http://schemas.microsoft.com/office/drawing/2014/main" id="{D594DF72-9E8B-65D8-4EF9-FAB016A46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" y="208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00" name="Line 13">
              <a:extLst>
                <a:ext uri="{FF2B5EF4-FFF2-40B4-BE49-F238E27FC236}">
                  <a16:creationId xmlns:a16="http://schemas.microsoft.com/office/drawing/2014/main" id="{E56ACAFE-EDAC-2AB0-3C60-7C015AC1A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" y="1557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4">
              <a:extLst>
                <a:ext uri="{FF2B5EF4-FFF2-40B4-BE49-F238E27FC236}">
                  <a16:creationId xmlns:a16="http://schemas.microsoft.com/office/drawing/2014/main" id="{544A45D6-8185-2EBD-5C83-85134EBC7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" y="1342"/>
              <a:ext cx="0" cy="9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 Box 15">
              <a:extLst>
                <a:ext uri="{FF2B5EF4-FFF2-40B4-BE49-F238E27FC236}">
                  <a16:creationId xmlns:a16="http://schemas.microsoft.com/office/drawing/2014/main" id="{06D6000C-BE59-E930-5011-12602DC14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139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03" name="Text Box 16">
              <a:extLst>
                <a:ext uri="{FF2B5EF4-FFF2-40B4-BE49-F238E27FC236}">
                  <a16:creationId xmlns:a16="http://schemas.microsoft.com/office/drawing/2014/main" id="{A39CD6B0-37BC-75F8-BE08-FB6876DDF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9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04" name="Text Box 17">
              <a:extLst>
                <a:ext uri="{FF2B5EF4-FFF2-40B4-BE49-F238E27FC236}">
                  <a16:creationId xmlns:a16="http://schemas.microsoft.com/office/drawing/2014/main" id="{EFF9F742-0736-0D22-8A30-3AA9A0799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" y="1139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30000">
                  <a:ea typeface="楷体_GB2312" pitchFamily="49" charset="-122"/>
                </a:rPr>
                <a:t>+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105" name="Text Box 18">
              <a:extLst>
                <a:ext uri="{FF2B5EF4-FFF2-40B4-BE49-F238E27FC236}">
                  <a16:creationId xmlns:a16="http://schemas.microsoft.com/office/drawing/2014/main" id="{3C3B1CE8-39D3-11A7-4674-F378FEFD05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6" name="Text Box 19">
              <a:extLst>
                <a:ext uri="{FF2B5EF4-FFF2-40B4-BE49-F238E27FC236}">
                  <a16:creationId xmlns:a16="http://schemas.microsoft.com/office/drawing/2014/main" id="{B516C09D-C782-8FF0-7795-58D730463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7" name="Text Box 20">
              <a:extLst>
                <a:ext uri="{FF2B5EF4-FFF2-40B4-BE49-F238E27FC236}">
                  <a16:creationId xmlns:a16="http://schemas.microsoft.com/office/drawing/2014/main" id="{8A6B8D9F-09AD-A1BE-A90E-87A3F23D1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8" name="Text Box 21">
              <a:extLst>
                <a:ext uri="{FF2B5EF4-FFF2-40B4-BE49-F238E27FC236}">
                  <a16:creationId xmlns:a16="http://schemas.microsoft.com/office/drawing/2014/main" id="{DB190BF5-371D-BF37-CE94-A4D03311D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9" name="Text Box 22">
              <a:extLst>
                <a:ext uri="{FF2B5EF4-FFF2-40B4-BE49-F238E27FC236}">
                  <a16:creationId xmlns:a16="http://schemas.microsoft.com/office/drawing/2014/main" id="{17D85A73-F5C9-211A-0597-C0E664B95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0" name="Text Box 23">
              <a:extLst>
                <a:ext uri="{FF2B5EF4-FFF2-40B4-BE49-F238E27FC236}">
                  <a16:creationId xmlns:a16="http://schemas.microsoft.com/office/drawing/2014/main" id="{6F47A222-434A-A33F-2E44-EC678BBAE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1" name="Text Box 24">
              <a:extLst>
                <a:ext uri="{FF2B5EF4-FFF2-40B4-BE49-F238E27FC236}">
                  <a16:creationId xmlns:a16="http://schemas.microsoft.com/office/drawing/2014/main" id="{5D167BA8-B8D8-ED28-2480-FE2A6305D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2" name="Text Box 25">
              <a:extLst>
                <a:ext uri="{FF2B5EF4-FFF2-40B4-BE49-F238E27FC236}">
                  <a16:creationId xmlns:a16="http://schemas.microsoft.com/office/drawing/2014/main" id="{B96EBD88-F5ED-94F0-DB68-8D99EDB8F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3" name="Text Box 26">
              <a:extLst>
                <a:ext uri="{FF2B5EF4-FFF2-40B4-BE49-F238E27FC236}">
                  <a16:creationId xmlns:a16="http://schemas.microsoft.com/office/drawing/2014/main" id="{C0A2598F-D412-5E37-A140-73725C2F6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4" name="Text Box 27">
              <a:extLst>
                <a:ext uri="{FF2B5EF4-FFF2-40B4-BE49-F238E27FC236}">
                  <a16:creationId xmlns:a16="http://schemas.microsoft.com/office/drawing/2014/main" id="{9B4BAB75-71A1-244B-6CEC-4EBA98798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5" name="Text Box 28">
              <a:extLst>
                <a:ext uri="{FF2B5EF4-FFF2-40B4-BE49-F238E27FC236}">
                  <a16:creationId xmlns:a16="http://schemas.microsoft.com/office/drawing/2014/main" id="{E18D769B-EB54-7D45-84E7-4DB62C17B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6" name="Text Box 29">
              <a:extLst>
                <a:ext uri="{FF2B5EF4-FFF2-40B4-BE49-F238E27FC236}">
                  <a16:creationId xmlns:a16="http://schemas.microsoft.com/office/drawing/2014/main" id="{BA567F2E-884B-0D5C-5DC2-BC9724850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3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7" name="Text Box 30">
              <a:extLst>
                <a:ext uri="{FF2B5EF4-FFF2-40B4-BE49-F238E27FC236}">
                  <a16:creationId xmlns:a16="http://schemas.microsoft.com/office/drawing/2014/main" id="{9C9DD422-4BF2-58B8-141C-E69199871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8" name="Text Box 31">
              <a:extLst>
                <a:ext uri="{FF2B5EF4-FFF2-40B4-BE49-F238E27FC236}">
                  <a16:creationId xmlns:a16="http://schemas.microsoft.com/office/drawing/2014/main" id="{EF4DE137-5D2A-E820-8886-06BA46E45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9" name="Text Box 32">
              <a:extLst>
                <a:ext uri="{FF2B5EF4-FFF2-40B4-BE49-F238E27FC236}">
                  <a16:creationId xmlns:a16="http://schemas.microsoft.com/office/drawing/2014/main" id="{D43E1DB9-24DD-0435-F7C9-080DC121E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20" name="Text Box 33">
              <a:extLst>
                <a:ext uri="{FF2B5EF4-FFF2-40B4-BE49-F238E27FC236}">
                  <a16:creationId xmlns:a16="http://schemas.microsoft.com/office/drawing/2014/main" id="{DA4330F4-81F0-2FDF-EB6D-4BD70639A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7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grpSp>
        <p:nvGrpSpPr>
          <p:cNvPr id="121" name="Group 160">
            <a:extLst>
              <a:ext uri="{FF2B5EF4-FFF2-40B4-BE49-F238E27FC236}">
                <a16:creationId xmlns:a16="http://schemas.microsoft.com/office/drawing/2014/main" id="{EAF213A0-9F16-5FBE-D139-AFF05CDCBEF0}"/>
              </a:ext>
            </a:extLst>
          </p:cNvPr>
          <p:cNvGrpSpPr>
            <a:grpSpLocks/>
          </p:cNvGrpSpPr>
          <p:nvPr/>
        </p:nvGrpSpPr>
        <p:grpSpPr bwMode="auto">
          <a:xfrm>
            <a:off x="1398588" y="3083620"/>
            <a:ext cx="1079500" cy="1152525"/>
            <a:chOff x="1043" y="1570"/>
            <a:chExt cx="680" cy="726"/>
          </a:xfrm>
        </p:grpSpPr>
        <p:sp>
          <p:nvSpPr>
            <p:cNvPr id="122" name="AutoShape 161">
              <a:extLst>
                <a:ext uri="{FF2B5EF4-FFF2-40B4-BE49-F238E27FC236}">
                  <a16:creationId xmlns:a16="http://schemas.microsoft.com/office/drawing/2014/main" id="{28A9654B-D151-BF0B-80F5-402CECEC9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1752"/>
              <a:ext cx="408" cy="36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3" name="AutoShape 162">
              <a:extLst>
                <a:ext uri="{FF2B5EF4-FFF2-40B4-BE49-F238E27FC236}">
                  <a16:creationId xmlns:a16="http://schemas.microsoft.com/office/drawing/2014/main" id="{B3B01B9B-BCE7-E728-235A-A31C2E575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70"/>
              <a:ext cx="204" cy="726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124" name="Group 177">
            <a:extLst>
              <a:ext uri="{FF2B5EF4-FFF2-40B4-BE49-F238E27FC236}">
                <a16:creationId xmlns:a16="http://schemas.microsoft.com/office/drawing/2014/main" id="{A764FED2-DD14-120D-627D-6450A5980670}"/>
              </a:ext>
            </a:extLst>
          </p:cNvPr>
          <p:cNvGrpSpPr>
            <a:grpSpLocks/>
          </p:cNvGrpSpPr>
          <p:nvPr/>
        </p:nvGrpSpPr>
        <p:grpSpPr bwMode="auto">
          <a:xfrm>
            <a:off x="282575" y="4344095"/>
            <a:ext cx="2214563" cy="396875"/>
            <a:chOff x="295" y="2341"/>
            <a:chExt cx="1395" cy="250"/>
          </a:xfrm>
        </p:grpSpPr>
        <p:sp>
          <p:nvSpPr>
            <p:cNvPr id="125" name="Rectangle 178">
              <a:extLst>
                <a:ext uri="{FF2B5EF4-FFF2-40B4-BE49-F238E27FC236}">
                  <a16:creationId xmlns:a16="http://schemas.microsoft.com/office/drawing/2014/main" id="{C406AC0B-1C56-ACE5-3199-C70F576F5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341"/>
              <a:ext cx="13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 baseline="35000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126" name="Line 179">
              <a:extLst>
                <a:ext uri="{FF2B5EF4-FFF2-40B4-BE49-F238E27FC236}">
                  <a16:creationId xmlns:a16="http://schemas.microsoft.com/office/drawing/2014/main" id="{E87A2307-BE16-0C54-92E8-94DDF3AE9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238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27" name="直接连接符 204">
            <a:extLst>
              <a:ext uri="{FF2B5EF4-FFF2-40B4-BE49-F238E27FC236}">
                <a16:creationId xmlns:a16="http://schemas.microsoft.com/office/drawing/2014/main" id="{5E58C23E-0091-9B09-3A28-5D8EA29846A8}"/>
              </a:ext>
            </a:extLst>
          </p:cNvPr>
          <p:cNvCxnSpPr/>
          <p:nvPr/>
        </p:nvCxnSpPr>
        <p:spPr>
          <a:xfrm flipV="1">
            <a:off x="531812" y="1291254"/>
            <a:ext cx="2471738" cy="158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8" name="直接连接符 205">
            <a:extLst>
              <a:ext uri="{FF2B5EF4-FFF2-40B4-BE49-F238E27FC236}">
                <a16:creationId xmlns:a16="http://schemas.microsoft.com/office/drawing/2014/main" id="{099D97B4-947A-984C-A84E-9DD51C33F9BE}"/>
              </a:ext>
            </a:extLst>
          </p:cNvPr>
          <p:cNvCxnSpPr>
            <a:endCxn id="125" idx="3"/>
          </p:cNvCxnSpPr>
          <p:nvPr/>
        </p:nvCxnSpPr>
        <p:spPr>
          <a:xfrm>
            <a:off x="357188" y="2594670"/>
            <a:ext cx="2139950" cy="19478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9" name="直接连接符 206">
            <a:extLst>
              <a:ext uri="{FF2B5EF4-FFF2-40B4-BE49-F238E27FC236}">
                <a16:creationId xmlns:a16="http://schemas.microsoft.com/office/drawing/2014/main" id="{49C13E31-8127-7A6E-6322-0F8DE1C21BE3}"/>
              </a:ext>
            </a:extLst>
          </p:cNvPr>
          <p:cNvCxnSpPr/>
          <p:nvPr/>
        </p:nvCxnSpPr>
        <p:spPr>
          <a:xfrm flipV="1">
            <a:off x="320675" y="2524820"/>
            <a:ext cx="2324100" cy="2146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30" name="Group 209">
            <a:extLst>
              <a:ext uri="{FF2B5EF4-FFF2-40B4-BE49-F238E27FC236}">
                <a16:creationId xmlns:a16="http://schemas.microsoft.com/office/drawing/2014/main" id="{1D36BDB5-BE43-97A1-3A1B-28D064C5B0CA}"/>
              </a:ext>
            </a:extLst>
          </p:cNvPr>
          <p:cNvGrpSpPr>
            <a:grpSpLocks/>
          </p:cNvGrpSpPr>
          <p:nvPr/>
        </p:nvGrpSpPr>
        <p:grpSpPr bwMode="auto">
          <a:xfrm>
            <a:off x="1646238" y="5856288"/>
            <a:ext cx="3514725" cy="396875"/>
            <a:chOff x="3447" y="3588"/>
            <a:chExt cx="2214" cy="250"/>
          </a:xfrm>
        </p:grpSpPr>
        <p:sp>
          <p:nvSpPr>
            <p:cNvPr id="131" name="Rectangle 189">
              <a:extLst>
                <a:ext uri="{FF2B5EF4-FFF2-40B4-BE49-F238E27FC236}">
                  <a16:creationId xmlns:a16="http://schemas.microsoft.com/office/drawing/2014/main" id="{8DF9FDE5-98E8-EF22-140D-4AE84DA96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3588"/>
              <a:ext cx="2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 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</a:t>
              </a:r>
              <a:endParaRPr kumimoji="1" lang="zh-CN" altLang="en-US" sz="2000" baseline="35000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132" name="Line 191">
              <a:extLst>
                <a:ext uri="{FF2B5EF4-FFF2-40B4-BE49-F238E27FC236}">
                  <a16:creationId xmlns:a16="http://schemas.microsoft.com/office/drawing/2014/main" id="{7C30F455-E8F1-7680-CBD6-9B9FD59F7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3633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192">
              <a:extLst>
                <a:ext uri="{FF2B5EF4-FFF2-40B4-BE49-F238E27FC236}">
                  <a16:creationId xmlns:a16="http://schemas.microsoft.com/office/drawing/2014/main" id="{A0EB606F-EB10-EF48-F4BB-6885D2092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5" y="3633"/>
              <a:ext cx="13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194">
              <a:extLst>
                <a:ext uri="{FF2B5EF4-FFF2-40B4-BE49-F238E27FC236}">
                  <a16:creationId xmlns:a16="http://schemas.microsoft.com/office/drawing/2014/main" id="{D9B1234A-0EA8-218B-9795-F87A2B0D6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5" y="3633"/>
              <a:ext cx="13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5" name="文本框 134">
            <a:extLst>
              <a:ext uri="{FF2B5EF4-FFF2-40B4-BE49-F238E27FC236}">
                <a16:creationId xmlns:a16="http://schemas.microsoft.com/office/drawing/2014/main" id="{8BA674CC-0973-BD1B-4E78-AA536D9A3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1074" y="596539"/>
            <a:ext cx="4062916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zh-CN" sz="2000" b="0">
                <a:latin typeface="+mj-ea"/>
                <a:ea typeface="+mj-ea"/>
              </a:rPr>
              <a:t>这里采用了</a:t>
            </a:r>
            <a:r>
              <a:rPr lang="en-US" altLang="zh-CN" sz="2000" b="0">
                <a:latin typeface="+mj-ea"/>
                <a:ea typeface="+mj-ea"/>
              </a:rPr>
              <a:t>011-&gt;100-&gt;111</a:t>
            </a:r>
            <a:r>
              <a:rPr lang="zh-CN" altLang="zh-CN" sz="2000" b="0">
                <a:latin typeface="+mj-ea"/>
                <a:ea typeface="+mj-ea"/>
              </a:rPr>
              <a:t>，</a:t>
            </a:r>
            <a:endParaRPr lang="en-US" altLang="zh-CN" sz="2000" b="0">
              <a:latin typeface="+mj-ea"/>
              <a:ea typeface="+mj-ea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zh-CN" sz="2000" b="0">
                <a:latin typeface="+mj-ea"/>
                <a:ea typeface="+mj-ea"/>
              </a:rPr>
              <a:t>也可以采用</a:t>
            </a:r>
            <a:r>
              <a:rPr lang="en-US" altLang="zh-CN" sz="2000" b="0">
                <a:latin typeface="+mj-ea"/>
                <a:ea typeface="+mj-ea"/>
              </a:rPr>
              <a:t>100-&gt;011-&gt;101/110</a:t>
            </a:r>
            <a:endParaRPr lang="zh-CN" altLang="en-US" sz="2000" b="0">
              <a:latin typeface="+mj-ea"/>
              <a:ea typeface="+mj-ea"/>
            </a:endParaRPr>
          </a:p>
        </p:txBody>
      </p:sp>
      <p:grpSp>
        <p:nvGrpSpPr>
          <p:cNvPr id="136" name="Group 177">
            <a:extLst>
              <a:ext uri="{FF2B5EF4-FFF2-40B4-BE49-F238E27FC236}">
                <a16:creationId xmlns:a16="http://schemas.microsoft.com/office/drawing/2014/main" id="{6FFD9939-F7A7-8AD7-0489-3444226AFD91}"/>
              </a:ext>
            </a:extLst>
          </p:cNvPr>
          <p:cNvGrpSpPr>
            <a:grpSpLocks/>
          </p:cNvGrpSpPr>
          <p:nvPr/>
        </p:nvGrpSpPr>
        <p:grpSpPr bwMode="auto">
          <a:xfrm>
            <a:off x="580571" y="1087620"/>
            <a:ext cx="2214563" cy="396875"/>
            <a:chOff x="295" y="2341"/>
            <a:chExt cx="1395" cy="250"/>
          </a:xfrm>
        </p:grpSpPr>
        <p:sp>
          <p:nvSpPr>
            <p:cNvPr id="137" name="Rectangle 178">
              <a:extLst>
                <a:ext uri="{FF2B5EF4-FFF2-40B4-BE49-F238E27FC236}">
                  <a16:creationId xmlns:a16="http://schemas.microsoft.com/office/drawing/2014/main" id="{97224C6E-E3D6-529D-FB5A-FED55CF87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341"/>
              <a:ext cx="13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 baseline="35000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138" name="Line 179">
              <a:extLst>
                <a:ext uri="{FF2B5EF4-FFF2-40B4-BE49-F238E27FC236}">
                  <a16:creationId xmlns:a16="http://schemas.microsoft.com/office/drawing/2014/main" id="{77AFCBDD-8160-B0B7-AC67-02217C275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238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9" name="Group 183">
            <a:extLst>
              <a:ext uri="{FF2B5EF4-FFF2-40B4-BE49-F238E27FC236}">
                <a16:creationId xmlns:a16="http://schemas.microsoft.com/office/drawing/2014/main" id="{9F2D1E32-6660-CC62-DAD6-2C8994B1B647}"/>
              </a:ext>
            </a:extLst>
          </p:cNvPr>
          <p:cNvGrpSpPr>
            <a:grpSpLocks/>
          </p:cNvGrpSpPr>
          <p:nvPr/>
        </p:nvGrpSpPr>
        <p:grpSpPr bwMode="auto">
          <a:xfrm>
            <a:off x="529771" y="1868670"/>
            <a:ext cx="2255838" cy="396875"/>
            <a:chOff x="270" y="3748"/>
            <a:chExt cx="1421" cy="250"/>
          </a:xfrm>
        </p:grpSpPr>
        <p:sp>
          <p:nvSpPr>
            <p:cNvPr id="140" name="Rectangle 184">
              <a:extLst>
                <a:ext uri="{FF2B5EF4-FFF2-40B4-BE49-F238E27FC236}">
                  <a16:creationId xmlns:a16="http://schemas.microsoft.com/office/drawing/2014/main" id="{14CAE87A-7530-ACE0-5C97-7E32069E5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748"/>
              <a:ext cx="1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141" name="Line 185">
              <a:extLst>
                <a:ext uri="{FF2B5EF4-FFF2-40B4-BE49-F238E27FC236}">
                  <a16:creationId xmlns:a16="http://schemas.microsoft.com/office/drawing/2014/main" id="{8D101AF3-75FE-F248-CDB3-4FC09D284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3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186">
              <a:extLst>
                <a:ext uri="{FF2B5EF4-FFF2-40B4-BE49-F238E27FC236}">
                  <a16:creationId xmlns:a16="http://schemas.microsoft.com/office/drawing/2014/main" id="{E8D35A03-5E99-F54D-20A8-7FE313AC7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" name="组合 191">
            <a:extLst>
              <a:ext uri="{FF2B5EF4-FFF2-40B4-BE49-F238E27FC236}">
                <a16:creationId xmlns:a16="http://schemas.microsoft.com/office/drawing/2014/main" id="{34293AE3-9534-727F-675C-68C22D8EDB3A}"/>
              </a:ext>
            </a:extLst>
          </p:cNvPr>
          <p:cNvGrpSpPr>
            <a:grpSpLocks/>
          </p:cNvGrpSpPr>
          <p:nvPr/>
        </p:nvGrpSpPr>
        <p:grpSpPr bwMode="auto">
          <a:xfrm>
            <a:off x="559934" y="1495607"/>
            <a:ext cx="2214562" cy="396875"/>
            <a:chOff x="3078163" y="3752850"/>
            <a:chExt cx="2214562" cy="396875"/>
          </a:xfrm>
        </p:grpSpPr>
        <p:grpSp>
          <p:nvGrpSpPr>
            <p:cNvPr id="144" name="Group 180">
              <a:extLst>
                <a:ext uri="{FF2B5EF4-FFF2-40B4-BE49-F238E27FC236}">
                  <a16:creationId xmlns:a16="http://schemas.microsoft.com/office/drawing/2014/main" id="{56E20FAC-6E79-97C7-38E1-EC861ED11E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8163" y="3752850"/>
              <a:ext cx="2214562" cy="396875"/>
              <a:chOff x="1678" y="3884"/>
              <a:chExt cx="1395" cy="250"/>
            </a:xfrm>
          </p:grpSpPr>
          <p:sp>
            <p:nvSpPr>
              <p:cNvPr id="146" name="Rectangle 181">
                <a:extLst>
                  <a:ext uri="{FF2B5EF4-FFF2-40B4-BE49-F238E27FC236}">
                    <a16:creationId xmlns:a16="http://schemas.microsoft.com/office/drawing/2014/main" id="{D9849680-3FDD-AB86-2D5F-2AE851C78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" y="3884"/>
                <a:ext cx="139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1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n+1</a:t>
                </a:r>
                <a:r>
                  <a:rPr kumimoji="1" lang="en-US" altLang="zh-CN" sz="2000">
                    <a:ea typeface="楷体_GB2312" pitchFamily="49" charset="-122"/>
                  </a:rPr>
                  <a:t>=Q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2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  </a:t>
                </a:r>
                <a:r>
                  <a:rPr kumimoji="1" lang="en-US" altLang="zh-CN" sz="2000">
                    <a:ea typeface="楷体_GB2312" pitchFamily="49" charset="-122"/>
                  </a:rPr>
                  <a:t>A+Q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0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</a:t>
                </a:r>
                <a:r>
                  <a:rPr kumimoji="1" lang="en-US" altLang="zh-CN" sz="2000">
                    <a:ea typeface="楷体_GB2312" pitchFamily="49" charset="-122"/>
                  </a:rPr>
                  <a:t>A</a:t>
                </a:r>
                <a:endParaRPr kumimoji="1" lang="zh-CN" altLang="en-US" sz="2000" baseline="35000">
                  <a:solidFill>
                    <a:srgbClr val="FF33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47" name="Line 182">
                <a:extLst>
                  <a:ext uri="{FF2B5EF4-FFF2-40B4-BE49-F238E27FC236}">
                    <a16:creationId xmlns:a16="http://schemas.microsoft.com/office/drawing/2014/main" id="{56B07875-873F-3F5F-561B-957A998338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929"/>
                <a:ext cx="1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5" name="Line 182">
              <a:extLst>
                <a:ext uri="{FF2B5EF4-FFF2-40B4-BE49-F238E27FC236}">
                  <a16:creationId xmlns:a16="http://schemas.microsoft.com/office/drawing/2014/main" id="{CB6BE22B-16B3-386E-05E3-03BB55C5C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5" y="3824288"/>
              <a:ext cx="217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490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CCC38-CFDC-CAD7-E1C3-A7539038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kumimoji="1" lang="zh-CN" altLang="en-US" dirty="0"/>
              <a:t>可逆六进制计数器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84BA9B-92F3-8F39-ED1D-CFF0C63E5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kern="0" dirty="0"/>
              <a:t>修改设计，使其能够自启动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1C8520-042C-8BA3-B1E4-01AF8AB93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5D9B3F-CF0C-AA88-FD50-E9D40F866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21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6" name="Text Box 124">
            <a:extLst>
              <a:ext uri="{FF2B5EF4-FFF2-40B4-BE49-F238E27FC236}">
                <a16:creationId xmlns:a16="http://schemas.microsoft.com/office/drawing/2014/main" id="{55D4691E-67D2-44A3-80EC-03ADA853D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415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A=1</a:t>
            </a:r>
          </a:p>
        </p:txBody>
      </p:sp>
      <p:sp>
        <p:nvSpPr>
          <p:cNvPr id="7" name="Rectangle 125">
            <a:extLst>
              <a:ext uri="{FF2B5EF4-FFF2-40B4-BE49-F238E27FC236}">
                <a16:creationId xmlns:a16="http://schemas.microsoft.com/office/drawing/2014/main" id="{34609F60-E6E0-FAB7-0254-62DD05013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1952625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/</a:t>
            </a:r>
            <a:r>
              <a:rPr kumimoji="1" lang="en-US" altLang="zh-CN" sz="2000">
                <a:ea typeface="楷体_GB2312" pitchFamily="49" charset="-122"/>
              </a:rPr>
              <a:t>C</a:t>
            </a:r>
            <a:endParaRPr kumimoji="1" lang="zh-CN" altLang="en-US" sz="2000">
              <a:ea typeface="楷体_GB2312" pitchFamily="49" charset="-122"/>
            </a:endParaRPr>
          </a:p>
        </p:txBody>
      </p:sp>
      <p:sp>
        <p:nvSpPr>
          <p:cNvPr id="8" name="Line 126">
            <a:extLst>
              <a:ext uri="{FF2B5EF4-FFF2-40B4-BE49-F238E27FC236}">
                <a16:creationId xmlns:a16="http://schemas.microsoft.com/office/drawing/2014/main" id="{5E4F218F-C6EE-2C41-CBAA-40012A577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2459038"/>
            <a:ext cx="2095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27">
            <a:extLst>
              <a:ext uri="{FF2B5EF4-FFF2-40B4-BE49-F238E27FC236}">
                <a16:creationId xmlns:a16="http://schemas.microsoft.com/office/drawing/2014/main" id="{206E555F-D5ED-09D5-27B4-AFC2BCCDE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1989138"/>
            <a:ext cx="0" cy="3995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28">
            <a:extLst>
              <a:ext uri="{FF2B5EF4-FFF2-40B4-BE49-F238E27FC236}">
                <a16:creationId xmlns:a16="http://schemas.microsoft.com/office/drawing/2014/main" id="{BFCC62E8-893F-A886-DF0C-39BCF8F51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0" y="2459038"/>
            <a:ext cx="0" cy="3525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129">
            <a:extLst>
              <a:ext uri="{FF2B5EF4-FFF2-40B4-BE49-F238E27FC236}">
                <a16:creationId xmlns:a16="http://schemas.microsoft.com/office/drawing/2014/main" id="{049014A1-9928-B1EA-F60D-0F2A3D370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988" y="1397000"/>
            <a:ext cx="1327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12" name="Rectangle 130">
            <a:extLst>
              <a:ext uri="{FF2B5EF4-FFF2-40B4-BE49-F238E27FC236}">
                <a16:creationId xmlns:a16="http://schemas.microsoft.com/office/drawing/2014/main" id="{61E9DC6F-9DBE-0F33-1CA0-DFAE57CEC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2168525"/>
            <a:ext cx="1298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endParaRPr kumimoji="1" lang="zh-CN" altLang="en-US" sz="2000" baseline="35000">
              <a:ea typeface="楷体_GB2312" pitchFamily="49" charset="-122"/>
            </a:endParaRPr>
          </a:p>
        </p:txBody>
      </p:sp>
      <p:sp>
        <p:nvSpPr>
          <p:cNvPr id="13" name="Text Box 132">
            <a:extLst>
              <a:ext uri="{FF2B5EF4-FFF2-40B4-BE49-F238E27FC236}">
                <a16:creationId xmlns:a16="http://schemas.microsoft.com/office/drawing/2014/main" id="{FA522088-36D7-6B3D-6A82-0D5FA7E65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29606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sp>
        <p:nvSpPr>
          <p:cNvPr id="14" name="Text Box 133">
            <a:extLst>
              <a:ext uri="{FF2B5EF4-FFF2-40B4-BE49-F238E27FC236}">
                <a16:creationId xmlns:a16="http://schemas.microsoft.com/office/drawing/2014/main" id="{72F488E8-E08C-A2F3-4157-EF747B757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29606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010/1</a:t>
            </a:r>
          </a:p>
        </p:txBody>
      </p:sp>
      <p:sp>
        <p:nvSpPr>
          <p:cNvPr id="15" name="Text Box 134">
            <a:extLst>
              <a:ext uri="{FF2B5EF4-FFF2-40B4-BE49-F238E27FC236}">
                <a16:creationId xmlns:a16="http://schemas.microsoft.com/office/drawing/2014/main" id="{DDC52EA3-0F59-A92C-4A8D-864EF9A41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A=0</a:t>
            </a:r>
          </a:p>
        </p:txBody>
      </p:sp>
      <p:sp>
        <p:nvSpPr>
          <p:cNvPr id="16" name="Text Box 136">
            <a:extLst>
              <a:ext uri="{FF2B5EF4-FFF2-40B4-BE49-F238E27FC236}">
                <a16:creationId xmlns:a16="http://schemas.microsoft.com/office/drawing/2014/main" id="{EC20CA00-34BC-2ED8-D245-9BDAD1FD8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321050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17" name="Text Box 137">
            <a:extLst>
              <a:ext uri="{FF2B5EF4-FFF2-40B4-BE49-F238E27FC236}">
                <a16:creationId xmlns:a16="http://schemas.microsoft.com/office/drawing/2014/main" id="{C72E0F9F-3A98-B805-7EEB-A9270EA20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321050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000/0</a:t>
            </a:r>
          </a:p>
        </p:txBody>
      </p:sp>
      <p:sp>
        <p:nvSpPr>
          <p:cNvPr id="18" name="Text Box 139">
            <a:extLst>
              <a:ext uri="{FF2B5EF4-FFF2-40B4-BE49-F238E27FC236}">
                <a16:creationId xmlns:a16="http://schemas.microsoft.com/office/drawing/2014/main" id="{DF4803DF-313D-D710-AA86-EE36C903F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48275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000/1</a:t>
            </a:r>
          </a:p>
        </p:txBody>
      </p:sp>
      <p:sp>
        <p:nvSpPr>
          <p:cNvPr id="19" name="Text Box 140">
            <a:extLst>
              <a:ext uri="{FF2B5EF4-FFF2-40B4-BE49-F238E27FC236}">
                <a16:creationId xmlns:a16="http://schemas.microsoft.com/office/drawing/2014/main" id="{5198BBEE-9D51-A12D-6834-90B274100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48275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20" name="Text Box 142">
            <a:extLst>
              <a:ext uri="{FF2B5EF4-FFF2-40B4-BE49-F238E27FC236}">
                <a16:creationId xmlns:a16="http://schemas.microsoft.com/office/drawing/2014/main" id="{5DFD5716-52BF-E273-4EB1-5873B75A9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51927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9900"/>
                </a:solidFill>
              </a:rPr>
              <a:t>100</a:t>
            </a:r>
            <a:r>
              <a:rPr kumimoji="1" lang="en-US" altLang="zh-CN" sz="2400" b="0"/>
              <a:t>/x</a:t>
            </a:r>
          </a:p>
        </p:txBody>
      </p:sp>
      <p:sp>
        <p:nvSpPr>
          <p:cNvPr id="21" name="Text Box 143">
            <a:extLst>
              <a:ext uri="{FF2B5EF4-FFF2-40B4-BE49-F238E27FC236}">
                <a16:creationId xmlns:a16="http://schemas.microsoft.com/office/drawing/2014/main" id="{B7E5148A-DA24-5142-132E-17BAF5C60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51927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9900"/>
                </a:solidFill>
              </a:rPr>
              <a:t>100</a:t>
            </a:r>
            <a:r>
              <a:rPr kumimoji="1" lang="en-US" altLang="zh-CN" sz="2400" b="0"/>
              <a:t>/x</a:t>
            </a:r>
          </a:p>
        </p:txBody>
      </p:sp>
      <p:sp>
        <p:nvSpPr>
          <p:cNvPr id="22" name="Text Box 145">
            <a:extLst>
              <a:ext uri="{FF2B5EF4-FFF2-40B4-BE49-F238E27FC236}">
                <a16:creationId xmlns:a16="http://schemas.microsoft.com/office/drawing/2014/main" id="{B8D16A74-A813-C16B-AE04-BBF697F49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5553075"/>
            <a:ext cx="666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1</a:t>
            </a:r>
            <a:r>
              <a:rPr kumimoji="1" lang="en-US" altLang="zh-CN" sz="2400">
                <a:solidFill>
                  <a:srgbClr val="0000FF"/>
                </a:solidFill>
              </a:rPr>
              <a:t>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23" name="Text Box 146">
            <a:extLst>
              <a:ext uri="{FF2B5EF4-FFF2-40B4-BE49-F238E27FC236}">
                <a16:creationId xmlns:a16="http://schemas.microsoft.com/office/drawing/2014/main" id="{437F5579-C00D-938B-A457-5636D57AF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5553075"/>
            <a:ext cx="666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1</a:t>
            </a:r>
            <a:r>
              <a:rPr kumimoji="1" lang="en-US" altLang="zh-CN" sz="2400">
                <a:solidFill>
                  <a:srgbClr val="0000FF"/>
                </a:solidFill>
              </a:rPr>
              <a:t>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24" name="Text Box 148">
            <a:extLst>
              <a:ext uri="{FF2B5EF4-FFF2-40B4-BE49-F238E27FC236}">
                <a16:creationId xmlns:a16="http://schemas.microsoft.com/office/drawing/2014/main" id="{B97CB447-A387-9425-6D5E-BE64D7F02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6814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25" name="Text Box 149">
            <a:extLst>
              <a:ext uri="{FF2B5EF4-FFF2-40B4-BE49-F238E27FC236}">
                <a16:creationId xmlns:a16="http://schemas.microsoft.com/office/drawing/2014/main" id="{48CF00FF-D720-66EB-7A7C-B70514818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6814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grpSp>
        <p:nvGrpSpPr>
          <p:cNvPr id="26" name="Group 150">
            <a:extLst>
              <a:ext uri="{FF2B5EF4-FFF2-40B4-BE49-F238E27FC236}">
                <a16:creationId xmlns:a16="http://schemas.microsoft.com/office/drawing/2014/main" id="{7ADC82E2-9D45-EEB7-F5F0-8E8E2C7F0CE6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989138"/>
            <a:ext cx="3275013" cy="3995737"/>
            <a:chOff x="3878" y="1253"/>
            <a:chExt cx="1587" cy="2517"/>
          </a:xfrm>
        </p:grpSpPr>
        <p:sp>
          <p:nvSpPr>
            <p:cNvPr id="27" name="Line 151">
              <a:extLst>
                <a:ext uri="{FF2B5EF4-FFF2-40B4-BE49-F238E27FC236}">
                  <a16:creationId xmlns:a16="http://schemas.microsoft.com/office/drawing/2014/main" id="{B666CC42-9A7E-39AA-5E1D-BBC1FF66D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797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52">
              <a:extLst>
                <a:ext uri="{FF2B5EF4-FFF2-40B4-BE49-F238E27FC236}">
                  <a16:creationId xmlns:a16="http://schemas.microsoft.com/office/drawing/2014/main" id="{A458E028-49B9-2B05-B03C-BA177C0C3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253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53">
              <a:extLst>
                <a:ext uri="{FF2B5EF4-FFF2-40B4-BE49-F238E27FC236}">
                  <a16:creationId xmlns:a16="http://schemas.microsoft.com/office/drawing/2014/main" id="{504ACC4B-B9BA-5C3E-AF54-2B7079AB6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3770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Text Box 155">
            <a:extLst>
              <a:ext uri="{FF2B5EF4-FFF2-40B4-BE49-F238E27FC236}">
                <a16:creationId xmlns:a16="http://schemas.microsoft.com/office/drawing/2014/main" id="{11C65574-C742-8DEC-EAB1-DEF1D5C51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43706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010/0</a:t>
            </a:r>
          </a:p>
        </p:txBody>
      </p:sp>
      <p:sp>
        <p:nvSpPr>
          <p:cNvPr id="31" name="Text Box 156">
            <a:extLst>
              <a:ext uri="{FF2B5EF4-FFF2-40B4-BE49-F238E27FC236}">
                <a16:creationId xmlns:a16="http://schemas.microsoft.com/office/drawing/2014/main" id="{CB1B28B0-9867-8BCC-6CFA-6426CA693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43706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32" name="Text Box 158">
            <a:extLst>
              <a:ext uri="{FF2B5EF4-FFF2-40B4-BE49-F238E27FC236}">
                <a16:creationId xmlns:a16="http://schemas.microsoft.com/office/drawing/2014/main" id="{44C4E42C-B900-BD14-5478-45F077083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07193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33" name="Text Box 159">
            <a:extLst>
              <a:ext uri="{FF2B5EF4-FFF2-40B4-BE49-F238E27FC236}">
                <a16:creationId xmlns:a16="http://schemas.microsoft.com/office/drawing/2014/main" id="{5902AFFA-C1FA-1032-1543-5C5608999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07193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34" name="Text Box 177">
            <a:extLst>
              <a:ext uri="{FF2B5EF4-FFF2-40B4-BE49-F238E27FC236}">
                <a16:creationId xmlns:a16="http://schemas.microsoft.com/office/drawing/2014/main" id="{FAF72103-84E8-B7B6-C20A-FD5CCF435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29606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0  0  0</a:t>
            </a:r>
          </a:p>
        </p:txBody>
      </p:sp>
      <p:sp>
        <p:nvSpPr>
          <p:cNvPr id="35" name="Text Box 178">
            <a:extLst>
              <a:ext uri="{FF2B5EF4-FFF2-40B4-BE49-F238E27FC236}">
                <a16:creationId xmlns:a16="http://schemas.microsoft.com/office/drawing/2014/main" id="{2180569D-1EA3-CAE2-0E11-E4D56EC07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3210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0  0  1</a:t>
            </a:r>
          </a:p>
        </p:txBody>
      </p:sp>
      <p:sp>
        <p:nvSpPr>
          <p:cNvPr id="36" name="Text Box 179">
            <a:extLst>
              <a:ext uri="{FF2B5EF4-FFF2-40B4-BE49-F238E27FC236}">
                <a16:creationId xmlns:a16="http://schemas.microsoft.com/office/drawing/2014/main" id="{74831695-BB00-E3F0-73D0-A12B8B3AA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4827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0  1  0</a:t>
            </a:r>
          </a:p>
        </p:txBody>
      </p:sp>
      <p:sp>
        <p:nvSpPr>
          <p:cNvPr id="37" name="Text Box 180">
            <a:extLst>
              <a:ext uri="{FF2B5EF4-FFF2-40B4-BE49-F238E27FC236}">
                <a16:creationId xmlns:a16="http://schemas.microsoft.com/office/drawing/2014/main" id="{7546D947-E3CD-40D9-2696-C8ED4B309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1927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0  1  1</a:t>
            </a:r>
          </a:p>
        </p:txBody>
      </p:sp>
      <p:sp>
        <p:nvSpPr>
          <p:cNvPr id="38" name="Text Box 181">
            <a:extLst>
              <a:ext uri="{FF2B5EF4-FFF2-40B4-BE49-F238E27FC236}">
                <a16:creationId xmlns:a16="http://schemas.microsoft.com/office/drawing/2014/main" id="{34E49942-400C-7419-5B92-BFF40077C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555307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9900FF"/>
                </a:solidFill>
              </a:rPr>
              <a:t>1  0  0</a:t>
            </a:r>
          </a:p>
        </p:txBody>
      </p:sp>
      <p:sp>
        <p:nvSpPr>
          <p:cNvPr id="39" name="Text Box 182">
            <a:extLst>
              <a:ext uri="{FF2B5EF4-FFF2-40B4-BE49-F238E27FC236}">
                <a16:creationId xmlns:a16="http://schemas.microsoft.com/office/drawing/2014/main" id="{8E019474-FDD0-7381-9F30-20E2FFBD2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6814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1  0  1</a:t>
            </a:r>
          </a:p>
        </p:txBody>
      </p:sp>
      <p:sp>
        <p:nvSpPr>
          <p:cNvPr id="40" name="Text Box 183">
            <a:extLst>
              <a:ext uri="{FF2B5EF4-FFF2-40B4-BE49-F238E27FC236}">
                <a16:creationId xmlns:a16="http://schemas.microsoft.com/office/drawing/2014/main" id="{E1BE83ED-B5F2-8069-0864-8F2A0BB6E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43706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1  1  0</a:t>
            </a:r>
          </a:p>
        </p:txBody>
      </p:sp>
      <p:sp>
        <p:nvSpPr>
          <p:cNvPr id="41" name="Text Box 184">
            <a:extLst>
              <a:ext uri="{FF2B5EF4-FFF2-40B4-BE49-F238E27FC236}">
                <a16:creationId xmlns:a16="http://schemas.microsoft.com/office/drawing/2014/main" id="{5DF2B58A-C8B2-5809-7009-D5ED5F9E9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07193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1  1  1</a:t>
            </a:r>
          </a:p>
        </p:txBody>
      </p:sp>
      <p:grpSp>
        <p:nvGrpSpPr>
          <p:cNvPr id="42" name="Group 183">
            <a:extLst>
              <a:ext uri="{FF2B5EF4-FFF2-40B4-BE49-F238E27FC236}">
                <a16:creationId xmlns:a16="http://schemas.microsoft.com/office/drawing/2014/main" id="{2D91A9FD-A9F5-F06D-94C5-3E3AB143DE02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1880675"/>
            <a:ext cx="2255838" cy="396875"/>
            <a:chOff x="270" y="3748"/>
            <a:chExt cx="1421" cy="250"/>
          </a:xfrm>
        </p:grpSpPr>
        <p:sp>
          <p:nvSpPr>
            <p:cNvPr id="43" name="Rectangle 184">
              <a:extLst>
                <a:ext uri="{FF2B5EF4-FFF2-40B4-BE49-F238E27FC236}">
                  <a16:creationId xmlns:a16="http://schemas.microsoft.com/office/drawing/2014/main" id="{F1645007-2897-BC18-0412-2916AFD6E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748"/>
              <a:ext cx="1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44" name="Line 185">
              <a:extLst>
                <a:ext uri="{FF2B5EF4-FFF2-40B4-BE49-F238E27FC236}">
                  <a16:creationId xmlns:a16="http://schemas.microsoft.com/office/drawing/2014/main" id="{AB7A9C6D-04CF-F328-1FA3-E4818A4F6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3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86">
              <a:extLst>
                <a:ext uri="{FF2B5EF4-FFF2-40B4-BE49-F238E27FC236}">
                  <a16:creationId xmlns:a16="http://schemas.microsoft.com/office/drawing/2014/main" id="{3DA5E8B3-BF39-0F5C-DF16-BF973AA94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" name="组合 191">
            <a:extLst>
              <a:ext uri="{FF2B5EF4-FFF2-40B4-BE49-F238E27FC236}">
                <a16:creationId xmlns:a16="http://schemas.microsoft.com/office/drawing/2014/main" id="{2CA0A8AC-EDD7-F16C-1FF0-320C8B49F7CC}"/>
              </a:ext>
            </a:extLst>
          </p:cNvPr>
          <p:cNvGrpSpPr>
            <a:grpSpLocks/>
          </p:cNvGrpSpPr>
          <p:nvPr/>
        </p:nvGrpSpPr>
        <p:grpSpPr bwMode="auto">
          <a:xfrm>
            <a:off x="690563" y="1507612"/>
            <a:ext cx="2214562" cy="396875"/>
            <a:chOff x="3078163" y="3752850"/>
            <a:chExt cx="2214562" cy="396875"/>
          </a:xfrm>
        </p:grpSpPr>
        <p:grpSp>
          <p:nvGrpSpPr>
            <p:cNvPr id="47" name="Group 180">
              <a:extLst>
                <a:ext uri="{FF2B5EF4-FFF2-40B4-BE49-F238E27FC236}">
                  <a16:creationId xmlns:a16="http://schemas.microsoft.com/office/drawing/2014/main" id="{F1609C65-1965-4ECD-2CE7-4BB79887BF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8163" y="3752850"/>
              <a:ext cx="2214562" cy="396875"/>
              <a:chOff x="1678" y="3884"/>
              <a:chExt cx="1395" cy="250"/>
            </a:xfrm>
          </p:grpSpPr>
          <p:sp>
            <p:nvSpPr>
              <p:cNvPr id="49" name="Rectangle 181">
                <a:extLst>
                  <a:ext uri="{FF2B5EF4-FFF2-40B4-BE49-F238E27FC236}">
                    <a16:creationId xmlns:a16="http://schemas.microsoft.com/office/drawing/2014/main" id="{D722DFAE-6DFB-BE28-D602-28AEA4143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" y="3884"/>
                <a:ext cx="139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1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n+1</a:t>
                </a:r>
                <a:r>
                  <a:rPr kumimoji="1" lang="en-US" altLang="zh-CN" sz="2000">
                    <a:ea typeface="楷体_GB2312" pitchFamily="49" charset="-122"/>
                  </a:rPr>
                  <a:t>=Q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2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  </a:t>
                </a:r>
                <a:r>
                  <a:rPr kumimoji="1" lang="en-US" altLang="zh-CN" sz="2000">
                    <a:ea typeface="楷体_GB2312" pitchFamily="49" charset="-122"/>
                  </a:rPr>
                  <a:t>A+Q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0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</a:t>
                </a:r>
                <a:r>
                  <a:rPr kumimoji="1" lang="en-US" altLang="zh-CN" sz="2000">
                    <a:ea typeface="楷体_GB2312" pitchFamily="49" charset="-122"/>
                  </a:rPr>
                  <a:t>A</a:t>
                </a:r>
                <a:endParaRPr kumimoji="1" lang="zh-CN" altLang="en-US" sz="2000" baseline="35000">
                  <a:solidFill>
                    <a:srgbClr val="FF33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0" name="Line 182">
                <a:extLst>
                  <a:ext uri="{FF2B5EF4-FFF2-40B4-BE49-F238E27FC236}">
                    <a16:creationId xmlns:a16="http://schemas.microsoft.com/office/drawing/2014/main" id="{71AD9CB2-1DD4-2911-7B88-A91F361212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929"/>
                <a:ext cx="1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" name="Line 182">
              <a:extLst>
                <a:ext uri="{FF2B5EF4-FFF2-40B4-BE49-F238E27FC236}">
                  <a16:creationId xmlns:a16="http://schemas.microsoft.com/office/drawing/2014/main" id="{3C6820D2-8018-8A83-9DEE-B0B0D22EC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5" y="3824288"/>
              <a:ext cx="217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" name="Text Box 181">
            <a:extLst>
              <a:ext uri="{FF2B5EF4-FFF2-40B4-BE49-F238E27FC236}">
                <a16:creationId xmlns:a16="http://schemas.microsoft.com/office/drawing/2014/main" id="{0325EB06-B85E-71C7-850C-0703066AE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5970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9900FF"/>
                </a:solidFill>
              </a:rPr>
              <a:t>1  0  0</a:t>
            </a:r>
          </a:p>
        </p:txBody>
      </p:sp>
      <p:sp>
        <p:nvSpPr>
          <p:cNvPr id="52" name="Text Box 145">
            <a:extLst>
              <a:ext uri="{FF2B5EF4-FFF2-40B4-BE49-F238E27FC236}">
                <a16:creationId xmlns:a16="http://schemas.microsoft.com/office/drawing/2014/main" id="{B01A2D8D-8B99-3DEA-EBA3-933642A42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0838" y="5969000"/>
            <a:ext cx="695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</a:rPr>
              <a:t>011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53" name="Text Box 146">
            <a:extLst>
              <a:ext uri="{FF2B5EF4-FFF2-40B4-BE49-F238E27FC236}">
                <a16:creationId xmlns:a16="http://schemas.microsoft.com/office/drawing/2014/main" id="{375E8062-EFEE-984F-5DEE-A098D8913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138" y="5991225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</a:rPr>
              <a:t>011</a:t>
            </a:r>
            <a:r>
              <a:rPr kumimoji="1" lang="en-US" altLang="zh-CN" sz="2400" b="0"/>
              <a:t>/x</a:t>
            </a:r>
          </a:p>
        </p:txBody>
      </p:sp>
      <p:cxnSp>
        <p:nvCxnSpPr>
          <p:cNvPr id="54" name="直接连接符 3">
            <a:extLst>
              <a:ext uri="{FF2B5EF4-FFF2-40B4-BE49-F238E27FC236}">
                <a16:creationId xmlns:a16="http://schemas.microsoft.com/office/drawing/2014/main" id="{94924B09-EF8F-3371-4A41-3D868C7590EE}"/>
              </a:ext>
            </a:extLst>
          </p:cNvPr>
          <p:cNvCxnSpPr/>
          <p:nvPr/>
        </p:nvCxnSpPr>
        <p:spPr>
          <a:xfrm>
            <a:off x="5349875" y="6164263"/>
            <a:ext cx="3384550" cy="222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BFFD2E2B-DBFF-587B-7750-401D95ADD95E}"/>
              </a:ext>
            </a:extLst>
          </p:cNvPr>
          <p:cNvSpPr/>
          <p:nvPr/>
        </p:nvSpPr>
        <p:spPr>
          <a:xfrm>
            <a:off x="6616700" y="5511800"/>
            <a:ext cx="295275" cy="47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A4FE95D-BF87-13A7-06FA-CB19E9A486DD}"/>
              </a:ext>
            </a:extLst>
          </p:cNvPr>
          <p:cNvSpPr/>
          <p:nvPr/>
        </p:nvSpPr>
        <p:spPr>
          <a:xfrm>
            <a:off x="7612063" y="5516563"/>
            <a:ext cx="295275" cy="481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57" name="Group 34">
            <a:extLst>
              <a:ext uri="{FF2B5EF4-FFF2-40B4-BE49-F238E27FC236}">
                <a16:creationId xmlns:a16="http://schemas.microsoft.com/office/drawing/2014/main" id="{C79C3909-395B-DEFD-34B1-294479D88295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2452175"/>
            <a:ext cx="2251075" cy="1873250"/>
            <a:chOff x="1882" y="1139"/>
            <a:chExt cx="1418" cy="1180"/>
          </a:xfrm>
        </p:grpSpPr>
        <p:sp>
          <p:nvSpPr>
            <p:cNvPr id="58" name="Text Box 35">
              <a:extLst>
                <a:ext uri="{FF2B5EF4-FFF2-40B4-BE49-F238E27FC236}">
                  <a16:creationId xmlns:a16="http://schemas.microsoft.com/office/drawing/2014/main" id="{D41AA9AF-6DA1-C03C-0CDF-D010C58E1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59" name="Text Box 36">
              <a:extLst>
                <a:ext uri="{FF2B5EF4-FFF2-40B4-BE49-F238E27FC236}">
                  <a16:creationId xmlns:a16="http://schemas.microsoft.com/office/drawing/2014/main" id="{29A02832-6F09-E9E0-DC73-802EE08E9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60" name="Text Box 37">
              <a:extLst>
                <a:ext uri="{FF2B5EF4-FFF2-40B4-BE49-F238E27FC236}">
                  <a16:creationId xmlns:a16="http://schemas.microsoft.com/office/drawing/2014/main" id="{F17AE601-3157-40B6-DFEE-EC75144D9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7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61" name="Text Box 38">
              <a:extLst>
                <a:ext uri="{FF2B5EF4-FFF2-40B4-BE49-F238E27FC236}">
                  <a16:creationId xmlns:a16="http://schemas.microsoft.com/office/drawing/2014/main" id="{9233676E-7818-6240-167C-1A71F7B3E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1322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62" name="Text Box 39">
              <a:extLst>
                <a:ext uri="{FF2B5EF4-FFF2-40B4-BE49-F238E27FC236}">
                  <a16:creationId xmlns:a16="http://schemas.microsoft.com/office/drawing/2014/main" id="{2595CCA4-8A4D-78F2-8B80-1F68B711D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1541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63" name="Text Box 40">
              <a:extLst>
                <a:ext uri="{FF2B5EF4-FFF2-40B4-BE49-F238E27FC236}">
                  <a16:creationId xmlns:a16="http://schemas.microsoft.com/office/drawing/2014/main" id="{83F0381C-80B0-0B96-24BB-8984367D2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17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64" name="Text Box 41">
              <a:extLst>
                <a:ext uri="{FF2B5EF4-FFF2-40B4-BE49-F238E27FC236}">
                  <a16:creationId xmlns:a16="http://schemas.microsoft.com/office/drawing/2014/main" id="{D903893E-FDDB-C789-D31A-F90F717A8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190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65" name="Text Box 42">
              <a:extLst>
                <a:ext uri="{FF2B5EF4-FFF2-40B4-BE49-F238E27FC236}">
                  <a16:creationId xmlns:a16="http://schemas.microsoft.com/office/drawing/2014/main" id="{8A84BB1D-DAA1-279B-0AE5-5BA537365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4" y="208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66" name="Line 43">
              <a:extLst>
                <a:ext uri="{FF2B5EF4-FFF2-40B4-BE49-F238E27FC236}">
                  <a16:creationId xmlns:a16="http://schemas.microsoft.com/office/drawing/2014/main" id="{6A3541CA-CDC8-0415-48AF-4925D003D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1557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44">
              <a:extLst>
                <a:ext uri="{FF2B5EF4-FFF2-40B4-BE49-F238E27FC236}">
                  <a16:creationId xmlns:a16="http://schemas.microsoft.com/office/drawing/2014/main" id="{1AAAF358-BC90-1B91-01AD-72C6870C5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1342"/>
              <a:ext cx="0" cy="9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45">
              <a:extLst>
                <a:ext uri="{FF2B5EF4-FFF2-40B4-BE49-F238E27FC236}">
                  <a16:creationId xmlns:a16="http://schemas.microsoft.com/office/drawing/2014/main" id="{9F3EDF05-5CBB-B880-C9A5-58C1CA032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1139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69" name="Text Box 46">
              <a:extLst>
                <a:ext uri="{FF2B5EF4-FFF2-40B4-BE49-F238E27FC236}">
                  <a16:creationId xmlns:a16="http://schemas.microsoft.com/office/drawing/2014/main" id="{262FD341-80EE-1419-A3BE-55BAC1347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6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70" name="Text Box 47">
              <a:extLst>
                <a:ext uri="{FF2B5EF4-FFF2-40B4-BE49-F238E27FC236}">
                  <a16:creationId xmlns:a16="http://schemas.microsoft.com/office/drawing/2014/main" id="{2041006E-2096-BC71-5E22-8807CB7FF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1139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30000">
                  <a:ea typeface="楷体_GB2312" pitchFamily="49" charset="-122"/>
                </a:rPr>
                <a:t>+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71" name="Text Box 48">
              <a:extLst>
                <a:ext uri="{FF2B5EF4-FFF2-40B4-BE49-F238E27FC236}">
                  <a16:creationId xmlns:a16="http://schemas.microsoft.com/office/drawing/2014/main" id="{011A5490-4877-EED1-258C-9380D2104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2" name="Text Box 49">
              <a:extLst>
                <a:ext uri="{FF2B5EF4-FFF2-40B4-BE49-F238E27FC236}">
                  <a16:creationId xmlns:a16="http://schemas.microsoft.com/office/drawing/2014/main" id="{5642DB16-7115-03DD-481F-DA40CDE42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3" name="Text Box 50">
              <a:extLst>
                <a:ext uri="{FF2B5EF4-FFF2-40B4-BE49-F238E27FC236}">
                  <a16:creationId xmlns:a16="http://schemas.microsoft.com/office/drawing/2014/main" id="{AEA27689-4F62-B3E1-1D38-D61E062A0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4" name="Text Box 51">
              <a:extLst>
                <a:ext uri="{FF2B5EF4-FFF2-40B4-BE49-F238E27FC236}">
                  <a16:creationId xmlns:a16="http://schemas.microsoft.com/office/drawing/2014/main" id="{7DD2F7E5-DBC5-6D22-CB31-FF4D82F87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5" name="Text Box 52">
              <a:extLst>
                <a:ext uri="{FF2B5EF4-FFF2-40B4-BE49-F238E27FC236}">
                  <a16:creationId xmlns:a16="http://schemas.microsoft.com/office/drawing/2014/main" id="{5945D349-DFD0-6C25-0CFD-C3AE6C173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6" name="Text Box 53">
              <a:extLst>
                <a:ext uri="{FF2B5EF4-FFF2-40B4-BE49-F238E27FC236}">
                  <a16:creationId xmlns:a16="http://schemas.microsoft.com/office/drawing/2014/main" id="{682FD4EE-5E7A-9676-9EB4-2F1F09067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7" name="Text Box 54">
              <a:extLst>
                <a:ext uri="{FF2B5EF4-FFF2-40B4-BE49-F238E27FC236}">
                  <a16:creationId xmlns:a16="http://schemas.microsoft.com/office/drawing/2014/main" id="{B6334484-0813-3263-9676-1FD39CC98D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8" name="Text Box 55">
              <a:extLst>
                <a:ext uri="{FF2B5EF4-FFF2-40B4-BE49-F238E27FC236}">
                  <a16:creationId xmlns:a16="http://schemas.microsoft.com/office/drawing/2014/main" id="{1B8D0B51-C845-1456-FDA2-B721C84066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9" name="Text Box 56">
              <a:extLst>
                <a:ext uri="{FF2B5EF4-FFF2-40B4-BE49-F238E27FC236}">
                  <a16:creationId xmlns:a16="http://schemas.microsoft.com/office/drawing/2014/main" id="{4EA09812-F5B4-4B46-4C43-61192B02F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2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0" name="Text Box 57">
              <a:extLst>
                <a:ext uri="{FF2B5EF4-FFF2-40B4-BE49-F238E27FC236}">
                  <a16:creationId xmlns:a16="http://schemas.microsoft.com/office/drawing/2014/main" id="{C86D252B-EE1F-7734-8D0D-ACDDE9F6D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2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81" name="Text Box 58">
              <a:extLst>
                <a:ext uri="{FF2B5EF4-FFF2-40B4-BE49-F238E27FC236}">
                  <a16:creationId xmlns:a16="http://schemas.microsoft.com/office/drawing/2014/main" id="{8BE0A7F8-362B-7AB4-68B7-0CF157F72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2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2" name="Text Box 59">
              <a:extLst>
                <a:ext uri="{FF2B5EF4-FFF2-40B4-BE49-F238E27FC236}">
                  <a16:creationId xmlns:a16="http://schemas.microsoft.com/office/drawing/2014/main" id="{A2F363F6-27E3-437F-E48F-33664EA8F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3" name="Text Box 60">
              <a:extLst>
                <a:ext uri="{FF2B5EF4-FFF2-40B4-BE49-F238E27FC236}">
                  <a16:creationId xmlns:a16="http://schemas.microsoft.com/office/drawing/2014/main" id="{22DD68BB-DFB9-9C13-73A6-994BB870B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4" name="Text Box 61">
              <a:extLst>
                <a:ext uri="{FF2B5EF4-FFF2-40B4-BE49-F238E27FC236}">
                  <a16:creationId xmlns:a16="http://schemas.microsoft.com/office/drawing/2014/main" id="{AD504AE2-C84B-BF10-FABF-E5CC0A872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85" name="Text Box 62">
              <a:extLst>
                <a:ext uri="{FF2B5EF4-FFF2-40B4-BE49-F238E27FC236}">
                  <a16:creationId xmlns:a16="http://schemas.microsoft.com/office/drawing/2014/main" id="{D21A9DC7-5DA1-09E7-3A9B-ED23B44F5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86" name="Text Box 63">
              <a:extLst>
                <a:ext uri="{FF2B5EF4-FFF2-40B4-BE49-F238E27FC236}">
                  <a16:creationId xmlns:a16="http://schemas.microsoft.com/office/drawing/2014/main" id="{B9FC3054-94B3-2928-E184-DD411E4DA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grpSp>
        <p:nvGrpSpPr>
          <p:cNvPr id="87" name="Group 73">
            <a:extLst>
              <a:ext uri="{FF2B5EF4-FFF2-40B4-BE49-F238E27FC236}">
                <a16:creationId xmlns:a16="http://schemas.microsoft.com/office/drawing/2014/main" id="{4ACF64DF-197A-0C53-6EE4-4A6BE6C72564}"/>
              </a:ext>
            </a:extLst>
          </p:cNvPr>
          <p:cNvGrpSpPr>
            <a:grpSpLocks/>
          </p:cNvGrpSpPr>
          <p:nvPr/>
        </p:nvGrpSpPr>
        <p:grpSpPr bwMode="auto">
          <a:xfrm>
            <a:off x="2735263" y="3865563"/>
            <a:ext cx="2251075" cy="1873250"/>
            <a:chOff x="1882" y="1139"/>
            <a:chExt cx="1418" cy="1180"/>
          </a:xfrm>
        </p:grpSpPr>
        <p:sp>
          <p:nvSpPr>
            <p:cNvPr id="88" name="Text Box 74">
              <a:extLst>
                <a:ext uri="{FF2B5EF4-FFF2-40B4-BE49-F238E27FC236}">
                  <a16:creationId xmlns:a16="http://schemas.microsoft.com/office/drawing/2014/main" id="{E4B21E97-DDC5-9262-12DF-77EAEB954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" y="1322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9900FF"/>
                  </a:solidFill>
                </a:rPr>
                <a:t>0</a:t>
              </a:r>
              <a:r>
                <a:rPr kumimoji="1" lang="en-US" altLang="zh-CN" sz="2400" b="0"/>
                <a:t>0</a:t>
              </a:r>
            </a:p>
          </p:txBody>
        </p:sp>
        <p:sp>
          <p:nvSpPr>
            <p:cNvPr id="89" name="Text Box 75">
              <a:extLst>
                <a:ext uri="{FF2B5EF4-FFF2-40B4-BE49-F238E27FC236}">
                  <a16:creationId xmlns:a16="http://schemas.microsoft.com/office/drawing/2014/main" id="{91D095E0-C2D4-31C6-C27B-58A1C54B0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9900FF"/>
                  </a:solidFill>
                </a:rPr>
                <a:t>0</a:t>
              </a:r>
              <a:r>
                <a:rPr kumimoji="1" lang="en-US" altLang="zh-CN" sz="2400" b="0"/>
                <a:t>1</a:t>
              </a:r>
            </a:p>
          </p:txBody>
        </p:sp>
        <p:sp>
          <p:nvSpPr>
            <p:cNvPr id="90" name="Text Box 76">
              <a:extLst>
                <a:ext uri="{FF2B5EF4-FFF2-40B4-BE49-F238E27FC236}">
                  <a16:creationId xmlns:a16="http://schemas.microsoft.com/office/drawing/2014/main" id="{7CB43336-ED0D-386F-BC2A-C2D5FA001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7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1</a:t>
              </a:r>
              <a:r>
                <a:rPr kumimoji="1" lang="en-US" altLang="zh-CN" sz="2400" b="0"/>
                <a:t>1</a:t>
              </a:r>
            </a:p>
          </p:txBody>
        </p:sp>
        <p:sp>
          <p:nvSpPr>
            <p:cNvPr id="91" name="Text Box 77">
              <a:extLst>
                <a:ext uri="{FF2B5EF4-FFF2-40B4-BE49-F238E27FC236}">
                  <a16:creationId xmlns:a16="http://schemas.microsoft.com/office/drawing/2014/main" id="{230E35BB-5BD6-E9B0-A23D-C09D7E0FF5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1322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92" name="Text Box 78">
              <a:extLst>
                <a:ext uri="{FF2B5EF4-FFF2-40B4-BE49-F238E27FC236}">
                  <a16:creationId xmlns:a16="http://schemas.microsoft.com/office/drawing/2014/main" id="{8281A28F-D240-F8DC-5839-754245884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1541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3" name="Text Box 79">
              <a:extLst>
                <a:ext uri="{FF2B5EF4-FFF2-40B4-BE49-F238E27FC236}">
                  <a16:creationId xmlns:a16="http://schemas.microsoft.com/office/drawing/2014/main" id="{FF672BD7-01FD-D44B-9C22-7C7B19267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17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01</a:t>
              </a:r>
            </a:p>
          </p:txBody>
        </p:sp>
        <p:sp>
          <p:nvSpPr>
            <p:cNvPr id="94" name="Text Box 80">
              <a:extLst>
                <a:ext uri="{FF2B5EF4-FFF2-40B4-BE49-F238E27FC236}">
                  <a16:creationId xmlns:a16="http://schemas.microsoft.com/office/drawing/2014/main" id="{88BE9794-34A2-DF36-FCCF-DAEEDA93E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190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5" name="Text Box 81">
              <a:extLst>
                <a:ext uri="{FF2B5EF4-FFF2-40B4-BE49-F238E27FC236}">
                  <a16:creationId xmlns:a16="http://schemas.microsoft.com/office/drawing/2014/main" id="{303FA77D-8F08-86A4-4F70-CC2CDF31B7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4" y="208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9900FF"/>
                  </a:solidFill>
                </a:rPr>
                <a:t>10</a:t>
              </a:r>
            </a:p>
          </p:txBody>
        </p:sp>
        <p:sp>
          <p:nvSpPr>
            <p:cNvPr id="96" name="Line 82">
              <a:extLst>
                <a:ext uri="{FF2B5EF4-FFF2-40B4-BE49-F238E27FC236}">
                  <a16:creationId xmlns:a16="http://schemas.microsoft.com/office/drawing/2014/main" id="{E8D16C63-A19E-0169-EA64-AF24BAF3E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1557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83">
              <a:extLst>
                <a:ext uri="{FF2B5EF4-FFF2-40B4-BE49-F238E27FC236}">
                  <a16:creationId xmlns:a16="http://schemas.microsoft.com/office/drawing/2014/main" id="{0A003726-0E6A-E952-8A58-D830C4F93E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1342"/>
              <a:ext cx="0" cy="9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Text Box 84">
              <a:extLst>
                <a:ext uri="{FF2B5EF4-FFF2-40B4-BE49-F238E27FC236}">
                  <a16:creationId xmlns:a16="http://schemas.microsoft.com/office/drawing/2014/main" id="{116C04CA-126F-B1CE-0A55-5DAE45184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1139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99" name="Text Box 85">
              <a:extLst>
                <a:ext uri="{FF2B5EF4-FFF2-40B4-BE49-F238E27FC236}">
                  <a16:creationId xmlns:a16="http://schemas.microsoft.com/office/drawing/2014/main" id="{764AB56B-90A9-9144-C16B-ACE1F454D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6" y="132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1</a:t>
              </a:r>
              <a:r>
                <a:rPr kumimoji="1" lang="en-US" altLang="zh-CN" sz="2400" b="0"/>
                <a:t>0</a:t>
              </a:r>
            </a:p>
          </p:txBody>
        </p:sp>
        <p:sp>
          <p:nvSpPr>
            <p:cNvPr id="100" name="Text Box 86">
              <a:extLst>
                <a:ext uri="{FF2B5EF4-FFF2-40B4-BE49-F238E27FC236}">
                  <a16:creationId xmlns:a16="http://schemas.microsoft.com/office/drawing/2014/main" id="{59A67669-5089-CF5D-CDA5-7978EA772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1139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30000">
                  <a:ea typeface="楷体_GB2312" pitchFamily="49" charset="-122"/>
                </a:rPr>
                <a:t>+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01" name="Text Box 87">
              <a:extLst>
                <a:ext uri="{FF2B5EF4-FFF2-40B4-BE49-F238E27FC236}">
                  <a16:creationId xmlns:a16="http://schemas.microsoft.com/office/drawing/2014/main" id="{4B362163-771D-5275-342E-EE667331B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2" name="Text Box 88">
              <a:extLst>
                <a:ext uri="{FF2B5EF4-FFF2-40B4-BE49-F238E27FC236}">
                  <a16:creationId xmlns:a16="http://schemas.microsoft.com/office/drawing/2014/main" id="{004E6B09-ADC3-363C-AE36-D6BFA8BF8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3" name="Text Box 89">
              <a:extLst>
                <a:ext uri="{FF2B5EF4-FFF2-40B4-BE49-F238E27FC236}">
                  <a16:creationId xmlns:a16="http://schemas.microsoft.com/office/drawing/2014/main" id="{F07DD11A-994E-5DC3-B86A-A9E45C982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4" name="Text Box 90">
              <a:extLst>
                <a:ext uri="{FF2B5EF4-FFF2-40B4-BE49-F238E27FC236}">
                  <a16:creationId xmlns:a16="http://schemas.microsoft.com/office/drawing/2014/main" id="{1A5E5142-DBB4-8FF6-45D8-21CE0C9FE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5" name="Text Box 91">
              <a:extLst>
                <a:ext uri="{FF2B5EF4-FFF2-40B4-BE49-F238E27FC236}">
                  <a16:creationId xmlns:a16="http://schemas.microsoft.com/office/drawing/2014/main" id="{E94CBE0C-DE31-BE54-4118-04245891A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106" name="Text Box 92">
              <a:extLst>
                <a:ext uri="{FF2B5EF4-FFF2-40B4-BE49-F238E27FC236}">
                  <a16:creationId xmlns:a16="http://schemas.microsoft.com/office/drawing/2014/main" id="{65F9AF82-6BA0-EE47-B50B-1A207A94B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7" name="Text Box 93">
              <a:extLst>
                <a:ext uri="{FF2B5EF4-FFF2-40B4-BE49-F238E27FC236}">
                  <a16:creationId xmlns:a16="http://schemas.microsoft.com/office/drawing/2014/main" id="{9CA2D9EE-FA79-A0AD-08C1-9A1FC8DF3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8" name="Text Box 94">
              <a:extLst>
                <a:ext uri="{FF2B5EF4-FFF2-40B4-BE49-F238E27FC236}">
                  <a16:creationId xmlns:a16="http://schemas.microsoft.com/office/drawing/2014/main" id="{59E1A29E-6C10-499B-83B5-881FB9AF5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109" name="Text Box 95">
              <a:extLst>
                <a:ext uri="{FF2B5EF4-FFF2-40B4-BE49-F238E27FC236}">
                  <a16:creationId xmlns:a16="http://schemas.microsoft.com/office/drawing/2014/main" id="{6D281222-5ED2-EC43-9A69-4D65E07F5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2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0" name="Text Box 96">
              <a:extLst>
                <a:ext uri="{FF2B5EF4-FFF2-40B4-BE49-F238E27FC236}">
                  <a16:creationId xmlns:a16="http://schemas.microsoft.com/office/drawing/2014/main" id="{0BC2875A-DBE5-E870-3BF8-3E6D2769E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2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009900"/>
                  </a:solidFill>
                </a:rPr>
                <a:t>0</a:t>
              </a:r>
            </a:p>
          </p:txBody>
        </p:sp>
        <p:sp>
          <p:nvSpPr>
            <p:cNvPr id="111" name="Text Box 97">
              <a:extLst>
                <a:ext uri="{FF2B5EF4-FFF2-40B4-BE49-F238E27FC236}">
                  <a16:creationId xmlns:a16="http://schemas.microsoft.com/office/drawing/2014/main" id="{25DDEB87-AF7A-9F4D-12ED-FD79CDED4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2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2" name="Text Box 98">
              <a:extLst>
                <a:ext uri="{FF2B5EF4-FFF2-40B4-BE49-F238E27FC236}">
                  <a16:creationId xmlns:a16="http://schemas.microsoft.com/office/drawing/2014/main" id="{CB04549C-0022-D210-3ACD-48B423975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3" name="Text Box 99">
              <a:extLst>
                <a:ext uri="{FF2B5EF4-FFF2-40B4-BE49-F238E27FC236}">
                  <a16:creationId xmlns:a16="http://schemas.microsoft.com/office/drawing/2014/main" id="{420B4C11-858E-E988-AC65-199FE273A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154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4" name="Text Box 100">
              <a:extLst>
                <a:ext uri="{FF2B5EF4-FFF2-40B4-BE49-F238E27FC236}">
                  <a16:creationId xmlns:a16="http://schemas.microsoft.com/office/drawing/2014/main" id="{A7996AF4-A9EF-DC71-0BE4-106928C44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17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009900"/>
                  </a:solidFill>
                </a:rPr>
                <a:t>0</a:t>
              </a:r>
            </a:p>
          </p:txBody>
        </p:sp>
        <p:sp>
          <p:nvSpPr>
            <p:cNvPr id="115" name="Text Box 101">
              <a:extLst>
                <a:ext uri="{FF2B5EF4-FFF2-40B4-BE49-F238E27FC236}">
                  <a16:creationId xmlns:a16="http://schemas.microsoft.com/office/drawing/2014/main" id="{058BB812-8C1D-C96B-397B-697D2DC20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190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6" name="Text Box 102">
              <a:extLst>
                <a:ext uri="{FF2B5EF4-FFF2-40B4-BE49-F238E27FC236}">
                  <a16:creationId xmlns:a16="http://schemas.microsoft.com/office/drawing/2014/main" id="{55896EC0-2DF4-866E-7240-21FC46ECB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2089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grpSp>
        <p:nvGrpSpPr>
          <p:cNvPr id="117" name="组合 319">
            <a:extLst>
              <a:ext uri="{FF2B5EF4-FFF2-40B4-BE49-F238E27FC236}">
                <a16:creationId xmlns:a16="http://schemas.microsoft.com/office/drawing/2014/main" id="{96C04518-61F1-EED9-A736-85695463B717}"/>
              </a:ext>
            </a:extLst>
          </p:cNvPr>
          <p:cNvGrpSpPr>
            <a:grpSpLocks/>
          </p:cNvGrpSpPr>
          <p:nvPr/>
        </p:nvGrpSpPr>
        <p:grpSpPr bwMode="auto">
          <a:xfrm>
            <a:off x="2825750" y="5810250"/>
            <a:ext cx="2214563" cy="396875"/>
            <a:chOff x="3078163" y="3752850"/>
            <a:chExt cx="2214562" cy="396875"/>
          </a:xfrm>
        </p:grpSpPr>
        <p:grpSp>
          <p:nvGrpSpPr>
            <p:cNvPr id="118" name="Group 180">
              <a:extLst>
                <a:ext uri="{FF2B5EF4-FFF2-40B4-BE49-F238E27FC236}">
                  <a16:creationId xmlns:a16="http://schemas.microsoft.com/office/drawing/2014/main" id="{D7E8EEF7-8704-6B4E-4964-601A723C67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8163" y="3752850"/>
              <a:ext cx="2214562" cy="396875"/>
              <a:chOff x="1678" y="3884"/>
              <a:chExt cx="1395" cy="250"/>
            </a:xfrm>
          </p:grpSpPr>
          <p:sp>
            <p:nvSpPr>
              <p:cNvPr id="120" name="Rectangle 181">
                <a:extLst>
                  <a:ext uri="{FF2B5EF4-FFF2-40B4-BE49-F238E27FC236}">
                    <a16:creationId xmlns:a16="http://schemas.microsoft.com/office/drawing/2014/main" id="{48A58457-E1A6-1FD8-77AA-61A0C439F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" y="3884"/>
                <a:ext cx="139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1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n+1</a:t>
                </a:r>
                <a:r>
                  <a:rPr kumimoji="1" lang="en-US" altLang="zh-CN" sz="2000">
                    <a:ea typeface="楷体_GB2312" pitchFamily="49" charset="-122"/>
                  </a:rPr>
                  <a:t>=Q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2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  </a:t>
                </a:r>
                <a:r>
                  <a:rPr kumimoji="1" lang="en-US" altLang="zh-CN" sz="2000">
                    <a:ea typeface="楷体_GB2312" pitchFamily="49" charset="-122"/>
                  </a:rPr>
                  <a:t>A+Q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0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</a:t>
                </a:r>
                <a:r>
                  <a:rPr kumimoji="1" lang="en-US" altLang="zh-CN" sz="2000">
                    <a:ea typeface="楷体_GB2312" pitchFamily="49" charset="-122"/>
                  </a:rPr>
                  <a:t>A</a:t>
                </a:r>
                <a:endParaRPr kumimoji="1" lang="zh-CN" altLang="en-US" sz="2000" baseline="35000">
                  <a:solidFill>
                    <a:srgbClr val="FF33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1" name="Line 182">
                <a:extLst>
                  <a:ext uri="{FF2B5EF4-FFF2-40B4-BE49-F238E27FC236}">
                    <a16:creationId xmlns:a16="http://schemas.microsoft.com/office/drawing/2014/main" id="{87C256AB-468A-916D-79B8-C2CC7E817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929"/>
                <a:ext cx="1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9" name="Line 182">
              <a:extLst>
                <a:ext uri="{FF2B5EF4-FFF2-40B4-BE49-F238E27FC236}">
                  <a16:creationId xmlns:a16="http://schemas.microsoft.com/office/drawing/2014/main" id="{4B48D586-5C5E-81EA-094E-06EABAF95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5" y="3824288"/>
              <a:ext cx="217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" name="Arc 165">
            <a:extLst>
              <a:ext uri="{FF2B5EF4-FFF2-40B4-BE49-F238E27FC236}">
                <a16:creationId xmlns:a16="http://schemas.microsoft.com/office/drawing/2014/main" id="{31E7517F-C5C2-060E-7BA2-BB6513FFA3F5}"/>
              </a:ext>
            </a:extLst>
          </p:cNvPr>
          <p:cNvSpPr>
            <a:spLocks/>
          </p:cNvSpPr>
          <p:nvPr/>
        </p:nvSpPr>
        <p:spPr bwMode="auto">
          <a:xfrm>
            <a:off x="1149350" y="3739637"/>
            <a:ext cx="273050" cy="611188"/>
          </a:xfrm>
          <a:custGeom>
            <a:avLst/>
            <a:gdLst>
              <a:gd name="T0" fmla="*/ 0 w 26700"/>
              <a:gd name="T1" fmla="*/ 0 h 43200"/>
              <a:gd name="T2" fmla="*/ 0 w 26700"/>
              <a:gd name="T3" fmla="*/ 0 h 43200"/>
              <a:gd name="T4" fmla="*/ 0 w 26700"/>
              <a:gd name="T5" fmla="*/ 0 h 43200"/>
              <a:gd name="T6" fmla="*/ 0 60000 65536"/>
              <a:gd name="T7" fmla="*/ 0 60000 65536"/>
              <a:gd name="T8" fmla="*/ 0 60000 65536"/>
              <a:gd name="T9" fmla="*/ 0 w 26700"/>
              <a:gd name="T10" fmla="*/ 0 h 43200"/>
              <a:gd name="T11" fmla="*/ 26700 w 267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00" h="43200" fill="none" extrusionOk="0">
                <a:moveTo>
                  <a:pt x="-1" y="610"/>
                </a:moveTo>
                <a:cubicBezTo>
                  <a:pt x="1669" y="205"/>
                  <a:pt x="3381" y="-1"/>
                  <a:pt x="5100" y="0"/>
                </a:cubicBezTo>
                <a:cubicBezTo>
                  <a:pt x="17029" y="0"/>
                  <a:pt x="26700" y="9670"/>
                  <a:pt x="26700" y="21600"/>
                </a:cubicBezTo>
                <a:cubicBezTo>
                  <a:pt x="26700" y="33529"/>
                  <a:pt x="17029" y="43200"/>
                  <a:pt x="5100" y="43200"/>
                </a:cubicBezTo>
                <a:cubicBezTo>
                  <a:pt x="3913" y="43200"/>
                  <a:pt x="2729" y="43102"/>
                  <a:pt x="1559" y="42907"/>
                </a:cubicBezTo>
              </a:path>
              <a:path w="26700" h="43200" stroke="0" extrusionOk="0">
                <a:moveTo>
                  <a:pt x="-1" y="610"/>
                </a:moveTo>
                <a:cubicBezTo>
                  <a:pt x="1669" y="205"/>
                  <a:pt x="3381" y="-1"/>
                  <a:pt x="5100" y="0"/>
                </a:cubicBezTo>
                <a:cubicBezTo>
                  <a:pt x="17029" y="0"/>
                  <a:pt x="26700" y="9670"/>
                  <a:pt x="26700" y="21600"/>
                </a:cubicBezTo>
                <a:cubicBezTo>
                  <a:pt x="26700" y="33529"/>
                  <a:pt x="17029" y="43200"/>
                  <a:pt x="5100" y="43200"/>
                </a:cubicBezTo>
                <a:cubicBezTo>
                  <a:pt x="3913" y="43200"/>
                  <a:pt x="2729" y="43102"/>
                  <a:pt x="1559" y="42907"/>
                </a:cubicBezTo>
                <a:lnTo>
                  <a:pt x="5100" y="21600"/>
                </a:lnTo>
                <a:lnTo>
                  <a:pt x="-1" y="61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" name="Arc 166">
            <a:extLst>
              <a:ext uri="{FF2B5EF4-FFF2-40B4-BE49-F238E27FC236}">
                <a16:creationId xmlns:a16="http://schemas.microsoft.com/office/drawing/2014/main" id="{270CCFA1-CC99-B417-2D48-AD2C5AFAC1C6}"/>
              </a:ext>
            </a:extLst>
          </p:cNvPr>
          <p:cNvSpPr>
            <a:spLocks/>
          </p:cNvSpPr>
          <p:nvPr/>
        </p:nvSpPr>
        <p:spPr bwMode="auto">
          <a:xfrm rot="10800000">
            <a:off x="2249488" y="3739637"/>
            <a:ext cx="273050" cy="611188"/>
          </a:xfrm>
          <a:custGeom>
            <a:avLst/>
            <a:gdLst>
              <a:gd name="T0" fmla="*/ 0 w 26700"/>
              <a:gd name="T1" fmla="*/ 0 h 43200"/>
              <a:gd name="T2" fmla="*/ 0 w 26700"/>
              <a:gd name="T3" fmla="*/ 0 h 43200"/>
              <a:gd name="T4" fmla="*/ 0 w 26700"/>
              <a:gd name="T5" fmla="*/ 0 h 43200"/>
              <a:gd name="T6" fmla="*/ 0 60000 65536"/>
              <a:gd name="T7" fmla="*/ 0 60000 65536"/>
              <a:gd name="T8" fmla="*/ 0 60000 65536"/>
              <a:gd name="T9" fmla="*/ 0 w 26700"/>
              <a:gd name="T10" fmla="*/ 0 h 43200"/>
              <a:gd name="T11" fmla="*/ 26700 w 267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00" h="43200" fill="none" extrusionOk="0">
                <a:moveTo>
                  <a:pt x="-1" y="610"/>
                </a:moveTo>
                <a:cubicBezTo>
                  <a:pt x="1669" y="205"/>
                  <a:pt x="3381" y="-1"/>
                  <a:pt x="5100" y="0"/>
                </a:cubicBezTo>
                <a:cubicBezTo>
                  <a:pt x="17029" y="0"/>
                  <a:pt x="26700" y="9670"/>
                  <a:pt x="26700" y="21600"/>
                </a:cubicBezTo>
                <a:cubicBezTo>
                  <a:pt x="26700" y="33529"/>
                  <a:pt x="17029" y="43200"/>
                  <a:pt x="5100" y="43200"/>
                </a:cubicBezTo>
                <a:cubicBezTo>
                  <a:pt x="3913" y="43200"/>
                  <a:pt x="2729" y="43102"/>
                  <a:pt x="1559" y="42907"/>
                </a:cubicBezTo>
              </a:path>
              <a:path w="26700" h="43200" stroke="0" extrusionOk="0">
                <a:moveTo>
                  <a:pt x="-1" y="610"/>
                </a:moveTo>
                <a:cubicBezTo>
                  <a:pt x="1669" y="205"/>
                  <a:pt x="3381" y="-1"/>
                  <a:pt x="5100" y="0"/>
                </a:cubicBezTo>
                <a:cubicBezTo>
                  <a:pt x="17029" y="0"/>
                  <a:pt x="26700" y="9670"/>
                  <a:pt x="26700" y="21600"/>
                </a:cubicBezTo>
                <a:cubicBezTo>
                  <a:pt x="26700" y="33529"/>
                  <a:pt x="17029" y="43200"/>
                  <a:pt x="5100" y="43200"/>
                </a:cubicBezTo>
                <a:cubicBezTo>
                  <a:pt x="3913" y="43200"/>
                  <a:pt x="2729" y="43102"/>
                  <a:pt x="1559" y="42907"/>
                </a:cubicBezTo>
                <a:lnTo>
                  <a:pt x="5100" y="21600"/>
                </a:lnTo>
                <a:lnTo>
                  <a:pt x="-1" y="61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AutoShape 167">
            <a:extLst>
              <a:ext uri="{FF2B5EF4-FFF2-40B4-BE49-F238E27FC236}">
                <a16:creationId xmlns:a16="http://schemas.microsoft.com/office/drawing/2014/main" id="{C169C533-EA96-C15B-C26F-A24031CAF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3161787"/>
            <a:ext cx="323850" cy="11525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5" name="文本框 8">
            <a:extLst>
              <a:ext uri="{FF2B5EF4-FFF2-40B4-BE49-F238E27FC236}">
                <a16:creationId xmlns:a16="http://schemas.microsoft.com/office/drawing/2014/main" id="{36F4BF0A-0E7E-4874-CB08-C2CF58A48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1520312"/>
            <a:ext cx="1277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00B050"/>
                </a:solidFill>
                <a:latin typeface="Arial" panose="020B0604020202020204" pitchFamily="34" charset="0"/>
              </a:rPr>
              <a:t>保持不变</a:t>
            </a:r>
          </a:p>
        </p:txBody>
      </p:sp>
      <p:grpSp>
        <p:nvGrpSpPr>
          <p:cNvPr id="126" name="Group 209">
            <a:extLst>
              <a:ext uri="{FF2B5EF4-FFF2-40B4-BE49-F238E27FC236}">
                <a16:creationId xmlns:a16="http://schemas.microsoft.com/office/drawing/2014/main" id="{AD4A7623-04D8-4364-C7AE-78BE84EF178C}"/>
              </a:ext>
            </a:extLst>
          </p:cNvPr>
          <p:cNvGrpSpPr>
            <a:grpSpLocks/>
          </p:cNvGrpSpPr>
          <p:nvPr/>
        </p:nvGrpSpPr>
        <p:grpSpPr bwMode="auto">
          <a:xfrm>
            <a:off x="677863" y="1093275"/>
            <a:ext cx="3514725" cy="396875"/>
            <a:chOff x="3447" y="3588"/>
            <a:chExt cx="2214" cy="250"/>
          </a:xfrm>
        </p:grpSpPr>
        <p:sp>
          <p:nvSpPr>
            <p:cNvPr id="127" name="Rectangle 189">
              <a:extLst>
                <a:ext uri="{FF2B5EF4-FFF2-40B4-BE49-F238E27FC236}">
                  <a16:creationId xmlns:a16="http://schemas.microsoft.com/office/drawing/2014/main" id="{222B9975-25FC-A793-A61C-240D48D61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3588"/>
              <a:ext cx="2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 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</a:t>
              </a:r>
              <a:endParaRPr kumimoji="1" lang="zh-CN" altLang="en-US" sz="2000" baseline="35000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128" name="Line 191">
              <a:extLst>
                <a:ext uri="{FF2B5EF4-FFF2-40B4-BE49-F238E27FC236}">
                  <a16:creationId xmlns:a16="http://schemas.microsoft.com/office/drawing/2014/main" id="{FBF0A47B-69E1-04DE-16A0-E78FAD4C1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3633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192">
              <a:extLst>
                <a:ext uri="{FF2B5EF4-FFF2-40B4-BE49-F238E27FC236}">
                  <a16:creationId xmlns:a16="http://schemas.microsoft.com/office/drawing/2014/main" id="{4AF093CB-CF94-BD09-B3CF-2B758DBBD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5" y="3633"/>
              <a:ext cx="13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194">
              <a:extLst>
                <a:ext uri="{FF2B5EF4-FFF2-40B4-BE49-F238E27FC236}">
                  <a16:creationId xmlns:a16="http://schemas.microsoft.com/office/drawing/2014/main" id="{F8420450-03C5-FE82-833F-B0CF805F4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5" y="3633"/>
              <a:ext cx="13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1" name="Arc 165">
            <a:extLst>
              <a:ext uri="{FF2B5EF4-FFF2-40B4-BE49-F238E27FC236}">
                <a16:creationId xmlns:a16="http://schemas.microsoft.com/office/drawing/2014/main" id="{AF712D29-7ECF-505A-1E74-C0D0A02BF09C}"/>
              </a:ext>
            </a:extLst>
          </p:cNvPr>
          <p:cNvSpPr>
            <a:spLocks/>
          </p:cNvSpPr>
          <p:nvPr/>
        </p:nvSpPr>
        <p:spPr bwMode="auto">
          <a:xfrm>
            <a:off x="3554413" y="5138738"/>
            <a:ext cx="273050" cy="611187"/>
          </a:xfrm>
          <a:custGeom>
            <a:avLst/>
            <a:gdLst>
              <a:gd name="T0" fmla="*/ 0 w 26700"/>
              <a:gd name="T1" fmla="*/ 0 h 43200"/>
              <a:gd name="T2" fmla="*/ 0 w 26700"/>
              <a:gd name="T3" fmla="*/ 0 h 43200"/>
              <a:gd name="T4" fmla="*/ 0 w 26700"/>
              <a:gd name="T5" fmla="*/ 0 h 43200"/>
              <a:gd name="T6" fmla="*/ 0 60000 65536"/>
              <a:gd name="T7" fmla="*/ 0 60000 65536"/>
              <a:gd name="T8" fmla="*/ 0 60000 65536"/>
              <a:gd name="T9" fmla="*/ 0 w 26700"/>
              <a:gd name="T10" fmla="*/ 0 h 43200"/>
              <a:gd name="T11" fmla="*/ 26700 w 267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00" h="43200" fill="none" extrusionOk="0">
                <a:moveTo>
                  <a:pt x="-1" y="610"/>
                </a:moveTo>
                <a:cubicBezTo>
                  <a:pt x="1669" y="205"/>
                  <a:pt x="3381" y="-1"/>
                  <a:pt x="5100" y="0"/>
                </a:cubicBezTo>
                <a:cubicBezTo>
                  <a:pt x="17029" y="0"/>
                  <a:pt x="26700" y="9670"/>
                  <a:pt x="26700" y="21600"/>
                </a:cubicBezTo>
                <a:cubicBezTo>
                  <a:pt x="26700" y="33529"/>
                  <a:pt x="17029" y="43200"/>
                  <a:pt x="5100" y="43200"/>
                </a:cubicBezTo>
                <a:cubicBezTo>
                  <a:pt x="3913" y="43200"/>
                  <a:pt x="2729" y="43102"/>
                  <a:pt x="1559" y="42907"/>
                </a:cubicBezTo>
              </a:path>
              <a:path w="26700" h="43200" stroke="0" extrusionOk="0">
                <a:moveTo>
                  <a:pt x="-1" y="610"/>
                </a:moveTo>
                <a:cubicBezTo>
                  <a:pt x="1669" y="205"/>
                  <a:pt x="3381" y="-1"/>
                  <a:pt x="5100" y="0"/>
                </a:cubicBezTo>
                <a:cubicBezTo>
                  <a:pt x="17029" y="0"/>
                  <a:pt x="26700" y="9670"/>
                  <a:pt x="26700" y="21600"/>
                </a:cubicBezTo>
                <a:cubicBezTo>
                  <a:pt x="26700" y="33529"/>
                  <a:pt x="17029" y="43200"/>
                  <a:pt x="5100" y="43200"/>
                </a:cubicBezTo>
                <a:cubicBezTo>
                  <a:pt x="3913" y="43200"/>
                  <a:pt x="2729" y="43102"/>
                  <a:pt x="1559" y="42907"/>
                </a:cubicBezTo>
                <a:lnTo>
                  <a:pt x="5100" y="21600"/>
                </a:lnTo>
                <a:lnTo>
                  <a:pt x="-1" y="61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2" name="Arc 166">
            <a:extLst>
              <a:ext uri="{FF2B5EF4-FFF2-40B4-BE49-F238E27FC236}">
                <a16:creationId xmlns:a16="http://schemas.microsoft.com/office/drawing/2014/main" id="{B25E7050-ED6E-1F78-1A67-5B1FB385488B}"/>
              </a:ext>
            </a:extLst>
          </p:cNvPr>
          <p:cNvSpPr>
            <a:spLocks/>
          </p:cNvSpPr>
          <p:nvPr/>
        </p:nvSpPr>
        <p:spPr bwMode="auto">
          <a:xfrm rot="10800000">
            <a:off x="4656138" y="5138738"/>
            <a:ext cx="273050" cy="611187"/>
          </a:xfrm>
          <a:custGeom>
            <a:avLst/>
            <a:gdLst>
              <a:gd name="T0" fmla="*/ 0 w 26700"/>
              <a:gd name="T1" fmla="*/ 0 h 43200"/>
              <a:gd name="T2" fmla="*/ 0 w 26700"/>
              <a:gd name="T3" fmla="*/ 0 h 43200"/>
              <a:gd name="T4" fmla="*/ 0 w 26700"/>
              <a:gd name="T5" fmla="*/ 0 h 43200"/>
              <a:gd name="T6" fmla="*/ 0 60000 65536"/>
              <a:gd name="T7" fmla="*/ 0 60000 65536"/>
              <a:gd name="T8" fmla="*/ 0 60000 65536"/>
              <a:gd name="T9" fmla="*/ 0 w 26700"/>
              <a:gd name="T10" fmla="*/ 0 h 43200"/>
              <a:gd name="T11" fmla="*/ 26700 w 267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700" h="43200" fill="none" extrusionOk="0">
                <a:moveTo>
                  <a:pt x="-1" y="610"/>
                </a:moveTo>
                <a:cubicBezTo>
                  <a:pt x="1669" y="205"/>
                  <a:pt x="3381" y="-1"/>
                  <a:pt x="5100" y="0"/>
                </a:cubicBezTo>
                <a:cubicBezTo>
                  <a:pt x="17029" y="0"/>
                  <a:pt x="26700" y="9670"/>
                  <a:pt x="26700" y="21600"/>
                </a:cubicBezTo>
                <a:cubicBezTo>
                  <a:pt x="26700" y="33529"/>
                  <a:pt x="17029" y="43200"/>
                  <a:pt x="5100" y="43200"/>
                </a:cubicBezTo>
                <a:cubicBezTo>
                  <a:pt x="3913" y="43200"/>
                  <a:pt x="2729" y="43102"/>
                  <a:pt x="1559" y="42907"/>
                </a:cubicBezTo>
              </a:path>
              <a:path w="26700" h="43200" stroke="0" extrusionOk="0">
                <a:moveTo>
                  <a:pt x="-1" y="610"/>
                </a:moveTo>
                <a:cubicBezTo>
                  <a:pt x="1669" y="205"/>
                  <a:pt x="3381" y="-1"/>
                  <a:pt x="5100" y="0"/>
                </a:cubicBezTo>
                <a:cubicBezTo>
                  <a:pt x="17029" y="0"/>
                  <a:pt x="26700" y="9670"/>
                  <a:pt x="26700" y="21600"/>
                </a:cubicBezTo>
                <a:cubicBezTo>
                  <a:pt x="26700" y="33529"/>
                  <a:pt x="17029" y="43200"/>
                  <a:pt x="5100" y="43200"/>
                </a:cubicBezTo>
                <a:cubicBezTo>
                  <a:pt x="3913" y="43200"/>
                  <a:pt x="2729" y="43102"/>
                  <a:pt x="1559" y="42907"/>
                </a:cubicBezTo>
                <a:lnTo>
                  <a:pt x="5100" y="21600"/>
                </a:lnTo>
                <a:lnTo>
                  <a:pt x="-1" y="61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" name="AutoShape 167">
            <a:extLst>
              <a:ext uri="{FF2B5EF4-FFF2-40B4-BE49-F238E27FC236}">
                <a16:creationId xmlns:a16="http://schemas.microsoft.com/office/drawing/2014/main" id="{B9A6F526-0D75-1942-2C79-018208F72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0488" y="4560888"/>
            <a:ext cx="323850" cy="11525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28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E535A-1479-253D-15E1-F8EDE62A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kumimoji="1" lang="zh-CN" altLang="en-US" dirty="0"/>
              <a:t>可逆六进制计数器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3A5B67-C194-C7DD-B14B-8FED3C9BC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kern="0" dirty="0"/>
              <a:t>修改设计，使其能够自启动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1F4C32-6EDA-223D-85D1-59DE4C38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2A93D9-5775-4E77-DE0B-CE48846E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22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6" name="Text Box 124">
            <a:extLst>
              <a:ext uri="{FF2B5EF4-FFF2-40B4-BE49-F238E27FC236}">
                <a16:creationId xmlns:a16="http://schemas.microsoft.com/office/drawing/2014/main" id="{961316AC-FAA8-810E-6448-8185CBBB7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415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A=1</a:t>
            </a:r>
          </a:p>
        </p:txBody>
      </p:sp>
      <p:sp>
        <p:nvSpPr>
          <p:cNvPr id="7" name="Rectangle 125">
            <a:extLst>
              <a:ext uri="{FF2B5EF4-FFF2-40B4-BE49-F238E27FC236}">
                <a16:creationId xmlns:a16="http://schemas.microsoft.com/office/drawing/2014/main" id="{AE0A1DA0-8D53-1E33-FBC4-9EF5E5E74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1952625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n+1</a:t>
            </a:r>
            <a:r>
              <a:rPr kumimoji="1" lang="en-US" altLang="zh-CN" sz="2400">
                <a:ea typeface="楷体_GB2312" pitchFamily="49" charset="-122"/>
              </a:rPr>
              <a:t>/</a:t>
            </a:r>
            <a:r>
              <a:rPr kumimoji="1" lang="en-US" altLang="zh-CN" sz="2000">
                <a:ea typeface="楷体_GB2312" pitchFamily="49" charset="-122"/>
              </a:rPr>
              <a:t>C</a:t>
            </a:r>
            <a:endParaRPr kumimoji="1" lang="zh-CN" altLang="en-US" sz="2000">
              <a:ea typeface="楷体_GB2312" pitchFamily="49" charset="-122"/>
            </a:endParaRPr>
          </a:p>
        </p:txBody>
      </p:sp>
      <p:sp>
        <p:nvSpPr>
          <p:cNvPr id="8" name="Line 126">
            <a:extLst>
              <a:ext uri="{FF2B5EF4-FFF2-40B4-BE49-F238E27FC236}">
                <a16:creationId xmlns:a16="http://schemas.microsoft.com/office/drawing/2014/main" id="{4A50310C-CF70-0648-B269-FE633D6EC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2459038"/>
            <a:ext cx="2095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27">
            <a:extLst>
              <a:ext uri="{FF2B5EF4-FFF2-40B4-BE49-F238E27FC236}">
                <a16:creationId xmlns:a16="http://schemas.microsoft.com/office/drawing/2014/main" id="{53DD7E8D-AB51-4DE3-098B-951DAC071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1989138"/>
            <a:ext cx="0" cy="3995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28">
            <a:extLst>
              <a:ext uri="{FF2B5EF4-FFF2-40B4-BE49-F238E27FC236}">
                <a16:creationId xmlns:a16="http://schemas.microsoft.com/office/drawing/2014/main" id="{C5B8D654-F741-D770-8C13-0492C7795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0" y="2459038"/>
            <a:ext cx="0" cy="3525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129">
            <a:extLst>
              <a:ext uri="{FF2B5EF4-FFF2-40B4-BE49-F238E27FC236}">
                <a16:creationId xmlns:a16="http://schemas.microsoft.com/office/drawing/2014/main" id="{CBDD91EA-2302-DACC-68C9-0A15659F9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988" y="1397000"/>
            <a:ext cx="1327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12" name="Rectangle 130">
            <a:extLst>
              <a:ext uri="{FF2B5EF4-FFF2-40B4-BE49-F238E27FC236}">
                <a16:creationId xmlns:a16="http://schemas.microsoft.com/office/drawing/2014/main" id="{C9155BC8-7847-24CE-5358-6164C6696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2168525"/>
            <a:ext cx="1298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endParaRPr kumimoji="1" lang="zh-CN" altLang="en-US" sz="2000" baseline="35000">
              <a:ea typeface="楷体_GB2312" pitchFamily="49" charset="-122"/>
            </a:endParaRPr>
          </a:p>
        </p:txBody>
      </p:sp>
      <p:sp>
        <p:nvSpPr>
          <p:cNvPr id="13" name="Text Box 132">
            <a:extLst>
              <a:ext uri="{FF2B5EF4-FFF2-40B4-BE49-F238E27FC236}">
                <a16:creationId xmlns:a16="http://schemas.microsoft.com/office/drawing/2014/main" id="{6C138E91-C0A6-43D7-7116-13DF78098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29606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sp>
        <p:nvSpPr>
          <p:cNvPr id="14" name="Text Box 133">
            <a:extLst>
              <a:ext uri="{FF2B5EF4-FFF2-40B4-BE49-F238E27FC236}">
                <a16:creationId xmlns:a16="http://schemas.microsoft.com/office/drawing/2014/main" id="{D881AA83-83D3-5CED-5226-E7C9957D9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29606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010/1</a:t>
            </a:r>
          </a:p>
        </p:txBody>
      </p:sp>
      <p:sp>
        <p:nvSpPr>
          <p:cNvPr id="15" name="Text Box 134">
            <a:extLst>
              <a:ext uri="{FF2B5EF4-FFF2-40B4-BE49-F238E27FC236}">
                <a16:creationId xmlns:a16="http://schemas.microsoft.com/office/drawing/2014/main" id="{26B0E14A-53DB-4A1B-8150-F72084717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2476500"/>
            <a:ext cx="454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A=0</a:t>
            </a:r>
          </a:p>
        </p:txBody>
      </p:sp>
      <p:sp>
        <p:nvSpPr>
          <p:cNvPr id="16" name="Text Box 136">
            <a:extLst>
              <a:ext uri="{FF2B5EF4-FFF2-40B4-BE49-F238E27FC236}">
                <a16:creationId xmlns:a16="http://schemas.microsoft.com/office/drawing/2014/main" id="{E9D77407-15A1-51FD-1B73-0D46D2F1A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321050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17" name="Text Box 137">
            <a:extLst>
              <a:ext uri="{FF2B5EF4-FFF2-40B4-BE49-F238E27FC236}">
                <a16:creationId xmlns:a16="http://schemas.microsoft.com/office/drawing/2014/main" id="{4F21FB1C-D48C-3A3D-1D42-5733244DD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321050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000/0</a:t>
            </a:r>
          </a:p>
        </p:txBody>
      </p:sp>
      <p:sp>
        <p:nvSpPr>
          <p:cNvPr id="18" name="Text Box 139">
            <a:extLst>
              <a:ext uri="{FF2B5EF4-FFF2-40B4-BE49-F238E27FC236}">
                <a16:creationId xmlns:a16="http://schemas.microsoft.com/office/drawing/2014/main" id="{22D0DF59-D800-44A0-1A03-262853417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482758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000/1</a:t>
            </a:r>
          </a:p>
        </p:txBody>
      </p:sp>
      <p:sp>
        <p:nvSpPr>
          <p:cNvPr id="19" name="Text Box 140">
            <a:extLst>
              <a:ext uri="{FF2B5EF4-FFF2-40B4-BE49-F238E27FC236}">
                <a16:creationId xmlns:a16="http://schemas.microsoft.com/office/drawing/2014/main" id="{2D99AB0B-443E-1B4F-2CD9-215F0ABD0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482758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20" name="Text Box 142">
            <a:extLst>
              <a:ext uri="{FF2B5EF4-FFF2-40B4-BE49-F238E27FC236}">
                <a16:creationId xmlns:a16="http://schemas.microsoft.com/office/drawing/2014/main" id="{030D02C3-84B3-858F-753E-606E07F44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51927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9900"/>
                </a:solidFill>
              </a:rPr>
              <a:t>100</a:t>
            </a:r>
            <a:r>
              <a:rPr kumimoji="1" lang="en-US" altLang="zh-CN" sz="2400" b="0"/>
              <a:t>/x</a:t>
            </a:r>
          </a:p>
        </p:txBody>
      </p:sp>
      <p:sp>
        <p:nvSpPr>
          <p:cNvPr id="21" name="Text Box 143">
            <a:extLst>
              <a:ext uri="{FF2B5EF4-FFF2-40B4-BE49-F238E27FC236}">
                <a16:creationId xmlns:a16="http://schemas.microsoft.com/office/drawing/2014/main" id="{85ACE808-B3FC-48F5-46DA-C138B1417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51927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9900"/>
                </a:solidFill>
              </a:rPr>
              <a:t>100</a:t>
            </a:r>
            <a:r>
              <a:rPr kumimoji="1" lang="en-US" altLang="zh-CN" sz="2400" b="0"/>
              <a:t>/x</a:t>
            </a:r>
          </a:p>
        </p:txBody>
      </p:sp>
      <p:sp>
        <p:nvSpPr>
          <p:cNvPr id="22" name="Text Box 145">
            <a:extLst>
              <a:ext uri="{FF2B5EF4-FFF2-40B4-BE49-F238E27FC236}">
                <a16:creationId xmlns:a16="http://schemas.microsoft.com/office/drawing/2014/main" id="{8048F818-A941-C622-C836-E7009E7EA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5553075"/>
            <a:ext cx="666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1</a:t>
            </a:r>
            <a:r>
              <a:rPr kumimoji="1" lang="en-US" altLang="zh-CN" sz="2400">
                <a:solidFill>
                  <a:srgbClr val="0000FF"/>
                </a:solidFill>
              </a:rPr>
              <a:t>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23" name="Text Box 146">
            <a:extLst>
              <a:ext uri="{FF2B5EF4-FFF2-40B4-BE49-F238E27FC236}">
                <a16:creationId xmlns:a16="http://schemas.microsoft.com/office/drawing/2014/main" id="{292CC485-00C4-8912-2E8B-D488143AB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5553075"/>
            <a:ext cx="666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1</a:t>
            </a:r>
            <a:r>
              <a:rPr kumimoji="1" lang="en-US" altLang="zh-CN" sz="2400">
                <a:solidFill>
                  <a:srgbClr val="0000FF"/>
                </a:solidFill>
              </a:rPr>
              <a:t>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24" name="Text Box 148">
            <a:extLst>
              <a:ext uri="{FF2B5EF4-FFF2-40B4-BE49-F238E27FC236}">
                <a16:creationId xmlns:a16="http://schemas.microsoft.com/office/drawing/2014/main" id="{01AA6AB7-32CD-9493-BE9D-B081685E2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68141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25" name="Text Box 149">
            <a:extLst>
              <a:ext uri="{FF2B5EF4-FFF2-40B4-BE49-F238E27FC236}">
                <a16:creationId xmlns:a16="http://schemas.microsoft.com/office/drawing/2014/main" id="{34078F8E-DCD3-A16C-6F77-D2CB5DF3F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68141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001/0</a:t>
            </a:r>
          </a:p>
        </p:txBody>
      </p:sp>
      <p:grpSp>
        <p:nvGrpSpPr>
          <p:cNvPr id="26" name="Group 150">
            <a:extLst>
              <a:ext uri="{FF2B5EF4-FFF2-40B4-BE49-F238E27FC236}">
                <a16:creationId xmlns:a16="http://schemas.microsoft.com/office/drawing/2014/main" id="{EC9BE1F5-F9DE-2549-4687-4F65F9D58BE6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989138"/>
            <a:ext cx="3275013" cy="3995737"/>
            <a:chOff x="3878" y="1253"/>
            <a:chExt cx="1587" cy="2517"/>
          </a:xfrm>
        </p:grpSpPr>
        <p:sp>
          <p:nvSpPr>
            <p:cNvPr id="27" name="Line 151">
              <a:extLst>
                <a:ext uri="{FF2B5EF4-FFF2-40B4-BE49-F238E27FC236}">
                  <a16:creationId xmlns:a16="http://schemas.microsoft.com/office/drawing/2014/main" id="{B92D17D6-E155-B490-2C5C-8F81ADD37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797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52">
              <a:extLst>
                <a:ext uri="{FF2B5EF4-FFF2-40B4-BE49-F238E27FC236}">
                  <a16:creationId xmlns:a16="http://schemas.microsoft.com/office/drawing/2014/main" id="{54234EB5-0406-C7B2-7BC7-EDD08DB1D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253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53">
              <a:extLst>
                <a:ext uri="{FF2B5EF4-FFF2-40B4-BE49-F238E27FC236}">
                  <a16:creationId xmlns:a16="http://schemas.microsoft.com/office/drawing/2014/main" id="{B083E3A1-A475-33FB-E195-91A302AF55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3770"/>
              <a:ext cx="15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Text Box 155">
            <a:extLst>
              <a:ext uri="{FF2B5EF4-FFF2-40B4-BE49-F238E27FC236}">
                <a16:creationId xmlns:a16="http://schemas.microsoft.com/office/drawing/2014/main" id="{914AFB09-1AFD-108A-4A07-F2B2F90EE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437063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010/0</a:t>
            </a:r>
          </a:p>
        </p:txBody>
      </p:sp>
      <p:sp>
        <p:nvSpPr>
          <p:cNvPr id="31" name="Text Box 156">
            <a:extLst>
              <a:ext uri="{FF2B5EF4-FFF2-40B4-BE49-F238E27FC236}">
                <a16:creationId xmlns:a16="http://schemas.microsoft.com/office/drawing/2014/main" id="{DB430AC1-6BC8-8E14-A304-2AF50B32B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437063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111/0</a:t>
            </a:r>
          </a:p>
        </p:txBody>
      </p:sp>
      <p:sp>
        <p:nvSpPr>
          <p:cNvPr id="32" name="Text Box 158">
            <a:extLst>
              <a:ext uri="{FF2B5EF4-FFF2-40B4-BE49-F238E27FC236}">
                <a16:creationId xmlns:a16="http://schemas.microsoft.com/office/drawing/2014/main" id="{DACCE32A-6004-16CC-D748-C4A8E6009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4071938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110/0</a:t>
            </a:r>
          </a:p>
        </p:txBody>
      </p:sp>
      <p:sp>
        <p:nvSpPr>
          <p:cNvPr id="33" name="Text Box 159">
            <a:extLst>
              <a:ext uri="{FF2B5EF4-FFF2-40B4-BE49-F238E27FC236}">
                <a16:creationId xmlns:a16="http://schemas.microsoft.com/office/drawing/2014/main" id="{5BD0B6AD-F086-AF64-9A1F-7D44EC9CD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4071938"/>
            <a:ext cx="693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101/0</a:t>
            </a:r>
          </a:p>
        </p:txBody>
      </p:sp>
      <p:sp>
        <p:nvSpPr>
          <p:cNvPr id="34" name="Text Box 177">
            <a:extLst>
              <a:ext uri="{FF2B5EF4-FFF2-40B4-BE49-F238E27FC236}">
                <a16:creationId xmlns:a16="http://schemas.microsoft.com/office/drawing/2014/main" id="{9E8A27C9-E87F-503F-5A91-DBB1FFAF6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29606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0  0  0</a:t>
            </a:r>
          </a:p>
        </p:txBody>
      </p:sp>
      <p:sp>
        <p:nvSpPr>
          <p:cNvPr id="35" name="Text Box 178">
            <a:extLst>
              <a:ext uri="{FF2B5EF4-FFF2-40B4-BE49-F238E27FC236}">
                <a16:creationId xmlns:a16="http://schemas.microsoft.com/office/drawing/2014/main" id="{BD089E61-F249-F5C1-7431-2F45AB0B4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3210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0  0  1</a:t>
            </a:r>
          </a:p>
        </p:txBody>
      </p:sp>
      <p:sp>
        <p:nvSpPr>
          <p:cNvPr id="36" name="Text Box 179">
            <a:extLst>
              <a:ext uri="{FF2B5EF4-FFF2-40B4-BE49-F238E27FC236}">
                <a16:creationId xmlns:a16="http://schemas.microsoft.com/office/drawing/2014/main" id="{277AA99C-E00F-49CF-C23D-95F412032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4827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0  1  0</a:t>
            </a:r>
          </a:p>
        </p:txBody>
      </p:sp>
      <p:sp>
        <p:nvSpPr>
          <p:cNvPr id="37" name="Text Box 180">
            <a:extLst>
              <a:ext uri="{FF2B5EF4-FFF2-40B4-BE49-F238E27FC236}">
                <a16:creationId xmlns:a16="http://schemas.microsoft.com/office/drawing/2014/main" id="{17D3A22E-E5BC-6814-CC30-F58186DD6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1927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</a:rPr>
              <a:t>0  1  1</a:t>
            </a:r>
          </a:p>
        </p:txBody>
      </p:sp>
      <p:sp>
        <p:nvSpPr>
          <p:cNvPr id="38" name="Text Box 181">
            <a:extLst>
              <a:ext uri="{FF2B5EF4-FFF2-40B4-BE49-F238E27FC236}">
                <a16:creationId xmlns:a16="http://schemas.microsoft.com/office/drawing/2014/main" id="{60781CBE-9B2F-9E82-05A8-EB56830C4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555307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9900FF"/>
                </a:solidFill>
              </a:rPr>
              <a:t>1  0  0</a:t>
            </a:r>
          </a:p>
        </p:txBody>
      </p:sp>
      <p:sp>
        <p:nvSpPr>
          <p:cNvPr id="39" name="Text Box 182">
            <a:extLst>
              <a:ext uri="{FF2B5EF4-FFF2-40B4-BE49-F238E27FC236}">
                <a16:creationId xmlns:a16="http://schemas.microsoft.com/office/drawing/2014/main" id="{86C4AD00-1BCC-F7FE-BA62-B157457AA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368141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1  0  1</a:t>
            </a:r>
          </a:p>
        </p:txBody>
      </p:sp>
      <p:sp>
        <p:nvSpPr>
          <p:cNvPr id="40" name="Text Box 183">
            <a:extLst>
              <a:ext uri="{FF2B5EF4-FFF2-40B4-BE49-F238E27FC236}">
                <a16:creationId xmlns:a16="http://schemas.microsoft.com/office/drawing/2014/main" id="{D4D10EAE-700A-6EC6-8B45-25E46CF30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437063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1  1  0</a:t>
            </a:r>
          </a:p>
        </p:txBody>
      </p:sp>
      <p:sp>
        <p:nvSpPr>
          <p:cNvPr id="41" name="Text Box 184">
            <a:extLst>
              <a:ext uri="{FF2B5EF4-FFF2-40B4-BE49-F238E27FC236}">
                <a16:creationId xmlns:a16="http://schemas.microsoft.com/office/drawing/2014/main" id="{A21F2CD1-ACCF-94FF-7975-966B9FCEA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07193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1  1  1</a:t>
            </a:r>
          </a:p>
        </p:txBody>
      </p:sp>
      <p:grpSp>
        <p:nvGrpSpPr>
          <p:cNvPr id="42" name="Group 183">
            <a:extLst>
              <a:ext uri="{FF2B5EF4-FFF2-40B4-BE49-F238E27FC236}">
                <a16:creationId xmlns:a16="http://schemas.microsoft.com/office/drawing/2014/main" id="{6EE4EAFB-CB4B-D35E-D7DF-AE03F794CE89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1855963"/>
            <a:ext cx="2255838" cy="396875"/>
            <a:chOff x="270" y="3748"/>
            <a:chExt cx="1421" cy="250"/>
          </a:xfrm>
        </p:grpSpPr>
        <p:sp>
          <p:nvSpPr>
            <p:cNvPr id="43" name="Rectangle 184">
              <a:extLst>
                <a:ext uri="{FF2B5EF4-FFF2-40B4-BE49-F238E27FC236}">
                  <a16:creationId xmlns:a16="http://schemas.microsoft.com/office/drawing/2014/main" id="{5A6F7E08-26E5-C0A4-8956-F19D75F51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748"/>
              <a:ext cx="1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44" name="Line 185">
              <a:extLst>
                <a:ext uri="{FF2B5EF4-FFF2-40B4-BE49-F238E27FC236}">
                  <a16:creationId xmlns:a16="http://schemas.microsoft.com/office/drawing/2014/main" id="{61536BFB-539D-E4D6-B9B9-30564F4D9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3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86">
              <a:extLst>
                <a:ext uri="{FF2B5EF4-FFF2-40B4-BE49-F238E27FC236}">
                  <a16:creationId xmlns:a16="http://schemas.microsoft.com/office/drawing/2014/main" id="{6052177C-51A5-A7D3-C4CD-E03CC2085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" name="组合 191">
            <a:extLst>
              <a:ext uri="{FF2B5EF4-FFF2-40B4-BE49-F238E27FC236}">
                <a16:creationId xmlns:a16="http://schemas.microsoft.com/office/drawing/2014/main" id="{E3B6F8C4-F3A4-76D6-D2AC-4D4CA35AB601}"/>
              </a:ext>
            </a:extLst>
          </p:cNvPr>
          <p:cNvGrpSpPr>
            <a:grpSpLocks/>
          </p:cNvGrpSpPr>
          <p:nvPr/>
        </p:nvGrpSpPr>
        <p:grpSpPr bwMode="auto">
          <a:xfrm>
            <a:off x="690563" y="1482900"/>
            <a:ext cx="2214562" cy="396875"/>
            <a:chOff x="3078163" y="3752850"/>
            <a:chExt cx="2214562" cy="396875"/>
          </a:xfrm>
        </p:grpSpPr>
        <p:grpSp>
          <p:nvGrpSpPr>
            <p:cNvPr id="47" name="Group 180">
              <a:extLst>
                <a:ext uri="{FF2B5EF4-FFF2-40B4-BE49-F238E27FC236}">
                  <a16:creationId xmlns:a16="http://schemas.microsoft.com/office/drawing/2014/main" id="{84D23F43-FD41-E468-91C7-6F114FEBE9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8163" y="3752850"/>
              <a:ext cx="2214562" cy="396875"/>
              <a:chOff x="1678" y="3884"/>
              <a:chExt cx="1395" cy="250"/>
            </a:xfrm>
          </p:grpSpPr>
          <p:sp>
            <p:nvSpPr>
              <p:cNvPr id="49" name="Rectangle 181">
                <a:extLst>
                  <a:ext uri="{FF2B5EF4-FFF2-40B4-BE49-F238E27FC236}">
                    <a16:creationId xmlns:a16="http://schemas.microsoft.com/office/drawing/2014/main" id="{AA9BD63D-FFF5-31A1-7BDE-B0EF3CD83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" y="3884"/>
                <a:ext cx="139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1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n+1</a:t>
                </a:r>
                <a:r>
                  <a:rPr kumimoji="1" lang="en-US" altLang="zh-CN" sz="2000">
                    <a:ea typeface="楷体_GB2312" pitchFamily="49" charset="-122"/>
                  </a:rPr>
                  <a:t>=Q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2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  </a:t>
                </a:r>
                <a:r>
                  <a:rPr kumimoji="1" lang="en-US" altLang="zh-CN" sz="2000">
                    <a:ea typeface="楷体_GB2312" pitchFamily="49" charset="-122"/>
                  </a:rPr>
                  <a:t>A+Q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0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</a:t>
                </a:r>
                <a:r>
                  <a:rPr kumimoji="1" lang="en-US" altLang="zh-CN" sz="2000">
                    <a:ea typeface="楷体_GB2312" pitchFamily="49" charset="-122"/>
                  </a:rPr>
                  <a:t>A</a:t>
                </a:r>
                <a:endParaRPr kumimoji="1" lang="zh-CN" altLang="en-US" sz="2000" baseline="35000">
                  <a:solidFill>
                    <a:srgbClr val="FF33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0" name="Line 182">
                <a:extLst>
                  <a:ext uri="{FF2B5EF4-FFF2-40B4-BE49-F238E27FC236}">
                    <a16:creationId xmlns:a16="http://schemas.microsoft.com/office/drawing/2014/main" id="{A2C721B9-9BF2-EC6E-5A3D-F9DC33107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929"/>
                <a:ext cx="1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" name="Line 182">
              <a:extLst>
                <a:ext uri="{FF2B5EF4-FFF2-40B4-BE49-F238E27FC236}">
                  <a16:creationId xmlns:a16="http://schemas.microsoft.com/office/drawing/2014/main" id="{BF1BCD42-D50A-2532-75C3-5E3160163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5" y="3824288"/>
              <a:ext cx="217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" name="Text Box 181">
            <a:extLst>
              <a:ext uri="{FF2B5EF4-FFF2-40B4-BE49-F238E27FC236}">
                <a16:creationId xmlns:a16="http://schemas.microsoft.com/office/drawing/2014/main" id="{46463035-F18C-0E31-18C2-0915C4C80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59705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9900FF"/>
                </a:solidFill>
              </a:rPr>
              <a:t>1  0  0</a:t>
            </a:r>
          </a:p>
        </p:txBody>
      </p:sp>
      <p:sp>
        <p:nvSpPr>
          <p:cNvPr id="52" name="Text Box 145">
            <a:extLst>
              <a:ext uri="{FF2B5EF4-FFF2-40B4-BE49-F238E27FC236}">
                <a16:creationId xmlns:a16="http://schemas.microsoft.com/office/drawing/2014/main" id="{99C1B7BC-AA6B-6EB3-0636-E5C969542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0838" y="5969000"/>
            <a:ext cx="695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</a:rPr>
              <a:t>011</a:t>
            </a:r>
            <a:r>
              <a:rPr kumimoji="1" lang="en-US" altLang="zh-CN" sz="2400" b="0"/>
              <a:t>/x</a:t>
            </a:r>
          </a:p>
        </p:txBody>
      </p:sp>
      <p:sp>
        <p:nvSpPr>
          <p:cNvPr id="53" name="Text Box 146">
            <a:extLst>
              <a:ext uri="{FF2B5EF4-FFF2-40B4-BE49-F238E27FC236}">
                <a16:creationId xmlns:a16="http://schemas.microsoft.com/office/drawing/2014/main" id="{2792CF07-3F59-FB6E-B842-D43EECCA2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138" y="5991225"/>
            <a:ext cx="693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</a:rPr>
              <a:t>011</a:t>
            </a:r>
            <a:r>
              <a:rPr kumimoji="1" lang="en-US" altLang="zh-CN" sz="2400" b="0"/>
              <a:t>/x</a:t>
            </a:r>
          </a:p>
        </p:txBody>
      </p:sp>
      <p:cxnSp>
        <p:nvCxnSpPr>
          <p:cNvPr id="54" name="直接连接符 3">
            <a:extLst>
              <a:ext uri="{FF2B5EF4-FFF2-40B4-BE49-F238E27FC236}">
                <a16:creationId xmlns:a16="http://schemas.microsoft.com/office/drawing/2014/main" id="{9F4FB442-FA69-98A7-59C5-8E663DC9EEAD}"/>
              </a:ext>
            </a:extLst>
          </p:cNvPr>
          <p:cNvCxnSpPr/>
          <p:nvPr/>
        </p:nvCxnSpPr>
        <p:spPr>
          <a:xfrm>
            <a:off x="5349875" y="6164263"/>
            <a:ext cx="3384550" cy="222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0E669216-5C7B-FFAB-A79C-B6DB09148043}"/>
              </a:ext>
            </a:extLst>
          </p:cNvPr>
          <p:cNvSpPr/>
          <p:nvPr/>
        </p:nvSpPr>
        <p:spPr>
          <a:xfrm>
            <a:off x="6616700" y="5511800"/>
            <a:ext cx="295275" cy="479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2148C2B-91D4-A3D6-6063-922FD3D35F72}"/>
              </a:ext>
            </a:extLst>
          </p:cNvPr>
          <p:cNvSpPr/>
          <p:nvPr/>
        </p:nvSpPr>
        <p:spPr>
          <a:xfrm>
            <a:off x="7612063" y="5516563"/>
            <a:ext cx="295275" cy="481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7" name="文本框 8">
            <a:extLst>
              <a:ext uri="{FF2B5EF4-FFF2-40B4-BE49-F238E27FC236}">
                <a16:creationId xmlns:a16="http://schemas.microsoft.com/office/drawing/2014/main" id="{902DADB4-49B5-7F9C-71EA-4F990CC4F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1495600"/>
            <a:ext cx="1277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00B050"/>
                </a:solidFill>
                <a:latin typeface="Arial" panose="020B0604020202020204" pitchFamily="34" charset="0"/>
              </a:rPr>
              <a:t>保持不变</a:t>
            </a:r>
          </a:p>
        </p:txBody>
      </p:sp>
      <p:grpSp>
        <p:nvGrpSpPr>
          <p:cNvPr id="58" name="Group 209">
            <a:extLst>
              <a:ext uri="{FF2B5EF4-FFF2-40B4-BE49-F238E27FC236}">
                <a16:creationId xmlns:a16="http://schemas.microsoft.com/office/drawing/2014/main" id="{1CC515DB-399C-C5DE-2CB2-D3BF81FF8858}"/>
              </a:ext>
            </a:extLst>
          </p:cNvPr>
          <p:cNvGrpSpPr>
            <a:grpSpLocks/>
          </p:cNvGrpSpPr>
          <p:nvPr/>
        </p:nvGrpSpPr>
        <p:grpSpPr bwMode="auto">
          <a:xfrm>
            <a:off x="677863" y="1068563"/>
            <a:ext cx="3514725" cy="396875"/>
            <a:chOff x="3447" y="3588"/>
            <a:chExt cx="2214" cy="250"/>
          </a:xfrm>
        </p:grpSpPr>
        <p:sp>
          <p:nvSpPr>
            <p:cNvPr id="59" name="Rectangle 189">
              <a:extLst>
                <a:ext uri="{FF2B5EF4-FFF2-40B4-BE49-F238E27FC236}">
                  <a16:creationId xmlns:a16="http://schemas.microsoft.com/office/drawing/2014/main" id="{8315111E-4426-C1CC-DDFB-7B2A8B25F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3588"/>
              <a:ext cx="2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 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</a:t>
              </a:r>
              <a:endParaRPr kumimoji="1" lang="zh-CN" altLang="en-US" sz="2000" baseline="35000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60" name="Line 191">
              <a:extLst>
                <a:ext uri="{FF2B5EF4-FFF2-40B4-BE49-F238E27FC236}">
                  <a16:creationId xmlns:a16="http://schemas.microsoft.com/office/drawing/2014/main" id="{56FDD42C-0E04-672C-FFF7-42F4F58BE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3633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92">
              <a:extLst>
                <a:ext uri="{FF2B5EF4-FFF2-40B4-BE49-F238E27FC236}">
                  <a16:creationId xmlns:a16="http://schemas.microsoft.com/office/drawing/2014/main" id="{706354B3-9433-F5B3-AFB1-3FE43E0E7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5" y="3633"/>
              <a:ext cx="13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194">
              <a:extLst>
                <a:ext uri="{FF2B5EF4-FFF2-40B4-BE49-F238E27FC236}">
                  <a16:creationId xmlns:a16="http://schemas.microsoft.com/office/drawing/2014/main" id="{0444DD7A-5BF4-C5CF-4FEF-35E61034D6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5" y="3633"/>
              <a:ext cx="13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" name="Group 64">
            <a:extLst>
              <a:ext uri="{FF2B5EF4-FFF2-40B4-BE49-F238E27FC236}">
                <a16:creationId xmlns:a16="http://schemas.microsoft.com/office/drawing/2014/main" id="{A546BD77-6C1D-13F4-96CD-29F0B29C2320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2454450"/>
            <a:ext cx="2251075" cy="1852613"/>
            <a:chOff x="305" y="2614"/>
            <a:chExt cx="1418" cy="1167"/>
          </a:xfrm>
        </p:grpSpPr>
        <p:sp>
          <p:nvSpPr>
            <p:cNvPr id="64" name="Text Box 65">
              <a:extLst>
                <a:ext uri="{FF2B5EF4-FFF2-40B4-BE49-F238E27FC236}">
                  <a16:creationId xmlns:a16="http://schemas.microsoft.com/office/drawing/2014/main" id="{363C5341-042C-22B0-1E0B-B021D440F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65" name="Text Box 66">
              <a:extLst>
                <a:ext uri="{FF2B5EF4-FFF2-40B4-BE49-F238E27FC236}">
                  <a16:creationId xmlns:a16="http://schemas.microsoft.com/office/drawing/2014/main" id="{5DE801E8-41E5-D346-1382-C3F6809BD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66" name="Text Box 67">
              <a:extLst>
                <a:ext uri="{FF2B5EF4-FFF2-40B4-BE49-F238E27FC236}">
                  <a16:creationId xmlns:a16="http://schemas.microsoft.com/office/drawing/2014/main" id="{C55F1B97-770E-024B-6EF8-A9742653B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67" name="Text Box 68">
              <a:extLst>
                <a:ext uri="{FF2B5EF4-FFF2-40B4-BE49-F238E27FC236}">
                  <a16:creationId xmlns:a16="http://schemas.microsoft.com/office/drawing/2014/main" id="{AED2FD5C-D5F3-15DA-32D3-BFDE9CE99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68" name="Text Box 69">
              <a:extLst>
                <a:ext uri="{FF2B5EF4-FFF2-40B4-BE49-F238E27FC236}">
                  <a16:creationId xmlns:a16="http://schemas.microsoft.com/office/drawing/2014/main" id="{154374DE-6976-36A7-FBC7-02D7F844E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69" name="Text Box 70">
              <a:extLst>
                <a:ext uri="{FF2B5EF4-FFF2-40B4-BE49-F238E27FC236}">
                  <a16:creationId xmlns:a16="http://schemas.microsoft.com/office/drawing/2014/main" id="{DD512AC8-617D-6CF2-344D-75D00EB64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70" name="Text Box 71">
              <a:extLst>
                <a:ext uri="{FF2B5EF4-FFF2-40B4-BE49-F238E27FC236}">
                  <a16:creationId xmlns:a16="http://schemas.microsoft.com/office/drawing/2014/main" id="{F385977C-3F32-6BEF-B416-826BA2CA3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71" name="Text Box 72">
              <a:extLst>
                <a:ext uri="{FF2B5EF4-FFF2-40B4-BE49-F238E27FC236}">
                  <a16:creationId xmlns:a16="http://schemas.microsoft.com/office/drawing/2014/main" id="{34DD6B37-9450-9FD8-860C-203D4CEC3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72" name="Line 73">
              <a:extLst>
                <a:ext uri="{FF2B5EF4-FFF2-40B4-BE49-F238E27FC236}">
                  <a16:creationId xmlns:a16="http://schemas.microsoft.com/office/drawing/2014/main" id="{653A89E6-0676-4CE6-A40E-65C68AE81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4">
              <a:extLst>
                <a:ext uri="{FF2B5EF4-FFF2-40B4-BE49-F238E27FC236}">
                  <a16:creationId xmlns:a16="http://schemas.microsoft.com/office/drawing/2014/main" id="{43942EF4-B462-3817-2BEA-94908F713E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Text Box 75">
              <a:extLst>
                <a:ext uri="{FF2B5EF4-FFF2-40B4-BE49-F238E27FC236}">
                  <a16:creationId xmlns:a16="http://schemas.microsoft.com/office/drawing/2014/main" id="{BDF2AC61-8C7A-009C-EAD2-9E772D574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75" name="Text Box 76">
              <a:extLst>
                <a:ext uri="{FF2B5EF4-FFF2-40B4-BE49-F238E27FC236}">
                  <a16:creationId xmlns:a16="http://schemas.microsoft.com/office/drawing/2014/main" id="{0471F63A-7660-5F9D-1FF2-4F1D215AB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76" name="Text Box 77">
              <a:extLst>
                <a:ext uri="{FF2B5EF4-FFF2-40B4-BE49-F238E27FC236}">
                  <a16:creationId xmlns:a16="http://schemas.microsoft.com/office/drawing/2014/main" id="{06536F7E-A183-E520-E632-1D0DBB964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" y="2614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30000">
                  <a:ea typeface="楷体_GB2312" pitchFamily="49" charset="-122"/>
                </a:rPr>
                <a:t>+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77" name="Text Box 78">
              <a:extLst>
                <a:ext uri="{FF2B5EF4-FFF2-40B4-BE49-F238E27FC236}">
                  <a16:creationId xmlns:a16="http://schemas.microsoft.com/office/drawing/2014/main" id="{076D941E-FC73-AD2E-42DC-1337ADD14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8" name="Text Box 79">
              <a:extLst>
                <a:ext uri="{FF2B5EF4-FFF2-40B4-BE49-F238E27FC236}">
                  <a16:creationId xmlns:a16="http://schemas.microsoft.com/office/drawing/2014/main" id="{749727AC-0864-DB7F-77E3-1A86BE529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9" name="Text Box 80">
              <a:extLst>
                <a:ext uri="{FF2B5EF4-FFF2-40B4-BE49-F238E27FC236}">
                  <a16:creationId xmlns:a16="http://schemas.microsoft.com/office/drawing/2014/main" id="{AE04CA47-9FF7-3740-5F00-056F68FED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0" name="Text Box 81">
              <a:extLst>
                <a:ext uri="{FF2B5EF4-FFF2-40B4-BE49-F238E27FC236}">
                  <a16:creationId xmlns:a16="http://schemas.microsoft.com/office/drawing/2014/main" id="{56A3AE65-5161-C228-FEE9-701CB1E31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1" name="Text Box 82">
              <a:extLst>
                <a:ext uri="{FF2B5EF4-FFF2-40B4-BE49-F238E27FC236}">
                  <a16:creationId xmlns:a16="http://schemas.microsoft.com/office/drawing/2014/main" id="{19C5CF96-85C9-2726-2067-8465DFAAB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82" name="Text Box 83">
              <a:extLst>
                <a:ext uri="{FF2B5EF4-FFF2-40B4-BE49-F238E27FC236}">
                  <a16:creationId xmlns:a16="http://schemas.microsoft.com/office/drawing/2014/main" id="{B3365752-A9E5-EAEA-1B60-77D55F2BE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3" name="Text Box 84">
              <a:extLst>
                <a:ext uri="{FF2B5EF4-FFF2-40B4-BE49-F238E27FC236}">
                  <a16:creationId xmlns:a16="http://schemas.microsoft.com/office/drawing/2014/main" id="{1A811EBF-75AC-34C4-6884-FCBCB5F09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84" name="Text Box 85">
              <a:extLst>
                <a:ext uri="{FF2B5EF4-FFF2-40B4-BE49-F238E27FC236}">
                  <a16:creationId xmlns:a16="http://schemas.microsoft.com/office/drawing/2014/main" id="{03F5EF7D-2E64-3C2D-0995-41C8E54EA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85" name="Text Box 86">
              <a:extLst>
                <a:ext uri="{FF2B5EF4-FFF2-40B4-BE49-F238E27FC236}">
                  <a16:creationId xmlns:a16="http://schemas.microsoft.com/office/drawing/2014/main" id="{B1948220-7197-F182-25E6-889B7A5B6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6" name="Text Box 87">
              <a:extLst>
                <a:ext uri="{FF2B5EF4-FFF2-40B4-BE49-F238E27FC236}">
                  <a16:creationId xmlns:a16="http://schemas.microsoft.com/office/drawing/2014/main" id="{0AE9F928-021C-5896-9BB6-80B7F50A0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87" name="Text Box 88">
              <a:extLst>
                <a:ext uri="{FF2B5EF4-FFF2-40B4-BE49-F238E27FC236}">
                  <a16:creationId xmlns:a16="http://schemas.microsoft.com/office/drawing/2014/main" id="{0CE63DC7-1641-E2B3-A974-563AC0493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88" name="Text Box 89">
              <a:extLst>
                <a:ext uri="{FF2B5EF4-FFF2-40B4-BE49-F238E27FC236}">
                  <a16:creationId xmlns:a16="http://schemas.microsoft.com/office/drawing/2014/main" id="{FF80B21B-EA40-CEF9-1F2D-CD22D34DC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3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89" name="Text Box 90">
              <a:extLst>
                <a:ext uri="{FF2B5EF4-FFF2-40B4-BE49-F238E27FC236}">
                  <a16:creationId xmlns:a16="http://schemas.microsoft.com/office/drawing/2014/main" id="{409BECE5-1C6E-3D9B-C6AB-8FC3C362A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90" name="Text Box 91">
              <a:extLst>
                <a:ext uri="{FF2B5EF4-FFF2-40B4-BE49-F238E27FC236}">
                  <a16:creationId xmlns:a16="http://schemas.microsoft.com/office/drawing/2014/main" id="{830A2D95-835B-FD80-E11A-C1B2D6B33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91" name="Text Box 92">
              <a:extLst>
                <a:ext uri="{FF2B5EF4-FFF2-40B4-BE49-F238E27FC236}">
                  <a16:creationId xmlns:a16="http://schemas.microsoft.com/office/drawing/2014/main" id="{D2BC8BF8-0268-3E5B-52B2-3328842F4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92" name="Text Box 93">
              <a:extLst>
                <a:ext uri="{FF2B5EF4-FFF2-40B4-BE49-F238E27FC236}">
                  <a16:creationId xmlns:a16="http://schemas.microsoft.com/office/drawing/2014/main" id="{0BF12997-A73E-383C-CA48-1615AD134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93" name="AutoShape 169">
            <a:extLst>
              <a:ext uri="{FF2B5EF4-FFF2-40B4-BE49-F238E27FC236}">
                <a16:creationId xmlns:a16="http://schemas.microsoft.com/office/drawing/2014/main" id="{18E7EF01-2B78-72E1-ABF2-971FCE3C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988" y="3719688"/>
            <a:ext cx="647700" cy="5762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4" name="Arc 170">
            <a:extLst>
              <a:ext uri="{FF2B5EF4-FFF2-40B4-BE49-F238E27FC236}">
                <a16:creationId xmlns:a16="http://schemas.microsoft.com/office/drawing/2014/main" id="{6167763C-1E52-384A-E36B-8E0323FF315B}"/>
              </a:ext>
            </a:extLst>
          </p:cNvPr>
          <p:cNvSpPr>
            <a:spLocks/>
          </p:cNvSpPr>
          <p:nvPr/>
        </p:nvSpPr>
        <p:spPr bwMode="auto">
          <a:xfrm>
            <a:off x="1154113" y="4005438"/>
            <a:ext cx="295275" cy="3270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Arc 171">
            <a:extLst>
              <a:ext uri="{FF2B5EF4-FFF2-40B4-BE49-F238E27FC236}">
                <a16:creationId xmlns:a16="http://schemas.microsoft.com/office/drawing/2014/main" id="{455A4B69-86C3-019A-CE24-66B770E4A7E2}"/>
              </a:ext>
            </a:extLst>
          </p:cNvPr>
          <p:cNvSpPr>
            <a:spLocks/>
          </p:cNvSpPr>
          <p:nvPr/>
        </p:nvSpPr>
        <p:spPr bwMode="auto">
          <a:xfrm rot="319004">
            <a:off x="1162050" y="3143425"/>
            <a:ext cx="238125" cy="306388"/>
          </a:xfrm>
          <a:custGeom>
            <a:avLst/>
            <a:gdLst>
              <a:gd name="T0" fmla="*/ 0 w 23805"/>
              <a:gd name="T1" fmla="*/ 0 h 43200"/>
              <a:gd name="T2" fmla="*/ 0 w 23805"/>
              <a:gd name="T3" fmla="*/ 0 h 43200"/>
              <a:gd name="T4" fmla="*/ 0 w 23805"/>
              <a:gd name="T5" fmla="*/ 0 h 43200"/>
              <a:gd name="T6" fmla="*/ 0 60000 65536"/>
              <a:gd name="T7" fmla="*/ 0 60000 65536"/>
              <a:gd name="T8" fmla="*/ 0 60000 65536"/>
              <a:gd name="T9" fmla="*/ 0 w 23805"/>
              <a:gd name="T10" fmla="*/ 0 h 43200"/>
              <a:gd name="T11" fmla="*/ 23805 w 23805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805" h="43200" fill="none" extrusionOk="0">
                <a:moveTo>
                  <a:pt x="-1" y="112"/>
                </a:moveTo>
                <a:cubicBezTo>
                  <a:pt x="732" y="37"/>
                  <a:pt x="1468" y="-1"/>
                  <a:pt x="2205" y="0"/>
                </a:cubicBezTo>
                <a:cubicBezTo>
                  <a:pt x="14134" y="0"/>
                  <a:pt x="23805" y="9670"/>
                  <a:pt x="23805" y="21600"/>
                </a:cubicBezTo>
                <a:cubicBezTo>
                  <a:pt x="23805" y="33496"/>
                  <a:pt x="14186" y="43153"/>
                  <a:pt x="2289" y="43199"/>
                </a:cubicBezTo>
              </a:path>
              <a:path w="23805" h="43200" stroke="0" extrusionOk="0">
                <a:moveTo>
                  <a:pt x="-1" y="112"/>
                </a:moveTo>
                <a:cubicBezTo>
                  <a:pt x="732" y="37"/>
                  <a:pt x="1468" y="-1"/>
                  <a:pt x="2205" y="0"/>
                </a:cubicBezTo>
                <a:cubicBezTo>
                  <a:pt x="14134" y="0"/>
                  <a:pt x="23805" y="9670"/>
                  <a:pt x="23805" y="21600"/>
                </a:cubicBezTo>
                <a:cubicBezTo>
                  <a:pt x="23805" y="33496"/>
                  <a:pt x="14186" y="43153"/>
                  <a:pt x="2289" y="43199"/>
                </a:cubicBezTo>
                <a:lnTo>
                  <a:pt x="2205" y="21600"/>
                </a:lnTo>
                <a:lnTo>
                  <a:pt x="-1" y="112"/>
                </a:lnTo>
                <a:close/>
              </a:path>
            </a:pathLst>
          </a:cu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Arc 172">
            <a:extLst>
              <a:ext uri="{FF2B5EF4-FFF2-40B4-BE49-F238E27FC236}">
                <a16:creationId xmlns:a16="http://schemas.microsoft.com/office/drawing/2014/main" id="{817BD36B-E2F4-3711-97B0-8811473C553A}"/>
              </a:ext>
            </a:extLst>
          </p:cNvPr>
          <p:cNvSpPr>
            <a:spLocks/>
          </p:cNvSpPr>
          <p:nvPr/>
        </p:nvSpPr>
        <p:spPr bwMode="auto">
          <a:xfrm rot="10663363">
            <a:off x="2339975" y="3140250"/>
            <a:ext cx="255588" cy="327025"/>
          </a:xfrm>
          <a:custGeom>
            <a:avLst/>
            <a:gdLst>
              <a:gd name="T0" fmla="*/ 0 w 21600"/>
              <a:gd name="T1" fmla="*/ 0 h 43166"/>
              <a:gd name="T2" fmla="*/ 0 w 21600"/>
              <a:gd name="T3" fmla="*/ 0 h 43166"/>
              <a:gd name="T4" fmla="*/ 0 w 21600"/>
              <a:gd name="T5" fmla="*/ 0 h 43166"/>
              <a:gd name="T6" fmla="*/ 0 60000 65536"/>
              <a:gd name="T7" fmla="*/ 0 60000 65536"/>
              <a:gd name="T8" fmla="*/ 0 60000 65536"/>
              <a:gd name="T9" fmla="*/ 0 w 21600"/>
              <a:gd name="T10" fmla="*/ 0 h 43166"/>
              <a:gd name="T11" fmla="*/ 21600 w 21600"/>
              <a:gd name="T12" fmla="*/ 43166 h 431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66" fill="none" extrusionOk="0">
                <a:moveTo>
                  <a:pt x="1120" y="0"/>
                </a:moveTo>
                <a:cubicBezTo>
                  <a:pt x="12599" y="596"/>
                  <a:pt x="21600" y="10077"/>
                  <a:pt x="21600" y="21571"/>
                </a:cubicBezTo>
                <a:cubicBezTo>
                  <a:pt x="21600" y="33316"/>
                  <a:pt x="12214" y="42909"/>
                  <a:pt x="471" y="43165"/>
                </a:cubicBezTo>
              </a:path>
              <a:path w="21600" h="43166" stroke="0" extrusionOk="0">
                <a:moveTo>
                  <a:pt x="1120" y="0"/>
                </a:moveTo>
                <a:cubicBezTo>
                  <a:pt x="12599" y="596"/>
                  <a:pt x="21600" y="10077"/>
                  <a:pt x="21600" y="21571"/>
                </a:cubicBezTo>
                <a:cubicBezTo>
                  <a:pt x="21600" y="33316"/>
                  <a:pt x="12214" y="42909"/>
                  <a:pt x="471" y="43165"/>
                </a:cubicBezTo>
                <a:lnTo>
                  <a:pt x="0" y="21571"/>
                </a:lnTo>
                <a:lnTo>
                  <a:pt x="1120" y="0"/>
                </a:lnTo>
                <a:close/>
              </a:path>
            </a:pathLst>
          </a:cu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Arc 173">
            <a:extLst>
              <a:ext uri="{FF2B5EF4-FFF2-40B4-BE49-F238E27FC236}">
                <a16:creationId xmlns:a16="http://schemas.microsoft.com/office/drawing/2014/main" id="{64A52D0A-5A04-8C4F-4E19-2DBC890002B2}"/>
              </a:ext>
            </a:extLst>
          </p:cNvPr>
          <p:cNvSpPr>
            <a:spLocks/>
          </p:cNvSpPr>
          <p:nvPr/>
        </p:nvSpPr>
        <p:spPr bwMode="auto">
          <a:xfrm rot="10800000">
            <a:off x="2330450" y="4008613"/>
            <a:ext cx="265113" cy="327025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文本框 169">
            <a:extLst>
              <a:ext uri="{FF2B5EF4-FFF2-40B4-BE49-F238E27FC236}">
                <a16:creationId xmlns:a16="http://schemas.microsoft.com/office/drawing/2014/main" id="{32C1DF91-4D19-6CA2-98EB-AFF59D6AF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5" y="1827388"/>
            <a:ext cx="1277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00B050"/>
                </a:solidFill>
                <a:latin typeface="Arial" panose="020B0604020202020204" pitchFamily="34" charset="0"/>
              </a:rPr>
              <a:t>保持不变</a:t>
            </a:r>
          </a:p>
        </p:txBody>
      </p:sp>
      <p:grpSp>
        <p:nvGrpSpPr>
          <p:cNvPr id="99" name="Group 64">
            <a:extLst>
              <a:ext uri="{FF2B5EF4-FFF2-40B4-BE49-F238E27FC236}">
                <a16:creationId xmlns:a16="http://schemas.microsoft.com/office/drawing/2014/main" id="{4A8B0860-20E5-D25B-04BC-07C43B6CD9A5}"/>
              </a:ext>
            </a:extLst>
          </p:cNvPr>
          <p:cNvGrpSpPr>
            <a:grpSpLocks/>
          </p:cNvGrpSpPr>
          <p:nvPr/>
        </p:nvGrpSpPr>
        <p:grpSpPr bwMode="auto">
          <a:xfrm>
            <a:off x="2732088" y="3933825"/>
            <a:ext cx="2251075" cy="1857375"/>
            <a:chOff x="305" y="2614"/>
            <a:chExt cx="1418" cy="1170"/>
          </a:xfrm>
        </p:grpSpPr>
        <p:sp>
          <p:nvSpPr>
            <p:cNvPr id="100" name="Text Box 65">
              <a:extLst>
                <a:ext uri="{FF2B5EF4-FFF2-40B4-BE49-F238E27FC236}">
                  <a16:creationId xmlns:a16="http://schemas.microsoft.com/office/drawing/2014/main" id="{1DC8F9C2-CF98-D0BA-C5F3-567097923F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9900FF"/>
                  </a:solidFill>
                </a:rPr>
                <a:t>0</a:t>
              </a:r>
              <a:r>
                <a:rPr kumimoji="1" lang="en-US" altLang="zh-CN" sz="2400" b="0"/>
                <a:t>0</a:t>
              </a:r>
            </a:p>
          </p:txBody>
        </p:sp>
        <p:sp>
          <p:nvSpPr>
            <p:cNvPr id="101" name="Text Box 66">
              <a:extLst>
                <a:ext uri="{FF2B5EF4-FFF2-40B4-BE49-F238E27FC236}">
                  <a16:creationId xmlns:a16="http://schemas.microsoft.com/office/drawing/2014/main" id="{97ECF299-A321-11CB-B67B-9BAE00425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9900FF"/>
                  </a:solidFill>
                </a:rPr>
                <a:t>0</a:t>
              </a:r>
              <a:r>
                <a:rPr kumimoji="1" lang="en-US" altLang="zh-CN" sz="2400" b="0"/>
                <a:t>1</a:t>
              </a:r>
            </a:p>
          </p:txBody>
        </p:sp>
        <p:sp>
          <p:nvSpPr>
            <p:cNvPr id="102" name="Text Box 67">
              <a:extLst>
                <a:ext uri="{FF2B5EF4-FFF2-40B4-BE49-F238E27FC236}">
                  <a16:creationId xmlns:a16="http://schemas.microsoft.com/office/drawing/2014/main" id="{C1C72863-1BB2-B12B-C5FF-49D524FB8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1</a:t>
              </a:r>
              <a:r>
                <a:rPr kumimoji="1" lang="en-US" altLang="zh-CN" sz="2400" b="0"/>
                <a:t>1</a:t>
              </a:r>
            </a:p>
          </p:txBody>
        </p:sp>
        <p:sp>
          <p:nvSpPr>
            <p:cNvPr id="103" name="Text Box 68">
              <a:extLst>
                <a:ext uri="{FF2B5EF4-FFF2-40B4-BE49-F238E27FC236}">
                  <a16:creationId xmlns:a16="http://schemas.microsoft.com/office/drawing/2014/main" id="{D7552B6E-D137-21BD-B013-68E5B1B0C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04" name="Text Box 69">
              <a:extLst>
                <a:ext uri="{FF2B5EF4-FFF2-40B4-BE49-F238E27FC236}">
                  <a16:creationId xmlns:a16="http://schemas.microsoft.com/office/drawing/2014/main" id="{92053C38-B5CB-87F9-31D4-1B7577162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05" name="Text Box 70">
              <a:extLst>
                <a:ext uri="{FF2B5EF4-FFF2-40B4-BE49-F238E27FC236}">
                  <a16:creationId xmlns:a16="http://schemas.microsoft.com/office/drawing/2014/main" id="{CAF33278-67DE-785F-87A0-CFFB40CD49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01</a:t>
              </a:r>
            </a:p>
          </p:txBody>
        </p:sp>
        <p:sp>
          <p:nvSpPr>
            <p:cNvPr id="106" name="Text Box 71">
              <a:extLst>
                <a:ext uri="{FF2B5EF4-FFF2-40B4-BE49-F238E27FC236}">
                  <a16:creationId xmlns:a16="http://schemas.microsoft.com/office/drawing/2014/main" id="{855FFEBF-98A5-2AF8-3D1F-377F566CA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07" name="Text Box 72">
              <a:extLst>
                <a:ext uri="{FF2B5EF4-FFF2-40B4-BE49-F238E27FC236}">
                  <a16:creationId xmlns:a16="http://schemas.microsoft.com/office/drawing/2014/main" id="{390C1DC6-CC81-1CF4-49AF-CCDD3F0BF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9900FF"/>
                  </a:solidFill>
                </a:rPr>
                <a:t>10</a:t>
              </a:r>
            </a:p>
          </p:txBody>
        </p:sp>
        <p:sp>
          <p:nvSpPr>
            <p:cNvPr id="108" name="Line 73">
              <a:extLst>
                <a:ext uri="{FF2B5EF4-FFF2-40B4-BE49-F238E27FC236}">
                  <a16:creationId xmlns:a16="http://schemas.microsoft.com/office/drawing/2014/main" id="{2F11C298-B1E3-765B-C499-57AF6EFB50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74">
              <a:extLst>
                <a:ext uri="{FF2B5EF4-FFF2-40B4-BE49-F238E27FC236}">
                  <a16:creationId xmlns:a16="http://schemas.microsoft.com/office/drawing/2014/main" id="{6B2C5E2E-7FEC-373E-BB56-0836B9C90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82FBA673-6093-7743-D4CA-57DE0B41D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11" name="Text Box 76">
              <a:extLst>
                <a:ext uri="{FF2B5EF4-FFF2-40B4-BE49-F238E27FC236}">
                  <a16:creationId xmlns:a16="http://schemas.microsoft.com/office/drawing/2014/main" id="{FE0E5463-AEC8-9583-BA25-C6C4F7161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1</a:t>
              </a:r>
              <a:r>
                <a:rPr kumimoji="1" lang="en-US" altLang="zh-CN" sz="2400" b="0"/>
                <a:t>0</a:t>
              </a:r>
            </a:p>
          </p:txBody>
        </p:sp>
        <p:sp>
          <p:nvSpPr>
            <p:cNvPr id="112" name="Text Box 77">
              <a:extLst>
                <a:ext uri="{FF2B5EF4-FFF2-40B4-BE49-F238E27FC236}">
                  <a16:creationId xmlns:a16="http://schemas.microsoft.com/office/drawing/2014/main" id="{21DBB564-BAC8-A031-725D-A6BBB9C53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" y="2614"/>
              <a:ext cx="2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30000">
                  <a:ea typeface="楷体_GB2312" pitchFamily="49" charset="-122"/>
                </a:rPr>
                <a:t>+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113" name="Text Box 78">
              <a:extLst>
                <a:ext uri="{FF2B5EF4-FFF2-40B4-BE49-F238E27FC236}">
                  <a16:creationId xmlns:a16="http://schemas.microsoft.com/office/drawing/2014/main" id="{73BB1DB2-9676-421D-E70F-EF0254F5E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4" name="Text Box 79">
              <a:extLst>
                <a:ext uri="{FF2B5EF4-FFF2-40B4-BE49-F238E27FC236}">
                  <a16:creationId xmlns:a16="http://schemas.microsoft.com/office/drawing/2014/main" id="{B442E50B-2E50-CA6D-0F75-8050147F1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5" name="Text Box 80">
              <a:extLst>
                <a:ext uri="{FF2B5EF4-FFF2-40B4-BE49-F238E27FC236}">
                  <a16:creationId xmlns:a16="http://schemas.microsoft.com/office/drawing/2014/main" id="{E77300D8-AE9F-38F8-164F-8FA0CC4BA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6" name="Text Box 81">
              <a:extLst>
                <a:ext uri="{FF2B5EF4-FFF2-40B4-BE49-F238E27FC236}">
                  <a16:creationId xmlns:a16="http://schemas.microsoft.com/office/drawing/2014/main" id="{3318A84D-4BE9-558C-D9F3-084C9B4995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7" name="Text Box 82">
              <a:extLst>
                <a:ext uri="{FF2B5EF4-FFF2-40B4-BE49-F238E27FC236}">
                  <a16:creationId xmlns:a16="http://schemas.microsoft.com/office/drawing/2014/main" id="{7E811EF6-CA89-5AB0-C022-3099BC1C8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" y="355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118" name="Text Box 83">
              <a:extLst>
                <a:ext uri="{FF2B5EF4-FFF2-40B4-BE49-F238E27FC236}">
                  <a16:creationId xmlns:a16="http://schemas.microsoft.com/office/drawing/2014/main" id="{639D4C7D-8E7D-A277-93A3-E9D1B1732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9" name="Text Box 84">
              <a:extLst>
                <a:ext uri="{FF2B5EF4-FFF2-40B4-BE49-F238E27FC236}">
                  <a16:creationId xmlns:a16="http://schemas.microsoft.com/office/drawing/2014/main" id="{6E3128DE-F15E-926F-A3CD-57F11708F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20" name="Text Box 85">
              <a:extLst>
                <a:ext uri="{FF2B5EF4-FFF2-40B4-BE49-F238E27FC236}">
                  <a16:creationId xmlns:a16="http://schemas.microsoft.com/office/drawing/2014/main" id="{A64156CF-E41C-87CD-9156-F264993E8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5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121" name="Text Box 86">
              <a:extLst>
                <a:ext uri="{FF2B5EF4-FFF2-40B4-BE49-F238E27FC236}">
                  <a16:creationId xmlns:a16="http://schemas.microsoft.com/office/drawing/2014/main" id="{C50063D0-295F-8AFE-BA4A-719262E04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22" name="Text Box 87">
              <a:extLst>
                <a:ext uri="{FF2B5EF4-FFF2-40B4-BE49-F238E27FC236}">
                  <a16:creationId xmlns:a16="http://schemas.microsoft.com/office/drawing/2014/main" id="{81A24E51-E0AF-91EB-710D-8D4B7421D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18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123" name="Text Box 88">
              <a:extLst>
                <a:ext uri="{FF2B5EF4-FFF2-40B4-BE49-F238E27FC236}">
                  <a16:creationId xmlns:a16="http://schemas.microsoft.com/office/drawing/2014/main" id="{E9A65C8B-9003-7C19-A91C-14885DC4D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24" name="Text Box 89">
              <a:extLst>
                <a:ext uri="{FF2B5EF4-FFF2-40B4-BE49-F238E27FC236}">
                  <a16:creationId xmlns:a16="http://schemas.microsoft.com/office/drawing/2014/main" id="{6D78987D-6541-8474-3913-656A388D6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3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25" name="Text Box 90">
              <a:extLst>
                <a:ext uri="{FF2B5EF4-FFF2-40B4-BE49-F238E27FC236}">
                  <a16:creationId xmlns:a16="http://schemas.microsoft.com/office/drawing/2014/main" id="{CDAF231B-8AFC-CAF6-DC7B-163C7A4E5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26" name="Text Box 91">
              <a:extLst>
                <a:ext uri="{FF2B5EF4-FFF2-40B4-BE49-F238E27FC236}">
                  <a16:creationId xmlns:a16="http://schemas.microsoft.com/office/drawing/2014/main" id="{4A483AC0-1B2A-8181-AAE2-D6505B7DA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18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127" name="Text Box 92">
              <a:extLst>
                <a:ext uri="{FF2B5EF4-FFF2-40B4-BE49-F238E27FC236}">
                  <a16:creationId xmlns:a16="http://schemas.microsoft.com/office/drawing/2014/main" id="{CD4B20AA-EA9F-BCD8-7242-E7E8729B6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28" name="Text Box 93">
              <a:extLst>
                <a:ext uri="{FF2B5EF4-FFF2-40B4-BE49-F238E27FC236}">
                  <a16:creationId xmlns:a16="http://schemas.microsoft.com/office/drawing/2014/main" id="{7114D045-A91C-9F23-2973-08D7DDF39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grpSp>
        <p:nvGrpSpPr>
          <p:cNvPr id="129" name="Group 183">
            <a:extLst>
              <a:ext uri="{FF2B5EF4-FFF2-40B4-BE49-F238E27FC236}">
                <a16:creationId xmlns:a16="http://schemas.microsoft.com/office/drawing/2014/main" id="{C458B2C4-19D7-ADB4-9F86-650E3BD33C6B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5840413"/>
            <a:ext cx="2257425" cy="396875"/>
            <a:chOff x="270" y="3748"/>
            <a:chExt cx="1421" cy="250"/>
          </a:xfrm>
        </p:grpSpPr>
        <p:sp>
          <p:nvSpPr>
            <p:cNvPr id="130" name="Rectangle 184">
              <a:extLst>
                <a:ext uri="{FF2B5EF4-FFF2-40B4-BE49-F238E27FC236}">
                  <a16:creationId xmlns:a16="http://schemas.microsoft.com/office/drawing/2014/main" id="{9F94DF54-8D8B-EC99-F7E7-12213C3B9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748"/>
              <a:ext cx="1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131" name="Line 185">
              <a:extLst>
                <a:ext uri="{FF2B5EF4-FFF2-40B4-BE49-F238E27FC236}">
                  <a16:creationId xmlns:a16="http://schemas.microsoft.com/office/drawing/2014/main" id="{AE253652-9020-8407-99A0-D18B74B37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3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186">
              <a:extLst>
                <a:ext uri="{FF2B5EF4-FFF2-40B4-BE49-F238E27FC236}">
                  <a16:creationId xmlns:a16="http://schemas.microsoft.com/office/drawing/2014/main" id="{7FD57A12-71EE-C9E7-7D74-F2F5C8A5C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" name="AutoShape 169">
            <a:extLst>
              <a:ext uri="{FF2B5EF4-FFF2-40B4-BE49-F238E27FC236}">
                <a16:creationId xmlns:a16="http://schemas.microsoft.com/office/drawing/2014/main" id="{1DABF509-55EF-D6AE-23D6-4CB3940C0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5184775"/>
            <a:ext cx="647700" cy="5762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4" name="Arc 170">
            <a:extLst>
              <a:ext uri="{FF2B5EF4-FFF2-40B4-BE49-F238E27FC236}">
                <a16:creationId xmlns:a16="http://schemas.microsoft.com/office/drawing/2014/main" id="{9D1CB8C4-4BBF-AE88-6091-5184832082F9}"/>
              </a:ext>
            </a:extLst>
          </p:cNvPr>
          <p:cNvSpPr>
            <a:spLocks/>
          </p:cNvSpPr>
          <p:nvPr/>
        </p:nvSpPr>
        <p:spPr bwMode="auto">
          <a:xfrm>
            <a:off x="3500438" y="5470525"/>
            <a:ext cx="295275" cy="3270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Arc 171">
            <a:extLst>
              <a:ext uri="{FF2B5EF4-FFF2-40B4-BE49-F238E27FC236}">
                <a16:creationId xmlns:a16="http://schemas.microsoft.com/office/drawing/2014/main" id="{C8C533C0-C3E6-F206-DBFB-AF833801E7C0}"/>
              </a:ext>
            </a:extLst>
          </p:cNvPr>
          <p:cNvSpPr>
            <a:spLocks/>
          </p:cNvSpPr>
          <p:nvPr/>
        </p:nvSpPr>
        <p:spPr bwMode="auto">
          <a:xfrm rot="319004">
            <a:off x="3508375" y="4608513"/>
            <a:ext cx="238125" cy="306387"/>
          </a:xfrm>
          <a:custGeom>
            <a:avLst/>
            <a:gdLst>
              <a:gd name="T0" fmla="*/ 0 w 23805"/>
              <a:gd name="T1" fmla="*/ 0 h 43200"/>
              <a:gd name="T2" fmla="*/ 0 w 23805"/>
              <a:gd name="T3" fmla="*/ 0 h 43200"/>
              <a:gd name="T4" fmla="*/ 0 w 23805"/>
              <a:gd name="T5" fmla="*/ 0 h 43200"/>
              <a:gd name="T6" fmla="*/ 0 60000 65536"/>
              <a:gd name="T7" fmla="*/ 0 60000 65536"/>
              <a:gd name="T8" fmla="*/ 0 60000 65536"/>
              <a:gd name="T9" fmla="*/ 0 w 23805"/>
              <a:gd name="T10" fmla="*/ 0 h 43200"/>
              <a:gd name="T11" fmla="*/ 23805 w 23805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805" h="43200" fill="none" extrusionOk="0">
                <a:moveTo>
                  <a:pt x="-1" y="112"/>
                </a:moveTo>
                <a:cubicBezTo>
                  <a:pt x="732" y="37"/>
                  <a:pt x="1468" y="-1"/>
                  <a:pt x="2205" y="0"/>
                </a:cubicBezTo>
                <a:cubicBezTo>
                  <a:pt x="14134" y="0"/>
                  <a:pt x="23805" y="9670"/>
                  <a:pt x="23805" y="21600"/>
                </a:cubicBezTo>
                <a:cubicBezTo>
                  <a:pt x="23805" y="33496"/>
                  <a:pt x="14186" y="43153"/>
                  <a:pt x="2289" y="43199"/>
                </a:cubicBezTo>
              </a:path>
              <a:path w="23805" h="43200" stroke="0" extrusionOk="0">
                <a:moveTo>
                  <a:pt x="-1" y="112"/>
                </a:moveTo>
                <a:cubicBezTo>
                  <a:pt x="732" y="37"/>
                  <a:pt x="1468" y="-1"/>
                  <a:pt x="2205" y="0"/>
                </a:cubicBezTo>
                <a:cubicBezTo>
                  <a:pt x="14134" y="0"/>
                  <a:pt x="23805" y="9670"/>
                  <a:pt x="23805" y="21600"/>
                </a:cubicBezTo>
                <a:cubicBezTo>
                  <a:pt x="23805" y="33496"/>
                  <a:pt x="14186" y="43153"/>
                  <a:pt x="2289" y="43199"/>
                </a:cubicBezTo>
                <a:lnTo>
                  <a:pt x="2205" y="21600"/>
                </a:lnTo>
                <a:lnTo>
                  <a:pt x="-1" y="112"/>
                </a:lnTo>
                <a:close/>
              </a:path>
            </a:pathLst>
          </a:cu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" name="Arc 172">
            <a:extLst>
              <a:ext uri="{FF2B5EF4-FFF2-40B4-BE49-F238E27FC236}">
                <a16:creationId xmlns:a16="http://schemas.microsoft.com/office/drawing/2014/main" id="{03B8152B-6AC9-28EA-7763-86D293A903A5}"/>
              </a:ext>
            </a:extLst>
          </p:cNvPr>
          <p:cNvSpPr>
            <a:spLocks/>
          </p:cNvSpPr>
          <p:nvPr/>
        </p:nvSpPr>
        <p:spPr bwMode="auto">
          <a:xfrm rot="10663363">
            <a:off x="4686300" y="4605338"/>
            <a:ext cx="255588" cy="327025"/>
          </a:xfrm>
          <a:custGeom>
            <a:avLst/>
            <a:gdLst>
              <a:gd name="T0" fmla="*/ 0 w 21600"/>
              <a:gd name="T1" fmla="*/ 0 h 43166"/>
              <a:gd name="T2" fmla="*/ 0 w 21600"/>
              <a:gd name="T3" fmla="*/ 0 h 43166"/>
              <a:gd name="T4" fmla="*/ 0 w 21600"/>
              <a:gd name="T5" fmla="*/ 0 h 43166"/>
              <a:gd name="T6" fmla="*/ 0 60000 65536"/>
              <a:gd name="T7" fmla="*/ 0 60000 65536"/>
              <a:gd name="T8" fmla="*/ 0 60000 65536"/>
              <a:gd name="T9" fmla="*/ 0 w 21600"/>
              <a:gd name="T10" fmla="*/ 0 h 43166"/>
              <a:gd name="T11" fmla="*/ 21600 w 21600"/>
              <a:gd name="T12" fmla="*/ 43166 h 431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66" fill="none" extrusionOk="0">
                <a:moveTo>
                  <a:pt x="1120" y="0"/>
                </a:moveTo>
                <a:cubicBezTo>
                  <a:pt x="12599" y="596"/>
                  <a:pt x="21600" y="10077"/>
                  <a:pt x="21600" y="21571"/>
                </a:cubicBezTo>
                <a:cubicBezTo>
                  <a:pt x="21600" y="33316"/>
                  <a:pt x="12214" y="42909"/>
                  <a:pt x="471" y="43165"/>
                </a:cubicBezTo>
              </a:path>
              <a:path w="21600" h="43166" stroke="0" extrusionOk="0">
                <a:moveTo>
                  <a:pt x="1120" y="0"/>
                </a:moveTo>
                <a:cubicBezTo>
                  <a:pt x="12599" y="596"/>
                  <a:pt x="21600" y="10077"/>
                  <a:pt x="21600" y="21571"/>
                </a:cubicBezTo>
                <a:cubicBezTo>
                  <a:pt x="21600" y="33316"/>
                  <a:pt x="12214" y="42909"/>
                  <a:pt x="471" y="43165"/>
                </a:cubicBezTo>
                <a:lnTo>
                  <a:pt x="0" y="21571"/>
                </a:lnTo>
                <a:lnTo>
                  <a:pt x="1120" y="0"/>
                </a:lnTo>
                <a:close/>
              </a:path>
            </a:pathLst>
          </a:cu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" name="Arc 173">
            <a:extLst>
              <a:ext uri="{FF2B5EF4-FFF2-40B4-BE49-F238E27FC236}">
                <a16:creationId xmlns:a16="http://schemas.microsoft.com/office/drawing/2014/main" id="{FA95CB21-D18E-20DD-7F56-128BA3BD0F15}"/>
              </a:ext>
            </a:extLst>
          </p:cNvPr>
          <p:cNvSpPr>
            <a:spLocks/>
          </p:cNvSpPr>
          <p:nvPr/>
        </p:nvSpPr>
        <p:spPr bwMode="auto">
          <a:xfrm rot="10800000">
            <a:off x="4676775" y="5473700"/>
            <a:ext cx="265113" cy="327025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468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4AB3A-7137-C113-3959-DD866C40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kumimoji="1" lang="zh-CN" altLang="en-US" dirty="0"/>
              <a:t>可逆六进制计数器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E472E6-A60C-AFCA-E21B-5173F5498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求出对应的输出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7EA520-B375-072C-1856-9CA6F071D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A2A3D0-76E9-4CF1-62AD-E2E860EF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23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3B5BABCF-835C-B231-D7BB-3A67D8E3EF0C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1304925"/>
            <a:ext cx="3132138" cy="3094038"/>
            <a:chOff x="3492" y="811"/>
            <a:chExt cx="2064" cy="1949"/>
          </a:xfrm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AD884B3F-6AF3-A568-E81F-E8C1D8193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" y="914"/>
              <a:ext cx="510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0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1600" b="0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5928A1F1-9C8F-98A4-3D15-06F2895CE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" y="914"/>
              <a:ext cx="511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1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6578AFDA-E3EB-E607-F876-F94D2F7F9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5" y="1570"/>
              <a:ext cx="511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2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385A1FDC-3A3A-1D60-389B-0E40BFAD7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" y="1570"/>
              <a:ext cx="510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5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7BD81031-E3E1-5459-DF99-54EF6DB6B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" y="2191"/>
              <a:ext cx="510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4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210B6B90-89C5-FF6F-5CBA-4B2505677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" y="2180"/>
              <a:ext cx="511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</a:t>
              </a:r>
              <a:r>
                <a:rPr lang="en-US" altLang="zh-CN" sz="1600"/>
                <a:t>3</a:t>
              </a:r>
            </a:p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endParaRPr lang="en-US" altLang="zh-CN" sz="2000" b="0"/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223CE3FA-E461-CAA6-8728-0A63F0F6C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2" y="1459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1/1</a:t>
              </a: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DC824FFD-C0E2-CBC9-FFF9-8A228E168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1237"/>
              <a:ext cx="3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037726D1-4F54-C7AF-5AA5-D07CC4DFC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6" y="2365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26810662-2753-79D3-775C-7ECA0A3BC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385"/>
              <a:ext cx="157" cy="2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927CA41B-952E-D839-39DF-C8456A129D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6" y="1939"/>
              <a:ext cx="143" cy="2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0C96BE03-A524-E63D-4402-35084FEED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5" y="1958"/>
              <a:ext cx="196" cy="2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DAE56F71-C90B-6F24-FFD5-FA97445127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5" y="1385"/>
              <a:ext cx="157" cy="2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60DF2B25-BF5D-C2CE-C8E4-BF0B07B96C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9" y="1292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A4BBB795-1ABE-14D2-D4A5-078A1C0D4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478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FC897DB-9A2E-7DD7-9764-4A8C675E0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0" y="1921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94168A32-0D92-04A2-74E6-3A6FD8773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2124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DF65977F-A054-FEAC-45D0-68AB45803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3" y="1884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1/0</a:t>
              </a: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DA7B4F65-623C-CCC2-C70E-7EBDE4F92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1052"/>
              <a:ext cx="3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A70EFDA5-E330-6B61-4058-9BEA04139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8" y="2550"/>
              <a:ext cx="3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C8EF902D-018F-029D-63D4-B212ED907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3" y="1292"/>
              <a:ext cx="177" cy="2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A15B3C16-100D-3D2C-8DD6-DE4554CB9E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4" y="2032"/>
              <a:ext cx="167" cy="2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31FF2751-8A72-1D50-2D05-1F7A12FCB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8" y="2050"/>
              <a:ext cx="197" cy="2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54D3F7F9-02F9-842F-F051-991A72DD7A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8" y="1255"/>
              <a:ext cx="197" cy="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9EF5353B-AB8A-FC1E-B13E-48464FBEC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" y="1277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0/1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AEDA4BD2-93AB-486F-51C4-B7F5399DA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811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115FC1CB-6430-17E7-07B1-F261FDCD4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1" y="1237"/>
              <a:ext cx="2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03626A76-7B00-421B-7E07-A2FA9B40C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" y="2124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EE9E214D-8856-1807-A58A-97F72DE68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" y="2568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37" name="Text Box 34">
              <a:extLst>
                <a:ext uri="{FF2B5EF4-FFF2-40B4-BE49-F238E27FC236}">
                  <a16:creationId xmlns:a16="http://schemas.microsoft.com/office/drawing/2014/main" id="{DFDD80EF-64FE-0677-B41E-6B0D4B685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9" y="2161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0/0</a:t>
              </a:r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BDB17E19-681C-0128-9655-9BDFC0BAF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1132"/>
              <a:ext cx="3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000</a:t>
              </a:r>
              <a:endParaRPr lang="zh-CN" altLang="en-US" sz="2000" b="0"/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01B74BF7-0BE9-B8D7-ACE3-51CC1987C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138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001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6B433EE2-B72A-F59A-DF50-869ADCAD9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" y="1805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101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F3CF0106-250A-46F5-18AE-F2CCB1524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2397"/>
              <a:ext cx="3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111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2" name="Rectangle 39">
              <a:extLst>
                <a:ext uri="{FF2B5EF4-FFF2-40B4-BE49-F238E27FC236}">
                  <a16:creationId xmlns:a16="http://schemas.microsoft.com/office/drawing/2014/main" id="{99792E0C-A241-2B0E-C045-2235825BC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2416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110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3" name="Rectangle 40">
              <a:extLst>
                <a:ext uri="{FF2B5EF4-FFF2-40B4-BE49-F238E27FC236}">
                  <a16:creationId xmlns:a16="http://schemas.microsoft.com/office/drawing/2014/main" id="{A18BF2AE-0477-8DAB-429F-710D33518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1787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010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44" name="Oval 41">
            <a:extLst>
              <a:ext uri="{FF2B5EF4-FFF2-40B4-BE49-F238E27FC236}">
                <a16:creationId xmlns:a16="http://schemas.microsoft.com/office/drawing/2014/main" id="{3EE2BDED-3CAF-9DEF-89BF-D4E662C6D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4618038"/>
            <a:ext cx="746125" cy="747712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011</a:t>
            </a:r>
          </a:p>
        </p:txBody>
      </p:sp>
      <p:sp>
        <p:nvSpPr>
          <p:cNvPr id="45" name="Oval 42">
            <a:extLst>
              <a:ext uri="{FF2B5EF4-FFF2-40B4-BE49-F238E27FC236}">
                <a16:creationId xmlns:a16="http://schemas.microsoft.com/office/drawing/2014/main" id="{EE00C0F9-884F-C1C7-2726-AB89AFBAD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350" y="4625975"/>
            <a:ext cx="763588" cy="747713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1800" b="0">
                <a:solidFill>
                  <a:srgbClr val="9900FF"/>
                </a:solidFill>
                <a:latin typeface="Arial" panose="020B0604020202020204" pitchFamily="34" charset="0"/>
              </a:rPr>
              <a:t>100</a:t>
            </a:r>
          </a:p>
        </p:txBody>
      </p:sp>
      <p:grpSp>
        <p:nvGrpSpPr>
          <p:cNvPr id="46" name="Group 133">
            <a:extLst>
              <a:ext uri="{FF2B5EF4-FFF2-40B4-BE49-F238E27FC236}">
                <a16:creationId xmlns:a16="http://schemas.microsoft.com/office/drawing/2014/main" id="{D4615A37-8CF5-7FCB-7C97-C0265669E661}"/>
              </a:ext>
            </a:extLst>
          </p:cNvPr>
          <p:cNvGrpSpPr>
            <a:grpSpLocks/>
          </p:cNvGrpSpPr>
          <p:nvPr/>
        </p:nvGrpSpPr>
        <p:grpSpPr bwMode="auto">
          <a:xfrm>
            <a:off x="1446213" y="1843088"/>
            <a:ext cx="2251075" cy="1852612"/>
            <a:chOff x="1892" y="2614"/>
            <a:chExt cx="1418" cy="1167"/>
          </a:xfrm>
        </p:grpSpPr>
        <p:sp>
          <p:nvSpPr>
            <p:cNvPr id="47" name="Text Box 134">
              <a:extLst>
                <a:ext uri="{FF2B5EF4-FFF2-40B4-BE49-F238E27FC236}">
                  <a16:creationId xmlns:a16="http://schemas.microsoft.com/office/drawing/2014/main" id="{EBE61021-BFE2-43FB-66E7-A7C66C94D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5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48" name="Text Box 135">
              <a:extLst>
                <a:ext uri="{FF2B5EF4-FFF2-40B4-BE49-F238E27FC236}">
                  <a16:creationId xmlns:a16="http://schemas.microsoft.com/office/drawing/2014/main" id="{144C0F58-CAC6-2540-25B3-E63BE1885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7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49" name="Text Box 136">
              <a:extLst>
                <a:ext uri="{FF2B5EF4-FFF2-40B4-BE49-F238E27FC236}">
                  <a16:creationId xmlns:a16="http://schemas.microsoft.com/office/drawing/2014/main" id="{6471E843-CBA8-AE9D-1CC9-83396A8AB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50" name="Text Box 137">
              <a:extLst>
                <a:ext uri="{FF2B5EF4-FFF2-40B4-BE49-F238E27FC236}">
                  <a16:creationId xmlns:a16="http://schemas.microsoft.com/office/drawing/2014/main" id="{4E2C5CE0-5024-5023-A4E2-416E4D97C8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2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51" name="Text Box 138">
              <a:extLst>
                <a:ext uri="{FF2B5EF4-FFF2-40B4-BE49-F238E27FC236}">
                  <a16:creationId xmlns:a16="http://schemas.microsoft.com/office/drawing/2014/main" id="{1E74AE30-A2E4-1B5A-E63D-59BF0E7A2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5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52" name="Text Box 139">
              <a:extLst>
                <a:ext uri="{FF2B5EF4-FFF2-40B4-BE49-F238E27FC236}">
                  <a16:creationId xmlns:a16="http://schemas.microsoft.com/office/drawing/2014/main" id="{1B6CC639-B978-18DA-17B7-5CC9F841B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5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53" name="Text Box 140">
              <a:extLst>
                <a:ext uri="{FF2B5EF4-FFF2-40B4-BE49-F238E27FC236}">
                  <a16:creationId xmlns:a16="http://schemas.microsoft.com/office/drawing/2014/main" id="{83E62B1E-72BA-B57B-61EA-898A440B6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5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54" name="Text Box 141">
              <a:extLst>
                <a:ext uri="{FF2B5EF4-FFF2-40B4-BE49-F238E27FC236}">
                  <a16:creationId xmlns:a16="http://schemas.microsoft.com/office/drawing/2014/main" id="{A1D6F9FF-6A6C-4251-43B8-21ED499FC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55" name="Line 142">
              <a:extLst>
                <a:ext uri="{FF2B5EF4-FFF2-40B4-BE49-F238E27FC236}">
                  <a16:creationId xmlns:a16="http://schemas.microsoft.com/office/drawing/2014/main" id="{7D2FFB41-BB5B-BD54-C576-C58E203BB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43">
              <a:extLst>
                <a:ext uri="{FF2B5EF4-FFF2-40B4-BE49-F238E27FC236}">
                  <a16:creationId xmlns:a16="http://schemas.microsoft.com/office/drawing/2014/main" id="{5DF33986-953A-51AD-AF80-F1DC9D6A0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144">
              <a:extLst>
                <a:ext uri="{FF2B5EF4-FFF2-40B4-BE49-F238E27FC236}">
                  <a16:creationId xmlns:a16="http://schemas.microsoft.com/office/drawing/2014/main" id="{B57CF0AC-1FD4-6F66-8C45-6EEC43EA0A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58" name="Text Box 145">
              <a:extLst>
                <a:ext uri="{FF2B5EF4-FFF2-40B4-BE49-F238E27FC236}">
                  <a16:creationId xmlns:a16="http://schemas.microsoft.com/office/drawing/2014/main" id="{35E28D11-6D5A-0A36-61AA-157A489B9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6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59" name="Text Box 146">
              <a:extLst>
                <a:ext uri="{FF2B5EF4-FFF2-40B4-BE49-F238E27FC236}">
                  <a16:creationId xmlns:a16="http://schemas.microsoft.com/office/drawing/2014/main" id="{B877886C-CE29-4891-FF5D-A1CF9C76D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2614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60" name="Text Box 147">
              <a:extLst>
                <a:ext uri="{FF2B5EF4-FFF2-40B4-BE49-F238E27FC236}">
                  <a16:creationId xmlns:a16="http://schemas.microsoft.com/office/drawing/2014/main" id="{5D671702-E8BA-ECD7-2679-BD7A60AEB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1" name="Text Box 148">
              <a:extLst>
                <a:ext uri="{FF2B5EF4-FFF2-40B4-BE49-F238E27FC236}">
                  <a16:creationId xmlns:a16="http://schemas.microsoft.com/office/drawing/2014/main" id="{89014597-2DA0-B636-23D7-34C9BC274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2" name="Text Box 149">
              <a:extLst>
                <a:ext uri="{FF2B5EF4-FFF2-40B4-BE49-F238E27FC236}">
                  <a16:creationId xmlns:a16="http://schemas.microsoft.com/office/drawing/2014/main" id="{8A776413-020C-17FD-D5CD-CB66BE190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3" name="Text Box 150">
              <a:extLst>
                <a:ext uri="{FF2B5EF4-FFF2-40B4-BE49-F238E27FC236}">
                  <a16:creationId xmlns:a16="http://schemas.microsoft.com/office/drawing/2014/main" id="{B291830A-C0C6-9D4A-4A1F-B8AACC9EF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4" name="Text Box 151">
              <a:extLst>
                <a:ext uri="{FF2B5EF4-FFF2-40B4-BE49-F238E27FC236}">
                  <a16:creationId xmlns:a16="http://schemas.microsoft.com/office/drawing/2014/main" id="{BB949F16-51F9-65E3-C087-D95E70A01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1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5" name="Text Box 152">
              <a:extLst>
                <a:ext uri="{FF2B5EF4-FFF2-40B4-BE49-F238E27FC236}">
                  <a16:creationId xmlns:a16="http://schemas.microsoft.com/office/drawing/2014/main" id="{C56DC4D3-207D-0505-A4B2-E8F29ACE9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6" name="Text Box 153">
              <a:extLst>
                <a:ext uri="{FF2B5EF4-FFF2-40B4-BE49-F238E27FC236}">
                  <a16:creationId xmlns:a16="http://schemas.microsoft.com/office/drawing/2014/main" id="{3B7F6F19-E205-C45E-F156-0A53E1A95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7" name="Text Box 154">
              <a:extLst>
                <a:ext uri="{FF2B5EF4-FFF2-40B4-BE49-F238E27FC236}">
                  <a16:creationId xmlns:a16="http://schemas.microsoft.com/office/drawing/2014/main" id="{B9C877BC-DC8B-3087-FBA1-C7770CF97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8" name="Text Box 155">
              <a:extLst>
                <a:ext uri="{FF2B5EF4-FFF2-40B4-BE49-F238E27FC236}">
                  <a16:creationId xmlns:a16="http://schemas.microsoft.com/office/drawing/2014/main" id="{361DE29E-AF04-D3AB-79D2-743C02220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9" name="Text Box 156">
              <a:extLst>
                <a:ext uri="{FF2B5EF4-FFF2-40B4-BE49-F238E27FC236}">
                  <a16:creationId xmlns:a16="http://schemas.microsoft.com/office/drawing/2014/main" id="{7FFBA847-7325-BECE-692A-0DB47FB6B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0" name="Text Box 157">
              <a:extLst>
                <a:ext uri="{FF2B5EF4-FFF2-40B4-BE49-F238E27FC236}">
                  <a16:creationId xmlns:a16="http://schemas.microsoft.com/office/drawing/2014/main" id="{0DB555B3-295F-F260-B18B-08CE5DF1C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1" name="Text Box 158">
              <a:extLst>
                <a:ext uri="{FF2B5EF4-FFF2-40B4-BE49-F238E27FC236}">
                  <a16:creationId xmlns:a16="http://schemas.microsoft.com/office/drawing/2014/main" id="{823E01C0-7BD4-43D9-89D4-A08639B00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0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2" name="Text Box 159">
              <a:extLst>
                <a:ext uri="{FF2B5EF4-FFF2-40B4-BE49-F238E27FC236}">
                  <a16:creationId xmlns:a16="http://schemas.microsoft.com/office/drawing/2014/main" id="{4E20941A-D2A7-F2AC-4DC7-EB471E8134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3" name="Text Box 160">
              <a:extLst>
                <a:ext uri="{FF2B5EF4-FFF2-40B4-BE49-F238E27FC236}">
                  <a16:creationId xmlns:a16="http://schemas.microsoft.com/office/drawing/2014/main" id="{34C1CD17-AC58-30C6-7DEA-D1EA80B9F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4" name="Text Box 161">
              <a:extLst>
                <a:ext uri="{FF2B5EF4-FFF2-40B4-BE49-F238E27FC236}">
                  <a16:creationId xmlns:a16="http://schemas.microsoft.com/office/drawing/2014/main" id="{A991FA38-A12E-D20C-1AD4-8892623329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33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5" name="Text Box 162">
              <a:extLst>
                <a:ext uri="{FF2B5EF4-FFF2-40B4-BE49-F238E27FC236}">
                  <a16:creationId xmlns:a16="http://schemas.microsoft.com/office/drawing/2014/main" id="{444D9B2B-537A-7250-2219-1D2FFFF87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4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</p:grpSp>
      <p:grpSp>
        <p:nvGrpSpPr>
          <p:cNvPr id="76" name="Group 177">
            <a:extLst>
              <a:ext uri="{FF2B5EF4-FFF2-40B4-BE49-F238E27FC236}">
                <a16:creationId xmlns:a16="http://schemas.microsoft.com/office/drawing/2014/main" id="{985926A8-4BE4-8F72-22DF-9DDD5FDE84FC}"/>
              </a:ext>
            </a:extLst>
          </p:cNvPr>
          <p:cNvGrpSpPr>
            <a:grpSpLocks/>
          </p:cNvGrpSpPr>
          <p:nvPr/>
        </p:nvGrpSpPr>
        <p:grpSpPr bwMode="auto">
          <a:xfrm>
            <a:off x="2185988" y="2490788"/>
            <a:ext cx="722312" cy="576262"/>
            <a:chOff x="2358" y="3022"/>
            <a:chExt cx="455" cy="363"/>
          </a:xfrm>
        </p:grpSpPr>
        <p:sp>
          <p:nvSpPr>
            <p:cNvPr id="77" name="Oval 178">
              <a:extLst>
                <a:ext uri="{FF2B5EF4-FFF2-40B4-BE49-F238E27FC236}">
                  <a16:creationId xmlns:a16="http://schemas.microsoft.com/office/drawing/2014/main" id="{DACF0E33-F907-DD75-308A-876BFCEE2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3022"/>
              <a:ext cx="182" cy="18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78" name="Oval 179">
              <a:extLst>
                <a:ext uri="{FF2B5EF4-FFF2-40B4-BE49-F238E27FC236}">
                  <a16:creationId xmlns:a16="http://schemas.microsoft.com/office/drawing/2014/main" id="{8CCA2435-79DD-4880-892E-3BE49C1F0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3203"/>
              <a:ext cx="182" cy="18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79" name="Text Box 183">
            <a:extLst>
              <a:ext uri="{FF2B5EF4-FFF2-40B4-BE49-F238E27FC236}">
                <a16:creationId xmlns:a16="http://schemas.microsoft.com/office/drawing/2014/main" id="{93E4AB04-F80D-3F2D-6BD0-6D7FF60CB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013" y="4256088"/>
            <a:ext cx="323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>
                <a:solidFill>
                  <a:srgbClr val="0000FF"/>
                </a:solidFill>
              </a:rPr>
              <a:t>x/0</a:t>
            </a:r>
          </a:p>
        </p:txBody>
      </p:sp>
      <p:sp>
        <p:nvSpPr>
          <p:cNvPr id="80" name="Line 184">
            <a:extLst>
              <a:ext uri="{FF2B5EF4-FFF2-40B4-BE49-F238E27FC236}">
                <a16:creationId xmlns:a16="http://schemas.microsoft.com/office/drawing/2014/main" id="{A7C315B2-0227-DC16-23A9-643FB90221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07325" y="4219575"/>
            <a:ext cx="0" cy="39687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1" name="Group 195">
            <a:extLst>
              <a:ext uri="{FF2B5EF4-FFF2-40B4-BE49-F238E27FC236}">
                <a16:creationId xmlns:a16="http://schemas.microsoft.com/office/drawing/2014/main" id="{AC9A5798-82FB-661B-6FD0-9287CBA21287}"/>
              </a:ext>
            </a:extLst>
          </p:cNvPr>
          <p:cNvGrpSpPr>
            <a:grpSpLocks/>
          </p:cNvGrpSpPr>
          <p:nvPr/>
        </p:nvGrpSpPr>
        <p:grpSpPr bwMode="auto">
          <a:xfrm>
            <a:off x="6905625" y="4510088"/>
            <a:ext cx="500063" cy="358775"/>
            <a:chOff x="4372" y="2830"/>
            <a:chExt cx="315" cy="226"/>
          </a:xfrm>
        </p:grpSpPr>
        <p:sp>
          <p:nvSpPr>
            <p:cNvPr id="82" name="Line 196">
              <a:extLst>
                <a:ext uri="{FF2B5EF4-FFF2-40B4-BE49-F238E27FC236}">
                  <a16:creationId xmlns:a16="http://schemas.microsoft.com/office/drawing/2014/main" id="{FD12AE66-9B0A-B179-4314-BF7A0D2A5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2" y="3056"/>
              <a:ext cx="315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 Box 197">
              <a:extLst>
                <a:ext uri="{FF2B5EF4-FFF2-40B4-BE49-F238E27FC236}">
                  <a16:creationId xmlns:a16="http://schemas.microsoft.com/office/drawing/2014/main" id="{C419AF2E-3B6F-A1D5-9BD9-F67BD4F50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6" y="2830"/>
              <a:ext cx="2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rgbClr val="009900"/>
                  </a:solidFill>
                </a:rPr>
                <a:t>x/0</a:t>
              </a:r>
            </a:p>
          </p:txBody>
        </p:sp>
      </p:grpSp>
      <p:grpSp>
        <p:nvGrpSpPr>
          <p:cNvPr id="84" name="Group 187">
            <a:extLst>
              <a:ext uri="{FF2B5EF4-FFF2-40B4-BE49-F238E27FC236}">
                <a16:creationId xmlns:a16="http://schemas.microsoft.com/office/drawing/2014/main" id="{A60DF308-4E6D-54E5-ACE8-1D8DDA6017BC}"/>
              </a:ext>
            </a:extLst>
          </p:cNvPr>
          <p:cNvGrpSpPr>
            <a:grpSpLocks/>
          </p:cNvGrpSpPr>
          <p:nvPr/>
        </p:nvGrpSpPr>
        <p:grpSpPr bwMode="auto">
          <a:xfrm>
            <a:off x="1500188" y="3714750"/>
            <a:ext cx="2343150" cy="396875"/>
            <a:chOff x="1880" y="3748"/>
            <a:chExt cx="1476" cy="250"/>
          </a:xfrm>
        </p:grpSpPr>
        <p:sp>
          <p:nvSpPr>
            <p:cNvPr id="85" name="Rectangle 188">
              <a:extLst>
                <a:ext uri="{FF2B5EF4-FFF2-40B4-BE49-F238E27FC236}">
                  <a16:creationId xmlns:a16="http://schemas.microsoft.com/office/drawing/2014/main" id="{E9FFB65A-020F-BE0A-8668-EB99535A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3748"/>
              <a:ext cx="14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C=Q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 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(A</a:t>
              </a:r>
              <a:r>
                <a:rPr lang="en-US" altLang="zh-CN" sz="2000"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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) 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86" name="Line 189">
              <a:extLst>
                <a:ext uri="{FF2B5EF4-FFF2-40B4-BE49-F238E27FC236}">
                  <a16:creationId xmlns:a16="http://schemas.microsoft.com/office/drawing/2014/main" id="{C6538F45-A3AC-B964-1877-3E769001F7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" y="379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190">
              <a:extLst>
                <a:ext uri="{FF2B5EF4-FFF2-40B4-BE49-F238E27FC236}">
                  <a16:creationId xmlns:a16="http://schemas.microsoft.com/office/drawing/2014/main" id="{8A1BE865-2009-FA48-A6AB-811BC98B5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379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8" name="文本框 2">
            <a:extLst>
              <a:ext uri="{FF2B5EF4-FFF2-40B4-BE49-F238E27FC236}">
                <a16:creationId xmlns:a16="http://schemas.microsoft.com/office/drawing/2014/main" id="{B19EF9ED-B2A3-55A9-3BA1-4E44CD7F2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5021263"/>
            <a:ext cx="40179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011</a:t>
            </a: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两种状态下的</a:t>
            </a:r>
            <a:r>
              <a:rPr lang="en-US" altLang="zh-CN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输出虽然已经固定，但是我们不用太过关心，因为这两个状态最迟在上电后两个时钟周期就进入到正常</a:t>
            </a:r>
            <a:r>
              <a:rPr lang="en-US" altLang="zh-CN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altLang="zh-CN" sz="18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en-US" altLang="zh-CN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-S</a:t>
            </a:r>
            <a:r>
              <a:rPr lang="en-US" altLang="zh-CN" sz="18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</a:p>
        </p:txBody>
      </p:sp>
      <p:sp>
        <p:nvSpPr>
          <p:cNvPr id="89" name="Rectangle 188">
            <a:extLst>
              <a:ext uri="{FF2B5EF4-FFF2-40B4-BE49-F238E27FC236}">
                <a16:creationId xmlns:a16="http://schemas.microsoft.com/office/drawing/2014/main" id="{771F55F4-BD8C-A0FD-AAC8-A20EBE94A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375" y="4687888"/>
            <a:ext cx="2819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C=Q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 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 A</a:t>
            </a:r>
            <a:r>
              <a:rPr kumimoji="1" lang="en-US" altLang="zh-CN" sz="2000" baseline="35000">
                <a:ea typeface="楷体_GB2312" pitchFamily="49" charset="-122"/>
              </a:rPr>
              <a:t> </a:t>
            </a:r>
            <a:r>
              <a:rPr kumimoji="1" lang="en-US" altLang="zh-CN" sz="2000">
                <a:ea typeface="楷体_GB2312" pitchFamily="49" charset="-122"/>
              </a:rPr>
              <a:t>+ Q</a:t>
            </a:r>
            <a:r>
              <a:rPr kumimoji="1" lang="en-US" altLang="zh-CN" sz="2000" baseline="-15000">
                <a:ea typeface="楷体_GB2312" pitchFamily="49" charset="-122"/>
              </a:rPr>
              <a:t>2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 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r>
              <a:rPr kumimoji="1" lang="en-US" altLang="zh-CN" sz="2000" baseline="35000">
                <a:ea typeface="楷体_GB2312" pitchFamily="49" charset="-122"/>
              </a:rPr>
              <a:t>n</a:t>
            </a:r>
            <a:r>
              <a:rPr kumimoji="1" lang="en-US" altLang="zh-CN" sz="2000">
                <a:ea typeface="楷体_GB2312" pitchFamily="49" charset="-122"/>
              </a:rPr>
              <a:t>A</a:t>
            </a:r>
            <a:endParaRPr kumimoji="1" lang="zh-CN" altLang="en-US" sz="2000">
              <a:ea typeface="楷体_GB2312" pitchFamily="49" charset="-122"/>
            </a:endParaRPr>
          </a:p>
        </p:txBody>
      </p:sp>
      <p:sp>
        <p:nvSpPr>
          <p:cNvPr id="90" name="文本框 1">
            <a:extLst>
              <a:ext uri="{FF2B5EF4-FFF2-40B4-BE49-F238E27FC236}">
                <a16:creationId xmlns:a16="http://schemas.microsoft.com/office/drawing/2014/main" id="{BD04763B-8173-B96F-1FCD-E7BC744BF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356100"/>
            <a:ext cx="2187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+mj-ea"/>
                <a:ea typeface="+mj-ea"/>
              </a:rPr>
              <a:t>或</a:t>
            </a:r>
            <a:r>
              <a:rPr lang="en-US" altLang="zh-CN" sz="1800" b="0" dirty="0">
                <a:latin typeface="+mj-ea"/>
                <a:ea typeface="+mj-ea"/>
              </a:rPr>
              <a:t>(</a:t>
            </a:r>
            <a:r>
              <a:rPr lang="zh-CN" altLang="en-US" sz="1800" b="0" dirty="0">
                <a:latin typeface="+mj-ea"/>
                <a:ea typeface="+mj-ea"/>
              </a:rPr>
              <a:t>不严格条件下</a:t>
            </a:r>
            <a:r>
              <a:rPr lang="en-US" altLang="zh-CN" sz="1800" b="0" dirty="0">
                <a:latin typeface="+mj-ea"/>
                <a:ea typeface="+mj-ea"/>
              </a:rPr>
              <a:t>)</a:t>
            </a:r>
            <a:r>
              <a:rPr lang="zh-CN" altLang="en-US" sz="1800" b="0" dirty="0">
                <a:latin typeface="+mj-ea"/>
                <a:ea typeface="+mj-ea"/>
              </a:rPr>
              <a:t>：</a:t>
            </a:r>
          </a:p>
        </p:txBody>
      </p:sp>
      <p:sp>
        <p:nvSpPr>
          <p:cNvPr id="91" name="Line 189">
            <a:extLst>
              <a:ext uri="{FF2B5EF4-FFF2-40B4-BE49-F238E27FC236}">
                <a16:creationId xmlns:a16="http://schemas.microsoft.com/office/drawing/2014/main" id="{99867B59-58E9-8002-3154-CE961FFD45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4625" y="4743450"/>
            <a:ext cx="217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Line 189">
            <a:extLst>
              <a:ext uri="{FF2B5EF4-FFF2-40B4-BE49-F238E27FC236}">
                <a16:creationId xmlns:a16="http://schemas.microsoft.com/office/drawing/2014/main" id="{A48D9DCA-4021-EAD3-4591-5DD6A8EE4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4754563"/>
            <a:ext cx="217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Line 189">
            <a:extLst>
              <a:ext uri="{FF2B5EF4-FFF2-40B4-BE49-F238E27FC236}">
                <a16:creationId xmlns:a16="http://schemas.microsoft.com/office/drawing/2014/main" id="{6F2311FA-3D9C-74F9-B6B9-7E3BC6B9C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1025" y="4733925"/>
            <a:ext cx="217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31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  <p:bldP spid="90" grpId="0"/>
      <p:bldP spid="91" grpId="0" animBg="1"/>
      <p:bldP spid="92" grpId="0" animBg="1"/>
      <p:bldP spid="9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AF382-B8C4-B347-5940-01D0C14C2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kumimoji="1" lang="zh-CN" altLang="en-US" dirty="0"/>
              <a:t>可逆六进制计数器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389BE-8949-7228-E9A1-146F24174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选用</a:t>
            </a:r>
            <a:r>
              <a:rPr kumimoji="1" lang="en-US" altLang="zh-CN" dirty="0"/>
              <a:t>JK</a:t>
            </a:r>
            <a:r>
              <a:rPr kumimoji="1" lang="zh-CN" altLang="en-US" dirty="0"/>
              <a:t>触发器，求出激励方程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7C2-9150-33B8-BB8A-559AB99A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F4C2FF-3AE6-311C-B0D5-CA5DDCFE4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24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71" name="Rectangle 4">
            <a:extLst>
              <a:ext uri="{FF2B5EF4-FFF2-40B4-BE49-F238E27FC236}">
                <a16:creationId xmlns:a16="http://schemas.microsoft.com/office/drawing/2014/main" id="{34D41800-F5CB-9295-909E-AA7BC5252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8" y="1290255"/>
            <a:ext cx="302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latin typeface="Arial" panose="020B0604020202020204" pitchFamily="34" charset="0"/>
              </a:rPr>
              <a:t>JK</a:t>
            </a:r>
            <a:r>
              <a:rPr kumimoji="1" lang="zh-CN" altLang="en-US" sz="2400">
                <a:latin typeface="Arial" panose="020B0604020202020204" pitchFamily="34" charset="0"/>
              </a:rPr>
              <a:t>触发器特征方程：</a:t>
            </a:r>
          </a:p>
        </p:txBody>
      </p:sp>
      <p:grpSp>
        <p:nvGrpSpPr>
          <p:cNvPr id="72" name="Group 61">
            <a:extLst>
              <a:ext uri="{FF2B5EF4-FFF2-40B4-BE49-F238E27FC236}">
                <a16:creationId xmlns:a16="http://schemas.microsoft.com/office/drawing/2014/main" id="{6428E264-C3C8-3602-7B60-B98DF0193A10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1761743"/>
            <a:ext cx="2700338" cy="457200"/>
            <a:chOff x="2767" y="1311"/>
            <a:chExt cx="1701" cy="288"/>
          </a:xfrm>
        </p:grpSpPr>
        <p:sp>
          <p:nvSpPr>
            <p:cNvPr id="73" name="Text Box 6">
              <a:extLst>
                <a:ext uri="{FF2B5EF4-FFF2-40B4-BE49-F238E27FC236}">
                  <a16:creationId xmlns:a16="http://schemas.microsoft.com/office/drawing/2014/main" id="{EFDC0E8B-43BA-7492-FFC4-113BA14CC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7" y="1311"/>
              <a:ext cx="17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Q</a:t>
              </a:r>
              <a:r>
                <a:rPr kumimoji="1" lang="en-US" altLang="zh-CN" sz="2400" baseline="30000"/>
                <a:t>n+1</a:t>
              </a:r>
              <a:r>
                <a:rPr kumimoji="1" lang="en-US" altLang="zh-CN" sz="2400"/>
                <a:t> = J Q</a:t>
              </a:r>
              <a:r>
                <a:rPr kumimoji="1" lang="en-US" altLang="zh-CN" sz="2400" baseline="30000"/>
                <a:t>n</a:t>
              </a:r>
              <a:r>
                <a:rPr kumimoji="1" lang="en-US" altLang="zh-CN" sz="2400"/>
                <a:t> + K Q</a:t>
              </a:r>
              <a:r>
                <a:rPr kumimoji="1" lang="en-US" altLang="zh-CN" sz="2400" baseline="30000"/>
                <a:t>n</a:t>
              </a:r>
            </a:p>
          </p:txBody>
        </p:sp>
        <p:sp>
          <p:nvSpPr>
            <p:cNvPr id="74" name="Line 7">
              <a:extLst>
                <a:ext uri="{FF2B5EF4-FFF2-40B4-BE49-F238E27FC236}">
                  <a16:creationId xmlns:a16="http://schemas.microsoft.com/office/drawing/2014/main" id="{A02A5FC4-5C7D-5C07-ADC8-2D881A8F3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344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8">
              <a:extLst>
                <a:ext uri="{FF2B5EF4-FFF2-40B4-BE49-F238E27FC236}">
                  <a16:creationId xmlns:a16="http://schemas.microsoft.com/office/drawing/2014/main" id="{045DC036-1754-4C91-435B-A3AD49E85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1344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6" name="Group 9">
            <a:extLst>
              <a:ext uri="{FF2B5EF4-FFF2-40B4-BE49-F238E27FC236}">
                <a16:creationId xmlns:a16="http://schemas.microsoft.com/office/drawing/2014/main" id="{1DA86C47-236A-2ADF-3B19-F74889F62276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533268"/>
            <a:ext cx="2973387" cy="457200"/>
            <a:chOff x="521" y="1616"/>
            <a:chExt cx="1873" cy="288"/>
          </a:xfrm>
        </p:grpSpPr>
        <p:sp>
          <p:nvSpPr>
            <p:cNvPr id="77" name="Rectangle 10">
              <a:extLst>
                <a:ext uri="{FF2B5EF4-FFF2-40B4-BE49-F238E27FC236}">
                  <a16:creationId xmlns:a16="http://schemas.microsoft.com/office/drawing/2014/main" id="{E5781B22-2852-BA19-96F4-9BCE5919E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1616"/>
              <a:ext cx="18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n+1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 + 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78" name="Line 11">
              <a:extLst>
                <a:ext uri="{FF2B5EF4-FFF2-40B4-BE49-F238E27FC236}">
                  <a16:creationId xmlns:a16="http://schemas.microsoft.com/office/drawing/2014/main" id="{6AC18EF0-F97D-A0CB-4334-93F236118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" y="1647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2">
              <a:extLst>
                <a:ext uri="{FF2B5EF4-FFF2-40B4-BE49-F238E27FC236}">
                  <a16:creationId xmlns:a16="http://schemas.microsoft.com/office/drawing/2014/main" id="{79F25115-A123-BDBA-6855-3E63236EB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" y="1647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" name="Group 19">
            <a:extLst>
              <a:ext uri="{FF2B5EF4-FFF2-40B4-BE49-F238E27FC236}">
                <a16:creationId xmlns:a16="http://schemas.microsoft.com/office/drawing/2014/main" id="{4DBC55DB-645D-4C08-008B-CB103FCDF516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074605"/>
            <a:ext cx="5480050" cy="457200"/>
            <a:chOff x="975" y="2350"/>
            <a:chExt cx="3452" cy="288"/>
          </a:xfrm>
        </p:grpSpPr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788D02D6-2445-D7B5-98F2-66613B747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2350"/>
              <a:ext cx="34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= (Q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A) 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+ (Q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A) 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endParaRPr kumimoji="1" lang="zh-CN" altLang="en-US" sz="2400" baseline="35000">
                <a:ea typeface="楷体_GB2312" pitchFamily="49" charset="-122"/>
              </a:endParaRPr>
            </a:p>
          </p:txBody>
        </p:sp>
        <p:sp>
          <p:nvSpPr>
            <p:cNvPr id="82" name="Line 21">
              <a:extLst>
                <a:ext uri="{FF2B5EF4-FFF2-40B4-BE49-F238E27FC236}">
                  <a16:creationId xmlns:a16="http://schemas.microsoft.com/office/drawing/2014/main" id="{E9E14AAB-2A70-2BEB-F5BE-B62C03D01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4" y="2395"/>
              <a:ext cx="1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22">
              <a:extLst>
                <a:ext uri="{FF2B5EF4-FFF2-40B4-BE49-F238E27FC236}">
                  <a16:creationId xmlns:a16="http://schemas.microsoft.com/office/drawing/2014/main" id="{08FCCC45-960C-417F-F71D-CEAFF114B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2395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23">
              <a:extLst>
                <a:ext uri="{FF2B5EF4-FFF2-40B4-BE49-F238E27FC236}">
                  <a16:creationId xmlns:a16="http://schemas.microsoft.com/office/drawing/2014/main" id="{3C8DDFD7-3080-9814-6687-2F688BAB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395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24">
              <a:extLst>
                <a:ext uri="{FF2B5EF4-FFF2-40B4-BE49-F238E27FC236}">
                  <a16:creationId xmlns:a16="http://schemas.microsoft.com/office/drawing/2014/main" id="{5D4C680E-F32C-B6F5-8233-8882DE0FEC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2395"/>
              <a:ext cx="1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25">
              <a:extLst>
                <a:ext uri="{FF2B5EF4-FFF2-40B4-BE49-F238E27FC236}">
                  <a16:creationId xmlns:a16="http://schemas.microsoft.com/office/drawing/2014/main" id="{421F8321-007C-CE14-9DB1-85B670793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8" y="2395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7" name="AutoShape 26">
            <a:extLst>
              <a:ext uri="{FF2B5EF4-FFF2-40B4-BE49-F238E27FC236}">
                <a16:creationId xmlns:a16="http://schemas.microsoft.com/office/drawing/2014/main" id="{0F578444-2234-2639-4C43-403E62605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8" y="3744530"/>
            <a:ext cx="431800" cy="301625"/>
          </a:xfrm>
          <a:prstGeom prst="rightArrow">
            <a:avLst>
              <a:gd name="adj1" fmla="val 44213"/>
              <a:gd name="adj2" fmla="val 7894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88" name="Group 27">
            <a:extLst>
              <a:ext uri="{FF2B5EF4-FFF2-40B4-BE49-F238E27FC236}">
                <a16:creationId xmlns:a16="http://schemas.microsoft.com/office/drawing/2014/main" id="{48EE5902-B623-CA67-B696-5173C11C6D4C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649280"/>
            <a:ext cx="2355850" cy="457200"/>
            <a:chOff x="975" y="2704"/>
            <a:chExt cx="1484" cy="288"/>
          </a:xfrm>
        </p:grpSpPr>
        <p:sp>
          <p:nvSpPr>
            <p:cNvPr id="89" name="Rectangle 28">
              <a:extLst>
                <a:ext uri="{FF2B5EF4-FFF2-40B4-BE49-F238E27FC236}">
                  <a16:creationId xmlns:a16="http://schemas.microsoft.com/office/drawing/2014/main" id="{9499B660-BCA3-9A8C-15ED-6C6FACF65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2704"/>
              <a:ext cx="14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r>
                <a:rPr kumimoji="1" lang="en-US" altLang="zh-CN" sz="2400" baseline="-1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90" name="Line 29">
              <a:extLst>
                <a:ext uri="{FF2B5EF4-FFF2-40B4-BE49-F238E27FC236}">
                  <a16:creationId xmlns:a16="http://schemas.microsoft.com/office/drawing/2014/main" id="{84F8A43D-AA82-A1DF-213E-54730BA84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2750"/>
              <a:ext cx="1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30">
              <a:extLst>
                <a:ext uri="{FF2B5EF4-FFF2-40B4-BE49-F238E27FC236}">
                  <a16:creationId xmlns:a16="http://schemas.microsoft.com/office/drawing/2014/main" id="{0FDB7F2F-D10C-CEE7-E778-7243A07D5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750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" name="Group 75">
            <a:extLst>
              <a:ext uri="{FF2B5EF4-FFF2-40B4-BE49-F238E27FC236}">
                <a16:creationId xmlns:a16="http://schemas.microsoft.com/office/drawing/2014/main" id="{81218A98-557F-8781-A751-1103404D3DDD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3685793"/>
            <a:ext cx="1076325" cy="457200"/>
            <a:chOff x="2653" y="2205"/>
            <a:chExt cx="678" cy="288"/>
          </a:xfrm>
        </p:grpSpPr>
        <p:sp>
          <p:nvSpPr>
            <p:cNvPr id="93" name="Rectangle 32">
              <a:extLst>
                <a:ext uri="{FF2B5EF4-FFF2-40B4-BE49-F238E27FC236}">
                  <a16:creationId xmlns:a16="http://schemas.microsoft.com/office/drawing/2014/main" id="{702A6988-2C3C-921F-925B-42887BD4C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2205"/>
              <a:ext cx="6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r>
                <a:rPr kumimoji="1" lang="en-US" altLang="zh-CN" sz="2400" baseline="-1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= J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94" name="Line 34">
              <a:extLst>
                <a:ext uri="{FF2B5EF4-FFF2-40B4-BE49-F238E27FC236}">
                  <a16:creationId xmlns:a16="http://schemas.microsoft.com/office/drawing/2014/main" id="{EE18BDCA-DD26-5E24-1F00-C404C513C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251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" name="Group 60">
            <a:extLst>
              <a:ext uri="{FF2B5EF4-FFF2-40B4-BE49-F238E27FC236}">
                <a16:creationId xmlns:a16="http://schemas.microsoft.com/office/drawing/2014/main" id="{A9D82CB3-06BE-E3A5-FF76-3D5866A966EA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5414580"/>
            <a:ext cx="4865687" cy="457200"/>
            <a:chOff x="1565" y="2892"/>
            <a:chExt cx="3065" cy="288"/>
          </a:xfrm>
        </p:grpSpPr>
        <p:sp>
          <p:nvSpPr>
            <p:cNvPr id="96" name="Rectangle 38">
              <a:extLst>
                <a:ext uri="{FF2B5EF4-FFF2-40B4-BE49-F238E27FC236}">
                  <a16:creationId xmlns:a16="http://schemas.microsoft.com/office/drawing/2014/main" id="{25EBDC11-BA74-1BE3-3840-2828FA987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14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r>
                <a:rPr kumimoji="1" lang="en-US" altLang="zh-CN" sz="2400" baseline="-15000">
                  <a:ea typeface="楷体_GB2312" pitchFamily="49" charset="-122"/>
                </a:rPr>
                <a:t>2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97" name="Line 39">
              <a:extLst>
                <a:ext uri="{FF2B5EF4-FFF2-40B4-BE49-F238E27FC236}">
                  <a16:creationId xmlns:a16="http://schemas.microsoft.com/office/drawing/2014/main" id="{E04AE9A4-F497-6BC6-1841-284D15BDC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7" y="2938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Rectangle 40">
              <a:extLst>
                <a:ext uri="{FF2B5EF4-FFF2-40B4-BE49-F238E27FC236}">
                  <a16:creationId xmlns:a16="http://schemas.microsoft.com/office/drawing/2014/main" id="{A3E4F21F-4600-A2F7-EC18-1F9D84190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2892"/>
              <a:ext cx="1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r>
                <a:rPr kumimoji="1" lang="en-US" altLang="zh-CN" sz="2400" baseline="-15000">
                  <a:ea typeface="楷体_GB2312" pitchFamily="49" charset="-122"/>
                </a:rPr>
                <a:t>2 </a:t>
              </a:r>
              <a:r>
                <a:rPr kumimoji="1" lang="en-US" altLang="zh-CN" sz="2400">
                  <a:ea typeface="楷体_GB2312" pitchFamily="49" charset="-122"/>
                </a:rPr>
                <a:t>= J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>
                  <a:ea typeface="楷体_GB2312" pitchFamily="49" charset="-122"/>
                </a:rPr>
                <a:t>+Q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</a:t>
              </a:r>
              <a:endParaRPr kumimoji="1" lang="zh-CN" altLang="en-US" sz="2400" baseline="35000">
                <a:ea typeface="楷体_GB2312" pitchFamily="49" charset="-122"/>
              </a:endParaRPr>
            </a:p>
          </p:txBody>
        </p:sp>
        <p:sp>
          <p:nvSpPr>
            <p:cNvPr id="99" name="Line 42">
              <a:extLst>
                <a:ext uri="{FF2B5EF4-FFF2-40B4-BE49-F238E27FC236}">
                  <a16:creationId xmlns:a16="http://schemas.microsoft.com/office/drawing/2014/main" id="{1D163B1A-2EB4-58E0-2D5E-C173B1EB8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0" y="2892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43">
              <a:extLst>
                <a:ext uri="{FF2B5EF4-FFF2-40B4-BE49-F238E27FC236}">
                  <a16:creationId xmlns:a16="http://schemas.microsoft.com/office/drawing/2014/main" id="{DE731DA6-BB9A-E8B3-08FF-D8726E22B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2937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44">
              <a:extLst>
                <a:ext uri="{FF2B5EF4-FFF2-40B4-BE49-F238E27FC236}">
                  <a16:creationId xmlns:a16="http://schemas.microsoft.com/office/drawing/2014/main" id="{531016B8-629C-33DC-7D6D-22B2F0BB2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" y="2937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" name="Group 59">
            <a:extLst>
              <a:ext uri="{FF2B5EF4-FFF2-40B4-BE49-F238E27FC236}">
                <a16:creationId xmlns:a16="http://schemas.microsoft.com/office/drawing/2014/main" id="{B2EFB3C7-D08F-4240-CE58-A01097DDCA75}"/>
              </a:ext>
            </a:extLst>
          </p:cNvPr>
          <p:cNvGrpSpPr>
            <a:grpSpLocks/>
          </p:cNvGrpSpPr>
          <p:nvPr/>
        </p:nvGrpSpPr>
        <p:grpSpPr bwMode="auto">
          <a:xfrm>
            <a:off x="4319588" y="4273168"/>
            <a:ext cx="3740150" cy="457200"/>
            <a:chOff x="1565" y="3271"/>
            <a:chExt cx="2356" cy="288"/>
          </a:xfrm>
        </p:grpSpPr>
        <p:sp>
          <p:nvSpPr>
            <p:cNvPr id="103" name="Rectangle 45">
              <a:extLst>
                <a:ext uri="{FF2B5EF4-FFF2-40B4-BE49-F238E27FC236}">
                  <a16:creationId xmlns:a16="http://schemas.microsoft.com/office/drawing/2014/main" id="{15CC58BF-35A1-23DA-38C4-43032FC7B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3271"/>
              <a:ext cx="14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r>
                <a:rPr kumimoji="1" lang="en-US" altLang="zh-CN" sz="2400" baseline="-15000">
                  <a:ea typeface="楷体_GB2312" pitchFamily="49" charset="-122"/>
                </a:rPr>
                <a:t>1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104" name="Rectangle 47">
              <a:extLst>
                <a:ext uri="{FF2B5EF4-FFF2-40B4-BE49-F238E27FC236}">
                  <a16:creationId xmlns:a16="http://schemas.microsoft.com/office/drawing/2014/main" id="{9565124C-5FB7-E7FB-570C-264A2611D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3271"/>
              <a:ext cx="6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r>
                <a:rPr kumimoji="1" lang="en-US" altLang="zh-CN" sz="2400" baseline="-15000">
                  <a:ea typeface="楷体_GB2312" pitchFamily="49" charset="-122"/>
                </a:rPr>
                <a:t>1 </a:t>
              </a:r>
              <a:r>
                <a:rPr kumimoji="1" lang="en-US" altLang="zh-CN" sz="2400">
                  <a:ea typeface="楷体_GB2312" pitchFamily="49" charset="-122"/>
                </a:rPr>
                <a:t>= J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endParaRPr kumimoji="1" lang="zh-CN" altLang="en-US" sz="2400" baseline="35000">
                <a:ea typeface="楷体_GB2312" pitchFamily="49" charset="-122"/>
              </a:endParaRPr>
            </a:p>
          </p:txBody>
        </p:sp>
        <p:sp>
          <p:nvSpPr>
            <p:cNvPr id="105" name="Line 46">
              <a:extLst>
                <a:ext uri="{FF2B5EF4-FFF2-40B4-BE49-F238E27FC236}">
                  <a16:creationId xmlns:a16="http://schemas.microsoft.com/office/drawing/2014/main" id="{6C841B47-D460-73F6-DF04-235F5C2B5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3317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50">
              <a:extLst>
                <a:ext uri="{FF2B5EF4-FFF2-40B4-BE49-F238E27FC236}">
                  <a16:creationId xmlns:a16="http://schemas.microsoft.com/office/drawing/2014/main" id="{BD5A3546-D572-D5B5-B752-CA3E95D9F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31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Rectangle 51">
            <a:extLst>
              <a:ext uri="{FF2B5EF4-FFF2-40B4-BE49-F238E27FC236}">
                <a16:creationId xmlns:a16="http://schemas.microsoft.com/office/drawing/2014/main" id="{24E95636-056D-BED7-ABD5-56B1D0FF9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811455"/>
            <a:ext cx="53022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/>
              <a:t>画出逻辑图（略）</a:t>
            </a:r>
          </a:p>
        </p:txBody>
      </p:sp>
      <p:grpSp>
        <p:nvGrpSpPr>
          <p:cNvPr id="108" name="Group 74">
            <a:extLst>
              <a:ext uri="{FF2B5EF4-FFF2-40B4-BE49-F238E27FC236}">
                <a16:creationId xmlns:a16="http://schemas.microsoft.com/office/drawing/2014/main" id="{E1D91296-4394-32FD-E4DD-2A2B8E4BD20D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262055"/>
            <a:ext cx="2643187" cy="457200"/>
            <a:chOff x="521" y="2666"/>
            <a:chExt cx="1665" cy="288"/>
          </a:xfrm>
        </p:grpSpPr>
        <p:sp>
          <p:nvSpPr>
            <p:cNvPr id="109" name="Rectangle 63">
              <a:extLst>
                <a:ext uri="{FF2B5EF4-FFF2-40B4-BE49-F238E27FC236}">
                  <a16:creationId xmlns:a16="http://schemas.microsoft.com/office/drawing/2014/main" id="{517CC44B-BF85-442E-BD26-117097C09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666"/>
              <a:ext cx="16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>
                  <a:ea typeface="楷体_GB2312" pitchFamily="49" charset="-122"/>
                </a:rPr>
                <a:t>=Q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 baseline="35000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110" name="Line 64">
              <a:extLst>
                <a:ext uri="{FF2B5EF4-FFF2-40B4-BE49-F238E27FC236}">
                  <a16:creationId xmlns:a16="http://schemas.microsoft.com/office/drawing/2014/main" id="{C1DB56D5-C093-26C9-7A0A-84154E609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0" y="2720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1" name="AutoShape 65">
            <a:extLst>
              <a:ext uri="{FF2B5EF4-FFF2-40B4-BE49-F238E27FC236}">
                <a16:creationId xmlns:a16="http://schemas.microsoft.com/office/drawing/2014/main" id="{BC780613-E1F2-C64C-3865-056B4DE3F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4370005"/>
            <a:ext cx="431800" cy="301625"/>
          </a:xfrm>
          <a:prstGeom prst="rightArrow">
            <a:avLst>
              <a:gd name="adj1" fmla="val 44213"/>
              <a:gd name="adj2" fmla="val 7894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112" name="Group 73">
            <a:extLst>
              <a:ext uri="{FF2B5EF4-FFF2-40B4-BE49-F238E27FC236}">
                <a16:creationId xmlns:a16="http://schemas.microsoft.com/office/drawing/2014/main" id="{42478B7B-49AA-FF0C-C329-F7B42E142861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838318"/>
            <a:ext cx="4270375" cy="457200"/>
            <a:chOff x="521" y="3059"/>
            <a:chExt cx="2690" cy="288"/>
          </a:xfrm>
        </p:grpSpPr>
        <p:sp>
          <p:nvSpPr>
            <p:cNvPr id="113" name="Rectangle 67">
              <a:extLst>
                <a:ext uri="{FF2B5EF4-FFF2-40B4-BE49-F238E27FC236}">
                  <a16:creationId xmlns:a16="http://schemas.microsoft.com/office/drawing/2014/main" id="{54FBBABF-8F8A-F8E0-5A1B-44B9935CB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3059"/>
              <a:ext cx="26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>
                  <a:ea typeface="楷体_GB2312" pitchFamily="49" charset="-122"/>
                </a:rPr>
                <a:t>=Q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</a:t>
              </a:r>
              <a:endParaRPr kumimoji="1" lang="zh-CN" altLang="en-US" sz="2400" baseline="35000">
                <a:ea typeface="楷体_GB2312" pitchFamily="49" charset="-122"/>
              </a:endParaRPr>
            </a:p>
          </p:txBody>
        </p:sp>
        <p:sp>
          <p:nvSpPr>
            <p:cNvPr id="114" name="Line 68">
              <a:extLst>
                <a:ext uri="{FF2B5EF4-FFF2-40B4-BE49-F238E27FC236}">
                  <a16:creationId xmlns:a16="http://schemas.microsoft.com/office/drawing/2014/main" id="{7141EF35-9C72-181E-1694-74E7DEEBC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4" y="3113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69">
              <a:extLst>
                <a:ext uri="{FF2B5EF4-FFF2-40B4-BE49-F238E27FC236}">
                  <a16:creationId xmlns:a16="http://schemas.microsoft.com/office/drawing/2014/main" id="{34E8B24F-FC2A-B3A1-D3A5-6B1211EBBC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0" y="3113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70">
              <a:extLst>
                <a:ext uri="{FF2B5EF4-FFF2-40B4-BE49-F238E27FC236}">
                  <a16:creationId xmlns:a16="http://schemas.microsoft.com/office/drawing/2014/main" id="{A8FC7F99-E646-6859-9B5B-11A34D562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113"/>
              <a:ext cx="2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7" name="AutoShape 71">
            <a:extLst>
              <a:ext uri="{FF2B5EF4-FFF2-40B4-BE49-F238E27FC236}">
                <a16:creationId xmlns:a16="http://schemas.microsoft.com/office/drawing/2014/main" id="{4412BC88-29E6-0563-C6CD-04BCE7B11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8" y="5486018"/>
            <a:ext cx="431800" cy="301625"/>
          </a:xfrm>
          <a:prstGeom prst="rightArrow">
            <a:avLst>
              <a:gd name="adj1" fmla="val 44213"/>
              <a:gd name="adj2" fmla="val 7894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118" name="Group 183">
            <a:extLst>
              <a:ext uri="{FF2B5EF4-FFF2-40B4-BE49-F238E27FC236}">
                <a16:creationId xmlns:a16="http://schemas.microsoft.com/office/drawing/2014/main" id="{CCBA9F87-B007-C6F9-FA18-6EB6CA83DD01}"/>
              </a:ext>
            </a:extLst>
          </p:cNvPr>
          <p:cNvGrpSpPr>
            <a:grpSpLocks/>
          </p:cNvGrpSpPr>
          <p:nvPr/>
        </p:nvGrpSpPr>
        <p:grpSpPr bwMode="auto">
          <a:xfrm>
            <a:off x="525463" y="1958593"/>
            <a:ext cx="2255837" cy="396875"/>
            <a:chOff x="270" y="3748"/>
            <a:chExt cx="1421" cy="250"/>
          </a:xfrm>
        </p:grpSpPr>
        <p:sp>
          <p:nvSpPr>
            <p:cNvPr id="119" name="Rectangle 184">
              <a:extLst>
                <a:ext uri="{FF2B5EF4-FFF2-40B4-BE49-F238E27FC236}">
                  <a16:creationId xmlns:a16="http://schemas.microsoft.com/office/drawing/2014/main" id="{CA990E81-DCD7-BA65-FF76-79DD8A996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748"/>
              <a:ext cx="1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120" name="Line 185">
              <a:extLst>
                <a:ext uri="{FF2B5EF4-FFF2-40B4-BE49-F238E27FC236}">
                  <a16:creationId xmlns:a16="http://schemas.microsoft.com/office/drawing/2014/main" id="{10354781-F7A8-58EC-C987-327305B6D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3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86">
              <a:extLst>
                <a:ext uri="{FF2B5EF4-FFF2-40B4-BE49-F238E27FC236}">
                  <a16:creationId xmlns:a16="http://schemas.microsoft.com/office/drawing/2014/main" id="{8C4B5B0A-C578-F774-16DD-BFAFECC28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379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2" name="组合 59">
            <a:extLst>
              <a:ext uri="{FF2B5EF4-FFF2-40B4-BE49-F238E27FC236}">
                <a16:creationId xmlns:a16="http://schemas.microsoft.com/office/drawing/2014/main" id="{F469153E-5891-342A-4F55-BAC61692917E}"/>
              </a:ext>
            </a:extLst>
          </p:cNvPr>
          <p:cNvGrpSpPr>
            <a:grpSpLocks/>
          </p:cNvGrpSpPr>
          <p:nvPr/>
        </p:nvGrpSpPr>
        <p:grpSpPr bwMode="auto">
          <a:xfrm>
            <a:off x="557213" y="1585530"/>
            <a:ext cx="2214562" cy="396875"/>
            <a:chOff x="3078163" y="3752850"/>
            <a:chExt cx="2214562" cy="396875"/>
          </a:xfrm>
        </p:grpSpPr>
        <p:grpSp>
          <p:nvGrpSpPr>
            <p:cNvPr id="123" name="Group 180">
              <a:extLst>
                <a:ext uri="{FF2B5EF4-FFF2-40B4-BE49-F238E27FC236}">
                  <a16:creationId xmlns:a16="http://schemas.microsoft.com/office/drawing/2014/main" id="{325824C5-9B11-1F7A-4DFE-150CA6573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8163" y="3752850"/>
              <a:ext cx="2214562" cy="396875"/>
              <a:chOff x="1678" y="3884"/>
              <a:chExt cx="1395" cy="250"/>
            </a:xfrm>
          </p:grpSpPr>
          <p:sp>
            <p:nvSpPr>
              <p:cNvPr id="125" name="Rectangle 181">
                <a:extLst>
                  <a:ext uri="{FF2B5EF4-FFF2-40B4-BE49-F238E27FC236}">
                    <a16:creationId xmlns:a16="http://schemas.microsoft.com/office/drawing/2014/main" id="{CBE787F0-5977-39BD-2559-ADC4999ED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" y="3884"/>
                <a:ext cx="139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1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n+1</a:t>
                </a:r>
                <a:r>
                  <a:rPr kumimoji="1" lang="en-US" altLang="zh-CN" sz="2000">
                    <a:ea typeface="楷体_GB2312" pitchFamily="49" charset="-122"/>
                  </a:rPr>
                  <a:t>=Q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2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  </a:t>
                </a:r>
                <a:r>
                  <a:rPr kumimoji="1" lang="en-US" altLang="zh-CN" sz="2000">
                    <a:ea typeface="楷体_GB2312" pitchFamily="49" charset="-122"/>
                  </a:rPr>
                  <a:t>A+Q</a:t>
                </a:r>
                <a:r>
                  <a:rPr kumimoji="1" lang="en-US" altLang="zh-CN" sz="2000" baseline="-15000">
                    <a:ea typeface="楷体_GB2312" pitchFamily="49" charset="-122"/>
                  </a:rPr>
                  <a:t>0</a:t>
                </a:r>
                <a:r>
                  <a:rPr kumimoji="1" lang="en-US" altLang="zh-CN" sz="2000" baseline="35000">
                    <a:ea typeface="楷体_GB2312" pitchFamily="49" charset="-122"/>
                  </a:rPr>
                  <a:t>n</a:t>
                </a:r>
                <a:r>
                  <a:rPr kumimoji="1" lang="en-US" altLang="zh-CN" sz="2000">
                    <a:ea typeface="楷体_GB2312" pitchFamily="49" charset="-122"/>
                  </a:rPr>
                  <a:t>A</a:t>
                </a:r>
                <a:endParaRPr kumimoji="1" lang="zh-CN" altLang="en-US" sz="2000" baseline="35000">
                  <a:solidFill>
                    <a:srgbClr val="FF33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6" name="Line 182">
                <a:extLst>
                  <a:ext uri="{FF2B5EF4-FFF2-40B4-BE49-F238E27FC236}">
                    <a16:creationId xmlns:a16="http://schemas.microsoft.com/office/drawing/2014/main" id="{F7D85897-4286-45DC-70E1-0B6F41857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929"/>
                <a:ext cx="1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4" name="Line 182">
              <a:extLst>
                <a:ext uri="{FF2B5EF4-FFF2-40B4-BE49-F238E27FC236}">
                  <a16:creationId xmlns:a16="http://schemas.microsoft.com/office/drawing/2014/main" id="{8EC6D184-BBAF-0D3D-7241-F95BEA4F4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75" y="3824288"/>
              <a:ext cx="217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7" name="Group 209">
            <a:extLst>
              <a:ext uri="{FF2B5EF4-FFF2-40B4-BE49-F238E27FC236}">
                <a16:creationId xmlns:a16="http://schemas.microsoft.com/office/drawing/2014/main" id="{5EE8DF73-A2C2-FA9E-949F-B495DBC92363}"/>
              </a:ext>
            </a:extLst>
          </p:cNvPr>
          <p:cNvGrpSpPr>
            <a:grpSpLocks/>
          </p:cNvGrpSpPr>
          <p:nvPr/>
        </p:nvGrpSpPr>
        <p:grpSpPr bwMode="auto">
          <a:xfrm>
            <a:off x="544513" y="1171193"/>
            <a:ext cx="3514725" cy="396875"/>
            <a:chOff x="3447" y="3588"/>
            <a:chExt cx="2214" cy="250"/>
          </a:xfrm>
        </p:grpSpPr>
        <p:sp>
          <p:nvSpPr>
            <p:cNvPr id="128" name="Rectangle 189">
              <a:extLst>
                <a:ext uri="{FF2B5EF4-FFF2-40B4-BE49-F238E27FC236}">
                  <a16:creationId xmlns:a16="http://schemas.microsoft.com/office/drawing/2014/main" id="{4C96C47C-06E9-7BA5-41CD-03881B2BF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3588"/>
              <a:ext cx="2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n+1</a:t>
              </a:r>
              <a:r>
                <a:rPr kumimoji="1" lang="en-US" altLang="zh-CN" sz="2000">
                  <a:ea typeface="楷体_GB2312" pitchFamily="49" charset="-122"/>
                </a:rPr>
                <a:t>=Q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A+Q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 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</a:t>
              </a:r>
              <a:r>
                <a:rPr kumimoji="1" lang="en-US" altLang="zh-CN" sz="2000">
                  <a:solidFill>
                    <a:srgbClr val="FF3300"/>
                  </a:solidFill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solidFill>
                    <a:srgbClr val="FF3300"/>
                  </a:solidFill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solidFill>
                    <a:srgbClr val="FF3300"/>
                  </a:solidFill>
                  <a:ea typeface="楷体_GB2312" pitchFamily="49" charset="-122"/>
                </a:rPr>
                <a:t>n</a:t>
              </a:r>
              <a:endParaRPr kumimoji="1" lang="zh-CN" altLang="en-US" sz="2000" baseline="35000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129" name="Line 191">
              <a:extLst>
                <a:ext uri="{FF2B5EF4-FFF2-40B4-BE49-F238E27FC236}">
                  <a16:creationId xmlns:a16="http://schemas.microsoft.com/office/drawing/2014/main" id="{E826CFBA-F876-DF91-21DE-76FD3080D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3633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192">
              <a:extLst>
                <a:ext uri="{FF2B5EF4-FFF2-40B4-BE49-F238E27FC236}">
                  <a16:creationId xmlns:a16="http://schemas.microsoft.com/office/drawing/2014/main" id="{52C3E56D-B922-D515-6561-4657F4AA2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5" y="3633"/>
              <a:ext cx="13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194">
              <a:extLst>
                <a:ext uri="{FF2B5EF4-FFF2-40B4-BE49-F238E27FC236}">
                  <a16:creationId xmlns:a16="http://schemas.microsoft.com/office/drawing/2014/main" id="{42C4B3F3-0CB4-7518-037B-8A97B64D4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5" y="3633"/>
              <a:ext cx="13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2" name="Rectangle 105">
            <a:extLst>
              <a:ext uri="{FF2B5EF4-FFF2-40B4-BE49-F238E27FC236}">
                <a16:creationId xmlns:a16="http://schemas.microsoft.com/office/drawing/2014/main" id="{7D819899-9917-78AA-3E11-807F9CC5F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1153730"/>
            <a:ext cx="3533775" cy="1206500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3" name="Line 182">
            <a:extLst>
              <a:ext uri="{FF2B5EF4-FFF2-40B4-BE49-F238E27FC236}">
                <a16:creationId xmlns:a16="http://schemas.microsoft.com/office/drawing/2014/main" id="{BF7A88F0-FEA8-5F7A-8277-2E9BF859C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4313" y="4339843"/>
            <a:ext cx="217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" name="Line 182">
            <a:extLst>
              <a:ext uri="{FF2B5EF4-FFF2-40B4-BE49-F238E27FC236}">
                <a16:creationId xmlns:a16="http://schemas.microsoft.com/office/drawing/2014/main" id="{D5B5A9D2-70A7-0EFD-154F-66A519FE01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500" y="4346193"/>
            <a:ext cx="217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" name="Rectangle 105">
            <a:extLst>
              <a:ext uri="{FF2B5EF4-FFF2-40B4-BE49-F238E27FC236}">
                <a16:creationId xmlns:a16="http://schemas.microsoft.com/office/drawing/2014/main" id="{FFA9BF4E-01A3-1DC7-4D5D-09BB78F33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688" y="1166430"/>
            <a:ext cx="3533775" cy="1204913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815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03762-5880-F245-9DCF-40B76289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求激励方程的另一种方法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98FF6-BD13-9466-3FB7-87C433BB7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利用激励表和状态表求各触发器的激励方程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A9EE52-3D52-D548-799C-9D74CE2B8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C4F29C-A482-1776-F7A4-E4EF47F6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25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153">
            <a:extLst>
              <a:ext uri="{FF2B5EF4-FFF2-40B4-BE49-F238E27FC236}">
                <a16:creationId xmlns:a16="http://schemas.microsoft.com/office/drawing/2014/main" id="{80EEAF7D-8C53-A21C-B8E1-DDF32AC31706}"/>
              </a:ext>
            </a:extLst>
          </p:cNvPr>
          <p:cNvGrpSpPr>
            <a:grpSpLocks/>
          </p:cNvGrpSpPr>
          <p:nvPr/>
        </p:nvGrpSpPr>
        <p:grpSpPr bwMode="auto">
          <a:xfrm>
            <a:off x="1150938" y="1957388"/>
            <a:ext cx="2497137" cy="2052637"/>
            <a:chOff x="1247" y="1233"/>
            <a:chExt cx="1337" cy="1293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B7CA15FF-C10F-E1BD-4C69-6B0A7637A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328"/>
              <a:ext cx="39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85FE7557-8891-3C12-297C-712AF8CC5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129"/>
              <a:ext cx="394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7CA083C3-535B-1D6A-4395-BC5A080BE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932"/>
              <a:ext cx="39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86DAA6BF-046E-8953-D95B-87901BC9C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734"/>
              <a:ext cx="39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10E40219-5571-C104-191A-ECA795C32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510"/>
              <a:ext cx="39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</a:t>
              </a: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CC83B59F-1D1E-C6F6-9285-9318F3309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" y="2328"/>
              <a:ext cx="511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5BE43844-E591-0D1E-354F-13A59582E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2328"/>
              <a:ext cx="432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E4ADB7D7-16FB-8C9F-B148-E81218848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" y="2129"/>
              <a:ext cx="511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9DD80A5D-4755-935A-F202-B64780FF2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2129"/>
              <a:ext cx="43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7FDFDE01-C65B-FF68-01BA-1068B7830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" y="1932"/>
              <a:ext cx="51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9D5ED2E2-44DA-B628-0168-D83B43BBC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1932"/>
              <a:ext cx="432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B9CB955D-730C-931E-E7EB-74FB19DE2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" y="1734"/>
              <a:ext cx="511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860858AA-33EF-5E55-C01D-27B001083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1734"/>
              <a:ext cx="432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CA7C33F5-E5A2-5E53-4FE3-5316E567C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" y="1510"/>
              <a:ext cx="511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D</a:t>
              </a: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267A189C-6B88-F0EC-0DDF-1BF012CB7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1510"/>
              <a:ext cx="4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n+1</a:t>
              </a:r>
              <a:endParaRPr lang="zh-CN" altLang="en-US" sz="2400" b="0" baseline="40000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B3482609-50C3-7DE2-2218-A8F7BF900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510"/>
              <a:ext cx="1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88D91CEA-5A04-EF90-43D5-8C05E944B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734"/>
              <a:ext cx="1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28EE7A3E-E286-B49D-6D55-E20C48C37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32"/>
              <a:ext cx="1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FAFEA015-329C-5992-BD1F-F1E6BB49A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129"/>
              <a:ext cx="1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FFFACB6D-0E38-1CEF-CC07-492D84FB4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328"/>
              <a:ext cx="1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F129B009-4A7B-9B4A-E16B-380A7D182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526"/>
              <a:ext cx="1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6208AC0B-4867-D601-F32B-F906A0AA1D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510"/>
              <a:ext cx="0" cy="2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68DC2731-361F-77D3-EA6D-CD4383F72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" y="1510"/>
              <a:ext cx="0" cy="1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405D3267-F5DF-F886-1018-1A78962B5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1510"/>
              <a:ext cx="0" cy="2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2FF20644-8601-98AF-1791-2969A806C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734"/>
              <a:ext cx="0" cy="19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5334D396-F583-9F62-5151-ED44590DD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1734"/>
              <a:ext cx="0" cy="19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8FC1B5A0-26F8-BBB2-5FBB-CD2A9FEED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32"/>
              <a:ext cx="0" cy="19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F6521D0E-08BF-5A26-DA84-0B61B3756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1932"/>
              <a:ext cx="0" cy="19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60A1B631-6531-7D38-D2D3-45B829DBB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129"/>
              <a:ext cx="0" cy="19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BC2EFA8D-692C-3FB3-0F5E-433CF964C1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2129"/>
              <a:ext cx="0" cy="19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9D6BB245-2E98-DD1E-5F3C-8C3986CC8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328"/>
              <a:ext cx="0" cy="19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1E7C35CA-BED3-3D7D-5091-011214EAA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2328"/>
              <a:ext cx="0" cy="19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39" name="Rectangle 147">
              <a:extLst>
                <a:ext uri="{FF2B5EF4-FFF2-40B4-BE49-F238E27FC236}">
                  <a16:creationId xmlns:a16="http://schemas.microsoft.com/office/drawing/2014/main" id="{DB5E2153-E56B-645B-CD60-EBE167FD3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1233"/>
              <a:ext cx="12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D</a:t>
              </a:r>
              <a:r>
                <a:rPr kumimoji="1" lang="zh-CN" altLang="en-US" sz="2400" b="0"/>
                <a:t>触发器</a:t>
              </a:r>
              <a:r>
                <a:rPr lang="zh-CN" altLang="en-US" sz="2400" b="0">
                  <a:latin typeface="Arial" panose="020B0604020202020204" pitchFamily="34" charset="0"/>
                </a:rPr>
                <a:t>激励表</a:t>
              </a:r>
              <a:endParaRPr kumimoji="1" lang="zh-CN" altLang="en-US" sz="2400" b="0"/>
            </a:p>
          </p:txBody>
        </p:sp>
      </p:grpSp>
      <p:grpSp>
        <p:nvGrpSpPr>
          <p:cNvPr id="40" name="Group 154">
            <a:extLst>
              <a:ext uri="{FF2B5EF4-FFF2-40B4-BE49-F238E27FC236}">
                <a16:creationId xmlns:a16="http://schemas.microsoft.com/office/drawing/2014/main" id="{91715C85-1E3B-B358-E956-B7667D6413E1}"/>
              </a:ext>
            </a:extLst>
          </p:cNvPr>
          <p:cNvGrpSpPr>
            <a:grpSpLocks/>
          </p:cNvGrpSpPr>
          <p:nvPr/>
        </p:nvGrpSpPr>
        <p:grpSpPr bwMode="auto">
          <a:xfrm>
            <a:off x="1152525" y="4143375"/>
            <a:ext cx="2497138" cy="2054225"/>
            <a:chOff x="1248" y="2610"/>
            <a:chExt cx="1337" cy="1294"/>
          </a:xfrm>
        </p:grpSpPr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065A1A6F-5977-410F-0EA4-F6D0DA5B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710"/>
              <a:ext cx="39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42" name="Rectangle 39">
              <a:extLst>
                <a:ext uri="{FF2B5EF4-FFF2-40B4-BE49-F238E27FC236}">
                  <a16:creationId xmlns:a16="http://schemas.microsoft.com/office/drawing/2014/main" id="{29A9A93F-8872-938C-FFC9-1A9295B3A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516"/>
              <a:ext cx="39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43" name="Rectangle 40">
              <a:extLst>
                <a:ext uri="{FF2B5EF4-FFF2-40B4-BE49-F238E27FC236}">
                  <a16:creationId xmlns:a16="http://schemas.microsoft.com/office/drawing/2014/main" id="{83D1A01E-DD64-C898-F84D-8C9FC073C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321"/>
              <a:ext cx="39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AE22DADF-94FE-72B9-CD99-D8FD51261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127"/>
              <a:ext cx="39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DA353D11-2562-C3DE-EBFA-18627D01A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892"/>
              <a:ext cx="393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</a:t>
              </a:r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D5DCACDB-71C8-2A3D-4D11-DF0E27AAF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3710"/>
              <a:ext cx="51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A2223E65-DCCF-2BE5-66C6-532891A1D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3710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48" name="Rectangle 45">
              <a:extLst>
                <a:ext uri="{FF2B5EF4-FFF2-40B4-BE49-F238E27FC236}">
                  <a16:creationId xmlns:a16="http://schemas.microsoft.com/office/drawing/2014/main" id="{9A0049CA-F7EC-EE84-ACF0-B2D27A17A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3516"/>
              <a:ext cx="51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03F8C305-48A4-E1CE-0CEA-D25859630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3516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40A759D8-6083-83E8-1261-1BCDF5476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3321"/>
              <a:ext cx="511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id="{F0D7EFC6-8AC7-BD2D-6F56-F945A94C8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3321"/>
              <a:ext cx="43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52" name="Rectangle 49">
              <a:extLst>
                <a:ext uri="{FF2B5EF4-FFF2-40B4-BE49-F238E27FC236}">
                  <a16:creationId xmlns:a16="http://schemas.microsoft.com/office/drawing/2014/main" id="{A7E4A756-2B5E-0244-047C-A03D810D8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3127"/>
              <a:ext cx="51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CD90C56B-8948-1683-6E96-4D17451FB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3127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54" name="Rectangle 51">
              <a:extLst>
                <a:ext uri="{FF2B5EF4-FFF2-40B4-BE49-F238E27FC236}">
                  <a16:creationId xmlns:a16="http://schemas.microsoft.com/office/drawing/2014/main" id="{3E8554EC-6050-F4D2-1A1E-A80090C6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2892"/>
              <a:ext cx="511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T</a:t>
              </a:r>
            </a:p>
          </p:txBody>
        </p:sp>
        <p:sp>
          <p:nvSpPr>
            <p:cNvPr id="55" name="Rectangle 52">
              <a:extLst>
                <a:ext uri="{FF2B5EF4-FFF2-40B4-BE49-F238E27FC236}">
                  <a16:creationId xmlns:a16="http://schemas.microsoft.com/office/drawing/2014/main" id="{F5196BE1-6D15-F39B-C26B-9A360AF1D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2892"/>
              <a:ext cx="433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n+1</a:t>
              </a:r>
              <a:endParaRPr lang="zh-CN" altLang="en-US" sz="2400" b="0" baseline="40000"/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1A9F36C1-86F0-F31E-1039-205E42395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892"/>
              <a:ext cx="1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57" name="Line 54">
              <a:extLst>
                <a:ext uri="{FF2B5EF4-FFF2-40B4-BE49-F238E27FC236}">
                  <a16:creationId xmlns:a16="http://schemas.microsoft.com/office/drawing/2014/main" id="{BB27BB6A-6D53-707F-C617-1EE14166C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127"/>
              <a:ext cx="1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0B63F015-F275-20B6-CB8D-73EB2D7C1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321"/>
              <a:ext cx="1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163B5530-5C71-9274-6F72-8DE51DD54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516"/>
              <a:ext cx="1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ED6D5A2C-E44B-828F-DAF3-32857425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710"/>
              <a:ext cx="1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26AAEB34-1C34-3333-B332-CAB590103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904"/>
              <a:ext cx="1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B0E3982D-C55D-553E-47C2-8626D1472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892"/>
              <a:ext cx="0" cy="23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88D7D60F-5914-9CD2-1B55-75F296497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4" y="2892"/>
              <a:ext cx="0" cy="10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4" name="Line 61">
              <a:extLst>
                <a:ext uri="{FF2B5EF4-FFF2-40B4-BE49-F238E27FC236}">
                  <a16:creationId xmlns:a16="http://schemas.microsoft.com/office/drawing/2014/main" id="{6C7E8DDC-350C-15BC-F559-91F1E5A7F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2892"/>
              <a:ext cx="0" cy="23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B66E212B-2AC0-3057-5213-14B04A903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127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6" name="Line 63">
              <a:extLst>
                <a:ext uri="{FF2B5EF4-FFF2-40B4-BE49-F238E27FC236}">
                  <a16:creationId xmlns:a16="http://schemas.microsoft.com/office/drawing/2014/main" id="{8F39994D-2DD0-B60C-6490-B5F3639BD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3127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A0F13CA0-1C8F-FBAC-B941-40E055DC6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321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FA03E9F9-5D2D-FE3D-834A-30154A435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3321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65518A6F-D14D-8FB2-44C5-ABA656E44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516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1F2E751A-EA7D-C191-88FA-5B44EAD52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3516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E5777B1E-4CB8-03A5-1E54-95E376163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710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06C0DA46-5C82-6648-2622-68EA07E6B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3710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3" name="Rectangle 148">
              <a:extLst>
                <a:ext uri="{FF2B5EF4-FFF2-40B4-BE49-F238E27FC236}">
                  <a16:creationId xmlns:a16="http://schemas.microsoft.com/office/drawing/2014/main" id="{ADC15833-F08C-6068-8C14-647A14F73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9" y="2610"/>
              <a:ext cx="11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T</a:t>
              </a:r>
              <a:r>
                <a:rPr kumimoji="1" lang="zh-CN" altLang="en-US" sz="2400" b="0"/>
                <a:t>触发器</a:t>
              </a:r>
              <a:r>
                <a:rPr lang="zh-CN" altLang="en-US" sz="2400" b="0">
                  <a:latin typeface="Arial" panose="020B0604020202020204" pitchFamily="34" charset="0"/>
                </a:rPr>
                <a:t>激励表</a:t>
              </a:r>
              <a:endParaRPr kumimoji="1" lang="zh-CN" altLang="en-US" sz="2400" b="0"/>
            </a:p>
          </p:txBody>
        </p:sp>
      </p:grpSp>
      <p:grpSp>
        <p:nvGrpSpPr>
          <p:cNvPr id="74" name="Group 155">
            <a:extLst>
              <a:ext uri="{FF2B5EF4-FFF2-40B4-BE49-F238E27FC236}">
                <a16:creationId xmlns:a16="http://schemas.microsoft.com/office/drawing/2014/main" id="{DDCEEBE2-A73A-B81E-0804-C688A1F93D3F}"/>
              </a:ext>
            </a:extLst>
          </p:cNvPr>
          <p:cNvGrpSpPr>
            <a:grpSpLocks/>
          </p:cNvGrpSpPr>
          <p:nvPr/>
        </p:nvGrpSpPr>
        <p:grpSpPr bwMode="auto">
          <a:xfrm>
            <a:off x="5089525" y="1952625"/>
            <a:ext cx="2830513" cy="2054225"/>
            <a:chOff x="3288" y="1230"/>
            <a:chExt cx="1515" cy="1294"/>
          </a:xfrm>
        </p:grpSpPr>
        <p:sp>
          <p:nvSpPr>
            <p:cNvPr id="75" name="Rectangle 71">
              <a:extLst>
                <a:ext uri="{FF2B5EF4-FFF2-40B4-BE49-F238E27FC236}">
                  <a16:creationId xmlns:a16="http://schemas.microsoft.com/office/drawing/2014/main" id="{6E69632F-E9E8-B6CD-5189-D19DF1569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2330"/>
              <a:ext cx="3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x</a:t>
              </a:r>
            </a:p>
          </p:txBody>
        </p:sp>
        <p:sp>
          <p:nvSpPr>
            <p:cNvPr id="76" name="Rectangle 72">
              <a:extLst>
                <a:ext uri="{FF2B5EF4-FFF2-40B4-BE49-F238E27FC236}">
                  <a16:creationId xmlns:a16="http://schemas.microsoft.com/office/drawing/2014/main" id="{908FC8B6-30ED-90C8-1994-D4282EFE8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2135"/>
              <a:ext cx="35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x</a:t>
              </a:r>
            </a:p>
          </p:txBody>
        </p:sp>
        <p:sp>
          <p:nvSpPr>
            <p:cNvPr id="77" name="Rectangle 73">
              <a:extLst>
                <a:ext uri="{FF2B5EF4-FFF2-40B4-BE49-F238E27FC236}">
                  <a16:creationId xmlns:a16="http://schemas.microsoft.com/office/drawing/2014/main" id="{CB75C971-7477-6FD7-EB16-F84BD7EFD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1941"/>
              <a:ext cx="3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1</a:t>
              </a:r>
            </a:p>
          </p:txBody>
        </p:sp>
        <p:sp>
          <p:nvSpPr>
            <p:cNvPr id="78" name="Rectangle 74">
              <a:extLst>
                <a:ext uri="{FF2B5EF4-FFF2-40B4-BE49-F238E27FC236}">
                  <a16:creationId xmlns:a16="http://schemas.microsoft.com/office/drawing/2014/main" id="{799BF03B-75C1-6F84-44FA-379A9D3F5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1746"/>
              <a:ext cx="35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0</a:t>
              </a:r>
            </a:p>
          </p:txBody>
        </p:sp>
        <p:sp>
          <p:nvSpPr>
            <p:cNvPr id="79" name="Rectangle 75">
              <a:extLst>
                <a:ext uri="{FF2B5EF4-FFF2-40B4-BE49-F238E27FC236}">
                  <a16:creationId xmlns:a16="http://schemas.microsoft.com/office/drawing/2014/main" id="{1110DFC9-9E79-26A4-4C34-14BFF5085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1510"/>
              <a:ext cx="353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J</a:t>
              </a:r>
            </a:p>
          </p:txBody>
        </p:sp>
        <p:sp>
          <p:nvSpPr>
            <p:cNvPr id="80" name="Rectangle 76">
              <a:extLst>
                <a:ext uri="{FF2B5EF4-FFF2-40B4-BE49-F238E27FC236}">
                  <a16:creationId xmlns:a16="http://schemas.microsoft.com/office/drawing/2014/main" id="{A6A1793D-88D7-AED1-C1E2-88D01E38D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330"/>
              <a:ext cx="3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81" name="Rectangle 77">
              <a:extLst>
                <a:ext uri="{FF2B5EF4-FFF2-40B4-BE49-F238E27FC236}">
                  <a16:creationId xmlns:a16="http://schemas.microsoft.com/office/drawing/2014/main" id="{A13E3DD6-0AB3-1494-956C-38280F79E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135"/>
              <a:ext cx="39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82" name="Rectangle 78">
              <a:extLst>
                <a:ext uri="{FF2B5EF4-FFF2-40B4-BE49-F238E27FC236}">
                  <a16:creationId xmlns:a16="http://schemas.microsoft.com/office/drawing/2014/main" id="{8AFEBFE6-38EE-10C0-276C-57F52665A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941"/>
              <a:ext cx="3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83" name="Rectangle 79">
              <a:extLst>
                <a:ext uri="{FF2B5EF4-FFF2-40B4-BE49-F238E27FC236}">
                  <a16:creationId xmlns:a16="http://schemas.microsoft.com/office/drawing/2014/main" id="{4BF63ABB-B293-0CCF-28CA-77E46D1CB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746"/>
              <a:ext cx="39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84" name="Rectangle 80">
              <a:extLst>
                <a:ext uri="{FF2B5EF4-FFF2-40B4-BE49-F238E27FC236}">
                  <a16:creationId xmlns:a16="http://schemas.microsoft.com/office/drawing/2014/main" id="{981A4969-6572-0DC2-A348-6A766768E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510"/>
              <a:ext cx="39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</a:t>
              </a:r>
            </a:p>
          </p:txBody>
        </p:sp>
        <p:sp>
          <p:nvSpPr>
            <p:cNvPr id="85" name="Rectangle 81">
              <a:extLst>
                <a:ext uri="{FF2B5EF4-FFF2-40B4-BE49-F238E27FC236}">
                  <a16:creationId xmlns:a16="http://schemas.microsoft.com/office/drawing/2014/main" id="{F2ADF468-6CE7-B830-5BAD-07726DD28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2330"/>
              <a:ext cx="33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86" name="Rectangle 82">
              <a:extLst>
                <a:ext uri="{FF2B5EF4-FFF2-40B4-BE49-F238E27FC236}">
                  <a16:creationId xmlns:a16="http://schemas.microsoft.com/office/drawing/2014/main" id="{474D0E2E-E177-0206-FE22-51A3085BB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2330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87" name="Rectangle 83">
              <a:extLst>
                <a:ext uri="{FF2B5EF4-FFF2-40B4-BE49-F238E27FC236}">
                  <a16:creationId xmlns:a16="http://schemas.microsoft.com/office/drawing/2014/main" id="{DC2C59C9-B61C-2138-F4EE-BC488F8C9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2135"/>
              <a:ext cx="335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88" name="Rectangle 84">
              <a:extLst>
                <a:ext uri="{FF2B5EF4-FFF2-40B4-BE49-F238E27FC236}">
                  <a16:creationId xmlns:a16="http://schemas.microsoft.com/office/drawing/2014/main" id="{AC3AFE5E-E889-DF6C-BA69-BF76BE7EB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2135"/>
              <a:ext cx="43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89" name="Rectangle 85">
              <a:extLst>
                <a:ext uri="{FF2B5EF4-FFF2-40B4-BE49-F238E27FC236}">
                  <a16:creationId xmlns:a16="http://schemas.microsoft.com/office/drawing/2014/main" id="{DB976A5C-275A-0F91-F323-24D1EE390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1941"/>
              <a:ext cx="33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x</a:t>
              </a:r>
            </a:p>
          </p:txBody>
        </p:sp>
        <p:sp>
          <p:nvSpPr>
            <p:cNvPr id="90" name="Rectangle 86">
              <a:extLst>
                <a:ext uri="{FF2B5EF4-FFF2-40B4-BE49-F238E27FC236}">
                  <a16:creationId xmlns:a16="http://schemas.microsoft.com/office/drawing/2014/main" id="{10D0C3A5-E446-F7AA-463F-7099AEA8A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1941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91" name="Rectangle 87">
              <a:extLst>
                <a:ext uri="{FF2B5EF4-FFF2-40B4-BE49-F238E27FC236}">
                  <a16:creationId xmlns:a16="http://schemas.microsoft.com/office/drawing/2014/main" id="{59E0FB92-EB6E-B0AA-EE26-CBB8F33FF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1746"/>
              <a:ext cx="335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x</a:t>
              </a:r>
            </a:p>
          </p:txBody>
        </p:sp>
        <p:sp>
          <p:nvSpPr>
            <p:cNvPr id="92" name="Rectangle 88">
              <a:extLst>
                <a:ext uri="{FF2B5EF4-FFF2-40B4-BE49-F238E27FC236}">
                  <a16:creationId xmlns:a16="http://schemas.microsoft.com/office/drawing/2014/main" id="{73D43388-E67D-CB82-F982-336945E74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1746"/>
              <a:ext cx="43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93" name="Rectangle 89">
              <a:extLst>
                <a:ext uri="{FF2B5EF4-FFF2-40B4-BE49-F238E27FC236}">
                  <a16:creationId xmlns:a16="http://schemas.microsoft.com/office/drawing/2014/main" id="{B4FF66E3-5D5E-147C-E9CB-E42A7FE07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1510"/>
              <a:ext cx="335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K</a:t>
              </a:r>
            </a:p>
          </p:txBody>
        </p:sp>
        <p:sp>
          <p:nvSpPr>
            <p:cNvPr id="94" name="Rectangle 90">
              <a:extLst>
                <a:ext uri="{FF2B5EF4-FFF2-40B4-BE49-F238E27FC236}">
                  <a16:creationId xmlns:a16="http://schemas.microsoft.com/office/drawing/2014/main" id="{822297DD-1D28-5159-6435-A2698318E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1510"/>
              <a:ext cx="433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n+1</a:t>
              </a:r>
              <a:endParaRPr lang="zh-CN" altLang="en-US" sz="2400" b="0" baseline="40000"/>
            </a:p>
          </p:txBody>
        </p:sp>
        <p:sp>
          <p:nvSpPr>
            <p:cNvPr id="95" name="Line 91">
              <a:extLst>
                <a:ext uri="{FF2B5EF4-FFF2-40B4-BE49-F238E27FC236}">
                  <a16:creationId xmlns:a16="http://schemas.microsoft.com/office/drawing/2014/main" id="{544FAD71-06FB-7128-CDC9-7DC2B4EEF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510"/>
              <a:ext cx="15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96" name="Line 92">
              <a:extLst>
                <a:ext uri="{FF2B5EF4-FFF2-40B4-BE49-F238E27FC236}">
                  <a16:creationId xmlns:a16="http://schemas.microsoft.com/office/drawing/2014/main" id="{9B8F3A1F-AA8F-BE98-A965-78C4A721E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746"/>
              <a:ext cx="15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97" name="Line 93">
              <a:extLst>
                <a:ext uri="{FF2B5EF4-FFF2-40B4-BE49-F238E27FC236}">
                  <a16:creationId xmlns:a16="http://schemas.microsoft.com/office/drawing/2014/main" id="{1AE6AE7C-E3E1-82AB-65A6-C4EB4650E6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941"/>
              <a:ext cx="15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98" name="Line 94">
              <a:extLst>
                <a:ext uri="{FF2B5EF4-FFF2-40B4-BE49-F238E27FC236}">
                  <a16:creationId xmlns:a16="http://schemas.microsoft.com/office/drawing/2014/main" id="{4D2D4BB7-231B-942A-13F9-D8174C22C4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135"/>
              <a:ext cx="15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99" name="Line 95">
              <a:extLst>
                <a:ext uri="{FF2B5EF4-FFF2-40B4-BE49-F238E27FC236}">
                  <a16:creationId xmlns:a16="http://schemas.microsoft.com/office/drawing/2014/main" id="{515C6A15-EC31-F0A1-91C7-87CF7A168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330"/>
              <a:ext cx="15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0" name="Line 96">
              <a:extLst>
                <a:ext uri="{FF2B5EF4-FFF2-40B4-BE49-F238E27FC236}">
                  <a16:creationId xmlns:a16="http://schemas.microsoft.com/office/drawing/2014/main" id="{8E8BF40B-0C7D-7FE6-17BB-6D17DA64E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524"/>
              <a:ext cx="15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1" name="Line 97">
              <a:extLst>
                <a:ext uri="{FF2B5EF4-FFF2-40B4-BE49-F238E27FC236}">
                  <a16:creationId xmlns:a16="http://schemas.microsoft.com/office/drawing/2014/main" id="{6D3E32EF-9A28-AD29-B7FF-F582B8BDD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510"/>
              <a:ext cx="0" cy="23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2" name="Line 98">
              <a:extLst>
                <a:ext uri="{FF2B5EF4-FFF2-40B4-BE49-F238E27FC236}">
                  <a16:creationId xmlns:a16="http://schemas.microsoft.com/office/drawing/2014/main" id="{F5BAEF7E-E683-AD41-2348-B30E6E2D06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5" y="1510"/>
              <a:ext cx="0" cy="10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3" name="Line 99">
              <a:extLst>
                <a:ext uri="{FF2B5EF4-FFF2-40B4-BE49-F238E27FC236}">
                  <a16:creationId xmlns:a16="http://schemas.microsoft.com/office/drawing/2014/main" id="{1344AB5A-553E-608B-DC09-01E3830B9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" y="1510"/>
              <a:ext cx="0" cy="23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4" name="Line 100">
              <a:extLst>
                <a:ext uri="{FF2B5EF4-FFF2-40B4-BE49-F238E27FC236}">
                  <a16:creationId xmlns:a16="http://schemas.microsoft.com/office/drawing/2014/main" id="{C3570436-91FE-66A6-1BCD-410179814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746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5" name="Line 101">
              <a:extLst>
                <a:ext uri="{FF2B5EF4-FFF2-40B4-BE49-F238E27FC236}">
                  <a16:creationId xmlns:a16="http://schemas.microsoft.com/office/drawing/2014/main" id="{61704257-5EA0-CA6C-6469-C062B9EAF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" y="1746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6" name="Line 102">
              <a:extLst>
                <a:ext uri="{FF2B5EF4-FFF2-40B4-BE49-F238E27FC236}">
                  <a16:creationId xmlns:a16="http://schemas.microsoft.com/office/drawing/2014/main" id="{117B5B26-901C-A763-3D78-37B2C95B4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941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7" name="Line 103">
              <a:extLst>
                <a:ext uri="{FF2B5EF4-FFF2-40B4-BE49-F238E27FC236}">
                  <a16:creationId xmlns:a16="http://schemas.microsoft.com/office/drawing/2014/main" id="{3B343398-69EF-96D1-0845-57F63EA10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" y="1941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8" name="Line 104">
              <a:extLst>
                <a:ext uri="{FF2B5EF4-FFF2-40B4-BE49-F238E27FC236}">
                  <a16:creationId xmlns:a16="http://schemas.microsoft.com/office/drawing/2014/main" id="{7287E7F9-2B40-4E67-BA4B-0FA301F40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135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09" name="Line 105">
              <a:extLst>
                <a:ext uri="{FF2B5EF4-FFF2-40B4-BE49-F238E27FC236}">
                  <a16:creationId xmlns:a16="http://schemas.microsoft.com/office/drawing/2014/main" id="{1547C743-8C26-DDA0-4D48-96E21F4CE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" y="2135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10" name="Line 106">
              <a:extLst>
                <a:ext uri="{FF2B5EF4-FFF2-40B4-BE49-F238E27FC236}">
                  <a16:creationId xmlns:a16="http://schemas.microsoft.com/office/drawing/2014/main" id="{D178D3EF-AE69-639C-0C55-F115C3C03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330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11" name="Line 107">
              <a:extLst>
                <a:ext uri="{FF2B5EF4-FFF2-40B4-BE49-F238E27FC236}">
                  <a16:creationId xmlns:a16="http://schemas.microsoft.com/office/drawing/2014/main" id="{92C7EDB5-9C47-1962-1F3E-2F1565EC5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" y="2330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12" name="Rectangle 149">
              <a:extLst>
                <a:ext uri="{FF2B5EF4-FFF2-40B4-BE49-F238E27FC236}">
                  <a16:creationId xmlns:a16="http://schemas.microsoft.com/office/drawing/2014/main" id="{86C4996E-D116-D8CB-F06F-A8FD6E1C9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1230"/>
              <a:ext cx="127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JK</a:t>
              </a:r>
              <a:r>
                <a:rPr kumimoji="1" lang="zh-CN" altLang="en-US" sz="2400" b="0"/>
                <a:t>触发器</a:t>
              </a:r>
              <a:r>
                <a:rPr lang="zh-CN" altLang="en-US" sz="2400" b="0">
                  <a:latin typeface="Arial" panose="020B0604020202020204" pitchFamily="34" charset="0"/>
                </a:rPr>
                <a:t>激励表</a:t>
              </a:r>
              <a:endParaRPr kumimoji="1" lang="zh-CN" altLang="en-US" sz="2400" b="0"/>
            </a:p>
          </p:txBody>
        </p:sp>
      </p:grpSp>
      <p:grpSp>
        <p:nvGrpSpPr>
          <p:cNvPr id="113" name="Group 156">
            <a:extLst>
              <a:ext uri="{FF2B5EF4-FFF2-40B4-BE49-F238E27FC236}">
                <a16:creationId xmlns:a16="http://schemas.microsoft.com/office/drawing/2014/main" id="{453FD4E2-01D7-E8FA-FAFD-C0C2DE9A27FD}"/>
              </a:ext>
            </a:extLst>
          </p:cNvPr>
          <p:cNvGrpSpPr>
            <a:grpSpLocks/>
          </p:cNvGrpSpPr>
          <p:nvPr/>
        </p:nvGrpSpPr>
        <p:grpSpPr bwMode="auto">
          <a:xfrm>
            <a:off x="5089525" y="4143375"/>
            <a:ext cx="2828925" cy="2057400"/>
            <a:chOff x="3288" y="2610"/>
            <a:chExt cx="1514" cy="1296"/>
          </a:xfrm>
        </p:grpSpPr>
        <p:sp>
          <p:nvSpPr>
            <p:cNvPr id="114" name="Rectangle 109">
              <a:extLst>
                <a:ext uri="{FF2B5EF4-FFF2-40B4-BE49-F238E27FC236}">
                  <a16:creationId xmlns:a16="http://schemas.microsoft.com/office/drawing/2014/main" id="{88D0FE69-4356-B74F-5B22-8A3776566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712"/>
              <a:ext cx="3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x</a:t>
              </a:r>
            </a:p>
          </p:txBody>
        </p:sp>
        <p:sp>
          <p:nvSpPr>
            <p:cNvPr id="115" name="Rectangle 110">
              <a:extLst>
                <a:ext uri="{FF2B5EF4-FFF2-40B4-BE49-F238E27FC236}">
                  <a16:creationId xmlns:a16="http://schemas.microsoft.com/office/drawing/2014/main" id="{3234D097-4444-970E-2713-F47A36702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517"/>
              <a:ext cx="35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0</a:t>
              </a:r>
            </a:p>
          </p:txBody>
        </p:sp>
        <p:sp>
          <p:nvSpPr>
            <p:cNvPr id="116" name="Rectangle 111">
              <a:extLst>
                <a:ext uri="{FF2B5EF4-FFF2-40B4-BE49-F238E27FC236}">
                  <a16:creationId xmlns:a16="http://schemas.microsoft.com/office/drawing/2014/main" id="{567E7B25-5547-3712-26EC-CCA6935E6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323"/>
              <a:ext cx="3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1</a:t>
              </a:r>
            </a:p>
          </p:txBody>
        </p:sp>
        <p:sp>
          <p:nvSpPr>
            <p:cNvPr id="117" name="Rectangle 112">
              <a:extLst>
                <a:ext uri="{FF2B5EF4-FFF2-40B4-BE49-F238E27FC236}">
                  <a16:creationId xmlns:a16="http://schemas.microsoft.com/office/drawing/2014/main" id="{23D63C05-A2EC-D43F-DB15-04C412A71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128"/>
              <a:ext cx="35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0</a:t>
              </a:r>
            </a:p>
          </p:txBody>
        </p:sp>
        <p:sp>
          <p:nvSpPr>
            <p:cNvPr id="118" name="Rectangle 113">
              <a:extLst>
                <a:ext uri="{FF2B5EF4-FFF2-40B4-BE49-F238E27FC236}">
                  <a16:creationId xmlns:a16="http://schemas.microsoft.com/office/drawing/2014/main" id="{14373AF0-86D6-95A6-D481-AA87AF74B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2892"/>
              <a:ext cx="353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R</a:t>
              </a:r>
            </a:p>
          </p:txBody>
        </p:sp>
        <p:sp>
          <p:nvSpPr>
            <p:cNvPr id="119" name="Rectangle 114">
              <a:extLst>
                <a:ext uri="{FF2B5EF4-FFF2-40B4-BE49-F238E27FC236}">
                  <a16:creationId xmlns:a16="http://schemas.microsoft.com/office/drawing/2014/main" id="{F6871DFE-190F-9FB8-8608-1A037348C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712"/>
              <a:ext cx="39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120" name="Rectangle 115">
              <a:extLst>
                <a:ext uri="{FF2B5EF4-FFF2-40B4-BE49-F238E27FC236}">
                  <a16:creationId xmlns:a16="http://schemas.microsoft.com/office/drawing/2014/main" id="{4B956926-E06E-EBF6-E904-C1317DE4D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517"/>
              <a:ext cx="39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121" name="Rectangle 116">
              <a:extLst>
                <a:ext uri="{FF2B5EF4-FFF2-40B4-BE49-F238E27FC236}">
                  <a16:creationId xmlns:a16="http://schemas.microsoft.com/office/drawing/2014/main" id="{268598BB-4BF2-95B8-F317-36A00DAC4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323"/>
              <a:ext cx="39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122" name="Rectangle 117">
              <a:extLst>
                <a:ext uri="{FF2B5EF4-FFF2-40B4-BE49-F238E27FC236}">
                  <a16:creationId xmlns:a16="http://schemas.microsoft.com/office/drawing/2014/main" id="{E0C87DB1-B89F-B03E-DD24-AC22F335F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128"/>
              <a:ext cx="39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123" name="Rectangle 118">
              <a:extLst>
                <a:ext uri="{FF2B5EF4-FFF2-40B4-BE49-F238E27FC236}">
                  <a16:creationId xmlns:a16="http://schemas.microsoft.com/office/drawing/2014/main" id="{444CFDCA-966B-CA0C-E2AF-0C4BFBFCE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892"/>
              <a:ext cx="393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</a:t>
              </a:r>
            </a:p>
          </p:txBody>
        </p:sp>
        <p:sp>
          <p:nvSpPr>
            <p:cNvPr id="124" name="Rectangle 119">
              <a:extLst>
                <a:ext uri="{FF2B5EF4-FFF2-40B4-BE49-F238E27FC236}">
                  <a16:creationId xmlns:a16="http://schemas.microsoft.com/office/drawing/2014/main" id="{956068FB-86A8-0389-6490-B482B25EB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3712"/>
              <a:ext cx="33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125" name="Rectangle 120">
              <a:extLst>
                <a:ext uri="{FF2B5EF4-FFF2-40B4-BE49-F238E27FC236}">
                  <a16:creationId xmlns:a16="http://schemas.microsoft.com/office/drawing/2014/main" id="{DA994D44-FA54-09C9-F1EB-654359B84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712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126" name="Rectangle 121">
              <a:extLst>
                <a:ext uri="{FF2B5EF4-FFF2-40B4-BE49-F238E27FC236}">
                  <a16:creationId xmlns:a16="http://schemas.microsoft.com/office/drawing/2014/main" id="{3E7881D9-ED84-F60F-AF8D-3227CDF56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3517"/>
              <a:ext cx="335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127" name="Rectangle 122">
              <a:extLst>
                <a:ext uri="{FF2B5EF4-FFF2-40B4-BE49-F238E27FC236}">
                  <a16:creationId xmlns:a16="http://schemas.microsoft.com/office/drawing/2014/main" id="{7E8B3CA1-0E36-3E61-8D7D-B07D55E0E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517"/>
              <a:ext cx="43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128" name="Rectangle 123">
              <a:extLst>
                <a:ext uri="{FF2B5EF4-FFF2-40B4-BE49-F238E27FC236}">
                  <a16:creationId xmlns:a16="http://schemas.microsoft.com/office/drawing/2014/main" id="{E4D2F3E5-D239-D151-3CD4-920C1AFA9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3323"/>
              <a:ext cx="33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129" name="Rectangle 124">
              <a:extLst>
                <a:ext uri="{FF2B5EF4-FFF2-40B4-BE49-F238E27FC236}">
                  <a16:creationId xmlns:a16="http://schemas.microsoft.com/office/drawing/2014/main" id="{8BD37FB0-76E4-BC2A-248B-83AEFE2A7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323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130" name="Rectangle 125">
              <a:extLst>
                <a:ext uri="{FF2B5EF4-FFF2-40B4-BE49-F238E27FC236}">
                  <a16:creationId xmlns:a16="http://schemas.microsoft.com/office/drawing/2014/main" id="{AA47AA32-3A61-DFEF-BB36-D8553562B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3128"/>
              <a:ext cx="335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x</a:t>
              </a:r>
            </a:p>
          </p:txBody>
        </p:sp>
        <p:sp>
          <p:nvSpPr>
            <p:cNvPr id="131" name="Rectangle 126">
              <a:extLst>
                <a:ext uri="{FF2B5EF4-FFF2-40B4-BE49-F238E27FC236}">
                  <a16:creationId xmlns:a16="http://schemas.microsoft.com/office/drawing/2014/main" id="{1AF2750A-683B-484C-75E6-9E99D2504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128"/>
              <a:ext cx="43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132" name="Rectangle 127">
              <a:extLst>
                <a:ext uri="{FF2B5EF4-FFF2-40B4-BE49-F238E27FC236}">
                  <a16:creationId xmlns:a16="http://schemas.microsoft.com/office/drawing/2014/main" id="{365CE198-A806-CA33-C0FB-D40E7DA96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2892"/>
              <a:ext cx="335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S</a:t>
              </a:r>
            </a:p>
          </p:txBody>
        </p:sp>
        <p:sp>
          <p:nvSpPr>
            <p:cNvPr id="133" name="Rectangle 128">
              <a:extLst>
                <a:ext uri="{FF2B5EF4-FFF2-40B4-BE49-F238E27FC236}">
                  <a16:creationId xmlns:a16="http://schemas.microsoft.com/office/drawing/2014/main" id="{788FECB0-E279-CFB2-1353-BD95DDF04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892"/>
              <a:ext cx="433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n+1</a:t>
              </a:r>
              <a:endParaRPr lang="zh-CN" altLang="en-US" sz="2400" b="0" baseline="40000"/>
            </a:p>
          </p:txBody>
        </p:sp>
        <p:sp>
          <p:nvSpPr>
            <p:cNvPr id="134" name="Line 129">
              <a:extLst>
                <a:ext uri="{FF2B5EF4-FFF2-40B4-BE49-F238E27FC236}">
                  <a16:creationId xmlns:a16="http://schemas.microsoft.com/office/drawing/2014/main" id="{78089A7E-C7FB-E9F8-0A95-12352FEDE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892"/>
              <a:ext cx="15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35" name="Line 130">
              <a:extLst>
                <a:ext uri="{FF2B5EF4-FFF2-40B4-BE49-F238E27FC236}">
                  <a16:creationId xmlns:a16="http://schemas.microsoft.com/office/drawing/2014/main" id="{F73E5D04-CCFC-EE0A-DC66-53D326FA9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128"/>
              <a:ext cx="15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36" name="Line 131">
              <a:extLst>
                <a:ext uri="{FF2B5EF4-FFF2-40B4-BE49-F238E27FC236}">
                  <a16:creationId xmlns:a16="http://schemas.microsoft.com/office/drawing/2014/main" id="{290C4CBC-071D-10A1-930E-48ED9F030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323"/>
              <a:ext cx="15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37" name="Line 132">
              <a:extLst>
                <a:ext uri="{FF2B5EF4-FFF2-40B4-BE49-F238E27FC236}">
                  <a16:creationId xmlns:a16="http://schemas.microsoft.com/office/drawing/2014/main" id="{EAD64851-BE74-42C7-F91A-FF8DF33CC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517"/>
              <a:ext cx="15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38" name="Line 133">
              <a:extLst>
                <a:ext uri="{FF2B5EF4-FFF2-40B4-BE49-F238E27FC236}">
                  <a16:creationId xmlns:a16="http://schemas.microsoft.com/office/drawing/2014/main" id="{D284DFE5-A859-5A82-E598-19F967D0F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712"/>
              <a:ext cx="15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39" name="Line 134">
              <a:extLst>
                <a:ext uri="{FF2B5EF4-FFF2-40B4-BE49-F238E27FC236}">
                  <a16:creationId xmlns:a16="http://schemas.microsoft.com/office/drawing/2014/main" id="{5AF1C74E-C7EF-F9A7-CD94-E6D254C4C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906"/>
              <a:ext cx="15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0" name="Line 135">
              <a:extLst>
                <a:ext uri="{FF2B5EF4-FFF2-40B4-BE49-F238E27FC236}">
                  <a16:creationId xmlns:a16="http://schemas.microsoft.com/office/drawing/2014/main" id="{40BB0F4C-E756-4037-001D-D0E4EA397C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892"/>
              <a:ext cx="0" cy="23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1" name="Line 136">
              <a:extLst>
                <a:ext uri="{FF2B5EF4-FFF2-40B4-BE49-F238E27FC236}">
                  <a16:creationId xmlns:a16="http://schemas.microsoft.com/office/drawing/2014/main" id="{7CEA0BE3-DD30-01D6-9A29-2984DD951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" y="2892"/>
              <a:ext cx="0" cy="10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2" name="Line 137">
              <a:extLst>
                <a:ext uri="{FF2B5EF4-FFF2-40B4-BE49-F238E27FC236}">
                  <a16:creationId xmlns:a16="http://schemas.microsoft.com/office/drawing/2014/main" id="{E97BB57C-A18F-3DC7-9B21-B255B8531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2892"/>
              <a:ext cx="0" cy="23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3" name="Line 138">
              <a:extLst>
                <a:ext uri="{FF2B5EF4-FFF2-40B4-BE49-F238E27FC236}">
                  <a16:creationId xmlns:a16="http://schemas.microsoft.com/office/drawing/2014/main" id="{D124DFC4-2B36-75A6-553E-BB50869B3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128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4" name="Line 139">
              <a:extLst>
                <a:ext uri="{FF2B5EF4-FFF2-40B4-BE49-F238E27FC236}">
                  <a16:creationId xmlns:a16="http://schemas.microsoft.com/office/drawing/2014/main" id="{C66872E5-A02E-DDD9-A4A1-BD9B645ED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3128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5" name="Line 140">
              <a:extLst>
                <a:ext uri="{FF2B5EF4-FFF2-40B4-BE49-F238E27FC236}">
                  <a16:creationId xmlns:a16="http://schemas.microsoft.com/office/drawing/2014/main" id="{2FB73D0C-297D-ADC5-3D8C-7DBAA977A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323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6" name="Line 141">
              <a:extLst>
                <a:ext uri="{FF2B5EF4-FFF2-40B4-BE49-F238E27FC236}">
                  <a16:creationId xmlns:a16="http://schemas.microsoft.com/office/drawing/2014/main" id="{6D311A09-AA69-AE7C-CEE7-DA60FFE20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3323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7" name="Line 142">
              <a:extLst>
                <a:ext uri="{FF2B5EF4-FFF2-40B4-BE49-F238E27FC236}">
                  <a16:creationId xmlns:a16="http://schemas.microsoft.com/office/drawing/2014/main" id="{0F8C3049-96B4-91B9-9604-8C27824B1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517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8" name="Line 143">
              <a:extLst>
                <a:ext uri="{FF2B5EF4-FFF2-40B4-BE49-F238E27FC236}">
                  <a16:creationId xmlns:a16="http://schemas.microsoft.com/office/drawing/2014/main" id="{40E85600-74E1-1EA1-9A39-59DA21A78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3517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9" name="Line 144">
              <a:extLst>
                <a:ext uri="{FF2B5EF4-FFF2-40B4-BE49-F238E27FC236}">
                  <a16:creationId xmlns:a16="http://schemas.microsoft.com/office/drawing/2014/main" id="{0585185B-C28A-EC13-5BFF-062CD5F50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712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50" name="Line 145">
              <a:extLst>
                <a:ext uri="{FF2B5EF4-FFF2-40B4-BE49-F238E27FC236}">
                  <a16:creationId xmlns:a16="http://schemas.microsoft.com/office/drawing/2014/main" id="{94388DA4-8CA5-7430-395B-AA7A0C53B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" y="3712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65AF5E14-4AC5-59AF-B395-FD328DDF6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2" y="2610"/>
              <a:ext cx="128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RS</a:t>
              </a:r>
              <a:r>
                <a:rPr kumimoji="1" lang="zh-CN" altLang="en-US" sz="2400" b="0"/>
                <a:t>触发器</a:t>
              </a:r>
              <a:r>
                <a:rPr lang="zh-CN" altLang="en-US" sz="2400" b="0">
                  <a:latin typeface="Arial" panose="020B0604020202020204" pitchFamily="34" charset="0"/>
                </a:rPr>
                <a:t>激励表</a:t>
              </a:r>
              <a:endParaRPr kumimoji="1" lang="zh-CN" altLang="en-US" sz="2400" b="0"/>
            </a:p>
          </p:txBody>
        </p:sp>
      </p:grpSp>
    </p:spTree>
    <p:extLst>
      <p:ext uri="{BB962C8B-B14F-4D97-AF65-F5344CB8AC3E}">
        <p14:creationId xmlns:p14="http://schemas.microsoft.com/office/powerpoint/2010/main" val="3550725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2B24A-58A8-AF1D-019F-BA1692555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激励表和状态表求激励方程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ADE493-4DD2-8695-B98E-9EA23B6E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EA3CE7-2EAC-8666-15D4-7E53BCA0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26</a:t>
            </a:fld>
            <a:r>
              <a:rPr lang="en-US" altLang="zh-CN" dirty="0"/>
              <a:t>/40</a:t>
            </a:r>
            <a:endParaRPr lang="en-US" dirty="0"/>
          </a:p>
        </p:txBody>
      </p:sp>
      <p:graphicFrame>
        <p:nvGraphicFramePr>
          <p:cNvPr id="52" name="内容占位符 45">
            <a:extLst>
              <a:ext uri="{FF2B5EF4-FFF2-40B4-BE49-F238E27FC236}">
                <a16:creationId xmlns:a16="http://schemas.microsoft.com/office/drawing/2014/main" id="{60200557-D3F4-8EA4-3E39-330C2DC511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1325" y="1371600"/>
          <a:ext cx="5467350" cy="3657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42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2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J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K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J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K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 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J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K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0x0x1x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0x1x0x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1x0xx0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0x0xx1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7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x01xx0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x10xx0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9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x0x0x1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x0x1x0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x1x00x</a:t>
                      </a:r>
                      <a:endParaRPr lang="zh-CN" altLang="en-US" dirty="0"/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x0x01x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0xx10x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1xx00x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1xx1x1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1xx1x1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x01x1x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x01x1x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3" name="Group 155">
            <a:extLst>
              <a:ext uri="{FF2B5EF4-FFF2-40B4-BE49-F238E27FC236}">
                <a16:creationId xmlns:a16="http://schemas.microsoft.com/office/drawing/2014/main" id="{03BF6E40-7492-9B9A-AFB0-C40D8AE51A2A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1125538"/>
            <a:ext cx="2830512" cy="2054225"/>
            <a:chOff x="3288" y="1230"/>
            <a:chExt cx="1515" cy="1294"/>
          </a:xfrm>
        </p:grpSpPr>
        <p:sp>
          <p:nvSpPr>
            <p:cNvPr id="54" name="Rectangle 71">
              <a:extLst>
                <a:ext uri="{FF2B5EF4-FFF2-40B4-BE49-F238E27FC236}">
                  <a16:creationId xmlns:a16="http://schemas.microsoft.com/office/drawing/2014/main" id="{466CFF01-CC68-9A2B-2439-B2A50DF66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2330"/>
              <a:ext cx="3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x</a:t>
              </a:r>
            </a:p>
          </p:txBody>
        </p:sp>
        <p:sp>
          <p:nvSpPr>
            <p:cNvPr id="55" name="Rectangle 72">
              <a:extLst>
                <a:ext uri="{FF2B5EF4-FFF2-40B4-BE49-F238E27FC236}">
                  <a16:creationId xmlns:a16="http://schemas.microsoft.com/office/drawing/2014/main" id="{EE4897A5-81F1-0489-F794-773AAC517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2135"/>
              <a:ext cx="35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x</a:t>
              </a:r>
            </a:p>
          </p:txBody>
        </p:sp>
        <p:sp>
          <p:nvSpPr>
            <p:cNvPr id="56" name="Rectangle 73">
              <a:extLst>
                <a:ext uri="{FF2B5EF4-FFF2-40B4-BE49-F238E27FC236}">
                  <a16:creationId xmlns:a16="http://schemas.microsoft.com/office/drawing/2014/main" id="{373E39F4-E6BF-BA9D-7811-8781288C9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1941"/>
              <a:ext cx="3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1</a:t>
              </a:r>
            </a:p>
          </p:txBody>
        </p:sp>
        <p:sp>
          <p:nvSpPr>
            <p:cNvPr id="57" name="Rectangle 74">
              <a:extLst>
                <a:ext uri="{FF2B5EF4-FFF2-40B4-BE49-F238E27FC236}">
                  <a16:creationId xmlns:a16="http://schemas.microsoft.com/office/drawing/2014/main" id="{A045ECA2-5FC8-C80A-8854-3817DAA5C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1746"/>
              <a:ext cx="35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0</a:t>
              </a:r>
            </a:p>
          </p:txBody>
        </p:sp>
        <p:sp>
          <p:nvSpPr>
            <p:cNvPr id="58" name="Rectangle 75">
              <a:extLst>
                <a:ext uri="{FF2B5EF4-FFF2-40B4-BE49-F238E27FC236}">
                  <a16:creationId xmlns:a16="http://schemas.microsoft.com/office/drawing/2014/main" id="{7228875E-E90B-BE03-9288-8DBB2F77A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1510"/>
              <a:ext cx="353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  J</a:t>
              </a:r>
            </a:p>
          </p:txBody>
        </p:sp>
        <p:sp>
          <p:nvSpPr>
            <p:cNvPr id="59" name="Rectangle 76">
              <a:extLst>
                <a:ext uri="{FF2B5EF4-FFF2-40B4-BE49-F238E27FC236}">
                  <a16:creationId xmlns:a16="http://schemas.microsoft.com/office/drawing/2014/main" id="{711F9C1D-3754-6929-FF28-758B4DD31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330"/>
              <a:ext cx="3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60" name="Rectangle 77">
              <a:extLst>
                <a:ext uri="{FF2B5EF4-FFF2-40B4-BE49-F238E27FC236}">
                  <a16:creationId xmlns:a16="http://schemas.microsoft.com/office/drawing/2014/main" id="{581D9C80-06C0-375D-2F49-1D95F5F7E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135"/>
              <a:ext cx="39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61" name="Rectangle 78">
              <a:extLst>
                <a:ext uri="{FF2B5EF4-FFF2-40B4-BE49-F238E27FC236}">
                  <a16:creationId xmlns:a16="http://schemas.microsoft.com/office/drawing/2014/main" id="{5BC569E5-B29B-E199-2D44-C9D865F91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941"/>
              <a:ext cx="3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62" name="Rectangle 79">
              <a:extLst>
                <a:ext uri="{FF2B5EF4-FFF2-40B4-BE49-F238E27FC236}">
                  <a16:creationId xmlns:a16="http://schemas.microsoft.com/office/drawing/2014/main" id="{779242BA-D9E2-629B-1103-17C36834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746"/>
              <a:ext cx="39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63" name="Rectangle 80">
              <a:extLst>
                <a:ext uri="{FF2B5EF4-FFF2-40B4-BE49-F238E27FC236}">
                  <a16:creationId xmlns:a16="http://schemas.microsoft.com/office/drawing/2014/main" id="{B84559E2-4661-3506-6F1B-F8D969A9B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510"/>
              <a:ext cx="39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</a:t>
              </a:r>
            </a:p>
          </p:txBody>
        </p:sp>
        <p:sp>
          <p:nvSpPr>
            <p:cNvPr id="64" name="Rectangle 81">
              <a:extLst>
                <a:ext uri="{FF2B5EF4-FFF2-40B4-BE49-F238E27FC236}">
                  <a16:creationId xmlns:a16="http://schemas.microsoft.com/office/drawing/2014/main" id="{FD9F0D89-5DBB-0B52-D476-4BB681ADB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2330"/>
              <a:ext cx="33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65" name="Rectangle 82">
              <a:extLst>
                <a:ext uri="{FF2B5EF4-FFF2-40B4-BE49-F238E27FC236}">
                  <a16:creationId xmlns:a16="http://schemas.microsoft.com/office/drawing/2014/main" id="{CFE94368-2598-A996-E0C3-9F0B716B8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2330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66" name="Rectangle 83">
              <a:extLst>
                <a:ext uri="{FF2B5EF4-FFF2-40B4-BE49-F238E27FC236}">
                  <a16:creationId xmlns:a16="http://schemas.microsoft.com/office/drawing/2014/main" id="{6EDA9C50-3FE1-3EBF-DE2B-4DF30BFA5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2135"/>
              <a:ext cx="335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67" name="Rectangle 84">
              <a:extLst>
                <a:ext uri="{FF2B5EF4-FFF2-40B4-BE49-F238E27FC236}">
                  <a16:creationId xmlns:a16="http://schemas.microsoft.com/office/drawing/2014/main" id="{704F17DB-0728-8EBF-62AB-3AC0A640C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2135"/>
              <a:ext cx="43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68" name="Rectangle 85">
              <a:extLst>
                <a:ext uri="{FF2B5EF4-FFF2-40B4-BE49-F238E27FC236}">
                  <a16:creationId xmlns:a16="http://schemas.microsoft.com/office/drawing/2014/main" id="{8CDB618D-BAE0-3397-721D-F39378A1C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1941"/>
              <a:ext cx="33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x</a:t>
              </a:r>
            </a:p>
          </p:txBody>
        </p:sp>
        <p:sp>
          <p:nvSpPr>
            <p:cNvPr id="69" name="Rectangle 86">
              <a:extLst>
                <a:ext uri="{FF2B5EF4-FFF2-40B4-BE49-F238E27FC236}">
                  <a16:creationId xmlns:a16="http://schemas.microsoft.com/office/drawing/2014/main" id="{51BF2610-A6E8-FB63-21A4-7A15F57EF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1941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70" name="Rectangle 87">
              <a:extLst>
                <a:ext uri="{FF2B5EF4-FFF2-40B4-BE49-F238E27FC236}">
                  <a16:creationId xmlns:a16="http://schemas.microsoft.com/office/drawing/2014/main" id="{C3D6EE46-4FB3-9DCF-0A84-44889DAF7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1746"/>
              <a:ext cx="335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x</a:t>
              </a:r>
            </a:p>
          </p:txBody>
        </p:sp>
        <p:sp>
          <p:nvSpPr>
            <p:cNvPr id="71" name="Rectangle 88">
              <a:extLst>
                <a:ext uri="{FF2B5EF4-FFF2-40B4-BE49-F238E27FC236}">
                  <a16:creationId xmlns:a16="http://schemas.microsoft.com/office/drawing/2014/main" id="{DF01746C-1E70-F84C-A1AA-CCBDD76A5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1746"/>
              <a:ext cx="43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72" name="Rectangle 89">
              <a:extLst>
                <a:ext uri="{FF2B5EF4-FFF2-40B4-BE49-F238E27FC236}">
                  <a16:creationId xmlns:a16="http://schemas.microsoft.com/office/drawing/2014/main" id="{0C837910-1F5C-D0C5-E90C-0D0765985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1510"/>
              <a:ext cx="335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K</a:t>
              </a:r>
            </a:p>
          </p:txBody>
        </p:sp>
        <p:sp>
          <p:nvSpPr>
            <p:cNvPr id="73" name="Rectangle 90">
              <a:extLst>
                <a:ext uri="{FF2B5EF4-FFF2-40B4-BE49-F238E27FC236}">
                  <a16:creationId xmlns:a16="http://schemas.microsoft.com/office/drawing/2014/main" id="{90E24EFB-8BF2-0B5E-6ED3-76096A361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1510"/>
              <a:ext cx="433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n+1</a:t>
              </a:r>
              <a:endParaRPr lang="zh-CN" altLang="en-US" sz="2400" b="0" baseline="40000"/>
            </a:p>
          </p:txBody>
        </p:sp>
        <p:sp>
          <p:nvSpPr>
            <p:cNvPr id="74" name="Line 91">
              <a:extLst>
                <a:ext uri="{FF2B5EF4-FFF2-40B4-BE49-F238E27FC236}">
                  <a16:creationId xmlns:a16="http://schemas.microsoft.com/office/drawing/2014/main" id="{6F482B11-319D-98B2-465C-A7122467C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510"/>
              <a:ext cx="15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5" name="Line 92">
              <a:extLst>
                <a:ext uri="{FF2B5EF4-FFF2-40B4-BE49-F238E27FC236}">
                  <a16:creationId xmlns:a16="http://schemas.microsoft.com/office/drawing/2014/main" id="{91BD2FE0-C89F-7286-F2BC-F46C72661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746"/>
              <a:ext cx="15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6" name="Line 93">
              <a:extLst>
                <a:ext uri="{FF2B5EF4-FFF2-40B4-BE49-F238E27FC236}">
                  <a16:creationId xmlns:a16="http://schemas.microsoft.com/office/drawing/2014/main" id="{CBA384E2-EEF5-93F7-3D9B-FAC672B70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941"/>
              <a:ext cx="15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7" name="Line 94">
              <a:extLst>
                <a:ext uri="{FF2B5EF4-FFF2-40B4-BE49-F238E27FC236}">
                  <a16:creationId xmlns:a16="http://schemas.microsoft.com/office/drawing/2014/main" id="{FB823F76-4C64-F823-9A6D-E6B0ABBB4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135"/>
              <a:ext cx="15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8" name="Line 95">
              <a:extLst>
                <a:ext uri="{FF2B5EF4-FFF2-40B4-BE49-F238E27FC236}">
                  <a16:creationId xmlns:a16="http://schemas.microsoft.com/office/drawing/2014/main" id="{5C936204-B390-39E1-36AD-D2CAAC1882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330"/>
              <a:ext cx="15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9" name="Line 96">
              <a:extLst>
                <a:ext uri="{FF2B5EF4-FFF2-40B4-BE49-F238E27FC236}">
                  <a16:creationId xmlns:a16="http://schemas.microsoft.com/office/drawing/2014/main" id="{5AA508CD-F751-5D73-3CC8-AD1B115C9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524"/>
              <a:ext cx="15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80" name="Line 97">
              <a:extLst>
                <a:ext uri="{FF2B5EF4-FFF2-40B4-BE49-F238E27FC236}">
                  <a16:creationId xmlns:a16="http://schemas.microsoft.com/office/drawing/2014/main" id="{E1242F24-F03D-4F8E-38C5-AE6C434FB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510"/>
              <a:ext cx="0" cy="23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81" name="Line 98">
              <a:extLst>
                <a:ext uri="{FF2B5EF4-FFF2-40B4-BE49-F238E27FC236}">
                  <a16:creationId xmlns:a16="http://schemas.microsoft.com/office/drawing/2014/main" id="{FEA2BF85-7835-E11D-4F0F-9DC8F4453F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5" y="1510"/>
              <a:ext cx="0" cy="10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82" name="Line 99">
              <a:extLst>
                <a:ext uri="{FF2B5EF4-FFF2-40B4-BE49-F238E27FC236}">
                  <a16:creationId xmlns:a16="http://schemas.microsoft.com/office/drawing/2014/main" id="{AE54C8FA-05A9-6283-B596-29512C78CC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" y="1510"/>
              <a:ext cx="0" cy="23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83" name="Line 100">
              <a:extLst>
                <a:ext uri="{FF2B5EF4-FFF2-40B4-BE49-F238E27FC236}">
                  <a16:creationId xmlns:a16="http://schemas.microsoft.com/office/drawing/2014/main" id="{D96180D5-0447-7756-3553-C81A3E105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746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84" name="Line 101">
              <a:extLst>
                <a:ext uri="{FF2B5EF4-FFF2-40B4-BE49-F238E27FC236}">
                  <a16:creationId xmlns:a16="http://schemas.microsoft.com/office/drawing/2014/main" id="{314DDE72-AC22-7936-8701-9F4FC7F01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" y="1746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85" name="Line 102">
              <a:extLst>
                <a:ext uri="{FF2B5EF4-FFF2-40B4-BE49-F238E27FC236}">
                  <a16:creationId xmlns:a16="http://schemas.microsoft.com/office/drawing/2014/main" id="{DB166F06-E535-32AE-6E60-59D86D85F0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941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86" name="Line 103">
              <a:extLst>
                <a:ext uri="{FF2B5EF4-FFF2-40B4-BE49-F238E27FC236}">
                  <a16:creationId xmlns:a16="http://schemas.microsoft.com/office/drawing/2014/main" id="{463CBBE1-1A27-2E37-4A73-77F32B6F6F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" y="1941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87" name="Line 104">
              <a:extLst>
                <a:ext uri="{FF2B5EF4-FFF2-40B4-BE49-F238E27FC236}">
                  <a16:creationId xmlns:a16="http://schemas.microsoft.com/office/drawing/2014/main" id="{8DE828E6-1886-BC73-9D27-91A06D30E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135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88" name="Line 105">
              <a:extLst>
                <a:ext uri="{FF2B5EF4-FFF2-40B4-BE49-F238E27FC236}">
                  <a16:creationId xmlns:a16="http://schemas.microsoft.com/office/drawing/2014/main" id="{FD9DE346-6605-DEDE-A8FD-20B47B7A1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" y="2135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89" name="Line 106">
              <a:extLst>
                <a:ext uri="{FF2B5EF4-FFF2-40B4-BE49-F238E27FC236}">
                  <a16:creationId xmlns:a16="http://schemas.microsoft.com/office/drawing/2014/main" id="{382DBFA8-B59B-F028-556B-7AB0EBA02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330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90" name="Line 107">
              <a:extLst>
                <a:ext uri="{FF2B5EF4-FFF2-40B4-BE49-F238E27FC236}">
                  <a16:creationId xmlns:a16="http://schemas.microsoft.com/office/drawing/2014/main" id="{E295CDE8-119A-C3E8-3EF5-7E9F17FCF1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" y="2330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91" name="Rectangle 149">
              <a:extLst>
                <a:ext uri="{FF2B5EF4-FFF2-40B4-BE49-F238E27FC236}">
                  <a16:creationId xmlns:a16="http://schemas.microsoft.com/office/drawing/2014/main" id="{5253B027-B518-ADEF-87B6-3399F3CAB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1230"/>
              <a:ext cx="127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JK</a:t>
              </a:r>
              <a:r>
                <a:rPr kumimoji="1" lang="zh-CN" altLang="en-US" sz="2400" b="0"/>
                <a:t>触发器</a:t>
              </a:r>
              <a:r>
                <a:rPr lang="zh-CN" altLang="en-US" sz="2400" b="0">
                  <a:latin typeface="Arial" panose="020B0604020202020204" pitchFamily="34" charset="0"/>
                </a:rPr>
                <a:t>激励表</a:t>
              </a:r>
              <a:endParaRPr kumimoji="1" lang="zh-CN" altLang="en-US" sz="2400" b="0"/>
            </a:p>
          </p:txBody>
        </p:sp>
      </p:grpSp>
      <p:sp>
        <p:nvSpPr>
          <p:cNvPr id="92" name="直角上箭头 91">
            <a:extLst>
              <a:ext uri="{FF2B5EF4-FFF2-40B4-BE49-F238E27FC236}">
                <a16:creationId xmlns:a16="http://schemas.microsoft.com/office/drawing/2014/main" id="{D8268F34-9270-4977-328D-5BBDA2DFF903}"/>
              </a:ext>
            </a:extLst>
          </p:cNvPr>
          <p:cNvSpPr/>
          <p:nvPr/>
        </p:nvSpPr>
        <p:spPr>
          <a:xfrm rot="5400000" flipV="1">
            <a:off x="6282531" y="3153569"/>
            <a:ext cx="690563" cy="1025525"/>
          </a:xfrm>
          <a:prstGeom prst="bentUpArrow">
            <a:avLst>
              <a:gd name="adj1" fmla="val 16720"/>
              <a:gd name="adj2" fmla="val 25000"/>
              <a:gd name="adj3" fmla="val 26183"/>
            </a:avLst>
          </a:prstGeom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3" name="Rectangle 105">
            <a:extLst>
              <a:ext uri="{FF2B5EF4-FFF2-40B4-BE49-F238E27FC236}">
                <a16:creationId xmlns:a16="http://schemas.microsoft.com/office/drawing/2014/main" id="{7919345F-9337-02C6-5873-611ED48F7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1371600"/>
            <a:ext cx="2181225" cy="3657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4" name="文本框 1">
            <a:extLst>
              <a:ext uri="{FF2B5EF4-FFF2-40B4-BE49-F238E27FC236}">
                <a16:creationId xmlns:a16="http://schemas.microsoft.com/office/drawing/2014/main" id="{D3ED312D-1F42-1BD9-C77F-1D2DA0BE5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661025"/>
            <a:ext cx="5953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由</a:t>
            </a:r>
            <a:r>
              <a:rPr lang="en-US" altLang="zh-CN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的变化情况，结合激励表，推导出各自的变化条件</a:t>
            </a:r>
          </a:p>
        </p:txBody>
      </p:sp>
      <p:sp>
        <p:nvSpPr>
          <p:cNvPr id="95" name="文本框 1">
            <a:extLst>
              <a:ext uri="{FF2B5EF4-FFF2-40B4-BE49-F238E27FC236}">
                <a16:creationId xmlns:a16="http://schemas.microsoft.com/office/drawing/2014/main" id="{80CA1B23-CEB3-48FF-8815-18AD06CC5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5056188"/>
            <a:ext cx="9731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状态表</a:t>
            </a:r>
          </a:p>
        </p:txBody>
      </p:sp>
    </p:spTree>
    <p:extLst>
      <p:ext uri="{BB962C8B-B14F-4D97-AF65-F5344CB8AC3E}">
        <p14:creationId xmlns:p14="http://schemas.microsoft.com/office/powerpoint/2010/main" val="276340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69E64-1FB3-62A2-CA74-4962F221B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画出卡诺图求</a:t>
            </a:r>
            <a:r>
              <a:rPr lang="en-US" altLang="zh-CN" dirty="0"/>
              <a:t>JK</a:t>
            </a:r>
            <a:r>
              <a:rPr lang="zh-CN" altLang="en-US" dirty="0"/>
              <a:t>（</a:t>
            </a:r>
            <a:r>
              <a:rPr lang="en-US" altLang="zh-CN" dirty="0"/>
              <a:t>J</a:t>
            </a:r>
            <a:r>
              <a:rPr lang="en-US" altLang="zh-CN" baseline="-25000" dirty="0"/>
              <a:t>2</a:t>
            </a:r>
            <a:r>
              <a:rPr lang="en-US" altLang="zh-CN" dirty="0"/>
              <a:t>K</a:t>
            </a:r>
            <a:r>
              <a:rPr lang="en-US" altLang="zh-CN" baseline="-25000" dirty="0"/>
              <a:t>2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87FCD9-329E-1172-B1F7-B19947049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B5394B-0957-BFF8-901A-F0EEB134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27</a:t>
            </a:fld>
            <a:r>
              <a:rPr lang="en-US" altLang="zh-CN" dirty="0"/>
              <a:t>/40</a:t>
            </a:r>
            <a:endParaRPr lang="en-US" dirty="0"/>
          </a:p>
        </p:txBody>
      </p:sp>
      <p:pic>
        <p:nvPicPr>
          <p:cNvPr id="6" name="图片 48">
            <a:extLst>
              <a:ext uri="{FF2B5EF4-FFF2-40B4-BE49-F238E27FC236}">
                <a16:creationId xmlns:a16="http://schemas.microsoft.com/office/drawing/2014/main" id="{CFC150AB-EDF8-CE44-45D3-A4B0BF67D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350" y="1222375"/>
            <a:ext cx="2986088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4">
            <a:extLst>
              <a:ext uri="{FF2B5EF4-FFF2-40B4-BE49-F238E27FC236}">
                <a16:creationId xmlns:a16="http://schemas.microsoft.com/office/drawing/2014/main" id="{F58B15A2-F4E6-F162-6D33-11B2470115AE}"/>
              </a:ext>
            </a:extLst>
          </p:cNvPr>
          <p:cNvGrpSpPr>
            <a:grpSpLocks/>
          </p:cNvGrpSpPr>
          <p:nvPr/>
        </p:nvGrpSpPr>
        <p:grpSpPr bwMode="auto">
          <a:xfrm>
            <a:off x="361950" y="1176338"/>
            <a:ext cx="2251075" cy="1920875"/>
            <a:chOff x="305" y="2574"/>
            <a:chExt cx="1418" cy="1210"/>
          </a:xfrm>
        </p:grpSpPr>
        <p:sp>
          <p:nvSpPr>
            <p:cNvPr id="8" name="Text Box 65">
              <a:extLst>
                <a:ext uri="{FF2B5EF4-FFF2-40B4-BE49-F238E27FC236}">
                  <a16:creationId xmlns:a16="http://schemas.microsoft.com/office/drawing/2014/main" id="{74A75746-4AC2-1AB7-D63D-A5D020D31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" name="Text Box 66">
              <a:extLst>
                <a:ext uri="{FF2B5EF4-FFF2-40B4-BE49-F238E27FC236}">
                  <a16:creationId xmlns:a16="http://schemas.microsoft.com/office/drawing/2014/main" id="{ADE3D8BF-246B-279D-F64B-F88FD6538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0" name="Text Box 67">
              <a:extLst>
                <a:ext uri="{FF2B5EF4-FFF2-40B4-BE49-F238E27FC236}">
                  <a16:creationId xmlns:a16="http://schemas.microsoft.com/office/drawing/2014/main" id="{BF4ACA2C-DDDD-2BB5-2297-AB88282D2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1" name="Text Box 68">
              <a:extLst>
                <a:ext uri="{FF2B5EF4-FFF2-40B4-BE49-F238E27FC236}">
                  <a16:creationId xmlns:a16="http://schemas.microsoft.com/office/drawing/2014/main" id="{435331F0-B33A-59A8-3113-DF8E7A5F63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2" name="Text Box 69">
              <a:extLst>
                <a:ext uri="{FF2B5EF4-FFF2-40B4-BE49-F238E27FC236}">
                  <a16:creationId xmlns:a16="http://schemas.microsoft.com/office/drawing/2014/main" id="{20B7B836-0BE7-E457-5ADA-E8BDC2346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3" name="Text Box 70">
              <a:extLst>
                <a:ext uri="{FF2B5EF4-FFF2-40B4-BE49-F238E27FC236}">
                  <a16:creationId xmlns:a16="http://schemas.microsoft.com/office/drawing/2014/main" id="{2793F34C-D5F2-8DAD-4043-A693705A5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4" name="Text Box 71">
              <a:extLst>
                <a:ext uri="{FF2B5EF4-FFF2-40B4-BE49-F238E27FC236}">
                  <a16:creationId xmlns:a16="http://schemas.microsoft.com/office/drawing/2014/main" id="{792F2080-201F-D0C7-615A-179E2AC6B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5" name="Text Box 72">
              <a:extLst>
                <a:ext uri="{FF2B5EF4-FFF2-40B4-BE49-F238E27FC236}">
                  <a16:creationId xmlns:a16="http://schemas.microsoft.com/office/drawing/2014/main" id="{C29AF5D4-354C-D3F5-55E4-B28276A81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6" name="Line 73">
              <a:extLst>
                <a:ext uri="{FF2B5EF4-FFF2-40B4-BE49-F238E27FC236}">
                  <a16:creationId xmlns:a16="http://schemas.microsoft.com/office/drawing/2014/main" id="{8E4D0469-1A51-6E83-F374-FAD2FD5E0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74">
              <a:extLst>
                <a:ext uri="{FF2B5EF4-FFF2-40B4-BE49-F238E27FC236}">
                  <a16:creationId xmlns:a16="http://schemas.microsoft.com/office/drawing/2014/main" id="{197269D1-674C-EABE-F898-C9932167B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75">
              <a:extLst>
                <a:ext uri="{FF2B5EF4-FFF2-40B4-BE49-F238E27FC236}">
                  <a16:creationId xmlns:a16="http://schemas.microsoft.com/office/drawing/2014/main" id="{3967685C-A5D5-7A08-F12D-8B5ED434D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9" name="Text Box 76">
              <a:extLst>
                <a:ext uri="{FF2B5EF4-FFF2-40B4-BE49-F238E27FC236}">
                  <a16:creationId xmlns:a16="http://schemas.microsoft.com/office/drawing/2014/main" id="{D682FD0D-E04C-E9B4-38AD-E27A7800C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20" name="Text Box 77">
              <a:extLst>
                <a:ext uri="{FF2B5EF4-FFF2-40B4-BE49-F238E27FC236}">
                  <a16:creationId xmlns:a16="http://schemas.microsoft.com/office/drawing/2014/main" id="{E3F62D37-9710-B799-2AD1-5B9654F49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3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J</a:t>
              </a:r>
              <a:r>
                <a:rPr kumimoji="1" lang="en-US" altLang="zh-CN" sz="2000" baseline="-2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21" name="Text Box 78">
              <a:extLst>
                <a:ext uri="{FF2B5EF4-FFF2-40B4-BE49-F238E27FC236}">
                  <a16:creationId xmlns:a16="http://schemas.microsoft.com/office/drawing/2014/main" id="{B4CA5276-E462-612E-5785-0642D0D97F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2" name="Text Box 79">
              <a:extLst>
                <a:ext uri="{FF2B5EF4-FFF2-40B4-BE49-F238E27FC236}">
                  <a16:creationId xmlns:a16="http://schemas.microsoft.com/office/drawing/2014/main" id="{BAAC0DC1-42D8-E713-A928-D51436F7C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3" name="Text Box 80">
              <a:extLst>
                <a:ext uri="{FF2B5EF4-FFF2-40B4-BE49-F238E27FC236}">
                  <a16:creationId xmlns:a16="http://schemas.microsoft.com/office/drawing/2014/main" id="{6ECD984F-76F2-558B-941C-705B687127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4" name="Text Box 81">
              <a:extLst>
                <a:ext uri="{FF2B5EF4-FFF2-40B4-BE49-F238E27FC236}">
                  <a16:creationId xmlns:a16="http://schemas.microsoft.com/office/drawing/2014/main" id="{65E9B6F9-CEA4-D177-F3FC-792AF1847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5" name="Text Box 82">
              <a:extLst>
                <a:ext uri="{FF2B5EF4-FFF2-40B4-BE49-F238E27FC236}">
                  <a16:creationId xmlns:a16="http://schemas.microsoft.com/office/drawing/2014/main" id="{0BB21429-C961-187D-9F95-C476F728A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6" name="Text Box 83">
              <a:extLst>
                <a:ext uri="{FF2B5EF4-FFF2-40B4-BE49-F238E27FC236}">
                  <a16:creationId xmlns:a16="http://schemas.microsoft.com/office/drawing/2014/main" id="{54BD22AE-D95D-3E99-0F1F-12A655EF0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18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7" name="Text Box 84">
              <a:extLst>
                <a:ext uri="{FF2B5EF4-FFF2-40B4-BE49-F238E27FC236}">
                  <a16:creationId xmlns:a16="http://schemas.microsoft.com/office/drawing/2014/main" id="{43DC353E-B2C8-6544-6DB7-7775C12D6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8" name="Text Box 85">
              <a:extLst>
                <a:ext uri="{FF2B5EF4-FFF2-40B4-BE49-F238E27FC236}">
                  <a16:creationId xmlns:a16="http://schemas.microsoft.com/office/drawing/2014/main" id="{21A62443-77A9-B7FF-6700-516364B31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5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9" name="Text Box 86">
              <a:extLst>
                <a:ext uri="{FF2B5EF4-FFF2-40B4-BE49-F238E27FC236}">
                  <a16:creationId xmlns:a16="http://schemas.microsoft.com/office/drawing/2014/main" id="{EC4F2838-190F-1C91-2402-18B0BB1AC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0" name="Text Box 87">
              <a:extLst>
                <a:ext uri="{FF2B5EF4-FFF2-40B4-BE49-F238E27FC236}">
                  <a16:creationId xmlns:a16="http://schemas.microsoft.com/office/drawing/2014/main" id="{5357B63A-7EE7-2CA6-96F7-0E1285C2C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18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1" name="Text Box 88">
              <a:extLst>
                <a:ext uri="{FF2B5EF4-FFF2-40B4-BE49-F238E27FC236}">
                  <a16:creationId xmlns:a16="http://schemas.microsoft.com/office/drawing/2014/main" id="{81250951-CD4C-3FEE-ED5D-5BFE7BF083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2" name="Text Box 89">
              <a:extLst>
                <a:ext uri="{FF2B5EF4-FFF2-40B4-BE49-F238E27FC236}">
                  <a16:creationId xmlns:a16="http://schemas.microsoft.com/office/drawing/2014/main" id="{97B4D87A-0EEC-9163-EF18-32CF8B8A7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3" y="355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3" name="Text Box 90">
              <a:extLst>
                <a:ext uri="{FF2B5EF4-FFF2-40B4-BE49-F238E27FC236}">
                  <a16:creationId xmlns:a16="http://schemas.microsoft.com/office/drawing/2014/main" id="{D05131B0-26DB-3AB7-3792-6F665E702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4" name="Text Box 91">
              <a:extLst>
                <a:ext uri="{FF2B5EF4-FFF2-40B4-BE49-F238E27FC236}">
                  <a16:creationId xmlns:a16="http://schemas.microsoft.com/office/drawing/2014/main" id="{892C4DF0-C8EB-721D-E8F1-23C91A3BE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18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5" name="Text Box 92">
              <a:extLst>
                <a:ext uri="{FF2B5EF4-FFF2-40B4-BE49-F238E27FC236}">
                  <a16:creationId xmlns:a16="http://schemas.microsoft.com/office/drawing/2014/main" id="{C6B36DB7-F7CB-2A9D-F0A9-5C77415BB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6" name="Text Box 93">
              <a:extLst>
                <a:ext uri="{FF2B5EF4-FFF2-40B4-BE49-F238E27FC236}">
                  <a16:creationId xmlns:a16="http://schemas.microsoft.com/office/drawing/2014/main" id="{3B5CA5B1-57CD-AE27-5056-4EA720D6B8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5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</p:grpSp>
      <p:sp>
        <p:nvSpPr>
          <p:cNvPr id="37" name="AutoShape 169">
            <a:extLst>
              <a:ext uri="{FF2B5EF4-FFF2-40B4-BE49-F238E27FC236}">
                <a16:creationId xmlns:a16="http://schemas.microsoft.com/office/drawing/2014/main" id="{50846AB0-A092-E97B-2758-382279731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588" y="2203450"/>
            <a:ext cx="647700" cy="5762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8" name="Arc 170">
            <a:extLst>
              <a:ext uri="{FF2B5EF4-FFF2-40B4-BE49-F238E27FC236}">
                <a16:creationId xmlns:a16="http://schemas.microsoft.com/office/drawing/2014/main" id="{4C61797A-8E7E-FBB4-7CDF-20BAE3694875}"/>
              </a:ext>
            </a:extLst>
          </p:cNvPr>
          <p:cNvSpPr>
            <a:spLocks/>
          </p:cNvSpPr>
          <p:nvPr/>
        </p:nvSpPr>
        <p:spPr bwMode="auto">
          <a:xfrm rot="5400000">
            <a:off x="4446588" y="1957388"/>
            <a:ext cx="295275" cy="3270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Arc 173">
            <a:extLst>
              <a:ext uri="{FF2B5EF4-FFF2-40B4-BE49-F238E27FC236}">
                <a16:creationId xmlns:a16="http://schemas.microsoft.com/office/drawing/2014/main" id="{2EB8C74B-FE3D-9C20-7321-9AC9BA2F8D21}"/>
              </a:ext>
            </a:extLst>
          </p:cNvPr>
          <p:cNvSpPr>
            <a:spLocks/>
          </p:cNvSpPr>
          <p:nvPr/>
        </p:nvSpPr>
        <p:spPr bwMode="auto">
          <a:xfrm rot="-5400000">
            <a:off x="4455319" y="2772569"/>
            <a:ext cx="265113" cy="327025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AutoShape 169">
            <a:extLst>
              <a:ext uri="{FF2B5EF4-FFF2-40B4-BE49-F238E27FC236}">
                <a16:creationId xmlns:a16="http://schemas.microsoft.com/office/drawing/2014/main" id="{69919BC8-FF85-D29F-B8AB-12CDA5040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175" y="1909763"/>
            <a:ext cx="354013" cy="1182687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41" name="Group 60">
            <a:extLst>
              <a:ext uri="{FF2B5EF4-FFF2-40B4-BE49-F238E27FC236}">
                <a16:creationId xmlns:a16="http://schemas.microsoft.com/office/drawing/2014/main" id="{0A79F55D-1425-4684-5785-43E0CE4288C7}"/>
              </a:ext>
            </a:extLst>
          </p:cNvPr>
          <p:cNvGrpSpPr>
            <a:grpSpLocks/>
          </p:cNvGrpSpPr>
          <p:nvPr/>
        </p:nvGrpSpPr>
        <p:grpSpPr bwMode="auto">
          <a:xfrm>
            <a:off x="465138" y="5995988"/>
            <a:ext cx="4865687" cy="457200"/>
            <a:chOff x="1565" y="2892"/>
            <a:chExt cx="3065" cy="288"/>
          </a:xfrm>
        </p:grpSpPr>
        <p:sp>
          <p:nvSpPr>
            <p:cNvPr id="42" name="Rectangle 38">
              <a:extLst>
                <a:ext uri="{FF2B5EF4-FFF2-40B4-BE49-F238E27FC236}">
                  <a16:creationId xmlns:a16="http://schemas.microsoft.com/office/drawing/2014/main" id="{ABB27B36-CA45-1641-4107-3DA7B1592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14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r>
                <a:rPr kumimoji="1" lang="en-US" altLang="zh-CN" sz="2400" baseline="-15000">
                  <a:ea typeface="楷体_GB2312" pitchFamily="49" charset="-122"/>
                </a:rPr>
                <a:t>2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43" name="Line 39">
              <a:extLst>
                <a:ext uri="{FF2B5EF4-FFF2-40B4-BE49-F238E27FC236}">
                  <a16:creationId xmlns:a16="http://schemas.microsoft.com/office/drawing/2014/main" id="{7F721F1E-49B2-08CE-3269-9B4CBB8C4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7" y="2938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0">
              <a:extLst>
                <a:ext uri="{FF2B5EF4-FFF2-40B4-BE49-F238E27FC236}">
                  <a16:creationId xmlns:a16="http://schemas.microsoft.com/office/drawing/2014/main" id="{F4ACF361-73FC-03C6-D661-4ED72EB4F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2892"/>
              <a:ext cx="1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r>
                <a:rPr kumimoji="1" lang="en-US" altLang="zh-CN" sz="2400" baseline="-15000">
                  <a:ea typeface="楷体_GB2312" pitchFamily="49" charset="-122"/>
                </a:rPr>
                <a:t>2 </a:t>
              </a:r>
              <a:r>
                <a:rPr kumimoji="1" lang="en-US" altLang="zh-CN" sz="2400">
                  <a:ea typeface="楷体_GB2312" pitchFamily="49" charset="-122"/>
                </a:rPr>
                <a:t>= J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>
                  <a:ea typeface="楷体_GB2312" pitchFamily="49" charset="-122"/>
                </a:rPr>
                <a:t>+Q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</a:t>
              </a:r>
              <a:endParaRPr kumimoji="1" lang="zh-CN" altLang="en-US" sz="2400" baseline="35000">
                <a:ea typeface="楷体_GB2312" pitchFamily="49" charset="-122"/>
              </a:endParaRPr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2E65B482-0C8E-FC8D-0739-71EB715A8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0" y="2892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D56F6797-913D-087C-8867-A0D382291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2937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D41019D4-090A-FC34-91E2-EB63D2101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" y="2937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" name="Group 60">
            <a:extLst>
              <a:ext uri="{FF2B5EF4-FFF2-40B4-BE49-F238E27FC236}">
                <a16:creationId xmlns:a16="http://schemas.microsoft.com/office/drawing/2014/main" id="{C58A9F44-CF7C-5497-048F-048E9F5874F0}"/>
              </a:ext>
            </a:extLst>
          </p:cNvPr>
          <p:cNvGrpSpPr>
            <a:grpSpLocks/>
          </p:cNvGrpSpPr>
          <p:nvPr/>
        </p:nvGrpSpPr>
        <p:grpSpPr bwMode="auto">
          <a:xfrm>
            <a:off x="433388" y="3190875"/>
            <a:ext cx="2355850" cy="457200"/>
            <a:chOff x="1565" y="2892"/>
            <a:chExt cx="1484" cy="288"/>
          </a:xfrm>
        </p:grpSpPr>
        <p:sp>
          <p:nvSpPr>
            <p:cNvPr id="49" name="Rectangle 38">
              <a:extLst>
                <a:ext uri="{FF2B5EF4-FFF2-40B4-BE49-F238E27FC236}">
                  <a16:creationId xmlns:a16="http://schemas.microsoft.com/office/drawing/2014/main" id="{79D636A8-4F47-903C-59A0-22659186A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14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r>
                <a:rPr kumimoji="1" lang="en-US" altLang="zh-CN" sz="2400" baseline="-15000">
                  <a:ea typeface="楷体_GB2312" pitchFamily="49" charset="-122"/>
                </a:rPr>
                <a:t>2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F70DFD35-F2EB-4D0C-E3AC-27E199B51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7" y="2938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" name="右箭头 50">
            <a:extLst>
              <a:ext uri="{FF2B5EF4-FFF2-40B4-BE49-F238E27FC236}">
                <a16:creationId xmlns:a16="http://schemas.microsoft.com/office/drawing/2014/main" id="{CFD75F2C-52D2-DA3D-2D7E-F8AC8CD57EB1}"/>
              </a:ext>
            </a:extLst>
          </p:cNvPr>
          <p:cNvSpPr/>
          <p:nvPr/>
        </p:nvSpPr>
        <p:spPr>
          <a:xfrm flipH="1">
            <a:off x="5391150" y="2095500"/>
            <a:ext cx="560388" cy="314325"/>
          </a:xfrm>
          <a:prstGeom prst="rightArrow">
            <a:avLst>
              <a:gd name="adj1" fmla="val 44818"/>
              <a:gd name="adj2" fmla="val 50000"/>
            </a:avLst>
          </a:prstGeom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52" name="Group 64">
            <a:extLst>
              <a:ext uri="{FF2B5EF4-FFF2-40B4-BE49-F238E27FC236}">
                <a16:creationId xmlns:a16="http://schemas.microsoft.com/office/drawing/2014/main" id="{EF73385A-844B-5E7B-AD84-FB5D5FC64874}"/>
              </a:ext>
            </a:extLst>
          </p:cNvPr>
          <p:cNvGrpSpPr>
            <a:grpSpLocks/>
          </p:cNvGrpSpPr>
          <p:nvPr/>
        </p:nvGrpSpPr>
        <p:grpSpPr bwMode="auto">
          <a:xfrm>
            <a:off x="2954338" y="1195388"/>
            <a:ext cx="2251075" cy="1931987"/>
            <a:chOff x="305" y="2574"/>
            <a:chExt cx="1418" cy="1217"/>
          </a:xfrm>
        </p:grpSpPr>
        <p:sp>
          <p:nvSpPr>
            <p:cNvPr id="53" name="Text Box 65">
              <a:extLst>
                <a:ext uri="{FF2B5EF4-FFF2-40B4-BE49-F238E27FC236}">
                  <a16:creationId xmlns:a16="http://schemas.microsoft.com/office/drawing/2014/main" id="{FC0305CD-5546-F96F-7098-E3B18D027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54" name="Text Box 66">
              <a:extLst>
                <a:ext uri="{FF2B5EF4-FFF2-40B4-BE49-F238E27FC236}">
                  <a16:creationId xmlns:a16="http://schemas.microsoft.com/office/drawing/2014/main" id="{531B584E-710D-A804-05A6-709D1DCE6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55" name="Text Box 67">
              <a:extLst>
                <a:ext uri="{FF2B5EF4-FFF2-40B4-BE49-F238E27FC236}">
                  <a16:creationId xmlns:a16="http://schemas.microsoft.com/office/drawing/2014/main" id="{3BD089C5-D25F-47C6-BDD6-F086A1198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56" name="Text Box 68">
              <a:extLst>
                <a:ext uri="{FF2B5EF4-FFF2-40B4-BE49-F238E27FC236}">
                  <a16:creationId xmlns:a16="http://schemas.microsoft.com/office/drawing/2014/main" id="{CA75AAE9-66F7-7250-FA87-860AA8EA8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57" name="Text Box 69">
              <a:extLst>
                <a:ext uri="{FF2B5EF4-FFF2-40B4-BE49-F238E27FC236}">
                  <a16:creationId xmlns:a16="http://schemas.microsoft.com/office/drawing/2014/main" id="{8375387F-37B8-5BD2-39E4-FBE5D1749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58" name="Text Box 70">
              <a:extLst>
                <a:ext uri="{FF2B5EF4-FFF2-40B4-BE49-F238E27FC236}">
                  <a16:creationId xmlns:a16="http://schemas.microsoft.com/office/drawing/2014/main" id="{6EC62C6E-17FD-5F30-FC97-756A84A21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59" name="Text Box 71">
              <a:extLst>
                <a:ext uri="{FF2B5EF4-FFF2-40B4-BE49-F238E27FC236}">
                  <a16:creationId xmlns:a16="http://schemas.microsoft.com/office/drawing/2014/main" id="{9C1F6D34-A972-F505-1787-3B9BE1DA1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60" name="Text Box 72">
              <a:extLst>
                <a:ext uri="{FF2B5EF4-FFF2-40B4-BE49-F238E27FC236}">
                  <a16:creationId xmlns:a16="http://schemas.microsoft.com/office/drawing/2014/main" id="{9F6EA37D-CA7A-AF82-6914-93C2E34DA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61" name="Line 73">
              <a:extLst>
                <a:ext uri="{FF2B5EF4-FFF2-40B4-BE49-F238E27FC236}">
                  <a16:creationId xmlns:a16="http://schemas.microsoft.com/office/drawing/2014/main" id="{CC310963-642C-96B7-8972-41FEE8D11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74">
              <a:extLst>
                <a:ext uri="{FF2B5EF4-FFF2-40B4-BE49-F238E27FC236}">
                  <a16:creationId xmlns:a16="http://schemas.microsoft.com/office/drawing/2014/main" id="{145EB8BC-AC5D-E413-EC55-A302BE175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75">
              <a:extLst>
                <a:ext uri="{FF2B5EF4-FFF2-40B4-BE49-F238E27FC236}">
                  <a16:creationId xmlns:a16="http://schemas.microsoft.com/office/drawing/2014/main" id="{20C81FC1-95E0-9BD9-F976-F19545EF8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64" name="Text Box 76">
              <a:extLst>
                <a:ext uri="{FF2B5EF4-FFF2-40B4-BE49-F238E27FC236}">
                  <a16:creationId xmlns:a16="http://schemas.microsoft.com/office/drawing/2014/main" id="{DCA2A456-4515-7125-DF1D-AB2BE2D11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65" name="Text Box 77">
              <a:extLst>
                <a:ext uri="{FF2B5EF4-FFF2-40B4-BE49-F238E27FC236}">
                  <a16:creationId xmlns:a16="http://schemas.microsoft.com/office/drawing/2014/main" id="{34E4E7EC-AF11-40EB-3CB1-7B927FB4B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K</a:t>
              </a:r>
              <a:r>
                <a:rPr kumimoji="1" lang="en-US" altLang="zh-CN" sz="2000" baseline="-2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66" name="Text Box 78">
              <a:extLst>
                <a:ext uri="{FF2B5EF4-FFF2-40B4-BE49-F238E27FC236}">
                  <a16:creationId xmlns:a16="http://schemas.microsoft.com/office/drawing/2014/main" id="{E7A03316-56EC-54E5-BAC5-3878FF06E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7" name="Text Box 79">
              <a:extLst>
                <a:ext uri="{FF2B5EF4-FFF2-40B4-BE49-F238E27FC236}">
                  <a16:creationId xmlns:a16="http://schemas.microsoft.com/office/drawing/2014/main" id="{2FD0D201-AEE5-735B-F0DB-4132A3C10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37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8" name="Text Box 80">
              <a:extLst>
                <a:ext uri="{FF2B5EF4-FFF2-40B4-BE49-F238E27FC236}">
                  <a16:creationId xmlns:a16="http://schemas.microsoft.com/office/drawing/2014/main" id="{BAD8EA7B-FBBB-7623-FC82-C1442E08E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55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9" name="Text Box 81">
              <a:extLst>
                <a:ext uri="{FF2B5EF4-FFF2-40B4-BE49-F238E27FC236}">
                  <a16:creationId xmlns:a16="http://schemas.microsoft.com/office/drawing/2014/main" id="{1BFC8322-945A-4BB2-41FC-487B02611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0" name="Text Box 82">
              <a:extLst>
                <a:ext uri="{FF2B5EF4-FFF2-40B4-BE49-F238E27FC236}">
                  <a16:creationId xmlns:a16="http://schemas.microsoft.com/office/drawing/2014/main" id="{57B670B0-7702-2110-35DD-17994550F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3174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1" name="Text Box 83">
              <a:extLst>
                <a:ext uri="{FF2B5EF4-FFF2-40B4-BE49-F238E27FC236}">
                  <a16:creationId xmlns:a16="http://schemas.microsoft.com/office/drawing/2014/main" id="{AF40F803-0523-79B1-62CA-8833062D3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2" name="Text Box 84">
              <a:extLst>
                <a:ext uri="{FF2B5EF4-FFF2-40B4-BE49-F238E27FC236}">
                  <a16:creationId xmlns:a16="http://schemas.microsoft.com/office/drawing/2014/main" id="{3DDC4C79-8ACE-BE1F-FC46-79E3A0140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3" name="Text Box 85">
              <a:extLst>
                <a:ext uri="{FF2B5EF4-FFF2-40B4-BE49-F238E27FC236}">
                  <a16:creationId xmlns:a16="http://schemas.microsoft.com/office/drawing/2014/main" id="{6C6C7343-1AB2-B481-C055-3C71621457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318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4" name="Text Box 86">
              <a:extLst>
                <a:ext uri="{FF2B5EF4-FFF2-40B4-BE49-F238E27FC236}">
                  <a16:creationId xmlns:a16="http://schemas.microsoft.com/office/drawing/2014/main" id="{D93B55AB-B2DB-714D-44BF-0F548B0E8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37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5" name="Text Box 87">
              <a:extLst>
                <a:ext uri="{FF2B5EF4-FFF2-40B4-BE49-F238E27FC236}">
                  <a16:creationId xmlns:a16="http://schemas.microsoft.com/office/drawing/2014/main" id="{73259F6B-A3E7-3B8D-E8C8-21289B0A2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6" name="Text Box 88">
              <a:extLst>
                <a:ext uri="{FF2B5EF4-FFF2-40B4-BE49-F238E27FC236}">
                  <a16:creationId xmlns:a16="http://schemas.microsoft.com/office/drawing/2014/main" id="{0A7C5A83-929A-F14B-FF2A-508607CC2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7" name="Text Box 89">
              <a:extLst>
                <a:ext uri="{FF2B5EF4-FFF2-40B4-BE49-F238E27FC236}">
                  <a16:creationId xmlns:a16="http://schemas.microsoft.com/office/drawing/2014/main" id="{2498C50A-ACCD-B1D0-9A3E-B4F441EAA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8" name="Text Box 90">
              <a:extLst>
                <a:ext uri="{FF2B5EF4-FFF2-40B4-BE49-F238E27FC236}">
                  <a16:creationId xmlns:a16="http://schemas.microsoft.com/office/drawing/2014/main" id="{2AC8DC23-C01D-BA79-304F-F69CB677E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9" name="Text Box 91">
              <a:extLst>
                <a:ext uri="{FF2B5EF4-FFF2-40B4-BE49-F238E27FC236}">
                  <a16:creationId xmlns:a16="http://schemas.microsoft.com/office/drawing/2014/main" id="{D6B1ED40-537A-6593-5B32-371F09D7D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80" name="Text Box 92">
              <a:extLst>
                <a:ext uri="{FF2B5EF4-FFF2-40B4-BE49-F238E27FC236}">
                  <a16:creationId xmlns:a16="http://schemas.microsoft.com/office/drawing/2014/main" id="{7459B5B5-4B7B-F390-94B7-745F3CBE2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81" name="Text Box 93">
              <a:extLst>
                <a:ext uri="{FF2B5EF4-FFF2-40B4-BE49-F238E27FC236}">
                  <a16:creationId xmlns:a16="http://schemas.microsoft.com/office/drawing/2014/main" id="{969F4BF2-5AD3-9B75-C9DA-F9166B3660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</p:grpSp>
      <p:sp>
        <p:nvSpPr>
          <p:cNvPr id="82" name="AutoShape 169">
            <a:extLst>
              <a:ext uri="{FF2B5EF4-FFF2-40B4-BE49-F238E27FC236}">
                <a16:creationId xmlns:a16="http://schemas.microsoft.com/office/drawing/2014/main" id="{DAF19638-2381-4299-DDA5-BFFA400F7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2227263"/>
            <a:ext cx="314325" cy="579437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83" name="Group 60">
            <a:extLst>
              <a:ext uri="{FF2B5EF4-FFF2-40B4-BE49-F238E27FC236}">
                <a16:creationId xmlns:a16="http://schemas.microsoft.com/office/drawing/2014/main" id="{C23DC244-30E3-B285-716D-1309AAEBA763}"/>
              </a:ext>
            </a:extLst>
          </p:cNvPr>
          <p:cNvGrpSpPr>
            <a:grpSpLocks/>
          </p:cNvGrpSpPr>
          <p:nvPr/>
        </p:nvGrpSpPr>
        <p:grpSpPr bwMode="auto">
          <a:xfrm>
            <a:off x="3025775" y="3209925"/>
            <a:ext cx="3530600" cy="461963"/>
            <a:chOff x="1565" y="2892"/>
            <a:chExt cx="2224" cy="291"/>
          </a:xfrm>
        </p:grpSpPr>
        <p:sp>
          <p:nvSpPr>
            <p:cNvPr id="84" name="Rectangle 38">
              <a:extLst>
                <a:ext uri="{FF2B5EF4-FFF2-40B4-BE49-F238E27FC236}">
                  <a16:creationId xmlns:a16="http://schemas.microsoft.com/office/drawing/2014/main" id="{134E1496-A715-7F8C-7116-24C7AE1B6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2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r>
                <a:rPr kumimoji="1" lang="en-US" altLang="zh-CN" sz="2400" baseline="-15000">
                  <a:ea typeface="楷体_GB2312" pitchFamily="49" charset="-122"/>
                </a:rPr>
                <a:t>2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 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85" name="Line 39">
              <a:extLst>
                <a:ext uri="{FF2B5EF4-FFF2-40B4-BE49-F238E27FC236}">
                  <a16:creationId xmlns:a16="http://schemas.microsoft.com/office/drawing/2014/main" id="{12427697-8CA4-EB85-BB84-7558817CD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1" y="2937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6" name="文本框 136">
            <a:extLst>
              <a:ext uri="{FF2B5EF4-FFF2-40B4-BE49-F238E27FC236}">
                <a16:creationId xmlns:a16="http://schemas.microsoft.com/office/drawing/2014/main" id="{D71841F7-36AA-43B7-53C3-44F929C40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3681413"/>
            <a:ext cx="4824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和第一种方法推导的结果做对比：</a:t>
            </a:r>
          </a:p>
        </p:txBody>
      </p:sp>
      <p:sp>
        <p:nvSpPr>
          <p:cNvPr id="87" name="Line 39">
            <a:extLst>
              <a:ext uri="{FF2B5EF4-FFF2-40B4-BE49-F238E27FC236}">
                <a16:creationId xmlns:a16="http://schemas.microsoft.com/office/drawing/2014/main" id="{A9DA34F5-C7EC-7813-6081-E494030F7F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6413" y="3278188"/>
            <a:ext cx="25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Line 39">
            <a:extLst>
              <a:ext uri="{FF2B5EF4-FFF2-40B4-BE49-F238E27FC236}">
                <a16:creationId xmlns:a16="http://schemas.microsoft.com/office/drawing/2014/main" id="{FC5E7DDE-8853-0052-4D2B-919CEF064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4150" y="3281363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9" name="Group 64">
            <a:extLst>
              <a:ext uri="{FF2B5EF4-FFF2-40B4-BE49-F238E27FC236}">
                <a16:creationId xmlns:a16="http://schemas.microsoft.com/office/drawing/2014/main" id="{3F69E0EB-BFAB-BBE1-3232-9442E4DE925E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3981450"/>
            <a:ext cx="2251075" cy="1920875"/>
            <a:chOff x="305" y="2574"/>
            <a:chExt cx="1418" cy="1210"/>
          </a:xfrm>
        </p:grpSpPr>
        <p:sp>
          <p:nvSpPr>
            <p:cNvPr id="90" name="Text Box 65">
              <a:extLst>
                <a:ext uri="{FF2B5EF4-FFF2-40B4-BE49-F238E27FC236}">
                  <a16:creationId xmlns:a16="http://schemas.microsoft.com/office/drawing/2014/main" id="{17A386CE-27C0-E727-8590-08CB827DD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1" name="Text Box 66">
              <a:extLst>
                <a:ext uri="{FF2B5EF4-FFF2-40B4-BE49-F238E27FC236}">
                  <a16:creationId xmlns:a16="http://schemas.microsoft.com/office/drawing/2014/main" id="{0FADDA54-1DEB-BE40-78CA-2D887FB82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2" name="Text Box 67">
              <a:extLst>
                <a:ext uri="{FF2B5EF4-FFF2-40B4-BE49-F238E27FC236}">
                  <a16:creationId xmlns:a16="http://schemas.microsoft.com/office/drawing/2014/main" id="{D9BA6B2B-2B04-B886-90C7-A45338FC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3" name="Text Box 68">
              <a:extLst>
                <a:ext uri="{FF2B5EF4-FFF2-40B4-BE49-F238E27FC236}">
                  <a16:creationId xmlns:a16="http://schemas.microsoft.com/office/drawing/2014/main" id="{D1EB16A7-0356-2144-128B-AA1970CE7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94" name="Text Box 69">
              <a:extLst>
                <a:ext uri="{FF2B5EF4-FFF2-40B4-BE49-F238E27FC236}">
                  <a16:creationId xmlns:a16="http://schemas.microsoft.com/office/drawing/2014/main" id="{FD7CE87A-756E-16DC-AB44-BD134E93F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5" name="Text Box 70">
              <a:extLst>
                <a:ext uri="{FF2B5EF4-FFF2-40B4-BE49-F238E27FC236}">
                  <a16:creationId xmlns:a16="http://schemas.microsoft.com/office/drawing/2014/main" id="{B847F926-B99F-E553-9E05-6AAB8E27A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6" name="Text Box 71">
              <a:extLst>
                <a:ext uri="{FF2B5EF4-FFF2-40B4-BE49-F238E27FC236}">
                  <a16:creationId xmlns:a16="http://schemas.microsoft.com/office/drawing/2014/main" id="{BC887376-201E-A343-BD1D-57BD58E87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7" name="Text Box 72">
              <a:extLst>
                <a:ext uri="{FF2B5EF4-FFF2-40B4-BE49-F238E27FC236}">
                  <a16:creationId xmlns:a16="http://schemas.microsoft.com/office/drawing/2014/main" id="{8692EB87-3D57-E25B-8EA9-672A86AA8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98" name="Line 73">
              <a:extLst>
                <a:ext uri="{FF2B5EF4-FFF2-40B4-BE49-F238E27FC236}">
                  <a16:creationId xmlns:a16="http://schemas.microsoft.com/office/drawing/2014/main" id="{F5335C4B-1608-F9F0-683C-F07AAE37C3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74">
              <a:extLst>
                <a:ext uri="{FF2B5EF4-FFF2-40B4-BE49-F238E27FC236}">
                  <a16:creationId xmlns:a16="http://schemas.microsoft.com/office/drawing/2014/main" id="{4C3B92D7-ACA0-47A0-1BBA-037315D01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Box 75">
              <a:extLst>
                <a:ext uri="{FF2B5EF4-FFF2-40B4-BE49-F238E27FC236}">
                  <a16:creationId xmlns:a16="http://schemas.microsoft.com/office/drawing/2014/main" id="{79DEC847-B54C-B8FA-E218-7458A4A40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01" name="Text Box 76">
              <a:extLst>
                <a:ext uri="{FF2B5EF4-FFF2-40B4-BE49-F238E27FC236}">
                  <a16:creationId xmlns:a16="http://schemas.microsoft.com/office/drawing/2014/main" id="{43FCF90E-4E80-4A03-AE38-D1886C216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02" name="Text Box 77">
              <a:extLst>
                <a:ext uri="{FF2B5EF4-FFF2-40B4-BE49-F238E27FC236}">
                  <a16:creationId xmlns:a16="http://schemas.microsoft.com/office/drawing/2014/main" id="{5FB2F9CD-44C8-6BB2-6088-CB302DD9B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3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J</a:t>
              </a:r>
              <a:r>
                <a:rPr kumimoji="1" lang="en-US" altLang="zh-CN" sz="2000" baseline="-2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103" name="Text Box 78">
              <a:extLst>
                <a:ext uri="{FF2B5EF4-FFF2-40B4-BE49-F238E27FC236}">
                  <a16:creationId xmlns:a16="http://schemas.microsoft.com/office/drawing/2014/main" id="{E2216A64-BA52-D067-B891-781FD72BA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4" name="Text Box 79">
              <a:extLst>
                <a:ext uri="{FF2B5EF4-FFF2-40B4-BE49-F238E27FC236}">
                  <a16:creationId xmlns:a16="http://schemas.microsoft.com/office/drawing/2014/main" id="{051144BC-3FCE-6F91-F23F-F1E2D01FD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5" name="Text Box 80">
              <a:extLst>
                <a:ext uri="{FF2B5EF4-FFF2-40B4-BE49-F238E27FC236}">
                  <a16:creationId xmlns:a16="http://schemas.microsoft.com/office/drawing/2014/main" id="{2D6F9EB8-0D1C-9FD6-0F1B-04F675A35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8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6" name="Text Box 81">
              <a:extLst>
                <a:ext uri="{FF2B5EF4-FFF2-40B4-BE49-F238E27FC236}">
                  <a16:creationId xmlns:a16="http://schemas.microsoft.com/office/drawing/2014/main" id="{BE7A9E66-47D1-A4CC-DD12-C9281E840A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7" name="Text Box 82">
              <a:extLst>
                <a:ext uri="{FF2B5EF4-FFF2-40B4-BE49-F238E27FC236}">
                  <a16:creationId xmlns:a16="http://schemas.microsoft.com/office/drawing/2014/main" id="{B89AA1F3-ABC8-4CD7-2D9E-E98F57446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" y="355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8" name="Text Box 83">
              <a:extLst>
                <a:ext uri="{FF2B5EF4-FFF2-40B4-BE49-F238E27FC236}">
                  <a16:creationId xmlns:a16="http://schemas.microsoft.com/office/drawing/2014/main" id="{D10328EF-8B63-7912-B600-1CE87287B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18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9" name="Text Box 84">
              <a:extLst>
                <a:ext uri="{FF2B5EF4-FFF2-40B4-BE49-F238E27FC236}">
                  <a16:creationId xmlns:a16="http://schemas.microsoft.com/office/drawing/2014/main" id="{CA83A3DD-51E3-3639-EF5D-0242963C7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0" name="Text Box 85">
              <a:extLst>
                <a:ext uri="{FF2B5EF4-FFF2-40B4-BE49-F238E27FC236}">
                  <a16:creationId xmlns:a16="http://schemas.microsoft.com/office/drawing/2014/main" id="{264F8920-6DB8-CAF1-FBF9-7FA6A1A8B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5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1" name="Text Box 86">
              <a:extLst>
                <a:ext uri="{FF2B5EF4-FFF2-40B4-BE49-F238E27FC236}">
                  <a16:creationId xmlns:a16="http://schemas.microsoft.com/office/drawing/2014/main" id="{D60CC7C3-015F-F4A8-A4A9-6850A1465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2" name="Text Box 87">
              <a:extLst>
                <a:ext uri="{FF2B5EF4-FFF2-40B4-BE49-F238E27FC236}">
                  <a16:creationId xmlns:a16="http://schemas.microsoft.com/office/drawing/2014/main" id="{BC05E15A-8CB5-6EAE-7DB2-7814FEFF1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18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3" name="Text Box 88">
              <a:extLst>
                <a:ext uri="{FF2B5EF4-FFF2-40B4-BE49-F238E27FC236}">
                  <a16:creationId xmlns:a16="http://schemas.microsoft.com/office/drawing/2014/main" id="{672A0E73-18C4-0105-799D-C2D477C88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4" name="Text Box 89">
              <a:extLst>
                <a:ext uri="{FF2B5EF4-FFF2-40B4-BE49-F238E27FC236}">
                  <a16:creationId xmlns:a16="http://schemas.microsoft.com/office/drawing/2014/main" id="{401FBFB4-DC12-4C51-3038-09149B08C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3" y="355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5" name="Text Box 90">
              <a:extLst>
                <a:ext uri="{FF2B5EF4-FFF2-40B4-BE49-F238E27FC236}">
                  <a16:creationId xmlns:a16="http://schemas.microsoft.com/office/drawing/2014/main" id="{7E509093-ED71-E012-E5D8-1AD3CF5ED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6" name="Text Box 91">
              <a:extLst>
                <a:ext uri="{FF2B5EF4-FFF2-40B4-BE49-F238E27FC236}">
                  <a16:creationId xmlns:a16="http://schemas.microsoft.com/office/drawing/2014/main" id="{D66BA166-49B2-C00E-B366-F2E160A33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18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7" name="Text Box 92">
              <a:extLst>
                <a:ext uri="{FF2B5EF4-FFF2-40B4-BE49-F238E27FC236}">
                  <a16:creationId xmlns:a16="http://schemas.microsoft.com/office/drawing/2014/main" id="{62CCAAB6-A193-026F-5E1B-AC79484DC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8" name="Text Box 93">
              <a:extLst>
                <a:ext uri="{FF2B5EF4-FFF2-40B4-BE49-F238E27FC236}">
                  <a16:creationId xmlns:a16="http://schemas.microsoft.com/office/drawing/2014/main" id="{20336DB1-0EFD-027E-DD09-EA15F3F0D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5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119" name="AutoShape 169">
            <a:extLst>
              <a:ext uri="{FF2B5EF4-FFF2-40B4-BE49-F238E27FC236}">
                <a16:creationId xmlns:a16="http://schemas.microsoft.com/office/drawing/2014/main" id="{3BCE3FE5-1309-C5DC-072C-FDDEC7189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5008563"/>
            <a:ext cx="647700" cy="5762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0" name="Arc 170">
            <a:extLst>
              <a:ext uri="{FF2B5EF4-FFF2-40B4-BE49-F238E27FC236}">
                <a16:creationId xmlns:a16="http://schemas.microsoft.com/office/drawing/2014/main" id="{38247D3F-6793-8BD0-CC16-E334267EBD84}"/>
              </a:ext>
            </a:extLst>
          </p:cNvPr>
          <p:cNvSpPr>
            <a:spLocks/>
          </p:cNvSpPr>
          <p:nvPr/>
        </p:nvSpPr>
        <p:spPr bwMode="auto">
          <a:xfrm rot="5400000">
            <a:off x="4459288" y="4762500"/>
            <a:ext cx="295275" cy="3270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Arc 173">
            <a:extLst>
              <a:ext uri="{FF2B5EF4-FFF2-40B4-BE49-F238E27FC236}">
                <a16:creationId xmlns:a16="http://schemas.microsoft.com/office/drawing/2014/main" id="{0F147013-5FA6-985F-5E3A-231D21C25D2E}"/>
              </a:ext>
            </a:extLst>
          </p:cNvPr>
          <p:cNvSpPr>
            <a:spLocks/>
          </p:cNvSpPr>
          <p:nvPr/>
        </p:nvSpPr>
        <p:spPr bwMode="auto">
          <a:xfrm rot="-5400000">
            <a:off x="4456906" y="5560219"/>
            <a:ext cx="265113" cy="327025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AutoShape 169">
            <a:extLst>
              <a:ext uri="{FF2B5EF4-FFF2-40B4-BE49-F238E27FC236}">
                <a16:creationId xmlns:a16="http://schemas.microsoft.com/office/drawing/2014/main" id="{0E77EFB9-4181-EAD2-1476-4A506426D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5" y="4714875"/>
            <a:ext cx="354013" cy="1182688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123" name="Group 64">
            <a:extLst>
              <a:ext uri="{FF2B5EF4-FFF2-40B4-BE49-F238E27FC236}">
                <a16:creationId xmlns:a16="http://schemas.microsoft.com/office/drawing/2014/main" id="{DCDF889B-0147-ACBB-6118-F47BAF08B012}"/>
              </a:ext>
            </a:extLst>
          </p:cNvPr>
          <p:cNvGrpSpPr>
            <a:grpSpLocks/>
          </p:cNvGrpSpPr>
          <p:nvPr/>
        </p:nvGrpSpPr>
        <p:grpSpPr bwMode="auto">
          <a:xfrm>
            <a:off x="2967038" y="4000500"/>
            <a:ext cx="2251075" cy="1931988"/>
            <a:chOff x="305" y="2574"/>
            <a:chExt cx="1418" cy="1217"/>
          </a:xfrm>
        </p:grpSpPr>
        <p:sp>
          <p:nvSpPr>
            <p:cNvPr id="124" name="Text Box 65">
              <a:extLst>
                <a:ext uri="{FF2B5EF4-FFF2-40B4-BE49-F238E27FC236}">
                  <a16:creationId xmlns:a16="http://schemas.microsoft.com/office/drawing/2014/main" id="{937B20E6-6424-3DA6-0516-35F5ECFE5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25" name="Text Box 66">
              <a:extLst>
                <a:ext uri="{FF2B5EF4-FFF2-40B4-BE49-F238E27FC236}">
                  <a16:creationId xmlns:a16="http://schemas.microsoft.com/office/drawing/2014/main" id="{1563CA14-6657-8BE5-E863-3289BE373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26" name="Text Box 67">
              <a:extLst>
                <a:ext uri="{FF2B5EF4-FFF2-40B4-BE49-F238E27FC236}">
                  <a16:creationId xmlns:a16="http://schemas.microsoft.com/office/drawing/2014/main" id="{4ED6B0FB-F5B9-2308-AEFE-583796EE15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27" name="Text Box 68">
              <a:extLst>
                <a:ext uri="{FF2B5EF4-FFF2-40B4-BE49-F238E27FC236}">
                  <a16:creationId xmlns:a16="http://schemas.microsoft.com/office/drawing/2014/main" id="{F584F39A-BF93-5A81-0C5B-89FD676CD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28" name="Text Box 69">
              <a:extLst>
                <a:ext uri="{FF2B5EF4-FFF2-40B4-BE49-F238E27FC236}">
                  <a16:creationId xmlns:a16="http://schemas.microsoft.com/office/drawing/2014/main" id="{BC96447F-B565-F0C8-6E7B-D5C60FAD8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29" name="Text Box 70">
              <a:extLst>
                <a:ext uri="{FF2B5EF4-FFF2-40B4-BE49-F238E27FC236}">
                  <a16:creationId xmlns:a16="http://schemas.microsoft.com/office/drawing/2014/main" id="{A286DF88-FF6D-451A-525F-C2B34BDF0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30" name="Text Box 71">
              <a:extLst>
                <a:ext uri="{FF2B5EF4-FFF2-40B4-BE49-F238E27FC236}">
                  <a16:creationId xmlns:a16="http://schemas.microsoft.com/office/drawing/2014/main" id="{92D834FB-1B20-04D2-E70F-79E016FFB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31" name="Text Box 72">
              <a:extLst>
                <a:ext uri="{FF2B5EF4-FFF2-40B4-BE49-F238E27FC236}">
                  <a16:creationId xmlns:a16="http://schemas.microsoft.com/office/drawing/2014/main" id="{B9EF4A8F-0A4B-2478-AD42-FE0C76C84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32" name="Line 73">
              <a:extLst>
                <a:ext uri="{FF2B5EF4-FFF2-40B4-BE49-F238E27FC236}">
                  <a16:creationId xmlns:a16="http://schemas.microsoft.com/office/drawing/2014/main" id="{08AF139E-7A27-2633-E825-C5228634D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74">
              <a:extLst>
                <a:ext uri="{FF2B5EF4-FFF2-40B4-BE49-F238E27FC236}">
                  <a16:creationId xmlns:a16="http://schemas.microsoft.com/office/drawing/2014/main" id="{B364EB63-AD3F-0776-6113-A41839A5A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Text Box 75">
              <a:extLst>
                <a:ext uri="{FF2B5EF4-FFF2-40B4-BE49-F238E27FC236}">
                  <a16:creationId xmlns:a16="http://schemas.microsoft.com/office/drawing/2014/main" id="{133F873D-C013-0FEE-89DF-313CC86947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35" name="Text Box 76">
              <a:extLst>
                <a:ext uri="{FF2B5EF4-FFF2-40B4-BE49-F238E27FC236}">
                  <a16:creationId xmlns:a16="http://schemas.microsoft.com/office/drawing/2014/main" id="{26B7F5CF-FC80-64AC-EFD4-8AA34B839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36" name="Text Box 77">
              <a:extLst>
                <a:ext uri="{FF2B5EF4-FFF2-40B4-BE49-F238E27FC236}">
                  <a16:creationId xmlns:a16="http://schemas.microsoft.com/office/drawing/2014/main" id="{162179A5-E8A2-D37D-56B2-B499814FC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K</a:t>
              </a:r>
              <a:r>
                <a:rPr kumimoji="1" lang="en-US" altLang="zh-CN" sz="2000" baseline="-2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137" name="Text Box 78">
              <a:extLst>
                <a:ext uri="{FF2B5EF4-FFF2-40B4-BE49-F238E27FC236}">
                  <a16:creationId xmlns:a16="http://schemas.microsoft.com/office/drawing/2014/main" id="{2D06A80B-4C3B-C70E-6219-882ADEFAB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38" name="Text Box 79">
              <a:extLst>
                <a:ext uri="{FF2B5EF4-FFF2-40B4-BE49-F238E27FC236}">
                  <a16:creationId xmlns:a16="http://schemas.microsoft.com/office/drawing/2014/main" id="{9AD31239-2AB9-A417-2909-A596E2551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37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39" name="Text Box 80">
              <a:extLst>
                <a:ext uri="{FF2B5EF4-FFF2-40B4-BE49-F238E27FC236}">
                  <a16:creationId xmlns:a16="http://schemas.microsoft.com/office/drawing/2014/main" id="{D2B1DCC4-1FD5-F539-764B-0BD7A1A90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55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0" name="Text Box 81">
              <a:extLst>
                <a:ext uri="{FF2B5EF4-FFF2-40B4-BE49-F238E27FC236}">
                  <a16:creationId xmlns:a16="http://schemas.microsoft.com/office/drawing/2014/main" id="{AD8E68F8-64B8-93BD-3100-1112FC8C4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1" name="Text Box 82">
              <a:extLst>
                <a:ext uri="{FF2B5EF4-FFF2-40B4-BE49-F238E27FC236}">
                  <a16:creationId xmlns:a16="http://schemas.microsoft.com/office/drawing/2014/main" id="{A26149D3-024A-D329-D02F-4E8B59E46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317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2" name="Text Box 83">
              <a:extLst>
                <a:ext uri="{FF2B5EF4-FFF2-40B4-BE49-F238E27FC236}">
                  <a16:creationId xmlns:a16="http://schemas.microsoft.com/office/drawing/2014/main" id="{61731390-4A66-C2EC-06ED-57FC03A1B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3" name="Text Box 84">
              <a:extLst>
                <a:ext uri="{FF2B5EF4-FFF2-40B4-BE49-F238E27FC236}">
                  <a16:creationId xmlns:a16="http://schemas.microsoft.com/office/drawing/2014/main" id="{F28214BA-B32E-1328-7473-B338EF0C1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4" name="Text Box 85">
              <a:extLst>
                <a:ext uri="{FF2B5EF4-FFF2-40B4-BE49-F238E27FC236}">
                  <a16:creationId xmlns:a16="http://schemas.microsoft.com/office/drawing/2014/main" id="{91F96080-CBE3-05D0-3B80-1780AFC41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5" name="Text Box 86">
              <a:extLst>
                <a:ext uri="{FF2B5EF4-FFF2-40B4-BE49-F238E27FC236}">
                  <a16:creationId xmlns:a16="http://schemas.microsoft.com/office/drawing/2014/main" id="{85BB0A03-057C-DA62-AECC-403A1F2EB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37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6" name="Text Box 87">
              <a:extLst>
                <a:ext uri="{FF2B5EF4-FFF2-40B4-BE49-F238E27FC236}">
                  <a16:creationId xmlns:a16="http://schemas.microsoft.com/office/drawing/2014/main" id="{CBD19422-0F56-D26E-1202-BABAC2BE3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7" name="Text Box 88">
              <a:extLst>
                <a:ext uri="{FF2B5EF4-FFF2-40B4-BE49-F238E27FC236}">
                  <a16:creationId xmlns:a16="http://schemas.microsoft.com/office/drawing/2014/main" id="{FF32BA84-38DF-5318-75A0-09772A41B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8" name="Text Box 89">
              <a:extLst>
                <a:ext uri="{FF2B5EF4-FFF2-40B4-BE49-F238E27FC236}">
                  <a16:creationId xmlns:a16="http://schemas.microsoft.com/office/drawing/2014/main" id="{20BA7B21-CC7F-E76A-2CB8-0B1F80723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9" name="Text Box 90">
              <a:extLst>
                <a:ext uri="{FF2B5EF4-FFF2-40B4-BE49-F238E27FC236}">
                  <a16:creationId xmlns:a16="http://schemas.microsoft.com/office/drawing/2014/main" id="{94D16991-D221-3DE1-3C77-D8258D8CE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50" name="Text Box 91">
              <a:extLst>
                <a:ext uri="{FF2B5EF4-FFF2-40B4-BE49-F238E27FC236}">
                  <a16:creationId xmlns:a16="http://schemas.microsoft.com/office/drawing/2014/main" id="{5A2EABE2-1C4D-4141-0F3C-163451952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51" name="Text Box 92">
              <a:extLst>
                <a:ext uri="{FF2B5EF4-FFF2-40B4-BE49-F238E27FC236}">
                  <a16:creationId xmlns:a16="http://schemas.microsoft.com/office/drawing/2014/main" id="{AE6EA4E4-58AD-DFD9-625E-796056BDD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52" name="Text Box 93">
              <a:extLst>
                <a:ext uri="{FF2B5EF4-FFF2-40B4-BE49-F238E27FC236}">
                  <a16:creationId xmlns:a16="http://schemas.microsoft.com/office/drawing/2014/main" id="{264C8382-FFD5-4248-2D2C-06C1897D2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</p:grpSp>
      <p:sp>
        <p:nvSpPr>
          <p:cNvPr id="153" name="AutoShape 169">
            <a:extLst>
              <a:ext uri="{FF2B5EF4-FFF2-40B4-BE49-F238E27FC236}">
                <a16:creationId xmlns:a16="http://schemas.microsoft.com/office/drawing/2014/main" id="{861FFE5E-6F08-27B7-D8A7-70B296CE0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013" y="5033963"/>
            <a:ext cx="315912" cy="57785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F7CF8D5E-7658-155A-D04E-F5CABE39B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184650"/>
            <a:ext cx="1981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达到功能一致，</a:t>
            </a:r>
            <a:endParaRPr lang="en-US" altLang="zh-CN" sz="1800" b="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表达式一致</a:t>
            </a:r>
          </a:p>
        </p:txBody>
      </p:sp>
      <p:sp>
        <p:nvSpPr>
          <p:cNvPr id="155" name="文本框 205">
            <a:extLst>
              <a:ext uri="{FF2B5EF4-FFF2-40B4-BE49-F238E27FC236}">
                <a16:creationId xmlns:a16="http://schemas.microsoft.com/office/drawing/2014/main" id="{1DBDA5C3-09F7-2818-E5F3-A26F071D8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3313" y="971550"/>
            <a:ext cx="290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条件填入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kumimoji="1" lang="en-US" altLang="zh-CN" sz="1800" b="0" baseline="-1500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en-US" altLang="zh-CN" sz="1800" b="0" baseline="3500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 Q</a:t>
            </a:r>
            <a:r>
              <a:rPr kumimoji="1" lang="en-US" altLang="zh-CN" sz="1800" b="0" baseline="-1500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en-US" altLang="zh-CN" sz="1800" b="0" baseline="3500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 Q</a:t>
            </a:r>
            <a:r>
              <a:rPr kumimoji="1" lang="en-US" altLang="zh-CN" sz="1800" b="0" baseline="-1500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kumimoji="1" lang="en-US" altLang="zh-CN" sz="1800" b="0" baseline="3500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 A</a:t>
            </a:r>
            <a:endParaRPr lang="zh-CN" altLang="en-US" sz="1800" b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468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 animBg="1"/>
      <p:bldP spid="121" grpId="0" animBg="1"/>
      <p:bldP spid="122" grpId="0" animBg="1"/>
      <p:bldP spid="153" grpId="0" animBg="1"/>
      <p:bldP spid="15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1E76C-D829-9B1F-AE15-D38478500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画出卡诺图求</a:t>
            </a:r>
            <a:r>
              <a:rPr lang="en-US" altLang="zh-CN" dirty="0"/>
              <a:t>JK</a:t>
            </a:r>
            <a:r>
              <a:rPr lang="zh-CN" altLang="en-US" dirty="0"/>
              <a:t>（</a:t>
            </a:r>
            <a:r>
              <a:rPr lang="en-US" altLang="zh-CN" dirty="0"/>
              <a:t>J</a:t>
            </a:r>
            <a:r>
              <a:rPr lang="en-US" altLang="zh-CN" baseline="-25000" dirty="0"/>
              <a:t>1</a:t>
            </a:r>
            <a:r>
              <a:rPr lang="en-US" altLang="zh-CN" dirty="0"/>
              <a:t>K</a:t>
            </a:r>
            <a:r>
              <a:rPr lang="en-US" altLang="zh-CN" baseline="-25000" dirty="0"/>
              <a:t>1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12EE04-47D1-75C2-AB50-7E047556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EA24E6-B018-34D0-2B00-9946ECD3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28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64">
            <a:extLst>
              <a:ext uri="{FF2B5EF4-FFF2-40B4-BE49-F238E27FC236}">
                <a16:creationId xmlns:a16="http://schemas.microsoft.com/office/drawing/2014/main" id="{12D25844-D1A2-4627-98F0-12992A0AE3BF}"/>
              </a:ext>
            </a:extLst>
          </p:cNvPr>
          <p:cNvGrpSpPr>
            <a:grpSpLocks/>
          </p:cNvGrpSpPr>
          <p:nvPr/>
        </p:nvGrpSpPr>
        <p:grpSpPr bwMode="auto">
          <a:xfrm>
            <a:off x="361950" y="1176338"/>
            <a:ext cx="2251075" cy="1952625"/>
            <a:chOff x="305" y="2574"/>
            <a:chExt cx="1418" cy="1230"/>
          </a:xfrm>
        </p:grpSpPr>
        <p:sp>
          <p:nvSpPr>
            <p:cNvPr id="7" name="Text Box 65">
              <a:extLst>
                <a:ext uri="{FF2B5EF4-FFF2-40B4-BE49-F238E27FC236}">
                  <a16:creationId xmlns:a16="http://schemas.microsoft.com/office/drawing/2014/main" id="{70289787-FDD6-C2A8-A24D-B6152B0EB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8" name="Text Box 66">
              <a:extLst>
                <a:ext uri="{FF2B5EF4-FFF2-40B4-BE49-F238E27FC236}">
                  <a16:creationId xmlns:a16="http://schemas.microsoft.com/office/drawing/2014/main" id="{E04462BD-25A8-12D2-4C27-81FD7E0DE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" name="Text Box 67">
              <a:extLst>
                <a:ext uri="{FF2B5EF4-FFF2-40B4-BE49-F238E27FC236}">
                  <a16:creationId xmlns:a16="http://schemas.microsoft.com/office/drawing/2014/main" id="{C88EF25E-AA88-6BED-EB1C-03A9BFF66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0" name="Text Box 68">
              <a:extLst>
                <a:ext uri="{FF2B5EF4-FFF2-40B4-BE49-F238E27FC236}">
                  <a16:creationId xmlns:a16="http://schemas.microsoft.com/office/drawing/2014/main" id="{37527435-3E3E-E36C-01E7-35417A8DD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1" name="Text Box 69">
              <a:extLst>
                <a:ext uri="{FF2B5EF4-FFF2-40B4-BE49-F238E27FC236}">
                  <a16:creationId xmlns:a16="http://schemas.microsoft.com/office/drawing/2014/main" id="{1847F9F3-D5C2-8283-2FE7-6CAD3E660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2" name="Text Box 70">
              <a:extLst>
                <a:ext uri="{FF2B5EF4-FFF2-40B4-BE49-F238E27FC236}">
                  <a16:creationId xmlns:a16="http://schemas.microsoft.com/office/drawing/2014/main" id="{880E7CB3-6369-3B44-FD30-77CB680EA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3" name="Text Box 71">
              <a:extLst>
                <a:ext uri="{FF2B5EF4-FFF2-40B4-BE49-F238E27FC236}">
                  <a16:creationId xmlns:a16="http://schemas.microsoft.com/office/drawing/2014/main" id="{25E7B2BC-B4E5-7B01-C41B-31D1275BE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4" name="Text Box 72">
              <a:extLst>
                <a:ext uri="{FF2B5EF4-FFF2-40B4-BE49-F238E27FC236}">
                  <a16:creationId xmlns:a16="http://schemas.microsoft.com/office/drawing/2014/main" id="{1F9E0BF3-AE50-9083-259D-259C1926D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5" name="Line 73">
              <a:extLst>
                <a:ext uri="{FF2B5EF4-FFF2-40B4-BE49-F238E27FC236}">
                  <a16:creationId xmlns:a16="http://schemas.microsoft.com/office/drawing/2014/main" id="{03762449-2C9E-DE9B-3E50-E1BE465C12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74">
              <a:extLst>
                <a:ext uri="{FF2B5EF4-FFF2-40B4-BE49-F238E27FC236}">
                  <a16:creationId xmlns:a16="http://schemas.microsoft.com/office/drawing/2014/main" id="{2936961C-78E7-7B69-C8CE-6274F3DBF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75">
              <a:extLst>
                <a:ext uri="{FF2B5EF4-FFF2-40B4-BE49-F238E27FC236}">
                  <a16:creationId xmlns:a16="http://schemas.microsoft.com/office/drawing/2014/main" id="{0664F3B7-04F9-AB1C-346A-20C34C894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8" name="Text Box 76">
              <a:extLst>
                <a:ext uri="{FF2B5EF4-FFF2-40B4-BE49-F238E27FC236}">
                  <a16:creationId xmlns:a16="http://schemas.microsoft.com/office/drawing/2014/main" id="{5CF39330-CDBE-50E5-D86C-BACC75B8D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9" name="Text Box 77">
              <a:extLst>
                <a:ext uri="{FF2B5EF4-FFF2-40B4-BE49-F238E27FC236}">
                  <a16:creationId xmlns:a16="http://schemas.microsoft.com/office/drawing/2014/main" id="{27484EBD-7821-4E64-098E-6D4C63628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3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J</a:t>
              </a:r>
              <a:r>
                <a:rPr kumimoji="1" lang="en-US" altLang="zh-CN" sz="20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20" name="Text Box 78">
              <a:extLst>
                <a:ext uri="{FF2B5EF4-FFF2-40B4-BE49-F238E27FC236}">
                  <a16:creationId xmlns:a16="http://schemas.microsoft.com/office/drawing/2014/main" id="{DCA7B46B-EA64-0EB1-3858-6D711E3C3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1" name="Text Box 79">
              <a:extLst>
                <a:ext uri="{FF2B5EF4-FFF2-40B4-BE49-F238E27FC236}">
                  <a16:creationId xmlns:a16="http://schemas.microsoft.com/office/drawing/2014/main" id="{07BD69EC-DD8E-94D1-3874-AB684274D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2" name="Text Box 80">
              <a:extLst>
                <a:ext uri="{FF2B5EF4-FFF2-40B4-BE49-F238E27FC236}">
                  <a16:creationId xmlns:a16="http://schemas.microsoft.com/office/drawing/2014/main" id="{16B847E5-F805-6315-ECDF-E45747CAA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3" name="Text Box 81">
              <a:extLst>
                <a:ext uri="{FF2B5EF4-FFF2-40B4-BE49-F238E27FC236}">
                  <a16:creationId xmlns:a16="http://schemas.microsoft.com/office/drawing/2014/main" id="{40EA4ADE-BBA0-8B1F-AB0F-BD5F15D09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4" name="Text Box 82">
              <a:extLst>
                <a:ext uri="{FF2B5EF4-FFF2-40B4-BE49-F238E27FC236}">
                  <a16:creationId xmlns:a16="http://schemas.microsoft.com/office/drawing/2014/main" id="{77EEE1E2-E79B-849A-8DA2-BB102CB34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5" name="Text Box 83">
              <a:extLst>
                <a:ext uri="{FF2B5EF4-FFF2-40B4-BE49-F238E27FC236}">
                  <a16:creationId xmlns:a16="http://schemas.microsoft.com/office/drawing/2014/main" id="{A15C45AE-E536-D666-1940-E5E0202D1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6" name="Text Box 84">
              <a:extLst>
                <a:ext uri="{FF2B5EF4-FFF2-40B4-BE49-F238E27FC236}">
                  <a16:creationId xmlns:a16="http://schemas.microsoft.com/office/drawing/2014/main" id="{5A66D201-E6A0-633A-9FF4-5CB66B058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7" name="Text Box 85">
              <a:extLst>
                <a:ext uri="{FF2B5EF4-FFF2-40B4-BE49-F238E27FC236}">
                  <a16:creationId xmlns:a16="http://schemas.microsoft.com/office/drawing/2014/main" id="{7B23741A-20E4-5B64-A422-6C2AE9B53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8" name="Text Box 86">
              <a:extLst>
                <a:ext uri="{FF2B5EF4-FFF2-40B4-BE49-F238E27FC236}">
                  <a16:creationId xmlns:a16="http://schemas.microsoft.com/office/drawing/2014/main" id="{CAC108E7-7377-8820-B210-C84279579C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9" name="Text Box 87">
              <a:extLst>
                <a:ext uri="{FF2B5EF4-FFF2-40B4-BE49-F238E27FC236}">
                  <a16:creationId xmlns:a16="http://schemas.microsoft.com/office/drawing/2014/main" id="{003F2192-CDCE-077D-0411-2392F6DFE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0" name="Text Box 88">
              <a:extLst>
                <a:ext uri="{FF2B5EF4-FFF2-40B4-BE49-F238E27FC236}">
                  <a16:creationId xmlns:a16="http://schemas.microsoft.com/office/drawing/2014/main" id="{F4D5DB2E-82C6-F3C6-F714-038C94810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1" name="Text Box 89">
              <a:extLst>
                <a:ext uri="{FF2B5EF4-FFF2-40B4-BE49-F238E27FC236}">
                  <a16:creationId xmlns:a16="http://schemas.microsoft.com/office/drawing/2014/main" id="{D77438D8-344F-48BA-3FE0-D56D78632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2" name="Text Box 90">
              <a:extLst>
                <a:ext uri="{FF2B5EF4-FFF2-40B4-BE49-F238E27FC236}">
                  <a16:creationId xmlns:a16="http://schemas.microsoft.com/office/drawing/2014/main" id="{D069C70A-239F-D92D-7F6C-0EC37A43B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3" name="Text Box 91">
              <a:extLst>
                <a:ext uri="{FF2B5EF4-FFF2-40B4-BE49-F238E27FC236}">
                  <a16:creationId xmlns:a16="http://schemas.microsoft.com/office/drawing/2014/main" id="{BEB3E0C2-3E02-71AE-F765-473F1B119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4" name="Text Box 92">
              <a:extLst>
                <a:ext uri="{FF2B5EF4-FFF2-40B4-BE49-F238E27FC236}">
                  <a16:creationId xmlns:a16="http://schemas.microsoft.com/office/drawing/2014/main" id="{A78DC19B-9AA0-3774-9D90-4ADD22C1C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5" name="Text Box 93">
              <a:extLst>
                <a:ext uri="{FF2B5EF4-FFF2-40B4-BE49-F238E27FC236}">
                  <a16:creationId xmlns:a16="http://schemas.microsoft.com/office/drawing/2014/main" id="{9E8FC2B4-A33A-30A6-F0A7-9FA921718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</p:grpSp>
      <p:sp>
        <p:nvSpPr>
          <p:cNvPr id="36" name="Arc 170">
            <a:extLst>
              <a:ext uri="{FF2B5EF4-FFF2-40B4-BE49-F238E27FC236}">
                <a16:creationId xmlns:a16="http://schemas.microsoft.com/office/drawing/2014/main" id="{14514E37-14B4-4904-F693-5F4F0964C6F2}"/>
              </a:ext>
            </a:extLst>
          </p:cNvPr>
          <p:cNvSpPr>
            <a:spLocks/>
          </p:cNvSpPr>
          <p:nvPr/>
        </p:nvSpPr>
        <p:spPr bwMode="auto">
          <a:xfrm rot="10800000">
            <a:off x="2309813" y="2487613"/>
            <a:ext cx="295275" cy="620712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Arc 173">
            <a:extLst>
              <a:ext uri="{FF2B5EF4-FFF2-40B4-BE49-F238E27FC236}">
                <a16:creationId xmlns:a16="http://schemas.microsoft.com/office/drawing/2014/main" id="{9B455EE7-13E3-E696-C6C1-45301F4E3721}"/>
              </a:ext>
            </a:extLst>
          </p:cNvPr>
          <p:cNvSpPr>
            <a:spLocks/>
          </p:cNvSpPr>
          <p:nvPr/>
        </p:nvSpPr>
        <p:spPr bwMode="auto">
          <a:xfrm>
            <a:off x="1141413" y="2532063"/>
            <a:ext cx="265112" cy="592137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AutoShape 169">
            <a:extLst>
              <a:ext uri="{FF2B5EF4-FFF2-40B4-BE49-F238E27FC236}">
                <a16:creationId xmlns:a16="http://schemas.microsoft.com/office/drawing/2014/main" id="{C7025EAE-6EA7-6099-E4B4-0E5BD0667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3" y="1903413"/>
            <a:ext cx="354012" cy="1182687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39" name="Group 60">
            <a:extLst>
              <a:ext uri="{FF2B5EF4-FFF2-40B4-BE49-F238E27FC236}">
                <a16:creationId xmlns:a16="http://schemas.microsoft.com/office/drawing/2014/main" id="{532AA88A-2420-3CC7-29CB-7AE08ACF35F7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190875"/>
            <a:ext cx="2406650" cy="461963"/>
            <a:chOff x="1565" y="2892"/>
            <a:chExt cx="1516" cy="291"/>
          </a:xfrm>
        </p:grpSpPr>
        <p:sp>
          <p:nvSpPr>
            <p:cNvPr id="40" name="Rectangle 38">
              <a:extLst>
                <a:ext uri="{FF2B5EF4-FFF2-40B4-BE49-F238E27FC236}">
                  <a16:creationId xmlns:a16="http://schemas.microsoft.com/office/drawing/2014/main" id="{46323ED8-FF74-4F88-9B54-E9B5E4957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15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r>
                <a:rPr kumimoji="1" lang="en-US" altLang="zh-CN" sz="2400" baseline="-15000">
                  <a:ea typeface="楷体_GB2312" pitchFamily="49" charset="-122"/>
                </a:rPr>
                <a:t>1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FC8C7D3C-36BD-350C-BDC7-A724ADA38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0" y="2938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" name="右箭头 41">
            <a:extLst>
              <a:ext uri="{FF2B5EF4-FFF2-40B4-BE49-F238E27FC236}">
                <a16:creationId xmlns:a16="http://schemas.microsoft.com/office/drawing/2014/main" id="{849C08A0-0D4F-C8B8-D7AC-DF7F2DFAC2EA}"/>
              </a:ext>
            </a:extLst>
          </p:cNvPr>
          <p:cNvSpPr/>
          <p:nvPr/>
        </p:nvSpPr>
        <p:spPr>
          <a:xfrm flipH="1">
            <a:off x="5391150" y="2095500"/>
            <a:ext cx="560388" cy="314325"/>
          </a:xfrm>
          <a:prstGeom prst="rightArrow">
            <a:avLst>
              <a:gd name="adj1" fmla="val 44818"/>
              <a:gd name="adj2" fmla="val 50000"/>
            </a:avLst>
          </a:prstGeom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43" name="Group 64">
            <a:extLst>
              <a:ext uri="{FF2B5EF4-FFF2-40B4-BE49-F238E27FC236}">
                <a16:creationId xmlns:a16="http://schemas.microsoft.com/office/drawing/2014/main" id="{0868D2C1-725A-8661-F07F-8E68326F10D8}"/>
              </a:ext>
            </a:extLst>
          </p:cNvPr>
          <p:cNvGrpSpPr>
            <a:grpSpLocks/>
          </p:cNvGrpSpPr>
          <p:nvPr/>
        </p:nvGrpSpPr>
        <p:grpSpPr bwMode="auto">
          <a:xfrm>
            <a:off x="2954338" y="1195388"/>
            <a:ext cx="2251075" cy="1931987"/>
            <a:chOff x="305" y="2574"/>
            <a:chExt cx="1418" cy="1217"/>
          </a:xfrm>
        </p:grpSpPr>
        <p:sp>
          <p:nvSpPr>
            <p:cNvPr id="44" name="Text Box 65">
              <a:extLst>
                <a:ext uri="{FF2B5EF4-FFF2-40B4-BE49-F238E27FC236}">
                  <a16:creationId xmlns:a16="http://schemas.microsoft.com/office/drawing/2014/main" id="{6934AE80-5640-D14C-E0F0-CD431D3A7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45" name="Text Box 66">
              <a:extLst>
                <a:ext uri="{FF2B5EF4-FFF2-40B4-BE49-F238E27FC236}">
                  <a16:creationId xmlns:a16="http://schemas.microsoft.com/office/drawing/2014/main" id="{BDD27243-AB7F-8CDD-D366-C2E8B3DE7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46" name="Text Box 67">
              <a:extLst>
                <a:ext uri="{FF2B5EF4-FFF2-40B4-BE49-F238E27FC236}">
                  <a16:creationId xmlns:a16="http://schemas.microsoft.com/office/drawing/2014/main" id="{460EA805-A9B6-7044-D300-63607BC60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47" name="Text Box 68">
              <a:extLst>
                <a:ext uri="{FF2B5EF4-FFF2-40B4-BE49-F238E27FC236}">
                  <a16:creationId xmlns:a16="http://schemas.microsoft.com/office/drawing/2014/main" id="{D80ABD37-81E5-1B68-F78C-E5D2ED0EA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48" name="Text Box 69">
              <a:extLst>
                <a:ext uri="{FF2B5EF4-FFF2-40B4-BE49-F238E27FC236}">
                  <a16:creationId xmlns:a16="http://schemas.microsoft.com/office/drawing/2014/main" id="{C3B4868A-C2B6-2481-6461-44C3C734E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49" name="Text Box 70">
              <a:extLst>
                <a:ext uri="{FF2B5EF4-FFF2-40B4-BE49-F238E27FC236}">
                  <a16:creationId xmlns:a16="http://schemas.microsoft.com/office/drawing/2014/main" id="{90121B71-49FC-D535-3908-71827B4D4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50" name="Text Box 71">
              <a:extLst>
                <a:ext uri="{FF2B5EF4-FFF2-40B4-BE49-F238E27FC236}">
                  <a16:creationId xmlns:a16="http://schemas.microsoft.com/office/drawing/2014/main" id="{AF9B389F-71B5-2EA0-EEFB-398661316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51" name="Text Box 72">
              <a:extLst>
                <a:ext uri="{FF2B5EF4-FFF2-40B4-BE49-F238E27FC236}">
                  <a16:creationId xmlns:a16="http://schemas.microsoft.com/office/drawing/2014/main" id="{B62EAF9A-3FFD-F301-86DD-41E431D5E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52" name="Line 73">
              <a:extLst>
                <a:ext uri="{FF2B5EF4-FFF2-40B4-BE49-F238E27FC236}">
                  <a16:creationId xmlns:a16="http://schemas.microsoft.com/office/drawing/2014/main" id="{1E6EBEEF-6277-4BD2-0533-B4A34F3C7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74">
              <a:extLst>
                <a:ext uri="{FF2B5EF4-FFF2-40B4-BE49-F238E27FC236}">
                  <a16:creationId xmlns:a16="http://schemas.microsoft.com/office/drawing/2014/main" id="{2DFE76E8-8C56-91FF-62F3-ED84F9B9F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Box 75">
              <a:extLst>
                <a:ext uri="{FF2B5EF4-FFF2-40B4-BE49-F238E27FC236}">
                  <a16:creationId xmlns:a16="http://schemas.microsoft.com/office/drawing/2014/main" id="{8E26494D-76A1-EA6A-60B1-E892BC248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55" name="Text Box 76">
              <a:extLst>
                <a:ext uri="{FF2B5EF4-FFF2-40B4-BE49-F238E27FC236}">
                  <a16:creationId xmlns:a16="http://schemas.microsoft.com/office/drawing/2014/main" id="{C4590871-15F7-FD8B-0621-A2B45B2C9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56" name="Text Box 77">
              <a:extLst>
                <a:ext uri="{FF2B5EF4-FFF2-40B4-BE49-F238E27FC236}">
                  <a16:creationId xmlns:a16="http://schemas.microsoft.com/office/drawing/2014/main" id="{1D9C22B3-1057-231E-75F0-F4B9E4730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K</a:t>
              </a:r>
              <a:r>
                <a:rPr kumimoji="1" lang="en-US" altLang="zh-CN" sz="20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57" name="Text Box 78">
              <a:extLst>
                <a:ext uri="{FF2B5EF4-FFF2-40B4-BE49-F238E27FC236}">
                  <a16:creationId xmlns:a16="http://schemas.microsoft.com/office/drawing/2014/main" id="{BF116C28-4C44-FEED-F437-974648AA1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58" name="Text Box 79">
              <a:extLst>
                <a:ext uri="{FF2B5EF4-FFF2-40B4-BE49-F238E27FC236}">
                  <a16:creationId xmlns:a16="http://schemas.microsoft.com/office/drawing/2014/main" id="{49BD3C49-1834-1955-395E-3C20A24C1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37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59" name="Text Box 80">
              <a:extLst>
                <a:ext uri="{FF2B5EF4-FFF2-40B4-BE49-F238E27FC236}">
                  <a16:creationId xmlns:a16="http://schemas.microsoft.com/office/drawing/2014/main" id="{407EB93B-439E-7C1E-E19D-F91DC5013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0" name="Text Box 81">
              <a:extLst>
                <a:ext uri="{FF2B5EF4-FFF2-40B4-BE49-F238E27FC236}">
                  <a16:creationId xmlns:a16="http://schemas.microsoft.com/office/drawing/2014/main" id="{CA56C117-FBDB-7AD0-F09B-C7B07D6A2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1" name="Text Box 82">
              <a:extLst>
                <a:ext uri="{FF2B5EF4-FFF2-40B4-BE49-F238E27FC236}">
                  <a16:creationId xmlns:a16="http://schemas.microsoft.com/office/drawing/2014/main" id="{2AA12A91-6CB4-E52F-128F-3539D4811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317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2" name="Text Box 83">
              <a:extLst>
                <a:ext uri="{FF2B5EF4-FFF2-40B4-BE49-F238E27FC236}">
                  <a16:creationId xmlns:a16="http://schemas.microsoft.com/office/drawing/2014/main" id="{03DABA88-8E5D-4F0D-9A26-64D1F8AB6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3" name="Text Box 84">
              <a:extLst>
                <a:ext uri="{FF2B5EF4-FFF2-40B4-BE49-F238E27FC236}">
                  <a16:creationId xmlns:a16="http://schemas.microsoft.com/office/drawing/2014/main" id="{094227AF-92FF-C658-E730-CB78687A3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4" name="Text Box 85">
              <a:extLst>
                <a:ext uri="{FF2B5EF4-FFF2-40B4-BE49-F238E27FC236}">
                  <a16:creationId xmlns:a16="http://schemas.microsoft.com/office/drawing/2014/main" id="{FC82FE78-EF12-FDDD-4980-EB659802C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5" name="Text Box 86">
              <a:extLst>
                <a:ext uri="{FF2B5EF4-FFF2-40B4-BE49-F238E27FC236}">
                  <a16:creationId xmlns:a16="http://schemas.microsoft.com/office/drawing/2014/main" id="{4B6ECE98-C77C-0ADB-02D8-48F1268DD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6" name="Text Box 87">
              <a:extLst>
                <a:ext uri="{FF2B5EF4-FFF2-40B4-BE49-F238E27FC236}">
                  <a16:creationId xmlns:a16="http://schemas.microsoft.com/office/drawing/2014/main" id="{11729CE1-BCF8-3D59-738D-51E871714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7" name="Text Box 88">
              <a:extLst>
                <a:ext uri="{FF2B5EF4-FFF2-40B4-BE49-F238E27FC236}">
                  <a16:creationId xmlns:a16="http://schemas.microsoft.com/office/drawing/2014/main" id="{163D4A03-B6B6-4ABA-6B46-207DEA2A7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8" name="Text Box 89">
              <a:extLst>
                <a:ext uri="{FF2B5EF4-FFF2-40B4-BE49-F238E27FC236}">
                  <a16:creationId xmlns:a16="http://schemas.microsoft.com/office/drawing/2014/main" id="{CAEEFCE7-CF6D-BFDF-17A8-F1CAA6C77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9" name="Text Box 90">
              <a:extLst>
                <a:ext uri="{FF2B5EF4-FFF2-40B4-BE49-F238E27FC236}">
                  <a16:creationId xmlns:a16="http://schemas.microsoft.com/office/drawing/2014/main" id="{3325D6CB-A4E7-C9A7-88FC-7D33AAAE3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0" name="Text Box 91">
              <a:extLst>
                <a:ext uri="{FF2B5EF4-FFF2-40B4-BE49-F238E27FC236}">
                  <a16:creationId xmlns:a16="http://schemas.microsoft.com/office/drawing/2014/main" id="{E71914B0-F27A-D1E4-FA45-5166516ED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1" name="Text Box 92">
              <a:extLst>
                <a:ext uri="{FF2B5EF4-FFF2-40B4-BE49-F238E27FC236}">
                  <a16:creationId xmlns:a16="http://schemas.microsoft.com/office/drawing/2014/main" id="{7DBE3C98-F3B1-70D1-0485-328ED7CE9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2" name="Text Box 93">
              <a:extLst>
                <a:ext uri="{FF2B5EF4-FFF2-40B4-BE49-F238E27FC236}">
                  <a16:creationId xmlns:a16="http://schemas.microsoft.com/office/drawing/2014/main" id="{DD733084-DC8F-3248-8BD9-37CE54E8C2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73" name="AutoShape 169">
            <a:extLst>
              <a:ext uri="{FF2B5EF4-FFF2-40B4-BE49-F238E27FC236}">
                <a16:creationId xmlns:a16="http://schemas.microsoft.com/office/drawing/2014/main" id="{D9BAC40D-3EC5-96D0-8C0D-F8CA812D5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1958975"/>
            <a:ext cx="315912" cy="1182688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74" name="Group 60">
            <a:extLst>
              <a:ext uri="{FF2B5EF4-FFF2-40B4-BE49-F238E27FC236}">
                <a16:creationId xmlns:a16="http://schemas.microsoft.com/office/drawing/2014/main" id="{D395B291-4286-02FF-5626-205051277092}"/>
              </a:ext>
            </a:extLst>
          </p:cNvPr>
          <p:cNvGrpSpPr>
            <a:grpSpLocks/>
          </p:cNvGrpSpPr>
          <p:nvPr/>
        </p:nvGrpSpPr>
        <p:grpSpPr bwMode="auto">
          <a:xfrm>
            <a:off x="3205163" y="3176588"/>
            <a:ext cx="2568575" cy="461962"/>
            <a:chOff x="1565" y="2892"/>
            <a:chExt cx="1618" cy="291"/>
          </a:xfrm>
        </p:grpSpPr>
        <p:sp>
          <p:nvSpPr>
            <p:cNvPr id="75" name="Rectangle 38">
              <a:extLst>
                <a:ext uri="{FF2B5EF4-FFF2-40B4-BE49-F238E27FC236}">
                  <a16:creationId xmlns:a16="http://schemas.microsoft.com/office/drawing/2014/main" id="{C06FA3F0-FAB5-98AD-FF25-277E60260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16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r>
                <a:rPr kumimoji="1" lang="en-US" altLang="zh-CN" sz="2400" baseline="-15000">
                  <a:ea typeface="楷体_GB2312" pitchFamily="49" charset="-122"/>
                </a:rPr>
                <a:t>1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 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76" name="Line 39">
              <a:extLst>
                <a:ext uri="{FF2B5EF4-FFF2-40B4-BE49-F238E27FC236}">
                  <a16:creationId xmlns:a16="http://schemas.microsoft.com/office/drawing/2014/main" id="{AA1D5E10-EA53-95AC-CDC7-1DB730F17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8" y="2946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7" name="文本框 136">
            <a:extLst>
              <a:ext uri="{FF2B5EF4-FFF2-40B4-BE49-F238E27FC236}">
                <a16:creationId xmlns:a16="http://schemas.microsoft.com/office/drawing/2014/main" id="{1CD2765C-CC79-1064-5B99-D2DC980C1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3681413"/>
            <a:ext cx="4824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和第一种方法推导的结果做对比：</a:t>
            </a:r>
          </a:p>
        </p:txBody>
      </p:sp>
      <p:sp>
        <p:nvSpPr>
          <p:cNvPr id="78" name="Line 39">
            <a:extLst>
              <a:ext uri="{FF2B5EF4-FFF2-40B4-BE49-F238E27FC236}">
                <a16:creationId xmlns:a16="http://schemas.microsoft.com/office/drawing/2014/main" id="{A1C34BE5-E071-5910-CFB7-8AEE7A20C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2713" y="3276600"/>
            <a:ext cx="25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文本框 204">
            <a:extLst>
              <a:ext uri="{FF2B5EF4-FFF2-40B4-BE49-F238E27FC236}">
                <a16:creationId xmlns:a16="http://schemas.microsoft.com/office/drawing/2014/main" id="{2EEAA1E9-7213-7DE1-A01C-9D8FA6C7F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184650"/>
            <a:ext cx="1981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达到功能一致，</a:t>
            </a:r>
            <a:endParaRPr lang="en-US" altLang="zh-CN" sz="1800" b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表达式一致</a:t>
            </a:r>
          </a:p>
        </p:txBody>
      </p:sp>
      <p:pic>
        <p:nvPicPr>
          <p:cNvPr id="80" name="图片 205">
            <a:extLst>
              <a:ext uri="{FF2B5EF4-FFF2-40B4-BE49-F238E27FC236}">
                <a16:creationId xmlns:a16="http://schemas.microsoft.com/office/drawing/2014/main" id="{F234D1E9-63AC-4211-762D-0FB52D000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350" y="1222375"/>
            <a:ext cx="2986088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" name="文本框 206">
            <a:extLst>
              <a:ext uri="{FF2B5EF4-FFF2-40B4-BE49-F238E27FC236}">
                <a16:creationId xmlns:a16="http://schemas.microsoft.com/office/drawing/2014/main" id="{DCCAE1A4-D93F-C5CA-9EB1-40BAAEAA0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3313" y="971550"/>
            <a:ext cx="290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条件填入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kumimoji="1" lang="en-US" altLang="zh-CN" sz="1800" b="0" baseline="-1500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en-US" altLang="zh-CN" sz="1800" b="0" baseline="3500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 Q</a:t>
            </a:r>
            <a:r>
              <a:rPr kumimoji="1" lang="en-US" altLang="zh-CN" sz="1800" b="0" baseline="-1500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en-US" altLang="zh-CN" sz="1800" b="0" baseline="3500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 Q</a:t>
            </a:r>
            <a:r>
              <a:rPr kumimoji="1" lang="en-US" altLang="zh-CN" sz="1800" b="0" baseline="-1500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kumimoji="1" lang="en-US" altLang="zh-CN" sz="1800" b="0" baseline="3500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 A</a:t>
            </a:r>
            <a:endParaRPr lang="zh-CN" altLang="en-US" sz="1800" b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Arc 170">
            <a:extLst>
              <a:ext uri="{FF2B5EF4-FFF2-40B4-BE49-F238E27FC236}">
                <a16:creationId xmlns:a16="http://schemas.microsoft.com/office/drawing/2014/main" id="{D050C5E4-9862-8851-A3C6-0A7F457A8FE9}"/>
              </a:ext>
            </a:extLst>
          </p:cNvPr>
          <p:cNvSpPr>
            <a:spLocks/>
          </p:cNvSpPr>
          <p:nvPr/>
        </p:nvSpPr>
        <p:spPr bwMode="auto">
          <a:xfrm rot="10800000">
            <a:off x="4821238" y="1951038"/>
            <a:ext cx="295275" cy="54927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Arc 173">
            <a:extLst>
              <a:ext uri="{FF2B5EF4-FFF2-40B4-BE49-F238E27FC236}">
                <a16:creationId xmlns:a16="http://schemas.microsoft.com/office/drawing/2014/main" id="{61100B9C-46C6-2369-1FF2-D957CC2B6AEE}"/>
              </a:ext>
            </a:extLst>
          </p:cNvPr>
          <p:cNvSpPr>
            <a:spLocks/>
          </p:cNvSpPr>
          <p:nvPr/>
        </p:nvSpPr>
        <p:spPr bwMode="auto">
          <a:xfrm>
            <a:off x="3652838" y="1935163"/>
            <a:ext cx="265112" cy="581025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Line 39">
            <a:extLst>
              <a:ext uri="{FF2B5EF4-FFF2-40B4-BE49-F238E27FC236}">
                <a16:creationId xmlns:a16="http://schemas.microsoft.com/office/drawing/2014/main" id="{45A1A0A8-415E-335E-917F-CE448262B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6538" y="3263900"/>
            <a:ext cx="25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5" name="Group 59">
            <a:extLst>
              <a:ext uri="{FF2B5EF4-FFF2-40B4-BE49-F238E27FC236}">
                <a16:creationId xmlns:a16="http://schemas.microsoft.com/office/drawing/2014/main" id="{0E7A038D-0C21-BB6A-7F55-97654FDA48FC}"/>
              </a:ext>
            </a:extLst>
          </p:cNvPr>
          <p:cNvGrpSpPr>
            <a:grpSpLocks/>
          </p:cNvGrpSpPr>
          <p:nvPr/>
        </p:nvGrpSpPr>
        <p:grpSpPr bwMode="auto">
          <a:xfrm>
            <a:off x="325438" y="6007100"/>
            <a:ext cx="4098925" cy="457200"/>
            <a:chOff x="1565" y="3271"/>
            <a:chExt cx="2582" cy="288"/>
          </a:xfrm>
        </p:grpSpPr>
        <p:sp>
          <p:nvSpPr>
            <p:cNvPr id="86" name="Rectangle 45">
              <a:extLst>
                <a:ext uri="{FF2B5EF4-FFF2-40B4-BE49-F238E27FC236}">
                  <a16:creationId xmlns:a16="http://schemas.microsoft.com/office/drawing/2014/main" id="{B458D2BB-D044-8ABB-2F74-7136BAE0C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3271"/>
              <a:ext cx="14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r>
                <a:rPr kumimoji="1" lang="en-US" altLang="zh-CN" sz="2400" baseline="-15000">
                  <a:ea typeface="楷体_GB2312" pitchFamily="49" charset="-122"/>
                </a:rPr>
                <a:t>1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87" name="Rectangle 47">
              <a:extLst>
                <a:ext uri="{FF2B5EF4-FFF2-40B4-BE49-F238E27FC236}">
                  <a16:creationId xmlns:a16="http://schemas.microsoft.com/office/drawing/2014/main" id="{4E731F99-F694-33D2-0423-E1BE28C1E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3271"/>
              <a:ext cx="6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r>
                <a:rPr kumimoji="1" lang="en-US" altLang="zh-CN" sz="2400" baseline="-15000">
                  <a:ea typeface="楷体_GB2312" pitchFamily="49" charset="-122"/>
                </a:rPr>
                <a:t>1 </a:t>
              </a:r>
              <a:r>
                <a:rPr kumimoji="1" lang="en-US" altLang="zh-CN" sz="2400">
                  <a:ea typeface="楷体_GB2312" pitchFamily="49" charset="-122"/>
                </a:rPr>
                <a:t>= J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endParaRPr kumimoji="1" lang="zh-CN" altLang="en-US" sz="2400" baseline="35000">
                <a:ea typeface="楷体_GB2312" pitchFamily="49" charset="-122"/>
              </a:endParaRPr>
            </a:p>
          </p:txBody>
        </p:sp>
        <p:sp>
          <p:nvSpPr>
            <p:cNvPr id="88" name="Line 46">
              <a:extLst>
                <a:ext uri="{FF2B5EF4-FFF2-40B4-BE49-F238E27FC236}">
                  <a16:creationId xmlns:a16="http://schemas.microsoft.com/office/drawing/2014/main" id="{F78F82F9-A4DA-A583-7835-8B156F4A2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3317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50">
              <a:extLst>
                <a:ext uri="{FF2B5EF4-FFF2-40B4-BE49-F238E27FC236}">
                  <a16:creationId xmlns:a16="http://schemas.microsoft.com/office/drawing/2014/main" id="{C8F4CA18-ACD0-0202-615F-42E62194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" y="3317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0" name="Group 64">
            <a:extLst>
              <a:ext uri="{FF2B5EF4-FFF2-40B4-BE49-F238E27FC236}">
                <a16:creationId xmlns:a16="http://schemas.microsoft.com/office/drawing/2014/main" id="{3630B50A-477E-B990-841E-583AAD254581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3981450"/>
            <a:ext cx="2251075" cy="1952625"/>
            <a:chOff x="305" y="2574"/>
            <a:chExt cx="1418" cy="1230"/>
          </a:xfrm>
        </p:grpSpPr>
        <p:sp>
          <p:nvSpPr>
            <p:cNvPr id="91" name="Text Box 65">
              <a:extLst>
                <a:ext uri="{FF2B5EF4-FFF2-40B4-BE49-F238E27FC236}">
                  <a16:creationId xmlns:a16="http://schemas.microsoft.com/office/drawing/2014/main" id="{6BA87EFA-E842-AD32-9CE6-C3AF6AFB4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2" name="Text Box 66">
              <a:extLst>
                <a:ext uri="{FF2B5EF4-FFF2-40B4-BE49-F238E27FC236}">
                  <a16:creationId xmlns:a16="http://schemas.microsoft.com/office/drawing/2014/main" id="{4A1EA88F-E1D4-AD0B-6F29-D2AA3BA26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3" name="Text Box 67">
              <a:extLst>
                <a:ext uri="{FF2B5EF4-FFF2-40B4-BE49-F238E27FC236}">
                  <a16:creationId xmlns:a16="http://schemas.microsoft.com/office/drawing/2014/main" id="{02AA3E1E-2EFD-9CDD-2F99-88B4B0B4E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4" name="Text Box 68">
              <a:extLst>
                <a:ext uri="{FF2B5EF4-FFF2-40B4-BE49-F238E27FC236}">
                  <a16:creationId xmlns:a16="http://schemas.microsoft.com/office/drawing/2014/main" id="{2E63CC3E-B133-EF08-ED4D-D448163195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95" name="Text Box 69">
              <a:extLst>
                <a:ext uri="{FF2B5EF4-FFF2-40B4-BE49-F238E27FC236}">
                  <a16:creationId xmlns:a16="http://schemas.microsoft.com/office/drawing/2014/main" id="{854B2DFD-2E63-31CB-518B-2565F96CF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6" name="Text Box 70">
              <a:extLst>
                <a:ext uri="{FF2B5EF4-FFF2-40B4-BE49-F238E27FC236}">
                  <a16:creationId xmlns:a16="http://schemas.microsoft.com/office/drawing/2014/main" id="{5C6F0465-EC1E-6919-0CCA-A9428675D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7" name="Text Box 71">
              <a:extLst>
                <a:ext uri="{FF2B5EF4-FFF2-40B4-BE49-F238E27FC236}">
                  <a16:creationId xmlns:a16="http://schemas.microsoft.com/office/drawing/2014/main" id="{57E51E29-9BAB-58C0-2398-411C74BF4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8" name="Text Box 72">
              <a:extLst>
                <a:ext uri="{FF2B5EF4-FFF2-40B4-BE49-F238E27FC236}">
                  <a16:creationId xmlns:a16="http://schemas.microsoft.com/office/drawing/2014/main" id="{F4258932-249C-2FBD-16C2-60A605B919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99" name="Line 73">
              <a:extLst>
                <a:ext uri="{FF2B5EF4-FFF2-40B4-BE49-F238E27FC236}">
                  <a16:creationId xmlns:a16="http://schemas.microsoft.com/office/drawing/2014/main" id="{C5C36D95-A258-CDBB-A950-E7801EE6C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74">
              <a:extLst>
                <a:ext uri="{FF2B5EF4-FFF2-40B4-BE49-F238E27FC236}">
                  <a16:creationId xmlns:a16="http://schemas.microsoft.com/office/drawing/2014/main" id="{4BE06BB1-D8B4-1D32-A3A0-774ADE0E7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 Box 75">
              <a:extLst>
                <a:ext uri="{FF2B5EF4-FFF2-40B4-BE49-F238E27FC236}">
                  <a16:creationId xmlns:a16="http://schemas.microsoft.com/office/drawing/2014/main" id="{74344EF0-2411-A8B3-F39E-12D2BAF2D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02" name="Text Box 76">
              <a:extLst>
                <a:ext uri="{FF2B5EF4-FFF2-40B4-BE49-F238E27FC236}">
                  <a16:creationId xmlns:a16="http://schemas.microsoft.com/office/drawing/2014/main" id="{680F7D89-B30E-E1ED-3905-CE551BBDE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03" name="Text Box 77">
              <a:extLst>
                <a:ext uri="{FF2B5EF4-FFF2-40B4-BE49-F238E27FC236}">
                  <a16:creationId xmlns:a16="http://schemas.microsoft.com/office/drawing/2014/main" id="{3FF0AF5A-A43F-145B-9588-49C1D4876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3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J</a:t>
              </a:r>
              <a:r>
                <a:rPr kumimoji="1" lang="en-US" altLang="zh-CN" sz="20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04" name="Text Box 78">
              <a:extLst>
                <a:ext uri="{FF2B5EF4-FFF2-40B4-BE49-F238E27FC236}">
                  <a16:creationId xmlns:a16="http://schemas.microsoft.com/office/drawing/2014/main" id="{F3EDA814-9752-DE6F-55C4-76E810E08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5" name="Text Box 79">
              <a:extLst>
                <a:ext uri="{FF2B5EF4-FFF2-40B4-BE49-F238E27FC236}">
                  <a16:creationId xmlns:a16="http://schemas.microsoft.com/office/drawing/2014/main" id="{CD0FB0F7-E25F-5AA1-7C33-A6E666907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6" name="Text Box 80">
              <a:extLst>
                <a:ext uri="{FF2B5EF4-FFF2-40B4-BE49-F238E27FC236}">
                  <a16:creationId xmlns:a16="http://schemas.microsoft.com/office/drawing/2014/main" id="{694A2A37-D620-F96A-AC27-422DBAAA6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7" name="Text Box 81">
              <a:extLst>
                <a:ext uri="{FF2B5EF4-FFF2-40B4-BE49-F238E27FC236}">
                  <a16:creationId xmlns:a16="http://schemas.microsoft.com/office/drawing/2014/main" id="{7EFED01B-8A5C-8254-969B-9B31CF825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8" name="Text Box 82">
              <a:extLst>
                <a:ext uri="{FF2B5EF4-FFF2-40B4-BE49-F238E27FC236}">
                  <a16:creationId xmlns:a16="http://schemas.microsoft.com/office/drawing/2014/main" id="{1424C7A8-F8B8-C4B2-D3E8-10AF5D9A9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9" name="Text Box 83">
              <a:extLst>
                <a:ext uri="{FF2B5EF4-FFF2-40B4-BE49-F238E27FC236}">
                  <a16:creationId xmlns:a16="http://schemas.microsoft.com/office/drawing/2014/main" id="{C60204F3-A701-8F66-5330-0E124FF9C8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0" name="Text Box 84">
              <a:extLst>
                <a:ext uri="{FF2B5EF4-FFF2-40B4-BE49-F238E27FC236}">
                  <a16:creationId xmlns:a16="http://schemas.microsoft.com/office/drawing/2014/main" id="{F65D360E-7F2C-8569-6B4A-350B2C898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1" name="Text Box 85">
              <a:extLst>
                <a:ext uri="{FF2B5EF4-FFF2-40B4-BE49-F238E27FC236}">
                  <a16:creationId xmlns:a16="http://schemas.microsoft.com/office/drawing/2014/main" id="{0E2E146A-6EA1-E6F4-044C-0DFAF64C7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2" name="Text Box 86">
              <a:extLst>
                <a:ext uri="{FF2B5EF4-FFF2-40B4-BE49-F238E27FC236}">
                  <a16:creationId xmlns:a16="http://schemas.microsoft.com/office/drawing/2014/main" id="{441CDF77-D3D5-8B9F-551E-C9A305980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3" name="Text Box 87">
              <a:extLst>
                <a:ext uri="{FF2B5EF4-FFF2-40B4-BE49-F238E27FC236}">
                  <a16:creationId xmlns:a16="http://schemas.microsoft.com/office/drawing/2014/main" id="{9A508AEA-445E-7548-6429-966DE52BB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4" name="Text Box 88">
              <a:extLst>
                <a:ext uri="{FF2B5EF4-FFF2-40B4-BE49-F238E27FC236}">
                  <a16:creationId xmlns:a16="http://schemas.microsoft.com/office/drawing/2014/main" id="{2C89ADF2-92F3-F5FF-9EE4-F117AC0BA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5" name="Text Box 89">
              <a:extLst>
                <a:ext uri="{FF2B5EF4-FFF2-40B4-BE49-F238E27FC236}">
                  <a16:creationId xmlns:a16="http://schemas.microsoft.com/office/drawing/2014/main" id="{DFCA0211-3EC6-32C4-803D-5F6EE3100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6" name="Text Box 90">
              <a:extLst>
                <a:ext uri="{FF2B5EF4-FFF2-40B4-BE49-F238E27FC236}">
                  <a16:creationId xmlns:a16="http://schemas.microsoft.com/office/drawing/2014/main" id="{258E8458-F08D-0CF6-3777-2056E6B68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17" name="Text Box 91">
              <a:extLst>
                <a:ext uri="{FF2B5EF4-FFF2-40B4-BE49-F238E27FC236}">
                  <a16:creationId xmlns:a16="http://schemas.microsoft.com/office/drawing/2014/main" id="{7AA50EB0-B266-C8C8-B1BA-D992B3AA0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8" name="Text Box 92">
              <a:extLst>
                <a:ext uri="{FF2B5EF4-FFF2-40B4-BE49-F238E27FC236}">
                  <a16:creationId xmlns:a16="http://schemas.microsoft.com/office/drawing/2014/main" id="{17548433-C363-DDAB-A58D-EB07E0D87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9" name="Text Box 93">
              <a:extLst>
                <a:ext uri="{FF2B5EF4-FFF2-40B4-BE49-F238E27FC236}">
                  <a16:creationId xmlns:a16="http://schemas.microsoft.com/office/drawing/2014/main" id="{27F9611F-C655-C158-CB29-BAFB435D3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</p:grpSp>
      <p:sp>
        <p:nvSpPr>
          <p:cNvPr id="120" name="Arc 170">
            <a:extLst>
              <a:ext uri="{FF2B5EF4-FFF2-40B4-BE49-F238E27FC236}">
                <a16:creationId xmlns:a16="http://schemas.microsoft.com/office/drawing/2014/main" id="{F41C81F7-E7AF-ACF1-0DF3-5AC3D4D10DAD}"/>
              </a:ext>
            </a:extLst>
          </p:cNvPr>
          <p:cNvSpPr>
            <a:spLocks/>
          </p:cNvSpPr>
          <p:nvPr/>
        </p:nvSpPr>
        <p:spPr bwMode="auto">
          <a:xfrm rot="10800000">
            <a:off x="2298700" y="5240338"/>
            <a:ext cx="295275" cy="673100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Arc 173">
            <a:extLst>
              <a:ext uri="{FF2B5EF4-FFF2-40B4-BE49-F238E27FC236}">
                <a16:creationId xmlns:a16="http://schemas.microsoft.com/office/drawing/2014/main" id="{3FA76AC4-4FE1-462D-D85F-76BA3175F968}"/>
              </a:ext>
            </a:extLst>
          </p:cNvPr>
          <p:cNvSpPr>
            <a:spLocks/>
          </p:cNvSpPr>
          <p:nvPr/>
        </p:nvSpPr>
        <p:spPr bwMode="auto">
          <a:xfrm>
            <a:off x="1130300" y="5260975"/>
            <a:ext cx="265113" cy="669925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AutoShape 169">
            <a:extLst>
              <a:ext uri="{FF2B5EF4-FFF2-40B4-BE49-F238E27FC236}">
                <a16:creationId xmlns:a16="http://schemas.microsoft.com/office/drawing/2014/main" id="{AD8FACB7-D3C9-16ED-EF9D-0AF6E47F9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4708525"/>
            <a:ext cx="355600" cy="1182688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123" name="Group 64">
            <a:extLst>
              <a:ext uri="{FF2B5EF4-FFF2-40B4-BE49-F238E27FC236}">
                <a16:creationId xmlns:a16="http://schemas.microsoft.com/office/drawing/2014/main" id="{B73C0135-0804-D368-F93E-D9DE8A535D00}"/>
              </a:ext>
            </a:extLst>
          </p:cNvPr>
          <p:cNvGrpSpPr>
            <a:grpSpLocks/>
          </p:cNvGrpSpPr>
          <p:nvPr/>
        </p:nvGrpSpPr>
        <p:grpSpPr bwMode="auto">
          <a:xfrm>
            <a:off x="2943225" y="4002088"/>
            <a:ext cx="2251075" cy="1931987"/>
            <a:chOff x="305" y="2574"/>
            <a:chExt cx="1418" cy="1217"/>
          </a:xfrm>
        </p:grpSpPr>
        <p:sp>
          <p:nvSpPr>
            <p:cNvPr id="124" name="Text Box 65">
              <a:extLst>
                <a:ext uri="{FF2B5EF4-FFF2-40B4-BE49-F238E27FC236}">
                  <a16:creationId xmlns:a16="http://schemas.microsoft.com/office/drawing/2014/main" id="{5F415703-573B-B351-00D0-0EA0BBFEB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25" name="Text Box 66">
              <a:extLst>
                <a:ext uri="{FF2B5EF4-FFF2-40B4-BE49-F238E27FC236}">
                  <a16:creationId xmlns:a16="http://schemas.microsoft.com/office/drawing/2014/main" id="{7AFF63E1-F56A-A320-3952-14D95A028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26" name="Text Box 67">
              <a:extLst>
                <a:ext uri="{FF2B5EF4-FFF2-40B4-BE49-F238E27FC236}">
                  <a16:creationId xmlns:a16="http://schemas.microsoft.com/office/drawing/2014/main" id="{D839B963-7972-6D20-D6DE-0E97114BE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27" name="Text Box 68">
              <a:extLst>
                <a:ext uri="{FF2B5EF4-FFF2-40B4-BE49-F238E27FC236}">
                  <a16:creationId xmlns:a16="http://schemas.microsoft.com/office/drawing/2014/main" id="{DCB55B90-993D-1BEF-0C06-ABBF1489C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28" name="Text Box 69">
              <a:extLst>
                <a:ext uri="{FF2B5EF4-FFF2-40B4-BE49-F238E27FC236}">
                  <a16:creationId xmlns:a16="http://schemas.microsoft.com/office/drawing/2014/main" id="{64EABB23-BEE9-134C-F45F-5F6BAC224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29" name="Text Box 70">
              <a:extLst>
                <a:ext uri="{FF2B5EF4-FFF2-40B4-BE49-F238E27FC236}">
                  <a16:creationId xmlns:a16="http://schemas.microsoft.com/office/drawing/2014/main" id="{28AB4B15-9C35-6781-3427-0324B027A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30" name="Text Box 71">
              <a:extLst>
                <a:ext uri="{FF2B5EF4-FFF2-40B4-BE49-F238E27FC236}">
                  <a16:creationId xmlns:a16="http://schemas.microsoft.com/office/drawing/2014/main" id="{3BAF6987-57A8-4D93-40DD-91919999E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31" name="Text Box 72">
              <a:extLst>
                <a:ext uri="{FF2B5EF4-FFF2-40B4-BE49-F238E27FC236}">
                  <a16:creationId xmlns:a16="http://schemas.microsoft.com/office/drawing/2014/main" id="{C34669CE-5447-E94E-7F98-13A89F526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32" name="Line 73">
              <a:extLst>
                <a:ext uri="{FF2B5EF4-FFF2-40B4-BE49-F238E27FC236}">
                  <a16:creationId xmlns:a16="http://schemas.microsoft.com/office/drawing/2014/main" id="{96973FF8-C2AB-0B4B-02D8-E5816B8E0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74">
              <a:extLst>
                <a:ext uri="{FF2B5EF4-FFF2-40B4-BE49-F238E27FC236}">
                  <a16:creationId xmlns:a16="http://schemas.microsoft.com/office/drawing/2014/main" id="{A43538AB-6A7A-CF09-EC7F-D3A3D351F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Text Box 75">
              <a:extLst>
                <a:ext uri="{FF2B5EF4-FFF2-40B4-BE49-F238E27FC236}">
                  <a16:creationId xmlns:a16="http://schemas.microsoft.com/office/drawing/2014/main" id="{D8FD8611-6905-E727-7BD7-031FD4D04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35" name="Text Box 76">
              <a:extLst>
                <a:ext uri="{FF2B5EF4-FFF2-40B4-BE49-F238E27FC236}">
                  <a16:creationId xmlns:a16="http://schemas.microsoft.com/office/drawing/2014/main" id="{48E48BA5-B4FC-048C-EC00-116DB925A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36" name="Text Box 77">
              <a:extLst>
                <a:ext uri="{FF2B5EF4-FFF2-40B4-BE49-F238E27FC236}">
                  <a16:creationId xmlns:a16="http://schemas.microsoft.com/office/drawing/2014/main" id="{031E4914-D649-5572-A4E0-5D9293397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K</a:t>
              </a:r>
              <a:r>
                <a:rPr kumimoji="1" lang="en-US" altLang="zh-CN" sz="20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37" name="Text Box 78">
              <a:extLst>
                <a:ext uri="{FF2B5EF4-FFF2-40B4-BE49-F238E27FC236}">
                  <a16:creationId xmlns:a16="http://schemas.microsoft.com/office/drawing/2014/main" id="{FC7593BE-9269-6C0C-6596-2994762D5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38" name="Text Box 79">
              <a:extLst>
                <a:ext uri="{FF2B5EF4-FFF2-40B4-BE49-F238E27FC236}">
                  <a16:creationId xmlns:a16="http://schemas.microsoft.com/office/drawing/2014/main" id="{5733D62A-3FA4-18E6-5A7B-13AC1124B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37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39" name="Text Box 80">
              <a:extLst>
                <a:ext uri="{FF2B5EF4-FFF2-40B4-BE49-F238E27FC236}">
                  <a16:creationId xmlns:a16="http://schemas.microsoft.com/office/drawing/2014/main" id="{AC9CBE10-CFF7-F6F5-4A6C-4D6C12A01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0" name="Text Box 81">
              <a:extLst>
                <a:ext uri="{FF2B5EF4-FFF2-40B4-BE49-F238E27FC236}">
                  <a16:creationId xmlns:a16="http://schemas.microsoft.com/office/drawing/2014/main" id="{0C5328C2-9397-D3EF-B7A7-F2D050E6B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1" name="Text Box 82">
              <a:extLst>
                <a:ext uri="{FF2B5EF4-FFF2-40B4-BE49-F238E27FC236}">
                  <a16:creationId xmlns:a16="http://schemas.microsoft.com/office/drawing/2014/main" id="{430691DF-28A1-63FD-B7C3-34D51FE8A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317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2" name="Text Box 83">
              <a:extLst>
                <a:ext uri="{FF2B5EF4-FFF2-40B4-BE49-F238E27FC236}">
                  <a16:creationId xmlns:a16="http://schemas.microsoft.com/office/drawing/2014/main" id="{BF86DB53-618E-6CF6-F143-049A7BC09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3" name="Text Box 84">
              <a:extLst>
                <a:ext uri="{FF2B5EF4-FFF2-40B4-BE49-F238E27FC236}">
                  <a16:creationId xmlns:a16="http://schemas.microsoft.com/office/drawing/2014/main" id="{CF30A14B-B574-AC95-6FB2-725C8A7E6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4" name="Text Box 85">
              <a:extLst>
                <a:ext uri="{FF2B5EF4-FFF2-40B4-BE49-F238E27FC236}">
                  <a16:creationId xmlns:a16="http://schemas.microsoft.com/office/drawing/2014/main" id="{2130008B-2EE4-DC87-B4D2-C62AF1521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5" name="Text Box 86">
              <a:extLst>
                <a:ext uri="{FF2B5EF4-FFF2-40B4-BE49-F238E27FC236}">
                  <a16:creationId xmlns:a16="http://schemas.microsoft.com/office/drawing/2014/main" id="{42BF17F1-15DF-B747-B641-60422CAC3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6" name="Text Box 87">
              <a:extLst>
                <a:ext uri="{FF2B5EF4-FFF2-40B4-BE49-F238E27FC236}">
                  <a16:creationId xmlns:a16="http://schemas.microsoft.com/office/drawing/2014/main" id="{2AFA4341-AF50-B253-AEDD-856B0139F0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7" name="Text Box 88">
              <a:extLst>
                <a:ext uri="{FF2B5EF4-FFF2-40B4-BE49-F238E27FC236}">
                  <a16:creationId xmlns:a16="http://schemas.microsoft.com/office/drawing/2014/main" id="{7D566C71-3E0A-E7A1-6BF8-BFCF65045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8" name="Text Box 89">
              <a:extLst>
                <a:ext uri="{FF2B5EF4-FFF2-40B4-BE49-F238E27FC236}">
                  <a16:creationId xmlns:a16="http://schemas.microsoft.com/office/drawing/2014/main" id="{0F75B5E8-70DA-15D2-6839-2D79B4CE8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9" name="Text Box 90">
              <a:extLst>
                <a:ext uri="{FF2B5EF4-FFF2-40B4-BE49-F238E27FC236}">
                  <a16:creationId xmlns:a16="http://schemas.microsoft.com/office/drawing/2014/main" id="{6E5C0465-DFF8-B33B-900E-734EA9546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50" name="Text Box 91">
              <a:extLst>
                <a:ext uri="{FF2B5EF4-FFF2-40B4-BE49-F238E27FC236}">
                  <a16:creationId xmlns:a16="http://schemas.microsoft.com/office/drawing/2014/main" id="{5E0E5DE2-53E1-70CE-4D38-BEF95D0B1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51" name="Text Box 92">
              <a:extLst>
                <a:ext uri="{FF2B5EF4-FFF2-40B4-BE49-F238E27FC236}">
                  <a16:creationId xmlns:a16="http://schemas.microsoft.com/office/drawing/2014/main" id="{6B9B45A9-683C-9C47-9F36-4F3BC2958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52" name="Text Box 93">
              <a:extLst>
                <a:ext uri="{FF2B5EF4-FFF2-40B4-BE49-F238E27FC236}">
                  <a16:creationId xmlns:a16="http://schemas.microsoft.com/office/drawing/2014/main" id="{0A29FDF9-A23A-0395-17DC-ADE00D533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153" name="AutoShape 169">
            <a:extLst>
              <a:ext uri="{FF2B5EF4-FFF2-40B4-BE49-F238E27FC236}">
                <a16:creationId xmlns:a16="http://schemas.microsoft.com/office/drawing/2014/main" id="{B1413DA4-A8FE-61D7-823C-D90FAA5C1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4764088"/>
            <a:ext cx="315913" cy="1182687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54" name="Line 39">
            <a:extLst>
              <a:ext uri="{FF2B5EF4-FFF2-40B4-BE49-F238E27FC236}">
                <a16:creationId xmlns:a16="http://schemas.microsoft.com/office/drawing/2014/main" id="{888642B6-46E6-2B85-BA0C-C8E3F388B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0013" y="6083300"/>
            <a:ext cx="25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" name="Arc 170">
            <a:extLst>
              <a:ext uri="{FF2B5EF4-FFF2-40B4-BE49-F238E27FC236}">
                <a16:creationId xmlns:a16="http://schemas.microsoft.com/office/drawing/2014/main" id="{7316DFEB-657C-8E4A-B7B3-CDDF50B7BCBE}"/>
              </a:ext>
            </a:extLst>
          </p:cNvPr>
          <p:cNvSpPr>
            <a:spLocks/>
          </p:cNvSpPr>
          <p:nvPr/>
        </p:nvSpPr>
        <p:spPr bwMode="auto">
          <a:xfrm rot="10800000">
            <a:off x="4810125" y="4759325"/>
            <a:ext cx="295275" cy="547688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" name="Arc 173">
            <a:extLst>
              <a:ext uri="{FF2B5EF4-FFF2-40B4-BE49-F238E27FC236}">
                <a16:creationId xmlns:a16="http://schemas.microsoft.com/office/drawing/2014/main" id="{8792A520-C763-3A5D-18EC-5D138B09DAF1}"/>
              </a:ext>
            </a:extLst>
          </p:cNvPr>
          <p:cNvSpPr>
            <a:spLocks/>
          </p:cNvSpPr>
          <p:nvPr/>
        </p:nvSpPr>
        <p:spPr bwMode="auto">
          <a:xfrm>
            <a:off x="3641725" y="4759325"/>
            <a:ext cx="265113" cy="563563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" name="Line 39">
            <a:extLst>
              <a:ext uri="{FF2B5EF4-FFF2-40B4-BE49-F238E27FC236}">
                <a16:creationId xmlns:a16="http://schemas.microsoft.com/office/drawing/2014/main" id="{FE741064-B7A6-26A9-538F-7B2259219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4050" y="6078538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641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B5442-2C90-6D8D-4817-715E214F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画出卡诺图求</a:t>
            </a:r>
            <a:r>
              <a:rPr lang="en-US" altLang="zh-CN" dirty="0"/>
              <a:t>JK</a:t>
            </a:r>
            <a:r>
              <a:rPr lang="zh-CN" altLang="en-US" dirty="0"/>
              <a:t>（</a:t>
            </a:r>
            <a:r>
              <a:rPr lang="en-US" altLang="zh-CN" dirty="0"/>
              <a:t>J</a:t>
            </a:r>
            <a:r>
              <a:rPr lang="en-US" altLang="zh-CN" baseline="-25000" dirty="0"/>
              <a:t>0</a:t>
            </a:r>
            <a:r>
              <a:rPr lang="en-US" altLang="zh-CN" dirty="0"/>
              <a:t>K</a:t>
            </a:r>
            <a:r>
              <a:rPr lang="en-US" altLang="zh-CN" baseline="-25000" dirty="0"/>
              <a:t>0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E5503D-AA55-1529-2DE7-A853AF50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E7C411-B84C-D909-1866-72E93B42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29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64">
            <a:extLst>
              <a:ext uri="{FF2B5EF4-FFF2-40B4-BE49-F238E27FC236}">
                <a16:creationId xmlns:a16="http://schemas.microsoft.com/office/drawing/2014/main" id="{68A67D68-50FD-FD62-9BBD-1D624A79CA47}"/>
              </a:ext>
            </a:extLst>
          </p:cNvPr>
          <p:cNvGrpSpPr>
            <a:grpSpLocks/>
          </p:cNvGrpSpPr>
          <p:nvPr/>
        </p:nvGrpSpPr>
        <p:grpSpPr bwMode="auto">
          <a:xfrm>
            <a:off x="361950" y="1176338"/>
            <a:ext cx="2251075" cy="1952625"/>
            <a:chOff x="305" y="2574"/>
            <a:chExt cx="1418" cy="1230"/>
          </a:xfrm>
        </p:grpSpPr>
        <p:sp>
          <p:nvSpPr>
            <p:cNvPr id="7" name="Text Box 65">
              <a:extLst>
                <a:ext uri="{FF2B5EF4-FFF2-40B4-BE49-F238E27FC236}">
                  <a16:creationId xmlns:a16="http://schemas.microsoft.com/office/drawing/2014/main" id="{1A09A467-3315-BA3B-274B-99082CA2A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8" name="Text Box 66">
              <a:extLst>
                <a:ext uri="{FF2B5EF4-FFF2-40B4-BE49-F238E27FC236}">
                  <a16:creationId xmlns:a16="http://schemas.microsoft.com/office/drawing/2014/main" id="{823FEEF1-3512-8195-DB6D-41AFA3AA3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" name="Text Box 67">
              <a:extLst>
                <a:ext uri="{FF2B5EF4-FFF2-40B4-BE49-F238E27FC236}">
                  <a16:creationId xmlns:a16="http://schemas.microsoft.com/office/drawing/2014/main" id="{710675F7-CECC-C344-9E11-A1E6FD63C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0" name="Text Box 68">
              <a:extLst>
                <a:ext uri="{FF2B5EF4-FFF2-40B4-BE49-F238E27FC236}">
                  <a16:creationId xmlns:a16="http://schemas.microsoft.com/office/drawing/2014/main" id="{003D729E-937C-ECB6-4CCE-46C81FF67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1" name="Text Box 69">
              <a:extLst>
                <a:ext uri="{FF2B5EF4-FFF2-40B4-BE49-F238E27FC236}">
                  <a16:creationId xmlns:a16="http://schemas.microsoft.com/office/drawing/2014/main" id="{706A4492-68BE-CCD1-10D9-6579DBFA1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2" name="Text Box 70">
              <a:extLst>
                <a:ext uri="{FF2B5EF4-FFF2-40B4-BE49-F238E27FC236}">
                  <a16:creationId xmlns:a16="http://schemas.microsoft.com/office/drawing/2014/main" id="{51A21001-B2FA-3B0B-B8FB-64BC5CCF4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3" name="Text Box 71">
              <a:extLst>
                <a:ext uri="{FF2B5EF4-FFF2-40B4-BE49-F238E27FC236}">
                  <a16:creationId xmlns:a16="http://schemas.microsoft.com/office/drawing/2014/main" id="{464B223C-06D8-B623-FC1F-DC8ABC640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4" name="Text Box 72">
              <a:extLst>
                <a:ext uri="{FF2B5EF4-FFF2-40B4-BE49-F238E27FC236}">
                  <a16:creationId xmlns:a16="http://schemas.microsoft.com/office/drawing/2014/main" id="{FA941A3D-B596-34DA-005D-46CE7CF73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5" name="Line 73">
              <a:extLst>
                <a:ext uri="{FF2B5EF4-FFF2-40B4-BE49-F238E27FC236}">
                  <a16:creationId xmlns:a16="http://schemas.microsoft.com/office/drawing/2014/main" id="{B5EF2E85-5F82-1514-8D2A-E2C0419A1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74">
              <a:extLst>
                <a:ext uri="{FF2B5EF4-FFF2-40B4-BE49-F238E27FC236}">
                  <a16:creationId xmlns:a16="http://schemas.microsoft.com/office/drawing/2014/main" id="{46D2017E-1A06-1F84-7D30-DB9027832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75">
              <a:extLst>
                <a:ext uri="{FF2B5EF4-FFF2-40B4-BE49-F238E27FC236}">
                  <a16:creationId xmlns:a16="http://schemas.microsoft.com/office/drawing/2014/main" id="{AEECF880-476D-1B5D-E5C6-FF554C197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8" name="Text Box 76">
              <a:extLst>
                <a:ext uri="{FF2B5EF4-FFF2-40B4-BE49-F238E27FC236}">
                  <a16:creationId xmlns:a16="http://schemas.microsoft.com/office/drawing/2014/main" id="{3BFBB092-6EBA-03AC-E0A5-9FB838583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9" name="Text Box 77">
              <a:extLst>
                <a:ext uri="{FF2B5EF4-FFF2-40B4-BE49-F238E27FC236}">
                  <a16:creationId xmlns:a16="http://schemas.microsoft.com/office/drawing/2014/main" id="{AD4F6041-9952-7362-B657-71D45BF8B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3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J</a:t>
              </a:r>
              <a:r>
                <a:rPr kumimoji="1" lang="en-US" altLang="zh-CN" sz="2000" baseline="-2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20" name="Text Box 78">
              <a:extLst>
                <a:ext uri="{FF2B5EF4-FFF2-40B4-BE49-F238E27FC236}">
                  <a16:creationId xmlns:a16="http://schemas.microsoft.com/office/drawing/2014/main" id="{265AE0F2-26A0-412C-FA99-F8515B002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1" name="Text Box 79">
              <a:extLst>
                <a:ext uri="{FF2B5EF4-FFF2-40B4-BE49-F238E27FC236}">
                  <a16:creationId xmlns:a16="http://schemas.microsoft.com/office/drawing/2014/main" id="{156DD015-E260-F822-61EA-DA6108900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2" name="Text Box 80">
              <a:extLst>
                <a:ext uri="{FF2B5EF4-FFF2-40B4-BE49-F238E27FC236}">
                  <a16:creationId xmlns:a16="http://schemas.microsoft.com/office/drawing/2014/main" id="{A3FA46EF-5E4A-9850-B776-3551F6F51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3" name="Text Box 81">
              <a:extLst>
                <a:ext uri="{FF2B5EF4-FFF2-40B4-BE49-F238E27FC236}">
                  <a16:creationId xmlns:a16="http://schemas.microsoft.com/office/drawing/2014/main" id="{F1518A93-BF00-EC10-D713-BD1E8F6CA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4" name="Text Box 82">
              <a:extLst>
                <a:ext uri="{FF2B5EF4-FFF2-40B4-BE49-F238E27FC236}">
                  <a16:creationId xmlns:a16="http://schemas.microsoft.com/office/drawing/2014/main" id="{9CB3D027-68E3-D2CF-4B75-D000F32D8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5" name="Text Box 83">
              <a:extLst>
                <a:ext uri="{FF2B5EF4-FFF2-40B4-BE49-F238E27FC236}">
                  <a16:creationId xmlns:a16="http://schemas.microsoft.com/office/drawing/2014/main" id="{89443F37-438B-412F-224D-745047DFE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6" name="Text Box 84">
              <a:extLst>
                <a:ext uri="{FF2B5EF4-FFF2-40B4-BE49-F238E27FC236}">
                  <a16:creationId xmlns:a16="http://schemas.microsoft.com/office/drawing/2014/main" id="{5BF947C9-114C-2226-D465-06D50E8F70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7" name="Text Box 85">
              <a:extLst>
                <a:ext uri="{FF2B5EF4-FFF2-40B4-BE49-F238E27FC236}">
                  <a16:creationId xmlns:a16="http://schemas.microsoft.com/office/drawing/2014/main" id="{384DB1FF-DC4D-A89E-1DE9-F1712C024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8" name="Text Box 86">
              <a:extLst>
                <a:ext uri="{FF2B5EF4-FFF2-40B4-BE49-F238E27FC236}">
                  <a16:creationId xmlns:a16="http://schemas.microsoft.com/office/drawing/2014/main" id="{5D25E0AD-A8B8-723F-F2EB-374E0858C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9" name="Text Box 87">
              <a:extLst>
                <a:ext uri="{FF2B5EF4-FFF2-40B4-BE49-F238E27FC236}">
                  <a16:creationId xmlns:a16="http://schemas.microsoft.com/office/drawing/2014/main" id="{271654D7-1574-5DBA-E9B0-E533B11F6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0" name="Text Box 88">
              <a:extLst>
                <a:ext uri="{FF2B5EF4-FFF2-40B4-BE49-F238E27FC236}">
                  <a16:creationId xmlns:a16="http://schemas.microsoft.com/office/drawing/2014/main" id="{17D02763-5402-E4CE-E2B4-2672C0FA5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1" name="Text Box 89">
              <a:extLst>
                <a:ext uri="{FF2B5EF4-FFF2-40B4-BE49-F238E27FC236}">
                  <a16:creationId xmlns:a16="http://schemas.microsoft.com/office/drawing/2014/main" id="{E8EE5E24-D038-0ABE-5805-7DEED878C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2" name="Text Box 90">
              <a:extLst>
                <a:ext uri="{FF2B5EF4-FFF2-40B4-BE49-F238E27FC236}">
                  <a16:creationId xmlns:a16="http://schemas.microsoft.com/office/drawing/2014/main" id="{EA2F1E70-EF4C-28C8-AEFB-55932A5E8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3" name="Text Box 91">
              <a:extLst>
                <a:ext uri="{FF2B5EF4-FFF2-40B4-BE49-F238E27FC236}">
                  <a16:creationId xmlns:a16="http://schemas.microsoft.com/office/drawing/2014/main" id="{C0020F66-EF6F-5255-1B34-51BD104D0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4" name="Text Box 92">
              <a:extLst>
                <a:ext uri="{FF2B5EF4-FFF2-40B4-BE49-F238E27FC236}">
                  <a16:creationId xmlns:a16="http://schemas.microsoft.com/office/drawing/2014/main" id="{709D2C41-012A-CE72-0F20-5625C0512B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5" name="Text Box 93">
              <a:extLst>
                <a:ext uri="{FF2B5EF4-FFF2-40B4-BE49-F238E27FC236}">
                  <a16:creationId xmlns:a16="http://schemas.microsoft.com/office/drawing/2014/main" id="{4BAA23E1-1C87-72DA-06E7-731818098D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</p:grpSp>
      <p:sp>
        <p:nvSpPr>
          <p:cNvPr id="36" name="Arc 170">
            <a:extLst>
              <a:ext uri="{FF2B5EF4-FFF2-40B4-BE49-F238E27FC236}">
                <a16:creationId xmlns:a16="http://schemas.microsoft.com/office/drawing/2014/main" id="{2202DD73-3853-580B-3C45-7F0E79D24010}"/>
              </a:ext>
            </a:extLst>
          </p:cNvPr>
          <p:cNvSpPr>
            <a:spLocks/>
          </p:cNvSpPr>
          <p:nvPr/>
        </p:nvSpPr>
        <p:spPr bwMode="auto">
          <a:xfrm rot="-7838909">
            <a:off x="2327276" y="2779712"/>
            <a:ext cx="222250" cy="3524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右箭头 36">
            <a:extLst>
              <a:ext uri="{FF2B5EF4-FFF2-40B4-BE49-F238E27FC236}">
                <a16:creationId xmlns:a16="http://schemas.microsoft.com/office/drawing/2014/main" id="{FF1213E8-116A-ED93-F05F-2DCFCB359329}"/>
              </a:ext>
            </a:extLst>
          </p:cNvPr>
          <p:cNvSpPr/>
          <p:nvPr/>
        </p:nvSpPr>
        <p:spPr>
          <a:xfrm flipH="1">
            <a:off x="5391150" y="2095500"/>
            <a:ext cx="560388" cy="314325"/>
          </a:xfrm>
          <a:prstGeom prst="rightArrow">
            <a:avLst>
              <a:gd name="adj1" fmla="val 44818"/>
              <a:gd name="adj2" fmla="val 50000"/>
            </a:avLst>
          </a:prstGeom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8" name="Group 64">
            <a:extLst>
              <a:ext uri="{FF2B5EF4-FFF2-40B4-BE49-F238E27FC236}">
                <a16:creationId xmlns:a16="http://schemas.microsoft.com/office/drawing/2014/main" id="{C1649DAC-CCD5-E836-3FC7-97C8DC1E5D97}"/>
              </a:ext>
            </a:extLst>
          </p:cNvPr>
          <p:cNvGrpSpPr>
            <a:grpSpLocks/>
          </p:cNvGrpSpPr>
          <p:nvPr/>
        </p:nvGrpSpPr>
        <p:grpSpPr bwMode="auto">
          <a:xfrm>
            <a:off x="2954338" y="1195388"/>
            <a:ext cx="2251075" cy="1931987"/>
            <a:chOff x="305" y="2574"/>
            <a:chExt cx="1418" cy="1217"/>
          </a:xfrm>
        </p:grpSpPr>
        <p:sp>
          <p:nvSpPr>
            <p:cNvPr id="39" name="Text Box 65">
              <a:extLst>
                <a:ext uri="{FF2B5EF4-FFF2-40B4-BE49-F238E27FC236}">
                  <a16:creationId xmlns:a16="http://schemas.microsoft.com/office/drawing/2014/main" id="{0432C446-8650-CC8C-0834-CD38F1F45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40" name="Text Box 66">
              <a:extLst>
                <a:ext uri="{FF2B5EF4-FFF2-40B4-BE49-F238E27FC236}">
                  <a16:creationId xmlns:a16="http://schemas.microsoft.com/office/drawing/2014/main" id="{E1A0A1A6-3623-4E08-C29C-E89458FA8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41" name="Text Box 67">
              <a:extLst>
                <a:ext uri="{FF2B5EF4-FFF2-40B4-BE49-F238E27FC236}">
                  <a16:creationId xmlns:a16="http://schemas.microsoft.com/office/drawing/2014/main" id="{C2FB4FB0-2BC2-C74A-D9C6-A3E32CEA7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42" name="Text Box 68">
              <a:extLst>
                <a:ext uri="{FF2B5EF4-FFF2-40B4-BE49-F238E27FC236}">
                  <a16:creationId xmlns:a16="http://schemas.microsoft.com/office/drawing/2014/main" id="{1A546B08-648F-99A9-DEF1-7E08332F6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43" name="Text Box 69">
              <a:extLst>
                <a:ext uri="{FF2B5EF4-FFF2-40B4-BE49-F238E27FC236}">
                  <a16:creationId xmlns:a16="http://schemas.microsoft.com/office/drawing/2014/main" id="{7578AF2C-A24C-34F6-26B0-86D91350A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44" name="Text Box 70">
              <a:extLst>
                <a:ext uri="{FF2B5EF4-FFF2-40B4-BE49-F238E27FC236}">
                  <a16:creationId xmlns:a16="http://schemas.microsoft.com/office/drawing/2014/main" id="{71808018-3CE2-15CE-121F-D965B52F3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45" name="Text Box 71">
              <a:extLst>
                <a:ext uri="{FF2B5EF4-FFF2-40B4-BE49-F238E27FC236}">
                  <a16:creationId xmlns:a16="http://schemas.microsoft.com/office/drawing/2014/main" id="{E9EFE936-0D5E-862F-408B-CCF38E116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46" name="Text Box 72">
              <a:extLst>
                <a:ext uri="{FF2B5EF4-FFF2-40B4-BE49-F238E27FC236}">
                  <a16:creationId xmlns:a16="http://schemas.microsoft.com/office/drawing/2014/main" id="{F20BDE08-E2C9-ED32-9C1D-0564FCAA7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47" name="Line 73">
              <a:extLst>
                <a:ext uri="{FF2B5EF4-FFF2-40B4-BE49-F238E27FC236}">
                  <a16:creationId xmlns:a16="http://schemas.microsoft.com/office/drawing/2014/main" id="{652BAB82-1272-AAA9-FD8A-F5477B986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74">
              <a:extLst>
                <a:ext uri="{FF2B5EF4-FFF2-40B4-BE49-F238E27FC236}">
                  <a16:creationId xmlns:a16="http://schemas.microsoft.com/office/drawing/2014/main" id="{F829D92C-5174-C25D-FA1A-6034AFC7B1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Box 75">
              <a:extLst>
                <a:ext uri="{FF2B5EF4-FFF2-40B4-BE49-F238E27FC236}">
                  <a16:creationId xmlns:a16="http://schemas.microsoft.com/office/drawing/2014/main" id="{8D68F7EB-135B-6FA4-8573-AEADE20F6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50" name="Text Box 76">
              <a:extLst>
                <a:ext uri="{FF2B5EF4-FFF2-40B4-BE49-F238E27FC236}">
                  <a16:creationId xmlns:a16="http://schemas.microsoft.com/office/drawing/2014/main" id="{EF706F65-C9E0-8737-49B8-B66F51E00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51" name="Text Box 77">
              <a:extLst>
                <a:ext uri="{FF2B5EF4-FFF2-40B4-BE49-F238E27FC236}">
                  <a16:creationId xmlns:a16="http://schemas.microsoft.com/office/drawing/2014/main" id="{EE9DC50A-E738-A2EB-38B1-FC524FAA9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K</a:t>
              </a:r>
              <a:r>
                <a:rPr kumimoji="1" lang="en-US" altLang="zh-CN" sz="2000" baseline="-2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52" name="Text Box 78">
              <a:extLst>
                <a:ext uri="{FF2B5EF4-FFF2-40B4-BE49-F238E27FC236}">
                  <a16:creationId xmlns:a16="http://schemas.microsoft.com/office/drawing/2014/main" id="{3A303B35-EBC1-515C-FB76-BE028EA2C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53" name="Text Box 79">
              <a:extLst>
                <a:ext uri="{FF2B5EF4-FFF2-40B4-BE49-F238E27FC236}">
                  <a16:creationId xmlns:a16="http://schemas.microsoft.com/office/drawing/2014/main" id="{BD5DACB4-96A4-9660-FCB7-2A9729554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54" name="Text Box 80">
              <a:extLst>
                <a:ext uri="{FF2B5EF4-FFF2-40B4-BE49-F238E27FC236}">
                  <a16:creationId xmlns:a16="http://schemas.microsoft.com/office/drawing/2014/main" id="{664B69D3-22A6-BD98-8D12-03BD61091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55" name="Text Box 81">
              <a:extLst>
                <a:ext uri="{FF2B5EF4-FFF2-40B4-BE49-F238E27FC236}">
                  <a16:creationId xmlns:a16="http://schemas.microsoft.com/office/drawing/2014/main" id="{27DAD537-8A30-2907-77DF-2FA897774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56" name="Text Box 82">
              <a:extLst>
                <a:ext uri="{FF2B5EF4-FFF2-40B4-BE49-F238E27FC236}">
                  <a16:creationId xmlns:a16="http://schemas.microsoft.com/office/drawing/2014/main" id="{90DFCFAF-079F-402B-7D5E-FC8B9A2B2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317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57" name="Text Box 83">
              <a:extLst>
                <a:ext uri="{FF2B5EF4-FFF2-40B4-BE49-F238E27FC236}">
                  <a16:creationId xmlns:a16="http://schemas.microsoft.com/office/drawing/2014/main" id="{C4BD9194-8004-BC19-7ED6-E71AFA04A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58" name="Text Box 84">
              <a:extLst>
                <a:ext uri="{FF2B5EF4-FFF2-40B4-BE49-F238E27FC236}">
                  <a16:creationId xmlns:a16="http://schemas.microsoft.com/office/drawing/2014/main" id="{2303BDDF-41C6-C8DC-5D25-30045007D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59" name="Text Box 85">
              <a:extLst>
                <a:ext uri="{FF2B5EF4-FFF2-40B4-BE49-F238E27FC236}">
                  <a16:creationId xmlns:a16="http://schemas.microsoft.com/office/drawing/2014/main" id="{B5FD77C1-7DD1-8525-4429-2650E82C3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0" name="Text Box 86">
              <a:extLst>
                <a:ext uri="{FF2B5EF4-FFF2-40B4-BE49-F238E27FC236}">
                  <a16:creationId xmlns:a16="http://schemas.microsoft.com/office/drawing/2014/main" id="{E29BC22F-AE5D-D2AC-7355-592DCD075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1" name="Text Box 87">
              <a:extLst>
                <a:ext uri="{FF2B5EF4-FFF2-40B4-BE49-F238E27FC236}">
                  <a16:creationId xmlns:a16="http://schemas.microsoft.com/office/drawing/2014/main" id="{126B9C85-16DB-82E2-AA5C-7CC4644D8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2" name="Text Box 88">
              <a:extLst>
                <a:ext uri="{FF2B5EF4-FFF2-40B4-BE49-F238E27FC236}">
                  <a16:creationId xmlns:a16="http://schemas.microsoft.com/office/drawing/2014/main" id="{C39D3B71-B8C5-8208-6A07-F7299AFF7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3" name="Text Box 89">
              <a:extLst>
                <a:ext uri="{FF2B5EF4-FFF2-40B4-BE49-F238E27FC236}">
                  <a16:creationId xmlns:a16="http://schemas.microsoft.com/office/drawing/2014/main" id="{23FE4E16-2B26-486E-D63C-4574B2CE7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4" name="Text Box 90">
              <a:extLst>
                <a:ext uri="{FF2B5EF4-FFF2-40B4-BE49-F238E27FC236}">
                  <a16:creationId xmlns:a16="http://schemas.microsoft.com/office/drawing/2014/main" id="{CF15D229-B960-F497-B087-28BE74870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5" name="Text Box 91">
              <a:extLst>
                <a:ext uri="{FF2B5EF4-FFF2-40B4-BE49-F238E27FC236}">
                  <a16:creationId xmlns:a16="http://schemas.microsoft.com/office/drawing/2014/main" id="{6E837E34-BE5F-AB2D-4C96-06E2EA353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6" name="Text Box 92">
              <a:extLst>
                <a:ext uri="{FF2B5EF4-FFF2-40B4-BE49-F238E27FC236}">
                  <a16:creationId xmlns:a16="http://schemas.microsoft.com/office/drawing/2014/main" id="{4B5A543B-A8B8-9015-045E-2EAD9C9AC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7" name="Text Box 93">
              <a:extLst>
                <a:ext uri="{FF2B5EF4-FFF2-40B4-BE49-F238E27FC236}">
                  <a16:creationId xmlns:a16="http://schemas.microsoft.com/office/drawing/2014/main" id="{502DBAC2-634E-CBDB-1757-A4F522945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68" name="AutoShape 169">
            <a:extLst>
              <a:ext uri="{FF2B5EF4-FFF2-40B4-BE49-F238E27FC236}">
                <a16:creationId xmlns:a16="http://schemas.microsoft.com/office/drawing/2014/main" id="{7F10A5FE-24A3-112D-17E3-DDC0C1FFB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588" y="1958975"/>
            <a:ext cx="677862" cy="56515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69" name="Group 60">
            <a:extLst>
              <a:ext uri="{FF2B5EF4-FFF2-40B4-BE49-F238E27FC236}">
                <a16:creationId xmlns:a16="http://schemas.microsoft.com/office/drawing/2014/main" id="{C690C889-9F75-7168-C8EB-E38100A3C017}"/>
              </a:ext>
            </a:extLst>
          </p:cNvPr>
          <p:cNvGrpSpPr>
            <a:grpSpLocks/>
          </p:cNvGrpSpPr>
          <p:nvPr/>
        </p:nvGrpSpPr>
        <p:grpSpPr bwMode="auto">
          <a:xfrm>
            <a:off x="3205163" y="3176588"/>
            <a:ext cx="2516187" cy="461962"/>
            <a:chOff x="1565" y="2892"/>
            <a:chExt cx="1585" cy="291"/>
          </a:xfrm>
        </p:grpSpPr>
        <p:sp>
          <p:nvSpPr>
            <p:cNvPr id="70" name="Rectangle 38">
              <a:extLst>
                <a:ext uri="{FF2B5EF4-FFF2-40B4-BE49-F238E27FC236}">
                  <a16:creationId xmlns:a16="http://schemas.microsoft.com/office/drawing/2014/main" id="{C36EE35D-C6B7-B757-910E-777209863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158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r>
                <a:rPr kumimoji="1" lang="en-US" altLang="zh-CN" sz="2400" baseline="-1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 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71" name="Line 39">
              <a:extLst>
                <a:ext uri="{FF2B5EF4-FFF2-40B4-BE49-F238E27FC236}">
                  <a16:creationId xmlns:a16="http://schemas.microsoft.com/office/drawing/2014/main" id="{3AC183C3-9FFC-99D3-F279-B6F7B56E1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8" y="2946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" name="文本框 136">
            <a:extLst>
              <a:ext uri="{FF2B5EF4-FFF2-40B4-BE49-F238E27FC236}">
                <a16:creationId xmlns:a16="http://schemas.microsoft.com/office/drawing/2014/main" id="{60A96C1E-05E3-3BFB-F96B-AD69B2521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3681413"/>
            <a:ext cx="4824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和第一种方法推导的结果做对比：</a:t>
            </a:r>
          </a:p>
        </p:txBody>
      </p:sp>
      <p:sp>
        <p:nvSpPr>
          <p:cNvPr id="73" name="Line 39">
            <a:extLst>
              <a:ext uri="{FF2B5EF4-FFF2-40B4-BE49-F238E27FC236}">
                <a16:creationId xmlns:a16="http://schemas.microsoft.com/office/drawing/2014/main" id="{8527FF3E-5572-3EF6-1932-C74426216E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5538" y="3273425"/>
            <a:ext cx="25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文本框 204">
            <a:extLst>
              <a:ext uri="{FF2B5EF4-FFF2-40B4-BE49-F238E27FC236}">
                <a16:creationId xmlns:a16="http://schemas.microsoft.com/office/drawing/2014/main" id="{768CADAE-F610-BD81-F840-9F6C49C81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184650"/>
            <a:ext cx="1981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达到功能一致，</a:t>
            </a:r>
            <a:endParaRPr lang="en-US" altLang="zh-CN" sz="1800" b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表达式一致</a:t>
            </a:r>
          </a:p>
        </p:txBody>
      </p:sp>
      <p:pic>
        <p:nvPicPr>
          <p:cNvPr id="75" name="图片 205">
            <a:extLst>
              <a:ext uri="{FF2B5EF4-FFF2-40B4-BE49-F238E27FC236}">
                <a16:creationId xmlns:a16="http://schemas.microsoft.com/office/drawing/2014/main" id="{35A0A322-AFC0-0285-BC04-C49D85C7C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350" y="1222375"/>
            <a:ext cx="2986088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文本框 206">
            <a:extLst>
              <a:ext uri="{FF2B5EF4-FFF2-40B4-BE49-F238E27FC236}">
                <a16:creationId xmlns:a16="http://schemas.microsoft.com/office/drawing/2014/main" id="{E025693F-A373-641B-8C01-F1971651D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3313" y="971550"/>
            <a:ext cx="290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条件填入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kumimoji="1" lang="en-US" altLang="zh-CN" sz="1800" b="0" baseline="-1500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en-US" altLang="zh-CN" sz="1800" b="0" baseline="3500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 Q</a:t>
            </a:r>
            <a:r>
              <a:rPr kumimoji="1" lang="en-US" altLang="zh-CN" sz="1800" b="0" baseline="-1500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en-US" altLang="zh-CN" sz="1800" b="0" baseline="3500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 Q</a:t>
            </a:r>
            <a:r>
              <a:rPr kumimoji="1" lang="en-US" altLang="zh-CN" sz="1800" b="0" baseline="-1500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kumimoji="1" lang="en-US" altLang="zh-CN" sz="1800" b="0" baseline="3500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kumimoji="1" lang="en-US" altLang="zh-CN" sz="18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 A</a:t>
            </a:r>
            <a:endParaRPr lang="zh-CN" altLang="en-US" sz="1800" b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Arc 170">
            <a:extLst>
              <a:ext uri="{FF2B5EF4-FFF2-40B4-BE49-F238E27FC236}">
                <a16:creationId xmlns:a16="http://schemas.microsoft.com/office/drawing/2014/main" id="{FB42891E-E3DC-061B-1AEE-7D4CB07152B6}"/>
              </a:ext>
            </a:extLst>
          </p:cNvPr>
          <p:cNvSpPr>
            <a:spLocks/>
          </p:cNvSpPr>
          <p:nvPr/>
        </p:nvSpPr>
        <p:spPr bwMode="auto">
          <a:xfrm rot="10800000">
            <a:off x="4787900" y="2185988"/>
            <a:ext cx="295275" cy="633412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Arc 173">
            <a:extLst>
              <a:ext uri="{FF2B5EF4-FFF2-40B4-BE49-F238E27FC236}">
                <a16:creationId xmlns:a16="http://schemas.microsoft.com/office/drawing/2014/main" id="{F2E57CA3-A9AD-9E23-ADCF-5DCD96297509}"/>
              </a:ext>
            </a:extLst>
          </p:cNvPr>
          <p:cNvSpPr>
            <a:spLocks/>
          </p:cNvSpPr>
          <p:nvPr/>
        </p:nvSpPr>
        <p:spPr bwMode="auto">
          <a:xfrm>
            <a:off x="3678238" y="2211388"/>
            <a:ext cx="265112" cy="641350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AutoShape 169">
            <a:extLst>
              <a:ext uri="{FF2B5EF4-FFF2-40B4-BE49-F238E27FC236}">
                <a16:creationId xmlns:a16="http://schemas.microsoft.com/office/drawing/2014/main" id="{2ECDF332-5DF7-3837-1FF5-3B74507F3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2481263"/>
            <a:ext cx="677863" cy="623887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0" name="Arc 170">
            <a:extLst>
              <a:ext uri="{FF2B5EF4-FFF2-40B4-BE49-F238E27FC236}">
                <a16:creationId xmlns:a16="http://schemas.microsoft.com/office/drawing/2014/main" id="{7A8B8669-B207-C90F-4564-936BFD49E723}"/>
              </a:ext>
            </a:extLst>
          </p:cNvPr>
          <p:cNvSpPr>
            <a:spLocks/>
          </p:cNvSpPr>
          <p:nvPr/>
        </p:nvSpPr>
        <p:spPr bwMode="auto">
          <a:xfrm rot="7838909" flipH="1">
            <a:off x="1165226" y="2735262"/>
            <a:ext cx="222250" cy="3524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Arc 170">
            <a:extLst>
              <a:ext uri="{FF2B5EF4-FFF2-40B4-BE49-F238E27FC236}">
                <a16:creationId xmlns:a16="http://schemas.microsoft.com/office/drawing/2014/main" id="{599685CC-1FE0-4104-1A41-24856A23E75D}"/>
              </a:ext>
            </a:extLst>
          </p:cNvPr>
          <p:cNvSpPr>
            <a:spLocks/>
          </p:cNvSpPr>
          <p:nvPr/>
        </p:nvSpPr>
        <p:spPr bwMode="auto">
          <a:xfrm rot="7838909" flipV="1">
            <a:off x="2336801" y="1903412"/>
            <a:ext cx="222250" cy="3524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Arc 170">
            <a:extLst>
              <a:ext uri="{FF2B5EF4-FFF2-40B4-BE49-F238E27FC236}">
                <a16:creationId xmlns:a16="http://schemas.microsoft.com/office/drawing/2014/main" id="{453C834B-D600-F35B-E76D-E506D976B5F3}"/>
              </a:ext>
            </a:extLst>
          </p:cNvPr>
          <p:cNvSpPr>
            <a:spLocks/>
          </p:cNvSpPr>
          <p:nvPr/>
        </p:nvSpPr>
        <p:spPr bwMode="auto">
          <a:xfrm rot="-7838909" flipH="1" flipV="1">
            <a:off x="1174751" y="1893887"/>
            <a:ext cx="222250" cy="3524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" name="Group 64">
            <a:extLst>
              <a:ext uri="{FF2B5EF4-FFF2-40B4-BE49-F238E27FC236}">
                <a16:creationId xmlns:a16="http://schemas.microsoft.com/office/drawing/2014/main" id="{708A5E05-03B1-7511-B6CE-850C842BC6FE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4005263"/>
            <a:ext cx="2251075" cy="1952625"/>
            <a:chOff x="305" y="2574"/>
            <a:chExt cx="1418" cy="1230"/>
          </a:xfrm>
        </p:grpSpPr>
        <p:sp>
          <p:nvSpPr>
            <p:cNvPr id="84" name="Text Box 65">
              <a:extLst>
                <a:ext uri="{FF2B5EF4-FFF2-40B4-BE49-F238E27FC236}">
                  <a16:creationId xmlns:a16="http://schemas.microsoft.com/office/drawing/2014/main" id="{D0BFB36A-61F3-0A5C-1357-D66ABC12B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85" name="Text Box 66">
              <a:extLst>
                <a:ext uri="{FF2B5EF4-FFF2-40B4-BE49-F238E27FC236}">
                  <a16:creationId xmlns:a16="http://schemas.microsoft.com/office/drawing/2014/main" id="{6ABDB123-0444-A095-A378-576B9BF8A6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86" name="Text Box 67">
              <a:extLst>
                <a:ext uri="{FF2B5EF4-FFF2-40B4-BE49-F238E27FC236}">
                  <a16:creationId xmlns:a16="http://schemas.microsoft.com/office/drawing/2014/main" id="{32E90338-99AD-AC1A-FD33-60E1A74FE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87" name="Text Box 68">
              <a:extLst>
                <a:ext uri="{FF2B5EF4-FFF2-40B4-BE49-F238E27FC236}">
                  <a16:creationId xmlns:a16="http://schemas.microsoft.com/office/drawing/2014/main" id="{1BB65040-DDC8-8032-BEA7-DFE04B51E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88" name="Text Box 69">
              <a:extLst>
                <a:ext uri="{FF2B5EF4-FFF2-40B4-BE49-F238E27FC236}">
                  <a16:creationId xmlns:a16="http://schemas.microsoft.com/office/drawing/2014/main" id="{50AC7A2D-2533-C23D-707B-F7725980E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89" name="Text Box 70">
              <a:extLst>
                <a:ext uri="{FF2B5EF4-FFF2-40B4-BE49-F238E27FC236}">
                  <a16:creationId xmlns:a16="http://schemas.microsoft.com/office/drawing/2014/main" id="{807616D7-7207-1481-5FBB-7C8ADE0E3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0" name="Text Box 71">
              <a:extLst>
                <a:ext uri="{FF2B5EF4-FFF2-40B4-BE49-F238E27FC236}">
                  <a16:creationId xmlns:a16="http://schemas.microsoft.com/office/drawing/2014/main" id="{BDE079E5-CF47-4A79-C29A-E77C0CF8C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1" name="Text Box 72">
              <a:extLst>
                <a:ext uri="{FF2B5EF4-FFF2-40B4-BE49-F238E27FC236}">
                  <a16:creationId xmlns:a16="http://schemas.microsoft.com/office/drawing/2014/main" id="{17941EA4-4F7C-8695-ABD9-DD02DD0C4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92" name="Line 73">
              <a:extLst>
                <a:ext uri="{FF2B5EF4-FFF2-40B4-BE49-F238E27FC236}">
                  <a16:creationId xmlns:a16="http://schemas.microsoft.com/office/drawing/2014/main" id="{2B49F5BA-E87D-9EDD-8F3B-CD0559CD5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74">
              <a:extLst>
                <a:ext uri="{FF2B5EF4-FFF2-40B4-BE49-F238E27FC236}">
                  <a16:creationId xmlns:a16="http://schemas.microsoft.com/office/drawing/2014/main" id="{B46C1974-AEF9-F870-B422-51505E46BD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Text Box 75">
              <a:extLst>
                <a:ext uri="{FF2B5EF4-FFF2-40B4-BE49-F238E27FC236}">
                  <a16:creationId xmlns:a16="http://schemas.microsoft.com/office/drawing/2014/main" id="{9F7B19BB-6A48-9164-48B4-A4BBD2851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95" name="Text Box 76">
              <a:extLst>
                <a:ext uri="{FF2B5EF4-FFF2-40B4-BE49-F238E27FC236}">
                  <a16:creationId xmlns:a16="http://schemas.microsoft.com/office/drawing/2014/main" id="{0148CC83-9027-7795-D567-9863EDE89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96" name="Text Box 77">
              <a:extLst>
                <a:ext uri="{FF2B5EF4-FFF2-40B4-BE49-F238E27FC236}">
                  <a16:creationId xmlns:a16="http://schemas.microsoft.com/office/drawing/2014/main" id="{6444921B-EA15-4E3E-D11C-B79B5396A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3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J</a:t>
              </a:r>
              <a:r>
                <a:rPr kumimoji="1" lang="en-US" altLang="zh-CN" sz="2000" baseline="-2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97" name="Text Box 78">
              <a:extLst>
                <a:ext uri="{FF2B5EF4-FFF2-40B4-BE49-F238E27FC236}">
                  <a16:creationId xmlns:a16="http://schemas.microsoft.com/office/drawing/2014/main" id="{04375D74-DEE1-6C72-2108-1271DF2AF6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98" name="Text Box 79">
              <a:extLst>
                <a:ext uri="{FF2B5EF4-FFF2-40B4-BE49-F238E27FC236}">
                  <a16:creationId xmlns:a16="http://schemas.microsoft.com/office/drawing/2014/main" id="{AABDC9BE-4FED-47BA-27EA-1152C7452A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99" name="Text Box 80">
              <a:extLst>
                <a:ext uri="{FF2B5EF4-FFF2-40B4-BE49-F238E27FC236}">
                  <a16:creationId xmlns:a16="http://schemas.microsoft.com/office/drawing/2014/main" id="{FAF27D12-46F4-B7C9-4BB2-29C194788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0" name="Text Box 81">
              <a:extLst>
                <a:ext uri="{FF2B5EF4-FFF2-40B4-BE49-F238E27FC236}">
                  <a16:creationId xmlns:a16="http://schemas.microsoft.com/office/drawing/2014/main" id="{60D777DA-5BBD-0B84-D0C8-8BF32D8BF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1" name="Text Box 82">
              <a:extLst>
                <a:ext uri="{FF2B5EF4-FFF2-40B4-BE49-F238E27FC236}">
                  <a16:creationId xmlns:a16="http://schemas.microsoft.com/office/drawing/2014/main" id="{577048AA-AF07-A2DC-A38D-A70F9A000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2" name="Text Box 83">
              <a:extLst>
                <a:ext uri="{FF2B5EF4-FFF2-40B4-BE49-F238E27FC236}">
                  <a16:creationId xmlns:a16="http://schemas.microsoft.com/office/drawing/2014/main" id="{00EA2FDF-501B-18C8-06F8-68E4C5D96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3" name="Text Box 84">
              <a:extLst>
                <a:ext uri="{FF2B5EF4-FFF2-40B4-BE49-F238E27FC236}">
                  <a16:creationId xmlns:a16="http://schemas.microsoft.com/office/drawing/2014/main" id="{67745B1A-3EA9-76FC-7743-E2FD00E53A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4" name="Text Box 85">
              <a:extLst>
                <a:ext uri="{FF2B5EF4-FFF2-40B4-BE49-F238E27FC236}">
                  <a16:creationId xmlns:a16="http://schemas.microsoft.com/office/drawing/2014/main" id="{B74EB5C5-E586-F8C2-8691-BB4EABFFA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05" name="Text Box 86">
              <a:extLst>
                <a:ext uri="{FF2B5EF4-FFF2-40B4-BE49-F238E27FC236}">
                  <a16:creationId xmlns:a16="http://schemas.microsoft.com/office/drawing/2014/main" id="{39F980B1-3025-418B-D816-600EE4C86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06" name="Text Box 87">
              <a:extLst>
                <a:ext uri="{FF2B5EF4-FFF2-40B4-BE49-F238E27FC236}">
                  <a16:creationId xmlns:a16="http://schemas.microsoft.com/office/drawing/2014/main" id="{B57C67E7-6D21-5C96-FFA4-4A6C641DE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07" name="Text Box 88">
              <a:extLst>
                <a:ext uri="{FF2B5EF4-FFF2-40B4-BE49-F238E27FC236}">
                  <a16:creationId xmlns:a16="http://schemas.microsoft.com/office/drawing/2014/main" id="{157A6857-E344-EDE3-63A2-F1C24C5D5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08" name="Text Box 89">
              <a:extLst>
                <a:ext uri="{FF2B5EF4-FFF2-40B4-BE49-F238E27FC236}">
                  <a16:creationId xmlns:a16="http://schemas.microsoft.com/office/drawing/2014/main" id="{31D013CA-131F-D18D-248F-ED3790BDB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09" name="Text Box 90">
              <a:extLst>
                <a:ext uri="{FF2B5EF4-FFF2-40B4-BE49-F238E27FC236}">
                  <a16:creationId xmlns:a16="http://schemas.microsoft.com/office/drawing/2014/main" id="{0BCC9E1C-EB00-E30E-CC8E-14A2F4625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0" name="Text Box 91">
              <a:extLst>
                <a:ext uri="{FF2B5EF4-FFF2-40B4-BE49-F238E27FC236}">
                  <a16:creationId xmlns:a16="http://schemas.microsoft.com/office/drawing/2014/main" id="{236D9C31-5A99-1D29-DCBD-04B4C252B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1" name="Text Box 92">
              <a:extLst>
                <a:ext uri="{FF2B5EF4-FFF2-40B4-BE49-F238E27FC236}">
                  <a16:creationId xmlns:a16="http://schemas.microsoft.com/office/drawing/2014/main" id="{3A9F6917-46DB-C35B-B2D4-7E62567CB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2" name="Text Box 93">
              <a:extLst>
                <a:ext uri="{FF2B5EF4-FFF2-40B4-BE49-F238E27FC236}">
                  <a16:creationId xmlns:a16="http://schemas.microsoft.com/office/drawing/2014/main" id="{F74CC5B2-CF5E-099E-26DD-E959ED5DA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</p:grpSp>
      <p:sp>
        <p:nvSpPr>
          <p:cNvPr id="113" name="Arc 170">
            <a:extLst>
              <a:ext uri="{FF2B5EF4-FFF2-40B4-BE49-F238E27FC236}">
                <a16:creationId xmlns:a16="http://schemas.microsoft.com/office/drawing/2014/main" id="{5DEA5F2B-E99D-4232-608C-02D053B070F1}"/>
              </a:ext>
            </a:extLst>
          </p:cNvPr>
          <p:cNvSpPr>
            <a:spLocks/>
          </p:cNvSpPr>
          <p:nvPr/>
        </p:nvSpPr>
        <p:spPr bwMode="auto">
          <a:xfrm rot="-7838909">
            <a:off x="2343944" y="5607844"/>
            <a:ext cx="220663" cy="3524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4" name="Group 64">
            <a:extLst>
              <a:ext uri="{FF2B5EF4-FFF2-40B4-BE49-F238E27FC236}">
                <a16:creationId xmlns:a16="http://schemas.microsoft.com/office/drawing/2014/main" id="{45EA1DAB-7EA2-F7D3-876E-59364591700F}"/>
              </a:ext>
            </a:extLst>
          </p:cNvPr>
          <p:cNvGrpSpPr>
            <a:grpSpLocks/>
          </p:cNvGrpSpPr>
          <p:nvPr/>
        </p:nvGrpSpPr>
        <p:grpSpPr bwMode="auto">
          <a:xfrm>
            <a:off x="2970213" y="4024313"/>
            <a:ext cx="2251075" cy="1931987"/>
            <a:chOff x="305" y="2574"/>
            <a:chExt cx="1418" cy="1217"/>
          </a:xfrm>
        </p:grpSpPr>
        <p:sp>
          <p:nvSpPr>
            <p:cNvPr id="115" name="Text Box 65">
              <a:extLst>
                <a:ext uri="{FF2B5EF4-FFF2-40B4-BE49-F238E27FC236}">
                  <a16:creationId xmlns:a16="http://schemas.microsoft.com/office/drawing/2014/main" id="{FA009E01-B20E-9DF6-58DB-40FEC7903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16" name="Text Box 66">
              <a:extLst>
                <a:ext uri="{FF2B5EF4-FFF2-40B4-BE49-F238E27FC236}">
                  <a16:creationId xmlns:a16="http://schemas.microsoft.com/office/drawing/2014/main" id="{A89715F4-97B5-0B08-BB4D-218938A47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17" name="Text Box 67">
              <a:extLst>
                <a:ext uri="{FF2B5EF4-FFF2-40B4-BE49-F238E27FC236}">
                  <a16:creationId xmlns:a16="http://schemas.microsoft.com/office/drawing/2014/main" id="{10FB4109-D187-ABB8-1A2B-36AB9980B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18" name="Text Box 68">
              <a:extLst>
                <a:ext uri="{FF2B5EF4-FFF2-40B4-BE49-F238E27FC236}">
                  <a16:creationId xmlns:a16="http://schemas.microsoft.com/office/drawing/2014/main" id="{CD1DB880-3633-D301-226D-0E2F41A7B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19" name="Text Box 69">
              <a:extLst>
                <a:ext uri="{FF2B5EF4-FFF2-40B4-BE49-F238E27FC236}">
                  <a16:creationId xmlns:a16="http://schemas.microsoft.com/office/drawing/2014/main" id="{70A8EEED-D4CF-679A-8BCD-526779FCB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20" name="Text Box 70">
              <a:extLst>
                <a:ext uri="{FF2B5EF4-FFF2-40B4-BE49-F238E27FC236}">
                  <a16:creationId xmlns:a16="http://schemas.microsoft.com/office/drawing/2014/main" id="{3D935229-855C-621E-521F-3CDF2740F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21" name="Text Box 71">
              <a:extLst>
                <a:ext uri="{FF2B5EF4-FFF2-40B4-BE49-F238E27FC236}">
                  <a16:creationId xmlns:a16="http://schemas.microsoft.com/office/drawing/2014/main" id="{4C8F8FC0-ACE5-2650-97F5-63CF2E70E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22" name="Text Box 72">
              <a:extLst>
                <a:ext uri="{FF2B5EF4-FFF2-40B4-BE49-F238E27FC236}">
                  <a16:creationId xmlns:a16="http://schemas.microsoft.com/office/drawing/2014/main" id="{8FBA64C0-193C-1CDA-F386-987D0DEAF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23" name="Line 73">
              <a:extLst>
                <a:ext uri="{FF2B5EF4-FFF2-40B4-BE49-F238E27FC236}">
                  <a16:creationId xmlns:a16="http://schemas.microsoft.com/office/drawing/2014/main" id="{026053D4-CDC9-61CD-1331-0C0A1A10E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74">
              <a:extLst>
                <a:ext uri="{FF2B5EF4-FFF2-40B4-BE49-F238E27FC236}">
                  <a16:creationId xmlns:a16="http://schemas.microsoft.com/office/drawing/2014/main" id="{75908BD1-22A0-2159-484A-D544E74A3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Text Box 75">
              <a:extLst>
                <a:ext uri="{FF2B5EF4-FFF2-40B4-BE49-F238E27FC236}">
                  <a16:creationId xmlns:a16="http://schemas.microsoft.com/office/drawing/2014/main" id="{C0D8FA27-841D-C233-3D5A-55A0031F2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26" name="Text Box 76">
              <a:extLst>
                <a:ext uri="{FF2B5EF4-FFF2-40B4-BE49-F238E27FC236}">
                  <a16:creationId xmlns:a16="http://schemas.microsoft.com/office/drawing/2014/main" id="{F8911110-BBC3-ECA6-AFE3-CD65CCC52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27" name="Text Box 77">
              <a:extLst>
                <a:ext uri="{FF2B5EF4-FFF2-40B4-BE49-F238E27FC236}">
                  <a16:creationId xmlns:a16="http://schemas.microsoft.com/office/drawing/2014/main" id="{D6A83605-8FFC-87A3-7BF7-1000C9F52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K</a:t>
              </a:r>
              <a:r>
                <a:rPr kumimoji="1" lang="en-US" altLang="zh-CN" sz="2000" baseline="-2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128" name="Text Box 78">
              <a:extLst>
                <a:ext uri="{FF2B5EF4-FFF2-40B4-BE49-F238E27FC236}">
                  <a16:creationId xmlns:a16="http://schemas.microsoft.com/office/drawing/2014/main" id="{A0265E44-1BD5-86B3-8DAB-26B356D07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29" name="Text Box 79">
              <a:extLst>
                <a:ext uri="{FF2B5EF4-FFF2-40B4-BE49-F238E27FC236}">
                  <a16:creationId xmlns:a16="http://schemas.microsoft.com/office/drawing/2014/main" id="{9569468D-1A8E-6B40-E8BD-BAE536F83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30" name="Text Box 80">
              <a:extLst>
                <a:ext uri="{FF2B5EF4-FFF2-40B4-BE49-F238E27FC236}">
                  <a16:creationId xmlns:a16="http://schemas.microsoft.com/office/drawing/2014/main" id="{6E32A9B5-2DC2-31B4-69E9-9795BABF0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31" name="Text Box 81">
              <a:extLst>
                <a:ext uri="{FF2B5EF4-FFF2-40B4-BE49-F238E27FC236}">
                  <a16:creationId xmlns:a16="http://schemas.microsoft.com/office/drawing/2014/main" id="{C9531D2A-6D2E-A511-755A-EEE381DB0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32" name="Text Box 82">
              <a:extLst>
                <a:ext uri="{FF2B5EF4-FFF2-40B4-BE49-F238E27FC236}">
                  <a16:creationId xmlns:a16="http://schemas.microsoft.com/office/drawing/2014/main" id="{9C096681-CE08-B876-D66C-EE556BA51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317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33" name="Text Box 83">
              <a:extLst>
                <a:ext uri="{FF2B5EF4-FFF2-40B4-BE49-F238E27FC236}">
                  <a16:creationId xmlns:a16="http://schemas.microsoft.com/office/drawing/2014/main" id="{FB454620-BE18-99D0-1410-37DD1C14C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34" name="Text Box 84">
              <a:extLst>
                <a:ext uri="{FF2B5EF4-FFF2-40B4-BE49-F238E27FC236}">
                  <a16:creationId xmlns:a16="http://schemas.microsoft.com/office/drawing/2014/main" id="{033A94BA-9E2B-1799-62E2-0DF8D5274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35" name="Text Box 85">
              <a:extLst>
                <a:ext uri="{FF2B5EF4-FFF2-40B4-BE49-F238E27FC236}">
                  <a16:creationId xmlns:a16="http://schemas.microsoft.com/office/drawing/2014/main" id="{852C7101-BACD-D90A-3B8D-256118070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36" name="Text Box 86">
              <a:extLst>
                <a:ext uri="{FF2B5EF4-FFF2-40B4-BE49-F238E27FC236}">
                  <a16:creationId xmlns:a16="http://schemas.microsoft.com/office/drawing/2014/main" id="{97DAC23D-9580-BA34-107E-89D7BA97E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37" name="Text Box 87">
              <a:extLst>
                <a:ext uri="{FF2B5EF4-FFF2-40B4-BE49-F238E27FC236}">
                  <a16:creationId xmlns:a16="http://schemas.microsoft.com/office/drawing/2014/main" id="{E9FAF2B7-B352-93F0-BB69-B91A1BFF8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38" name="Text Box 88">
              <a:extLst>
                <a:ext uri="{FF2B5EF4-FFF2-40B4-BE49-F238E27FC236}">
                  <a16:creationId xmlns:a16="http://schemas.microsoft.com/office/drawing/2014/main" id="{194AB16B-DB9A-E6B7-C9B8-62069FD2DA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39" name="Text Box 89">
              <a:extLst>
                <a:ext uri="{FF2B5EF4-FFF2-40B4-BE49-F238E27FC236}">
                  <a16:creationId xmlns:a16="http://schemas.microsoft.com/office/drawing/2014/main" id="{7D897465-202D-57B4-975D-A008856FA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0" name="Text Box 90">
              <a:extLst>
                <a:ext uri="{FF2B5EF4-FFF2-40B4-BE49-F238E27FC236}">
                  <a16:creationId xmlns:a16="http://schemas.microsoft.com/office/drawing/2014/main" id="{541292D8-E51D-988B-75F6-ACAEE2E4B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37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41" name="Text Box 91">
              <a:extLst>
                <a:ext uri="{FF2B5EF4-FFF2-40B4-BE49-F238E27FC236}">
                  <a16:creationId xmlns:a16="http://schemas.microsoft.com/office/drawing/2014/main" id="{C0D723D5-7AA1-385D-3964-5254D642E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355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2" name="Text Box 92">
              <a:extLst>
                <a:ext uri="{FF2B5EF4-FFF2-40B4-BE49-F238E27FC236}">
                  <a16:creationId xmlns:a16="http://schemas.microsoft.com/office/drawing/2014/main" id="{BFB689BB-944E-3DBD-C6F3-9B1CD91CE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29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143" name="Text Box 93">
              <a:extLst>
                <a:ext uri="{FF2B5EF4-FFF2-40B4-BE49-F238E27FC236}">
                  <a16:creationId xmlns:a16="http://schemas.microsoft.com/office/drawing/2014/main" id="{B7691EDB-6209-6554-4383-C6831298C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318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144" name="AutoShape 169">
            <a:extLst>
              <a:ext uri="{FF2B5EF4-FFF2-40B4-BE49-F238E27FC236}">
                <a16:creationId xmlns:a16="http://schemas.microsoft.com/office/drawing/2014/main" id="{0C35326C-51FB-92E2-B6FD-EAF2690FE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4787900"/>
            <a:ext cx="677862" cy="5635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5" name="Arc 170">
            <a:extLst>
              <a:ext uri="{FF2B5EF4-FFF2-40B4-BE49-F238E27FC236}">
                <a16:creationId xmlns:a16="http://schemas.microsoft.com/office/drawing/2014/main" id="{43F9A221-56DB-535C-246E-1592C79F3B40}"/>
              </a:ext>
            </a:extLst>
          </p:cNvPr>
          <p:cNvSpPr>
            <a:spLocks/>
          </p:cNvSpPr>
          <p:nvPr/>
        </p:nvSpPr>
        <p:spPr bwMode="auto">
          <a:xfrm rot="10800000">
            <a:off x="4803775" y="5014913"/>
            <a:ext cx="295275" cy="6318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" name="Arc 173">
            <a:extLst>
              <a:ext uri="{FF2B5EF4-FFF2-40B4-BE49-F238E27FC236}">
                <a16:creationId xmlns:a16="http://schemas.microsoft.com/office/drawing/2014/main" id="{D1E97593-EAB2-7998-EA7D-107B657EEA4D}"/>
              </a:ext>
            </a:extLst>
          </p:cNvPr>
          <p:cNvSpPr>
            <a:spLocks/>
          </p:cNvSpPr>
          <p:nvPr/>
        </p:nvSpPr>
        <p:spPr bwMode="auto">
          <a:xfrm>
            <a:off x="3694113" y="5038725"/>
            <a:ext cx="265112" cy="642938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" name="AutoShape 169">
            <a:extLst>
              <a:ext uri="{FF2B5EF4-FFF2-40B4-BE49-F238E27FC236}">
                <a16:creationId xmlns:a16="http://schemas.microsoft.com/office/drawing/2014/main" id="{FE6BEE5C-3D06-170F-7502-BAEE11134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310188"/>
            <a:ext cx="677863" cy="623887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8" name="Arc 170">
            <a:extLst>
              <a:ext uri="{FF2B5EF4-FFF2-40B4-BE49-F238E27FC236}">
                <a16:creationId xmlns:a16="http://schemas.microsoft.com/office/drawing/2014/main" id="{8863BCC2-7229-7E23-38CC-E0A793DE3781}"/>
              </a:ext>
            </a:extLst>
          </p:cNvPr>
          <p:cNvSpPr>
            <a:spLocks/>
          </p:cNvSpPr>
          <p:nvPr/>
        </p:nvSpPr>
        <p:spPr bwMode="auto">
          <a:xfrm rot="7838909" flipH="1">
            <a:off x="1181101" y="5564187"/>
            <a:ext cx="222250" cy="3524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" name="Arc 170">
            <a:extLst>
              <a:ext uri="{FF2B5EF4-FFF2-40B4-BE49-F238E27FC236}">
                <a16:creationId xmlns:a16="http://schemas.microsoft.com/office/drawing/2014/main" id="{7082EE10-3CCF-B66F-7A89-800DFD54D182}"/>
              </a:ext>
            </a:extLst>
          </p:cNvPr>
          <p:cNvSpPr>
            <a:spLocks/>
          </p:cNvSpPr>
          <p:nvPr/>
        </p:nvSpPr>
        <p:spPr bwMode="auto">
          <a:xfrm rot="7838909" flipV="1">
            <a:off x="2352676" y="4732337"/>
            <a:ext cx="222250" cy="3524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" name="Arc 170">
            <a:extLst>
              <a:ext uri="{FF2B5EF4-FFF2-40B4-BE49-F238E27FC236}">
                <a16:creationId xmlns:a16="http://schemas.microsoft.com/office/drawing/2014/main" id="{9E42F4B8-56A7-5D58-9967-71A75447F050}"/>
              </a:ext>
            </a:extLst>
          </p:cNvPr>
          <p:cNvSpPr>
            <a:spLocks/>
          </p:cNvSpPr>
          <p:nvPr/>
        </p:nvSpPr>
        <p:spPr bwMode="auto">
          <a:xfrm rot="-7838909" flipH="1" flipV="1">
            <a:off x="1190626" y="4722812"/>
            <a:ext cx="222250" cy="3524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1" name="Group 27">
            <a:extLst>
              <a:ext uri="{FF2B5EF4-FFF2-40B4-BE49-F238E27FC236}">
                <a16:creationId xmlns:a16="http://schemas.microsoft.com/office/drawing/2014/main" id="{3D8DCF52-794E-ABA9-ED18-FEAE85DCE84E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6002338"/>
            <a:ext cx="2355850" cy="457200"/>
            <a:chOff x="975" y="2704"/>
            <a:chExt cx="1484" cy="288"/>
          </a:xfrm>
        </p:grpSpPr>
        <p:sp>
          <p:nvSpPr>
            <p:cNvPr id="152" name="Rectangle 28">
              <a:extLst>
                <a:ext uri="{FF2B5EF4-FFF2-40B4-BE49-F238E27FC236}">
                  <a16:creationId xmlns:a16="http://schemas.microsoft.com/office/drawing/2014/main" id="{8F9FD6D0-4C1A-6604-AC5A-7BF3954BD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2704"/>
              <a:ext cx="14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r>
                <a:rPr kumimoji="1" lang="en-US" altLang="zh-CN" sz="2400" baseline="-1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153" name="Line 29">
              <a:extLst>
                <a:ext uri="{FF2B5EF4-FFF2-40B4-BE49-F238E27FC236}">
                  <a16:creationId xmlns:a16="http://schemas.microsoft.com/office/drawing/2014/main" id="{FD9DFFDE-E0A9-4179-F90F-892D9A186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2750"/>
              <a:ext cx="1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30">
              <a:extLst>
                <a:ext uri="{FF2B5EF4-FFF2-40B4-BE49-F238E27FC236}">
                  <a16:creationId xmlns:a16="http://schemas.microsoft.com/office/drawing/2014/main" id="{9265BDDC-4AF9-CE4C-3604-4B5B49D64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750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5" name="Group 75">
            <a:extLst>
              <a:ext uri="{FF2B5EF4-FFF2-40B4-BE49-F238E27FC236}">
                <a16:creationId xmlns:a16="http://schemas.microsoft.com/office/drawing/2014/main" id="{CE924446-B9CA-E134-17F1-21800354AF6D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6038850"/>
            <a:ext cx="1076325" cy="457200"/>
            <a:chOff x="2653" y="2205"/>
            <a:chExt cx="678" cy="288"/>
          </a:xfrm>
        </p:grpSpPr>
        <p:sp>
          <p:nvSpPr>
            <p:cNvPr id="156" name="Rectangle 32">
              <a:extLst>
                <a:ext uri="{FF2B5EF4-FFF2-40B4-BE49-F238E27FC236}">
                  <a16:creationId xmlns:a16="http://schemas.microsoft.com/office/drawing/2014/main" id="{D82AC8D8-7547-D2C2-7D29-EBFECE427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2205"/>
              <a:ext cx="6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K</a:t>
              </a:r>
              <a:r>
                <a:rPr kumimoji="1" lang="en-US" altLang="zh-CN" sz="2400" baseline="-1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= J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157" name="Line 34">
              <a:extLst>
                <a:ext uri="{FF2B5EF4-FFF2-40B4-BE49-F238E27FC236}">
                  <a16:creationId xmlns:a16="http://schemas.microsoft.com/office/drawing/2014/main" id="{11F94E9A-973E-B9F9-79AA-0F8460C10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251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8" name="Group 27">
            <a:extLst>
              <a:ext uri="{FF2B5EF4-FFF2-40B4-BE49-F238E27FC236}">
                <a16:creationId xmlns:a16="http://schemas.microsoft.com/office/drawing/2014/main" id="{57FAA933-CEBE-C6F9-7889-D36AC2BB2C83}"/>
              </a:ext>
            </a:extLst>
          </p:cNvPr>
          <p:cNvGrpSpPr>
            <a:grpSpLocks/>
          </p:cNvGrpSpPr>
          <p:nvPr/>
        </p:nvGrpSpPr>
        <p:grpSpPr bwMode="auto">
          <a:xfrm>
            <a:off x="433388" y="3184525"/>
            <a:ext cx="2355850" cy="457200"/>
            <a:chOff x="975" y="2704"/>
            <a:chExt cx="1484" cy="288"/>
          </a:xfrm>
        </p:grpSpPr>
        <p:sp>
          <p:nvSpPr>
            <p:cNvPr id="159" name="Rectangle 28">
              <a:extLst>
                <a:ext uri="{FF2B5EF4-FFF2-40B4-BE49-F238E27FC236}">
                  <a16:creationId xmlns:a16="http://schemas.microsoft.com/office/drawing/2014/main" id="{21A56D0C-07BD-565E-627A-3B3BC21A9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2704"/>
              <a:ext cx="14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J</a:t>
              </a:r>
              <a:r>
                <a:rPr kumimoji="1" lang="en-US" altLang="zh-CN" sz="2400" baseline="-1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= Q</a:t>
              </a:r>
              <a:r>
                <a:rPr kumimoji="1" lang="en-US" altLang="zh-CN" sz="2400" baseline="-15000">
                  <a:ea typeface="楷体_GB2312" pitchFamily="49" charset="-122"/>
                </a:rPr>
                <a:t>2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A+Q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 </a:t>
              </a:r>
              <a:r>
                <a:rPr kumimoji="1" lang="en-US" altLang="zh-CN" sz="2400">
                  <a:ea typeface="楷体_GB2312" pitchFamily="49" charset="-122"/>
                </a:rPr>
                <a:t>A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160" name="Line 29">
              <a:extLst>
                <a:ext uri="{FF2B5EF4-FFF2-40B4-BE49-F238E27FC236}">
                  <a16:creationId xmlns:a16="http://schemas.microsoft.com/office/drawing/2014/main" id="{8838554C-1D3D-6B22-8427-16FFC994E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2750"/>
              <a:ext cx="1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30">
              <a:extLst>
                <a:ext uri="{FF2B5EF4-FFF2-40B4-BE49-F238E27FC236}">
                  <a16:creationId xmlns:a16="http://schemas.microsoft.com/office/drawing/2014/main" id="{E916F0C9-CD3E-F69A-AFD4-A85668FB2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750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7982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68045-D90D-17D4-872F-642C3240E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kumimoji="1" lang="zh-CN" altLang="en-US" dirty="0"/>
              <a:t>可逆六进制</a:t>
            </a:r>
            <a:r>
              <a:rPr kumimoji="1" lang="zh-CN" altLang="en-US" dirty="0">
                <a:latin typeface="宋体" panose="02010600030101010101" pitchFamily="2" charset="-122"/>
              </a:rPr>
              <a:t>计数器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F16A05-1B22-D66C-CCAA-A85E9C59E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kumimoji="1" lang="zh-CN" altLang="en-US" dirty="0"/>
              <a:t>状态编码</a:t>
            </a:r>
          </a:p>
          <a:p>
            <a:pPr lvl="1">
              <a:lnSpc>
                <a:spcPct val="90000"/>
              </a:lnSpc>
            </a:pPr>
            <a:r>
              <a:rPr kumimoji="1" lang="zh-CN" altLang="en-US" dirty="0"/>
              <a:t>二进制码：</a:t>
            </a:r>
            <a:r>
              <a:rPr kumimoji="1" lang="en-US" altLang="zh-CN" dirty="0"/>
              <a:t>000 ~ 101</a:t>
            </a:r>
          </a:p>
          <a:p>
            <a:pPr lvl="1">
              <a:lnSpc>
                <a:spcPct val="90000"/>
              </a:lnSpc>
            </a:pPr>
            <a:r>
              <a:rPr kumimoji="1" lang="en-US" altLang="zh-CN" dirty="0"/>
              <a:t>T</a:t>
            </a:r>
            <a:r>
              <a:rPr kumimoji="1" lang="zh-CN" altLang="en-US" dirty="0"/>
              <a:t>触发器实现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C6AC77-10BE-72E9-DDB1-5E6AE622A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933522-3D91-55B8-CD1D-7E5742A5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30</a:t>
            </a:fld>
            <a:r>
              <a:rPr lang="en-US" altLang="zh-CN" dirty="0"/>
              <a:t>/40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6021550-A4A3-7A76-1208-1365D104E82F}"/>
              </a:ext>
            </a:extLst>
          </p:cNvPr>
          <p:cNvGrpSpPr>
            <a:grpSpLocks/>
          </p:cNvGrpSpPr>
          <p:nvPr/>
        </p:nvGrpSpPr>
        <p:grpSpPr bwMode="auto">
          <a:xfrm>
            <a:off x="930275" y="3471863"/>
            <a:ext cx="1881188" cy="1941512"/>
            <a:chOff x="907" y="1820"/>
            <a:chExt cx="1383" cy="1383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0E9F8ADD-B146-A727-B06C-964EFA37E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2093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1/1</a:t>
              </a: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882A064E-B3A0-BA93-8A3C-F105C288E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820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379BE448-AC66-82F1-D06F-B885E5EF5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1" y="3203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5EDA5825-A0F4-B72C-6DFD-47E4C4C82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2001"/>
              <a:ext cx="181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CD5218FA-19C9-1B86-F984-83A3EFF0CB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9" y="2681"/>
              <a:ext cx="164" cy="2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5F0503F-BFC9-458C-F0B9-78970FC49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2704"/>
              <a:ext cx="227" cy="2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F6872C6C-BAC9-717E-C005-55976C6CD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7" y="2001"/>
              <a:ext cx="181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E4D6AD8C-2251-483B-CD07-F77AA18CF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1" y="1888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1/0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B58065FD-D16E-1CF9-47DD-7C244C87F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115"/>
              <a:ext cx="28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1/0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4BF484CD-D569-FD8C-96D4-461BC6D37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" y="2659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1/0</a:t>
              </a: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401A1728-23B5-CF5C-4218-85B4B85E2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1" y="2908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1/0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C65A7132-0677-CCF8-E1B3-5EAD70530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" y="2613"/>
              <a:ext cx="28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1/0</a:t>
              </a:r>
            </a:p>
          </p:txBody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B1023218-74BE-40C6-DC56-71EBB762E3BD}"/>
              </a:ext>
            </a:extLst>
          </p:cNvPr>
          <p:cNvGrpSpPr>
            <a:grpSpLocks/>
          </p:cNvGrpSpPr>
          <p:nvPr/>
        </p:nvGrpSpPr>
        <p:grpSpPr bwMode="auto">
          <a:xfrm>
            <a:off x="282575" y="2716213"/>
            <a:ext cx="3165475" cy="3390900"/>
            <a:chOff x="431" y="1298"/>
            <a:chExt cx="2327" cy="2415"/>
          </a:xfrm>
        </p:grpSpPr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95857368-6FC3-174D-AB4E-7CF4D15D08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593"/>
              <a:ext cx="3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CC0B5023-64DC-A9EE-470E-431BA5DE9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430"/>
              <a:ext cx="4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195B7684-4CBA-F320-2A67-654B780CF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888"/>
              <a:ext cx="204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BE0378E4-D822-1D67-7A67-79A00ABED4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3" y="2795"/>
              <a:ext cx="194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69ED6C9B-C608-68FF-3C93-00BC335F9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17"/>
              <a:ext cx="227" cy="2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26C9E923-702E-878D-104B-5E4FC2ABA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1842"/>
              <a:ext cx="227" cy="3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2D3EBE77-F226-2114-A25A-F068469CA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820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0/1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10D56F32-16F2-3789-3CE7-B27FBCCB1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1298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0/0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ED0896E5-468F-04CC-730B-91B64F5FF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7" y="1820"/>
              <a:ext cx="28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0/0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1A14D071-9E68-C7CA-DB5C-9F22F0891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2908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0/0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D0A215DC-5637-2D97-925B-F71E27204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3453"/>
              <a:ext cx="28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0/0</a:t>
              </a: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6610AC17-698A-2B42-87F3-8AE450565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931"/>
              <a:ext cx="286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/>
                <a:t>0/0</a:t>
              </a:r>
            </a:p>
          </p:txBody>
        </p:sp>
      </p:grpSp>
      <p:grpSp>
        <p:nvGrpSpPr>
          <p:cNvPr id="32" name="Group 30">
            <a:extLst>
              <a:ext uri="{FF2B5EF4-FFF2-40B4-BE49-F238E27FC236}">
                <a16:creationId xmlns:a16="http://schemas.microsoft.com/office/drawing/2014/main" id="{5C393ADF-1D90-EB1A-4263-0AB78A17DA10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2895600"/>
            <a:ext cx="3240088" cy="3665538"/>
            <a:chOff x="499" y="1636"/>
            <a:chExt cx="2041" cy="2309"/>
          </a:xfrm>
        </p:grpSpPr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982605A3-BE1F-E6B8-9233-4DA036B54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3657"/>
              <a:ext cx="8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状态图</a:t>
              </a:r>
            </a:p>
          </p:txBody>
        </p:sp>
        <p:sp>
          <p:nvSpPr>
            <p:cNvPr id="34" name="Oval 34">
              <a:extLst>
                <a:ext uri="{FF2B5EF4-FFF2-40B4-BE49-F238E27FC236}">
                  <a16:creationId xmlns:a16="http://schemas.microsoft.com/office/drawing/2014/main" id="{592D147D-2158-6B81-5E3B-1FBC757A4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" y="1636"/>
              <a:ext cx="505" cy="5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0</a:t>
              </a:r>
              <a:endParaRPr lang="en-US" altLang="zh-CN" sz="1800" b="0"/>
            </a:p>
          </p:txBody>
        </p:sp>
        <p:sp>
          <p:nvSpPr>
            <p:cNvPr id="35" name="Oval 35">
              <a:extLst>
                <a:ext uri="{FF2B5EF4-FFF2-40B4-BE49-F238E27FC236}">
                  <a16:creationId xmlns:a16="http://schemas.microsoft.com/office/drawing/2014/main" id="{B130821C-1F16-99D2-996E-D1D0C64D4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" y="1636"/>
              <a:ext cx="505" cy="5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1</a:t>
              </a:r>
              <a:endParaRPr lang="en-US" altLang="zh-CN" sz="2400" b="0"/>
            </a:p>
          </p:txBody>
        </p:sp>
        <p:sp>
          <p:nvSpPr>
            <p:cNvPr id="36" name="Oval 36">
              <a:extLst>
                <a:ext uri="{FF2B5EF4-FFF2-40B4-BE49-F238E27FC236}">
                  <a16:creationId xmlns:a16="http://schemas.microsoft.com/office/drawing/2014/main" id="{10EC7F8E-A033-2C01-753F-349C528B5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" y="2348"/>
              <a:ext cx="505" cy="51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2</a:t>
              </a:r>
              <a:endParaRPr lang="en-US" altLang="zh-CN" sz="2400" b="0"/>
            </a:p>
          </p:txBody>
        </p:sp>
        <p:sp>
          <p:nvSpPr>
            <p:cNvPr id="37" name="Oval 37">
              <a:extLst>
                <a:ext uri="{FF2B5EF4-FFF2-40B4-BE49-F238E27FC236}">
                  <a16:creationId xmlns:a16="http://schemas.microsoft.com/office/drawing/2014/main" id="{962E2398-CBE8-1D60-FDB5-0EB35B9C0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" y="2348"/>
              <a:ext cx="505" cy="51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5</a:t>
              </a:r>
              <a:endParaRPr lang="en-US" altLang="zh-CN" sz="2400" b="0"/>
            </a:p>
          </p:txBody>
        </p:sp>
        <p:sp>
          <p:nvSpPr>
            <p:cNvPr id="38" name="Oval 38">
              <a:extLst>
                <a:ext uri="{FF2B5EF4-FFF2-40B4-BE49-F238E27FC236}">
                  <a16:creationId xmlns:a16="http://schemas.microsoft.com/office/drawing/2014/main" id="{5A6EDC45-50B4-F8CB-87E4-DBCD12192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" y="3021"/>
              <a:ext cx="505" cy="51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4</a:t>
              </a:r>
              <a:endParaRPr lang="en-US" altLang="zh-CN" sz="2400" b="0"/>
            </a:p>
          </p:txBody>
        </p:sp>
        <p:sp>
          <p:nvSpPr>
            <p:cNvPr id="39" name="Oval 39">
              <a:extLst>
                <a:ext uri="{FF2B5EF4-FFF2-40B4-BE49-F238E27FC236}">
                  <a16:creationId xmlns:a16="http://schemas.microsoft.com/office/drawing/2014/main" id="{A81C4F46-7773-A71F-BCA8-4EDC037EB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" y="3009"/>
              <a:ext cx="505" cy="51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1800"/>
                <a:t>3</a:t>
              </a:r>
              <a:endParaRPr lang="en-US" altLang="zh-CN" sz="2400" b="0"/>
            </a:p>
          </p:txBody>
        </p:sp>
      </p:grpSp>
      <p:graphicFrame>
        <p:nvGraphicFramePr>
          <p:cNvPr id="41" name="内容占位符 45">
            <a:extLst>
              <a:ext uri="{FF2B5EF4-FFF2-40B4-BE49-F238E27FC236}">
                <a16:creationId xmlns:a16="http://schemas.microsoft.com/office/drawing/2014/main" id="{0A4877E9-B1E8-1954-7B1D-CC82AB3B95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071897"/>
              </p:ext>
            </p:extLst>
          </p:nvPr>
        </p:nvGraphicFramePr>
        <p:xfrm>
          <a:off x="4833744" y="2701072"/>
          <a:ext cx="4327525" cy="3657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7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2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S0:000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S1:001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7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S2:010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9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S3:011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S4:100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S5:101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S6:110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S7:111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Rectangle 105">
            <a:extLst>
              <a:ext uri="{FF2B5EF4-FFF2-40B4-BE49-F238E27FC236}">
                <a16:creationId xmlns:a16="http://schemas.microsoft.com/office/drawing/2014/main" id="{7BF0E504-CF54-394E-FAFA-1B448E4E1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8082" y="2580422"/>
            <a:ext cx="1460500" cy="3863975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43" name="Group 154">
            <a:extLst>
              <a:ext uri="{FF2B5EF4-FFF2-40B4-BE49-F238E27FC236}">
                <a16:creationId xmlns:a16="http://schemas.microsoft.com/office/drawing/2014/main" id="{7B7E898C-308D-7599-CFA6-DB27DB5D353D}"/>
              </a:ext>
            </a:extLst>
          </p:cNvPr>
          <p:cNvGrpSpPr>
            <a:grpSpLocks/>
          </p:cNvGrpSpPr>
          <p:nvPr/>
        </p:nvGrpSpPr>
        <p:grpSpPr bwMode="auto">
          <a:xfrm>
            <a:off x="7082031" y="575599"/>
            <a:ext cx="2079238" cy="1702436"/>
            <a:chOff x="1248" y="2610"/>
            <a:chExt cx="1337" cy="1294"/>
          </a:xfrm>
        </p:grpSpPr>
        <p:sp>
          <p:nvSpPr>
            <p:cNvPr id="44" name="Rectangle 38">
              <a:extLst>
                <a:ext uri="{FF2B5EF4-FFF2-40B4-BE49-F238E27FC236}">
                  <a16:creationId xmlns:a16="http://schemas.microsoft.com/office/drawing/2014/main" id="{6E136EFE-4D45-0A27-09CF-88B4838FB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710"/>
              <a:ext cx="39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45" name="Rectangle 39">
              <a:extLst>
                <a:ext uri="{FF2B5EF4-FFF2-40B4-BE49-F238E27FC236}">
                  <a16:creationId xmlns:a16="http://schemas.microsoft.com/office/drawing/2014/main" id="{E648B459-D877-1F78-150F-D80DE9747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516"/>
              <a:ext cx="39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46" name="Rectangle 40">
              <a:extLst>
                <a:ext uri="{FF2B5EF4-FFF2-40B4-BE49-F238E27FC236}">
                  <a16:creationId xmlns:a16="http://schemas.microsoft.com/office/drawing/2014/main" id="{47E44F70-E9F0-5B07-AF00-92D1E0AA1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321"/>
              <a:ext cx="39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47" name="Rectangle 41">
              <a:extLst>
                <a:ext uri="{FF2B5EF4-FFF2-40B4-BE49-F238E27FC236}">
                  <a16:creationId xmlns:a16="http://schemas.microsoft.com/office/drawing/2014/main" id="{5D7DAA9D-EC2F-EF2D-B16D-64C763E68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127"/>
              <a:ext cx="39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48" name="Rectangle 42">
              <a:extLst>
                <a:ext uri="{FF2B5EF4-FFF2-40B4-BE49-F238E27FC236}">
                  <a16:creationId xmlns:a16="http://schemas.microsoft.com/office/drawing/2014/main" id="{33349720-B8E7-E738-FC90-FCE8E2037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892"/>
              <a:ext cx="393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</a:t>
              </a:r>
            </a:p>
          </p:txBody>
        </p:sp>
        <p:sp>
          <p:nvSpPr>
            <p:cNvPr id="49" name="Rectangle 43">
              <a:extLst>
                <a:ext uri="{FF2B5EF4-FFF2-40B4-BE49-F238E27FC236}">
                  <a16:creationId xmlns:a16="http://schemas.microsoft.com/office/drawing/2014/main" id="{D31F6174-FD60-02EF-3399-FDF3BE176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3710"/>
              <a:ext cx="51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50" name="Rectangle 44">
              <a:extLst>
                <a:ext uri="{FF2B5EF4-FFF2-40B4-BE49-F238E27FC236}">
                  <a16:creationId xmlns:a16="http://schemas.microsoft.com/office/drawing/2014/main" id="{950EDBF9-F7E9-0A49-831D-FD78297A4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3710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DC4C1FCC-58A9-63F6-69E3-1E3024D2C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3516"/>
              <a:ext cx="51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52" name="Rectangle 46">
              <a:extLst>
                <a:ext uri="{FF2B5EF4-FFF2-40B4-BE49-F238E27FC236}">
                  <a16:creationId xmlns:a16="http://schemas.microsoft.com/office/drawing/2014/main" id="{B25D78B0-2028-ED95-5A6C-AFE6FCA67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3516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53" name="Rectangle 47">
              <a:extLst>
                <a:ext uri="{FF2B5EF4-FFF2-40B4-BE49-F238E27FC236}">
                  <a16:creationId xmlns:a16="http://schemas.microsoft.com/office/drawing/2014/main" id="{062EAB67-C265-BE51-A363-B4D91FBC3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3321"/>
              <a:ext cx="511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54" name="Rectangle 48">
              <a:extLst>
                <a:ext uri="{FF2B5EF4-FFF2-40B4-BE49-F238E27FC236}">
                  <a16:creationId xmlns:a16="http://schemas.microsoft.com/office/drawing/2014/main" id="{4B8BABAF-0A96-D63D-60F5-1BF68F1B0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3321"/>
              <a:ext cx="43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1</a:t>
              </a:r>
            </a:p>
          </p:txBody>
        </p:sp>
        <p:sp>
          <p:nvSpPr>
            <p:cNvPr id="55" name="Rectangle 49">
              <a:extLst>
                <a:ext uri="{FF2B5EF4-FFF2-40B4-BE49-F238E27FC236}">
                  <a16:creationId xmlns:a16="http://schemas.microsoft.com/office/drawing/2014/main" id="{DB6F0EED-5E85-76F1-FB7E-D2288E933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3127"/>
              <a:ext cx="51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56" name="Rectangle 50">
              <a:extLst>
                <a:ext uri="{FF2B5EF4-FFF2-40B4-BE49-F238E27FC236}">
                  <a16:creationId xmlns:a16="http://schemas.microsoft.com/office/drawing/2014/main" id="{ADE1EA58-C8D9-4101-324A-24D5DBA5C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3127"/>
              <a:ext cx="4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400" b="0"/>
                <a:t>   0</a:t>
              </a:r>
            </a:p>
          </p:txBody>
        </p:sp>
        <p:sp>
          <p:nvSpPr>
            <p:cNvPr id="57" name="Rectangle 51">
              <a:extLst>
                <a:ext uri="{FF2B5EF4-FFF2-40B4-BE49-F238E27FC236}">
                  <a16:creationId xmlns:a16="http://schemas.microsoft.com/office/drawing/2014/main" id="{944F8142-BB02-12D9-066F-CBA96965C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2892"/>
              <a:ext cx="511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T</a:t>
              </a:r>
            </a:p>
          </p:txBody>
        </p:sp>
        <p:sp>
          <p:nvSpPr>
            <p:cNvPr id="58" name="Rectangle 52">
              <a:extLst>
                <a:ext uri="{FF2B5EF4-FFF2-40B4-BE49-F238E27FC236}">
                  <a16:creationId xmlns:a16="http://schemas.microsoft.com/office/drawing/2014/main" id="{033A5F74-6878-92E3-88E1-7E770A5D2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2892"/>
              <a:ext cx="433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2400" b="0"/>
                <a:t>Q</a:t>
              </a:r>
              <a:r>
                <a:rPr lang="en-US" altLang="zh-CN" sz="2400" b="0" baseline="40000"/>
                <a:t>n+1</a:t>
              </a:r>
              <a:endParaRPr lang="zh-CN" altLang="en-US" sz="2400" b="0" baseline="40000"/>
            </a:p>
          </p:txBody>
        </p:sp>
        <p:sp>
          <p:nvSpPr>
            <p:cNvPr id="59" name="Line 53">
              <a:extLst>
                <a:ext uri="{FF2B5EF4-FFF2-40B4-BE49-F238E27FC236}">
                  <a16:creationId xmlns:a16="http://schemas.microsoft.com/office/drawing/2014/main" id="{E58790A7-5B56-D9C3-1A37-E785D5BD6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892"/>
              <a:ext cx="1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0" name="Line 54">
              <a:extLst>
                <a:ext uri="{FF2B5EF4-FFF2-40B4-BE49-F238E27FC236}">
                  <a16:creationId xmlns:a16="http://schemas.microsoft.com/office/drawing/2014/main" id="{146DE9FE-FD46-DD4F-F222-3682B2DE3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127"/>
              <a:ext cx="1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1" name="Line 55">
              <a:extLst>
                <a:ext uri="{FF2B5EF4-FFF2-40B4-BE49-F238E27FC236}">
                  <a16:creationId xmlns:a16="http://schemas.microsoft.com/office/drawing/2014/main" id="{BF596E1B-8DA3-624F-7D00-4D301BFDC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321"/>
              <a:ext cx="1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2" name="Line 56">
              <a:extLst>
                <a:ext uri="{FF2B5EF4-FFF2-40B4-BE49-F238E27FC236}">
                  <a16:creationId xmlns:a16="http://schemas.microsoft.com/office/drawing/2014/main" id="{E46286B9-5CCB-5C10-360F-C28909DCC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516"/>
              <a:ext cx="1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3" name="Line 57">
              <a:extLst>
                <a:ext uri="{FF2B5EF4-FFF2-40B4-BE49-F238E27FC236}">
                  <a16:creationId xmlns:a16="http://schemas.microsoft.com/office/drawing/2014/main" id="{E24441A9-557D-2319-1FBD-743C8C07C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710"/>
              <a:ext cx="1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4" name="Line 58">
              <a:extLst>
                <a:ext uri="{FF2B5EF4-FFF2-40B4-BE49-F238E27FC236}">
                  <a16:creationId xmlns:a16="http://schemas.microsoft.com/office/drawing/2014/main" id="{20ECC5E8-7AFD-8E06-BD4C-6FB4F6F8A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904"/>
              <a:ext cx="1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5" name="Line 59">
              <a:extLst>
                <a:ext uri="{FF2B5EF4-FFF2-40B4-BE49-F238E27FC236}">
                  <a16:creationId xmlns:a16="http://schemas.microsoft.com/office/drawing/2014/main" id="{5EF8B8FE-0A1A-796C-C8DB-FC4055376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892"/>
              <a:ext cx="0" cy="23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6" name="Line 60">
              <a:extLst>
                <a:ext uri="{FF2B5EF4-FFF2-40B4-BE49-F238E27FC236}">
                  <a16:creationId xmlns:a16="http://schemas.microsoft.com/office/drawing/2014/main" id="{59ACB291-51F2-8865-8877-F72CDC28F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4" y="2892"/>
              <a:ext cx="0" cy="10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7" name="Line 61">
              <a:extLst>
                <a:ext uri="{FF2B5EF4-FFF2-40B4-BE49-F238E27FC236}">
                  <a16:creationId xmlns:a16="http://schemas.microsoft.com/office/drawing/2014/main" id="{D9544D39-9A81-29D2-C8FE-4D133A013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2892"/>
              <a:ext cx="0" cy="23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8" name="Line 62">
              <a:extLst>
                <a:ext uri="{FF2B5EF4-FFF2-40B4-BE49-F238E27FC236}">
                  <a16:creationId xmlns:a16="http://schemas.microsoft.com/office/drawing/2014/main" id="{7C021AE7-294A-F76D-9E62-BA675CB8E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127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69" name="Line 63">
              <a:extLst>
                <a:ext uri="{FF2B5EF4-FFF2-40B4-BE49-F238E27FC236}">
                  <a16:creationId xmlns:a16="http://schemas.microsoft.com/office/drawing/2014/main" id="{584FAC08-3B9C-D90B-0E7B-2E2109F07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3127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0" name="Line 64">
              <a:extLst>
                <a:ext uri="{FF2B5EF4-FFF2-40B4-BE49-F238E27FC236}">
                  <a16:creationId xmlns:a16="http://schemas.microsoft.com/office/drawing/2014/main" id="{52913D95-025D-1D16-8F6E-0B16D7A83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321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1" name="Line 65">
              <a:extLst>
                <a:ext uri="{FF2B5EF4-FFF2-40B4-BE49-F238E27FC236}">
                  <a16:creationId xmlns:a16="http://schemas.microsoft.com/office/drawing/2014/main" id="{5C89AB09-7856-181C-5C35-808453A53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3321"/>
              <a:ext cx="0" cy="19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2" name="Line 66">
              <a:extLst>
                <a:ext uri="{FF2B5EF4-FFF2-40B4-BE49-F238E27FC236}">
                  <a16:creationId xmlns:a16="http://schemas.microsoft.com/office/drawing/2014/main" id="{5A910554-C01D-654B-7926-B09A31015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516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3" name="Line 67">
              <a:extLst>
                <a:ext uri="{FF2B5EF4-FFF2-40B4-BE49-F238E27FC236}">
                  <a16:creationId xmlns:a16="http://schemas.microsoft.com/office/drawing/2014/main" id="{961A1466-DB5F-4694-5ECA-692E1D4C2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3516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4" name="Line 68">
              <a:extLst>
                <a:ext uri="{FF2B5EF4-FFF2-40B4-BE49-F238E27FC236}">
                  <a16:creationId xmlns:a16="http://schemas.microsoft.com/office/drawing/2014/main" id="{8FA8FBC1-E265-C65E-228F-C4FEF3432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710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5" name="Line 69">
              <a:extLst>
                <a:ext uri="{FF2B5EF4-FFF2-40B4-BE49-F238E27FC236}">
                  <a16:creationId xmlns:a16="http://schemas.microsoft.com/office/drawing/2014/main" id="{090546A5-30E0-CD7C-6A12-FD592CFD6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3710"/>
              <a:ext cx="0" cy="19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76" name="Rectangle 148">
              <a:extLst>
                <a:ext uri="{FF2B5EF4-FFF2-40B4-BE49-F238E27FC236}">
                  <a16:creationId xmlns:a16="http://schemas.microsoft.com/office/drawing/2014/main" id="{D51B466B-D116-C1E2-5814-BEC2FC29D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2610"/>
              <a:ext cx="120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</a:t>
              </a:r>
              <a:r>
                <a:rPr kumimoji="1" lang="zh-CN" altLang="en-US" sz="2000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触发器</a:t>
              </a:r>
              <a:r>
                <a:rPr lang="zh-CN" altLang="en-US" sz="2000" b="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激励表</a:t>
              </a:r>
              <a:endParaRPr kumimoji="1"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8127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21E62E-E3D3-0FFF-68BE-36A776676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F39E55-E1EB-5A20-FF68-833A066B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31</a:t>
            </a:fld>
            <a:r>
              <a:rPr lang="en-US" altLang="zh-CN" dirty="0"/>
              <a:t>/40</a:t>
            </a:r>
            <a:endParaRPr lang="en-US" dirty="0"/>
          </a:p>
        </p:txBody>
      </p:sp>
      <p:graphicFrame>
        <p:nvGraphicFramePr>
          <p:cNvPr id="6" name="内容占位符 45">
            <a:extLst>
              <a:ext uri="{FF2B5EF4-FFF2-40B4-BE49-F238E27FC236}">
                <a16:creationId xmlns:a16="http://schemas.microsoft.com/office/drawing/2014/main" id="{F9EF9BF5-2C7A-5342-5BB8-230002E04FDC}"/>
              </a:ext>
            </a:extLst>
          </p:cNvPr>
          <p:cNvGraphicFramePr>
            <a:graphicFrameLocks/>
          </p:cNvGraphicFramePr>
          <p:nvPr/>
        </p:nvGraphicFramePr>
        <p:xfrm>
          <a:off x="407988" y="136525"/>
          <a:ext cx="4327525" cy="3657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7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2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S0:000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S1:001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7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S2:010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9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S3:011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S4:100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S5:101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S6:110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S7:111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xxx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105">
            <a:extLst>
              <a:ext uri="{FF2B5EF4-FFF2-40B4-BE49-F238E27FC236}">
                <a16:creationId xmlns:a16="http://schemas.microsoft.com/office/drawing/2014/main" id="{68C9DAB1-3056-A90E-2F60-7D3830506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15875"/>
            <a:ext cx="1460500" cy="3863975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8" name="Group 64">
            <a:extLst>
              <a:ext uri="{FF2B5EF4-FFF2-40B4-BE49-F238E27FC236}">
                <a16:creationId xmlns:a16="http://schemas.microsoft.com/office/drawing/2014/main" id="{40CAD734-2FCC-8C5B-DCB9-B0C18F758E9B}"/>
              </a:ext>
            </a:extLst>
          </p:cNvPr>
          <p:cNvGrpSpPr>
            <a:grpSpLocks/>
          </p:cNvGrpSpPr>
          <p:nvPr/>
        </p:nvGrpSpPr>
        <p:grpSpPr bwMode="auto">
          <a:xfrm>
            <a:off x="514350" y="3979863"/>
            <a:ext cx="2251075" cy="1952625"/>
            <a:chOff x="305" y="2574"/>
            <a:chExt cx="1418" cy="1230"/>
          </a:xfrm>
        </p:grpSpPr>
        <p:sp>
          <p:nvSpPr>
            <p:cNvPr id="9" name="Text Box 65">
              <a:extLst>
                <a:ext uri="{FF2B5EF4-FFF2-40B4-BE49-F238E27FC236}">
                  <a16:creationId xmlns:a16="http://schemas.microsoft.com/office/drawing/2014/main" id="{58049616-001E-5710-A272-A4DC06745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0" name="Text Box 66">
              <a:extLst>
                <a:ext uri="{FF2B5EF4-FFF2-40B4-BE49-F238E27FC236}">
                  <a16:creationId xmlns:a16="http://schemas.microsoft.com/office/drawing/2014/main" id="{063BE3FD-129D-5F40-8D94-5671F787A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1" name="Text Box 67">
              <a:extLst>
                <a:ext uri="{FF2B5EF4-FFF2-40B4-BE49-F238E27FC236}">
                  <a16:creationId xmlns:a16="http://schemas.microsoft.com/office/drawing/2014/main" id="{6F6F7EE4-D90D-64DF-FD74-C86992E8C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2" name="Text Box 68">
              <a:extLst>
                <a:ext uri="{FF2B5EF4-FFF2-40B4-BE49-F238E27FC236}">
                  <a16:creationId xmlns:a16="http://schemas.microsoft.com/office/drawing/2014/main" id="{D524A928-CAAE-DABF-A6F1-6F0B20215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3" name="Text Box 69">
              <a:extLst>
                <a:ext uri="{FF2B5EF4-FFF2-40B4-BE49-F238E27FC236}">
                  <a16:creationId xmlns:a16="http://schemas.microsoft.com/office/drawing/2014/main" id="{225D7419-30C9-B43C-370D-DB622D3C7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4" name="Text Box 70">
              <a:extLst>
                <a:ext uri="{FF2B5EF4-FFF2-40B4-BE49-F238E27FC236}">
                  <a16:creationId xmlns:a16="http://schemas.microsoft.com/office/drawing/2014/main" id="{EB6BE875-2040-AD47-0EE7-A7FB127C6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5" name="Text Box 71">
              <a:extLst>
                <a:ext uri="{FF2B5EF4-FFF2-40B4-BE49-F238E27FC236}">
                  <a16:creationId xmlns:a16="http://schemas.microsoft.com/office/drawing/2014/main" id="{3D815958-99DD-4634-6FF3-CD9427AB80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6" name="Text Box 72">
              <a:extLst>
                <a:ext uri="{FF2B5EF4-FFF2-40B4-BE49-F238E27FC236}">
                  <a16:creationId xmlns:a16="http://schemas.microsoft.com/office/drawing/2014/main" id="{C535C8CA-70B0-18C6-5286-68B5379989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7" name="Line 73">
              <a:extLst>
                <a:ext uri="{FF2B5EF4-FFF2-40B4-BE49-F238E27FC236}">
                  <a16:creationId xmlns:a16="http://schemas.microsoft.com/office/drawing/2014/main" id="{29D5E178-C581-60D6-15B3-59AAF2519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74">
              <a:extLst>
                <a:ext uri="{FF2B5EF4-FFF2-40B4-BE49-F238E27FC236}">
                  <a16:creationId xmlns:a16="http://schemas.microsoft.com/office/drawing/2014/main" id="{5B5ABF32-E522-3833-F554-D33F7059B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75">
              <a:extLst>
                <a:ext uri="{FF2B5EF4-FFF2-40B4-BE49-F238E27FC236}">
                  <a16:creationId xmlns:a16="http://schemas.microsoft.com/office/drawing/2014/main" id="{5688A6B9-03FF-9C63-EBC6-CB2FCF4EB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20" name="Text Box 76">
              <a:extLst>
                <a:ext uri="{FF2B5EF4-FFF2-40B4-BE49-F238E27FC236}">
                  <a16:creationId xmlns:a16="http://schemas.microsoft.com/office/drawing/2014/main" id="{7144B5A8-F427-7B0D-073A-0E3CCE0D9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21" name="Text Box 77">
              <a:extLst>
                <a:ext uri="{FF2B5EF4-FFF2-40B4-BE49-F238E27FC236}">
                  <a16:creationId xmlns:a16="http://schemas.microsoft.com/office/drawing/2014/main" id="{4CA4D192-FF30-16C3-EAFC-6AD2D897A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22" name="Text Box 78">
              <a:extLst>
                <a:ext uri="{FF2B5EF4-FFF2-40B4-BE49-F238E27FC236}">
                  <a16:creationId xmlns:a16="http://schemas.microsoft.com/office/drawing/2014/main" id="{08967EEC-C503-2724-2CE3-748AD0960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3" name="Text Box 79">
              <a:extLst>
                <a:ext uri="{FF2B5EF4-FFF2-40B4-BE49-F238E27FC236}">
                  <a16:creationId xmlns:a16="http://schemas.microsoft.com/office/drawing/2014/main" id="{B060E37A-ED04-37A1-9C83-6B7E21E46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4" name="Text Box 80">
              <a:extLst>
                <a:ext uri="{FF2B5EF4-FFF2-40B4-BE49-F238E27FC236}">
                  <a16:creationId xmlns:a16="http://schemas.microsoft.com/office/drawing/2014/main" id="{5F4FD371-5289-DA2C-332A-9024092CB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5" name="Text Box 81">
              <a:extLst>
                <a:ext uri="{FF2B5EF4-FFF2-40B4-BE49-F238E27FC236}">
                  <a16:creationId xmlns:a16="http://schemas.microsoft.com/office/drawing/2014/main" id="{11320F67-C31A-13A8-CEF9-AE7D72326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6" name="Text Box 82">
              <a:extLst>
                <a:ext uri="{FF2B5EF4-FFF2-40B4-BE49-F238E27FC236}">
                  <a16:creationId xmlns:a16="http://schemas.microsoft.com/office/drawing/2014/main" id="{77087425-CB8F-1511-51B0-86464E306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7" name="Text Box 83">
              <a:extLst>
                <a:ext uri="{FF2B5EF4-FFF2-40B4-BE49-F238E27FC236}">
                  <a16:creationId xmlns:a16="http://schemas.microsoft.com/office/drawing/2014/main" id="{1794A11E-A41F-64FF-9D61-23069FD86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8" name="Text Box 84">
              <a:extLst>
                <a:ext uri="{FF2B5EF4-FFF2-40B4-BE49-F238E27FC236}">
                  <a16:creationId xmlns:a16="http://schemas.microsoft.com/office/drawing/2014/main" id="{75A78444-2876-1B8B-810A-161B6A48D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9" name="Text Box 85">
              <a:extLst>
                <a:ext uri="{FF2B5EF4-FFF2-40B4-BE49-F238E27FC236}">
                  <a16:creationId xmlns:a16="http://schemas.microsoft.com/office/drawing/2014/main" id="{FFEBE360-46CC-B920-682E-525E5B3E5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0" name="Text Box 86">
              <a:extLst>
                <a:ext uri="{FF2B5EF4-FFF2-40B4-BE49-F238E27FC236}">
                  <a16:creationId xmlns:a16="http://schemas.microsoft.com/office/drawing/2014/main" id="{4A3C3057-FE0D-96A3-9ABC-211E85159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1" name="Text Box 87">
              <a:extLst>
                <a:ext uri="{FF2B5EF4-FFF2-40B4-BE49-F238E27FC236}">
                  <a16:creationId xmlns:a16="http://schemas.microsoft.com/office/drawing/2014/main" id="{7D22D76F-E4E5-8429-FDBA-20E33CABB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2" name="Text Box 88">
              <a:extLst>
                <a:ext uri="{FF2B5EF4-FFF2-40B4-BE49-F238E27FC236}">
                  <a16:creationId xmlns:a16="http://schemas.microsoft.com/office/drawing/2014/main" id="{DEF38454-21E4-1215-3E9A-7A3B4112D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3" name="Text Box 89">
              <a:extLst>
                <a:ext uri="{FF2B5EF4-FFF2-40B4-BE49-F238E27FC236}">
                  <a16:creationId xmlns:a16="http://schemas.microsoft.com/office/drawing/2014/main" id="{35E15346-C6E8-88B2-E738-43122922AB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4" name="Text Box 90">
              <a:extLst>
                <a:ext uri="{FF2B5EF4-FFF2-40B4-BE49-F238E27FC236}">
                  <a16:creationId xmlns:a16="http://schemas.microsoft.com/office/drawing/2014/main" id="{3DDBF3BD-8BBA-03A6-372E-AFAF0F04B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5" name="Text Box 91">
              <a:extLst>
                <a:ext uri="{FF2B5EF4-FFF2-40B4-BE49-F238E27FC236}">
                  <a16:creationId xmlns:a16="http://schemas.microsoft.com/office/drawing/2014/main" id="{2C2FBEE4-6931-5E17-91AF-B6842ED81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6" name="Text Box 92">
              <a:extLst>
                <a:ext uri="{FF2B5EF4-FFF2-40B4-BE49-F238E27FC236}">
                  <a16:creationId xmlns:a16="http://schemas.microsoft.com/office/drawing/2014/main" id="{7C0E0476-8989-83B3-D73D-CF87CBB53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7" name="Text Box 93">
              <a:extLst>
                <a:ext uri="{FF2B5EF4-FFF2-40B4-BE49-F238E27FC236}">
                  <a16:creationId xmlns:a16="http://schemas.microsoft.com/office/drawing/2014/main" id="{C7CDE8B4-5EDA-444D-3690-8CEC77709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38" name="AutoShape 169">
            <a:extLst>
              <a:ext uri="{FF2B5EF4-FFF2-40B4-BE49-F238E27FC236}">
                <a16:creationId xmlns:a16="http://schemas.microsoft.com/office/drawing/2014/main" id="{8151C39C-A0B6-C2A8-78DD-9328A55B7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4972050"/>
            <a:ext cx="296862" cy="6318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39" name="Group 60">
            <a:extLst>
              <a:ext uri="{FF2B5EF4-FFF2-40B4-BE49-F238E27FC236}">
                <a16:creationId xmlns:a16="http://schemas.microsoft.com/office/drawing/2014/main" id="{62C1DC85-6A48-F76B-09FA-668FDC14BE38}"/>
              </a:ext>
            </a:extLst>
          </p:cNvPr>
          <p:cNvGrpSpPr>
            <a:grpSpLocks/>
          </p:cNvGrpSpPr>
          <p:nvPr/>
        </p:nvGrpSpPr>
        <p:grpSpPr bwMode="auto">
          <a:xfrm>
            <a:off x="133350" y="5983288"/>
            <a:ext cx="3176588" cy="400050"/>
            <a:chOff x="1565" y="2892"/>
            <a:chExt cx="2001" cy="252"/>
          </a:xfrm>
        </p:grpSpPr>
        <p:sp>
          <p:nvSpPr>
            <p:cNvPr id="40" name="Rectangle 38">
              <a:extLst>
                <a:ext uri="{FF2B5EF4-FFF2-40B4-BE49-F238E27FC236}">
                  <a16:creationId xmlns:a16="http://schemas.microsoft.com/office/drawing/2014/main" id="{B0C29432-3F9D-7489-07C9-3911E345C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200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15000">
                  <a:ea typeface="楷体_GB2312" pitchFamily="49" charset="-122"/>
                </a:rPr>
                <a:t>2 </a:t>
              </a:r>
              <a:r>
                <a:rPr kumimoji="1" lang="en-US" altLang="zh-CN" sz="2000">
                  <a:ea typeface="楷体_GB2312" pitchFamily="49" charset="-122"/>
                </a:rPr>
                <a:t>= 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A+(Q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) 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9EC54127-B286-35AC-E380-140704BEAC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6" y="2938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" name="Line 39">
            <a:extLst>
              <a:ext uri="{FF2B5EF4-FFF2-40B4-BE49-F238E27FC236}">
                <a16:creationId xmlns:a16="http://schemas.microsoft.com/office/drawing/2014/main" id="{38C9B4A9-7785-F3C4-D13F-B3ACE8C65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6056313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AutoShape 169">
            <a:extLst>
              <a:ext uri="{FF2B5EF4-FFF2-40B4-BE49-F238E27FC236}">
                <a16:creationId xmlns:a16="http://schemas.microsoft.com/office/drawing/2014/main" id="{00F75554-D3A8-5E21-791C-967E8CFA9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5308600"/>
            <a:ext cx="296862" cy="63341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4" name="Arc 170">
            <a:extLst>
              <a:ext uri="{FF2B5EF4-FFF2-40B4-BE49-F238E27FC236}">
                <a16:creationId xmlns:a16="http://schemas.microsoft.com/office/drawing/2014/main" id="{0A444116-2A84-83C7-A4CA-F3779D7DE753}"/>
              </a:ext>
            </a:extLst>
          </p:cNvPr>
          <p:cNvSpPr>
            <a:spLocks/>
          </p:cNvSpPr>
          <p:nvPr/>
        </p:nvSpPr>
        <p:spPr bwMode="auto">
          <a:xfrm rot="5400000">
            <a:off x="1693863" y="4700588"/>
            <a:ext cx="295275" cy="3270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Arc 173">
            <a:extLst>
              <a:ext uri="{FF2B5EF4-FFF2-40B4-BE49-F238E27FC236}">
                <a16:creationId xmlns:a16="http://schemas.microsoft.com/office/drawing/2014/main" id="{37EACAF8-577C-A315-08DA-025ADA52C8FD}"/>
              </a:ext>
            </a:extLst>
          </p:cNvPr>
          <p:cNvSpPr>
            <a:spLocks/>
          </p:cNvSpPr>
          <p:nvPr/>
        </p:nvSpPr>
        <p:spPr bwMode="auto">
          <a:xfrm rot="-5400000">
            <a:off x="1702595" y="5574506"/>
            <a:ext cx="265112" cy="327025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Line 39">
            <a:extLst>
              <a:ext uri="{FF2B5EF4-FFF2-40B4-BE49-F238E27FC236}">
                <a16:creationId xmlns:a16="http://schemas.microsoft.com/office/drawing/2014/main" id="{4FCC44F5-5AE5-AF21-B2F2-6A2343D2DE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7763" y="6056313"/>
            <a:ext cx="25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47" name="直接箭头连接符 50">
            <a:extLst>
              <a:ext uri="{FF2B5EF4-FFF2-40B4-BE49-F238E27FC236}">
                <a16:creationId xmlns:a16="http://schemas.microsoft.com/office/drawing/2014/main" id="{B6C0F984-9BAD-3828-0D2A-F55C79A0DFEA}"/>
              </a:ext>
            </a:extLst>
          </p:cNvPr>
          <p:cNvCxnSpPr/>
          <p:nvPr/>
        </p:nvCxnSpPr>
        <p:spPr>
          <a:xfrm>
            <a:off x="2730500" y="5424488"/>
            <a:ext cx="2682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Box 93">
            <a:extLst>
              <a:ext uri="{FF2B5EF4-FFF2-40B4-BE49-F238E27FC236}">
                <a16:creationId xmlns:a16="http://schemas.microsoft.com/office/drawing/2014/main" id="{38BCAB93-D98A-0B6E-6EBB-D6EEFE09C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5253038"/>
            <a:ext cx="153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</a:t>
            </a:r>
          </a:p>
        </p:txBody>
      </p:sp>
      <p:grpSp>
        <p:nvGrpSpPr>
          <p:cNvPr id="49" name="Group 64">
            <a:extLst>
              <a:ext uri="{FF2B5EF4-FFF2-40B4-BE49-F238E27FC236}">
                <a16:creationId xmlns:a16="http://schemas.microsoft.com/office/drawing/2014/main" id="{EF7EC32D-883B-DFEB-354C-B0CB502DCC19}"/>
              </a:ext>
            </a:extLst>
          </p:cNvPr>
          <p:cNvGrpSpPr>
            <a:grpSpLocks/>
          </p:cNvGrpSpPr>
          <p:nvPr/>
        </p:nvGrpSpPr>
        <p:grpSpPr bwMode="auto">
          <a:xfrm>
            <a:off x="3562350" y="3965575"/>
            <a:ext cx="2251075" cy="1952625"/>
            <a:chOff x="305" y="2574"/>
            <a:chExt cx="1418" cy="1230"/>
          </a:xfrm>
        </p:grpSpPr>
        <p:sp>
          <p:nvSpPr>
            <p:cNvPr id="50" name="Text Box 65">
              <a:extLst>
                <a:ext uri="{FF2B5EF4-FFF2-40B4-BE49-F238E27FC236}">
                  <a16:creationId xmlns:a16="http://schemas.microsoft.com/office/drawing/2014/main" id="{09B1FA2F-4013-3B78-FD86-7CA4AD251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51" name="Text Box 66">
              <a:extLst>
                <a:ext uri="{FF2B5EF4-FFF2-40B4-BE49-F238E27FC236}">
                  <a16:creationId xmlns:a16="http://schemas.microsoft.com/office/drawing/2014/main" id="{DADFEEC4-0404-D7CB-08C8-6725DDBE3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52" name="Text Box 67">
              <a:extLst>
                <a:ext uri="{FF2B5EF4-FFF2-40B4-BE49-F238E27FC236}">
                  <a16:creationId xmlns:a16="http://schemas.microsoft.com/office/drawing/2014/main" id="{7413EA03-884F-A3AD-D689-37A15EFD8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53" name="Text Box 68">
              <a:extLst>
                <a:ext uri="{FF2B5EF4-FFF2-40B4-BE49-F238E27FC236}">
                  <a16:creationId xmlns:a16="http://schemas.microsoft.com/office/drawing/2014/main" id="{166FD5B1-EBD9-CF9C-1F02-8BBF4A1DD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54" name="Text Box 69">
              <a:extLst>
                <a:ext uri="{FF2B5EF4-FFF2-40B4-BE49-F238E27FC236}">
                  <a16:creationId xmlns:a16="http://schemas.microsoft.com/office/drawing/2014/main" id="{D91F80D7-B5A4-A5FF-B4D6-DBBC32599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55" name="Text Box 70">
              <a:extLst>
                <a:ext uri="{FF2B5EF4-FFF2-40B4-BE49-F238E27FC236}">
                  <a16:creationId xmlns:a16="http://schemas.microsoft.com/office/drawing/2014/main" id="{C37EDF4B-95D4-1DAE-46BF-9BA48FEFE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56" name="Text Box 71">
              <a:extLst>
                <a:ext uri="{FF2B5EF4-FFF2-40B4-BE49-F238E27FC236}">
                  <a16:creationId xmlns:a16="http://schemas.microsoft.com/office/drawing/2014/main" id="{00766F6A-CFB7-AE5F-DCBE-BD486BA11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57" name="Text Box 72">
              <a:extLst>
                <a:ext uri="{FF2B5EF4-FFF2-40B4-BE49-F238E27FC236}">
                  <a16:creationId xmlns:a16="http://schemas.microsoft.com/office/drawing/2014/main" id="{7B765D96-3CC5-6270-74F1-5658C0E3F2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58" name="Line 73">
              <a:extLst>
                <a:ext uri="{FF2B5EF4-FFF2-40B4-BE49-F238E27FC236}">
                  <a16:creationId xmlns:a16="http://schemas.microsoft.com/office/drawing/2014/main" id="{D841064E-329A-666B-741F-72C817A91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74">
              <a:extLst>
                <a:ext uri="{FF2B5EF4-FFF2-40B4-BE49-F238E27FC236}">
                  <a16:creationId xmlns:a16="http://schemas.microsoft.com/office/drawing/2014/main" id="{861A193F-7AD5-0C20-0F19-C1DF48849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 Box 75">
              <a:extLst>
                <a:ext uri="{FF2B5EF4-FFF2-40B4-BE49-F238E27FC236}">
                  <a16:creationId xmlns:a16="http://schemas.microsoft.com/office/drawing/2014/main" id="{5F3C3580-B45B-E375-917F-89927198B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61" name="Text Box 76">
              <a:extLst>
                <a:ext uri="{FF2B5EF4-FFF2-40B4-BE49-F238E27FC236}">
                  <a16:creationId xmlns:a16="http://schemas.microsoft.com/office/drawing/2014/main" id="{7A2E7F7A-CDDA-7BC9-29D3-198B65A3D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62" name="Text Box 77">
              <a:extLst>
                <a:ext uri="{FF2B5EF4-FFF2-40B4-BE49-F238E27FC236}">
                  <a16:creationId xmlns:a16="http://schemas.microsoft.com/office/drawing/2014/main" id="{EAC8C391-0A91-3B9A-BF9C-677508506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63" name="Text Box 78">
              <a:extLst>
                <a:ext uri="{FF2B5EF4-FFF2-40B4-BE49-F238E27FC236}">
                  <a16:creationId xmlns:a16="http://schemas.microsoft.com/office/drawing/2014/main" id="{AE0431C4-5DFF-DB1B-6952-6C6DB05D8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4" name="Text Box 79">
              <a:extLst>
                <a:ext uri="{FF2B5EF4-FFF2-40B4-BE49-F238E27FC236}">
                  <a16:creationId xmlns:a16="http://schemas.microsoft.com/office/drawing/2014/main" id="{275D7455-8F4F-F2B1-0B00-EE4CD4115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5" name="Text Box 80">
              <a:extLst>
                <a:ext uri="{FF2B5EF4-FFF2-40B4-BE49-F238E27FC236}">
                  <a16:creationId xmlns:a16="http://schemas.microsoft.com/office/drawing/2014/main" id="{040ED664-E97B-106A-71AB-63E8B3F7E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6" name="Text Box 81">
              <a:extLst>
                <a:ext uri="{FF2B5EF4-FFF2-40B4-BE49-F238E27FC236}">
                  <a16:creationId xmlns:a16="http://schemas.microsoft.com/office/drawing/2014/main" id="{842C57E5-DF46-9A89-FA45-7BCFF07EF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7" name="Text Box 82">
              <a:extLst>
                <a:ext uri="{FF2B5EF4-FFF2-40B4-BE49-F238E27FC236}">
                  <a16:creationId xmlns:a16="http://schemas.microsoft.com/office/drawing/2014/main" id="{240359D5-D348-2094-06CF-43CDA54A01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8" name="Text Box 83">
              <a:extLst>
                <a:ext uri="{FF2B5EF4-FFF2-40B4-BE49-F238E27FC236}">
                  <a16:creationId xmlns:a16="http://schemas.microsoft.com/office/drawing/2014/main" id="{45297C3F-5958-A009-A402-A99A1D8B79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9" name="Text Box 84">
              <a:extLst>
                <a:ext uri="{FF2B5EF4-FFF2-40B4-BE49-F238E27FC236}">
                  <a16:creationId xmlns:a16="http://schemas.microsoft.com/office/drawing/2014/main" id="{460C1BC6-83D8-A59A-1423-C3A46CD8A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0" name="Text Box 85">
              <a:extLst>
                <a:ext uri="{FF2B5EF4-FFF2-40B4-BE49-F238E27FC236}">
                  <a16:creationId xmlns:a16="http://schemas.microsoft.com/office/drawing/2014/main" id="{CC7BF9A9-1F24-4080-0DFD-23C397F63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1" name="Text Box 86">
              <a:extLst>
                <a:ext uri="{FF2B5EF4-FFF2-40B4-BE49-F238E27FC236}">
                  <a16:creationId xmlns:a16="http://schemas.microsoft.com/office/drawing/2014/main" id="{349BB35D-BA16-99BA-785E-49971A3F2E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2" name="Text Box 87">
              <a:extLst>
                <a:ext uri="{FF2B5EF4-FFF2-40B4-BE49-F238E27FC236}">
                  <a16:creationId xmlns:a16="http://schemas.microsoft.com/office/drawing/2014/main" id="{8435C54C-23F4-567B-F81A-233FE2820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3" name="Text Box 88">
              <a:extLst>
                <a:ext uri="{FF2B5EF4-FFF2-40B4-BE49-F238E27FC236}">
                  <a16:creationId xmlns:a16="http://schemas.microsoft.com/office/drawing/2014/main" id="{2A768C2B-4265-6EFA-9693-027629FB8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4" name="Text Box 89">
              <a:extLst>
                <a:ext uri="{FF2B5EF4-FFF2-40B4-BE49-F238E27FC236}">
                  <a16:creationId xmlns:a16="http://schemas.microsoft.com/office/drawing/2014/main" id="{95D00D86-04D4-3ED7-7680-DD4D2C999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5" name="Text Box 90">
              <a:extLst>
                <a:ext uri="{FF2B5EF4-FFF2-40B4-BE49-F238E27FC236}">
                  <a16:creationId xmlns:a16="http://schemas.microsoft.com/office/drawing/2014/main" id="{1B354A88-D9BB-DBD8-DC66-C1338FED7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6" name="Text Box 91">
              <a:extLst>
                <a:ext uri="{FF2B5EF4-FFF2-40B4-BE49-F238E27FC236}">
                  <a16:creationId xmlns:a16="http://schemas.microsoft.com/office/drawing/2014/main" id="{8DDB2823-7BA4-C6A0-230B-D70134CC6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7" name="Text Box 92">
              <a:extLst>
                <a:ext uri="{FF2B5EF4-FFF2-40B4-BE49-F238E27FC236}">
                  <a16:creationId xmlns:a16="http://schemas.microsoft.com/office/drawing/2014/main" id="{1DABA4ED-9E01-008F-C400-E9F3C753B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8" name="Text Box 93">
              <a:extLst>
                <a:ext uri="{FF2B5EF4-FFF2-40B4-BE49-F238E27FC236}">
                  <a16:creationId xmlns:a16="http://schemas.microsoft.com/office/drawing/2014/main" id="{4EF8F298-3F3B-3A7F-A630-01AF25BAE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79" name="AutoShape 169">
            <a:extLst>
              <a:ext uri="{FF2B5EF4-FFF2-40B4-BE49-F238E27FC236}">
                <a16:creationId xmlns:a16="http://schemas.microsoft.com/office/drawing/2014/main" id="{F1FAAFB8-94E3-1C8B-633C-821140BAA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675" y="4651375"/>
            <a:ext cx="296863" cy="6318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80" name="Group 60">
            <a:extLst>
              <a:ext uri="{FF2B5EF4-FFF2-40B4-BE49-F238E27FC236}">
                <a16:creationId xmlns:a16="http://schemas.microsoft.com/office/drawing/2014/main" id="{08037179-9C33-C534-6B88-EB7BED3A8CC7}"/>
              </a:ext>
            </a:extLst>
          </p:cNvPr>
          <p:cNvGrpSpPr>
            <a:grpSpLocks/>
          </p:cNvGrpSpPr>
          <p:nvPr/>
        </p:nvGrpSpPr>
        <p:grpSpPr bwMode="auto">
          <a:xfrm>
            <a:off x="3306763" y="5967413"/>
            <a:ext cx="3533775" cy="400050"/>
            <a:chOff x="1565" y="2892"/>
            <a:chExt cx="2226" cy="252"/>
          </a:xfrm>
        </p:grpSpPr>
        <p:sp>
          <p:nvSpPr>
            <p:cNvPr id="81" name="Rectangle 38">
              <a:extLst>
                <a:ext uri="{FF2B5EF4-FFF2-40B4-BE49-F238E27FC236}">
                  <a16:creationId xmlns:a16="http://schemas.microsoft.com/office/drawing/2014/main" id="{A85DC076-A7C1-7642-2A4B-C4F65302E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22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15000">
                  <a:ea typeface="楷体_GB2312" pitchFamily="49" charset="-122"/>
                </a:rPr>
                <a:t>1 </a:t>
              </a:r>
              <a:r>
                <a:rPr kumimoji="1" lang="en-US" altLang="zh-CN" sz="2000">
                  <a:ea typeface="楷体_GB2312" pitchFamily="49" charset="-122"/>
                </a:rPr>
                <a:t>= 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A+(Q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) 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 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82" name="Line 39">
              <a:extLst>
                <a:ext uri="{FF2B5EF4-FFF2-40B4-BE49-F238E27FC236}">
                  <a16:creationId xmlns:a16="http://schemas.microsoft.com/office/drawing/2014/main" id="{33F0354A-49FA-9F3A-425D-CC2CF9B71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8" y="2935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" name="Line 39">
            <a:extLst>
              <a:ext uri="{FF2B5EF4-FFF2-40B4-BE49-F238E27FC236}">
                <a16:creationId xmlns:a16="http://schemas.microsoft.com/office/drawing/2014/main" id="{7172D629-6A57-30E9-E7F9-17B4361C2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6040438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AutoShape 169">
            <a:extLst>
              <a:ext uri="{FF2B5EF4-FFF2-40B4-BE49-F238E27FC236}">
                <a16:creationId xmlns:a16="http://schemas.microsoft.com/office/drawing/2014/main" id="{DFA2C43B-45A5-691A-60FE-42FA66BB7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513" y="4957763"/>
            <a:ext cx="296862" cy="63341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5" name="Line 39">
            <a:extLst>
              <a:ext uri="{FF2B5EF4-FFF2-40B4-BE49-F238E27FC236}">
                <a16:creationId xmlns:a16="http://schemas.microsoft.com/office/drawing/2014/main" id="{900D8F58-0029-5A09-BC39-2A583815D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3100" y="6040438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6" name="直接箭头连接符 91">
            <a:extLst>
              <a:ext uri="{FF2B5EF4-FFF2-40B4-BE49-F238E27FC236}">
                <a16:creationId xmlns:a16="http://schemas.microsoft.com/office/drawing/2014/main" id="{42D5794C-36AD-1922-493A-031E0A73C6A2}"/>
              </a:ext>
            </a:extLst>
          </p:cNvPr>
          <p:cNvCxnSpPr/>
          <p:nvPr/>
        </p:nvCxnSpPr>
        <p:spPr>
          <a:xfrm>
            <a:off x="4986338" y="5319713"/>
            <a:ext cx="2682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utoShape 169">
            <a:extLst>
              <a:ext uri="{FF2B5EF4-FFF2-40B4-BE49-F238E27FC236}">
                <a16:creationId xmlns:a16="http://schemas.microsoft.com/office/drawing/2014/main" id="{4C22AE9C-D398-7131-A9AB-97D24519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513" y="5273675"/>
            <a:ext cx="296862" cy="6318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8" name="Text Box 93">
            <a:extLst>
              <a:ext uri="{FF2B5EF4-FFF2-40B4-BE49-F238E27FC236}">
                <a16:creationId xmlns:a16="http://schemas.microsoft.com/office/drawing/2014/main" id="{ADD1513B-F478-BC56-F208-1472CF4B7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850" y="5130800"/>
            <a:ext cx="153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</a:t>
            </a:r>
          </a:p>
        </p:txBody>
      </p:sp>
      <p:grpSp>
        <p:nvGrpSpPr>
          <p:cNvPr id="89" name="Group 64">
            <a:extLst>
              <a:ext uri="{FF2B5EF4-FFF2-40B4-BE49-F238E27FC236}">
                <a16:creationId xmlns:a16="http://schemas.microsoft.com/office/drawing/2014/main" id="{BFA5B956-3EDB-F823-6207-70440957EC49}"/>
              </a:ext>
            </a:extLst>
          </p:cNvPr>
          <p:cNvGrpSpPr>
            <a:grpSpLocks/>
          </p:cNvGrpSpPr>
          <p:nvPr/>
        </p:nvGrpSpPr>
        <p:grpSpPr bwMode="auto">
          <a:xfrm>
            <a:off x="6326188" y="3949700"/>
            <a:ext cx="2251075" cy="1952625"/>
            <a:chOff x="305" y="2574"/>
            <a:chExt cx="1418" cy="1230"/>
          </a:xfrm>
        </p:grpSpPr>
        <p:sp>
          <p:nvSpPr>
            <p:cNvPr id="90" name="Text Box 65">
              <a:extLst>
                <a:ext uri="{FF2B5EF4-FFF2-40B4-BE49-F238E27FC236}">
                  <a16:creationId xmlns:a16="http://schemas.microsoft.com/office/drawing/2014/main" id="{F0E79F7A-EC64-8EEC-4446-98E40C1B9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1" name="Text Box 66">
              <a:extLst>
                <a:ext uri="{FF2B5EF4-FFF2-40B4-BE49-F238E27FC236}">
                  <a16:creationId xmlns:a16="http://schemas.microsoft.com/office/drawing/2014/main" id="{B709035D-1FAF-A4E0-AE67-CF3B1AE81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2" name="Text Box 67">
              <a:extLst>
                <a:ext uri="{FF2B5EF4-FFF2-40B4-BE49-F238E27FC236}">
                  <a16:creationId xmlns:a16="http://schemas.microsoft.com/office/drawing/2014/main" id="{245FCF91-899B-9B3A-4867-4598DA220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3" name="Text Box 68">
              <a:extLst>
                <a:ext uri="{FF2B5EF4-FFF2-40B4-BE49-F238E27FC236}">
                  <a16:creationId xmlns:a16="http://schemas.microsoft.com/office/drawing/2014/main" id="{63A7B33E-21DE-CE85-8C9F-F09C95691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94" name="Text Box 69">
              <a:extLst>
                <a:ext uri="{FF2B5EF4-FFF2-40B4-BE49-F238E27FC236}">
                  <a16:creationId xmlns:a16="http://schemas.microsoft.com/office/drawing/2014/main" id="{33885FCB-D51E-079E-AF62-06579F59D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5" name="Text Box 70">
              <a:extLst>
                <a:ext uri="{FF2B5EF4-FFF2-40B4-BE49-F238E27FC236}">
                  <a16:creationId xmlns:a16="http://schemas.microsoft.com/office/drawing/2014/main" id="{01DBDEF9-0426-D8B1-3D04-4C46C9EF7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6" name="Text Box 71">
              <a:extLst>
                <a:ext uri="{FF2B5EF4-FFF2-40B4-BE49-F238E27FC236}">
                  <a16:creationId xmlns:a16="http://schemas.microsoft.com/office/drawing/2014/main" id="{C5DE64B3-C30D-3581-5FB7-9B6E31EDB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7" name="Text Box 72">
              <a:extLst>
                <a:ext uri="{FF2B5EF4-FFF2-40B4-BE49-F238E27FC236}">
                  <a16:creationId xmlns:a16="http://schemas.microsoft.com/office/drawing/2014/main" id="{C6BD70FC-7331-8D02-C481-3953881DF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98" name="Line 73">
              <a:extLst>
                <a:ext uri="{FF2B5EF4-FFF2-40B4-BE49-F238E27FC236}">
                  <a16:creationId xmlns:a16="http://schemas.microsoft.com/office/drawing/2014/main" id="{4A80C2DC-074D-53C5-F2DA-F2F06D3E6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74">
              <a:extLst>
                <a:ext uri="{FF2B5EF4-FFF2-40B4-BE49-F238E27FC236}">
                  <a16:creationId xmlns:a16="http://schemas.microsoft.com/office/drawing/2014/main" id="{6F7C7496-3CCA-8DE3-2D62-A176EBF61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Box 75">
              <a:extLst>
                <a:ext uri="{FF2B5EF4-FFF2-40B4-BE49-F238E27FC236}">
                  <a16:creationId xmlns:a16="http://schemas.microsoft.com/office/drawing/2014/main" id="{989ECE9B-BA77-8EC7-9FA3-D85DCC5551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01" name="Text Box 76">
              <a:extLst>
                <a:ext uri="{FF2B5EF4-FFF2-40B4-BE49-F238E27FC236}">
                  <a16:creationId xmlns:a16="http://schemas.microsoft.com/office/drawing/2014/main" id="{49CCCA83-979E-E9C0-B834-A38AB8AE9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02" name="Text Box 77">
              <a:extLst>
                <a:ext uri="{FF2B5EF4-FFF2-40B4-BE49-F238E27FC236}">
                  <a16:creationId xmlns:a16="http://schemas.microsoft.com/office/drawing/2014/main" id="{B1F7577C-CD84-72F0-448B-BD66F1C4D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dirty="0">
                  <a:ea typeface="楷体_GB2312" pitchFamily="49" charset="-122"/>
                </a:rPr>
                <a:t>T</a:t>
              </a:r>
              <a:r>
                <a:rPr kumimoji="1" lang="en-US" altLang="zh-CN" sz="2000" baseline="-25000" dirty="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103" name="Text Box 78">
              <a:extLst>
                <a:ext uri="{FF2B5EF4-FFF2-40B4-BE49-F238E27FC236}">
                  <a16:creationId xmlns:a16="http://schemas.microsoft.com/office/drawing/2014/main" id="{BF7EDD3E-ACCD-26C8-275C-D8FB61D97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4" name="Text Box 79">
              <a:extLst>
                <a:ext uri="{FF2B5EF4-FFF2-40B4-BE49-F238E27FC236}">
                  <a16:creationId xmlns:a16="http://schemas.microsoft.com/office/drawing/2014/main" id="{8FFB2DF3-76F4-FC24-32C1-F9B8727C8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5" name="Text Box 80">
              <a:extLst>
                <a:ext uri="{FF2B5EF4-FFF2-40B4-BE49-F238E27FC236}">
                  <a16:creationId xmlns:a16="http://schemas.microsoft.com/office/drawing/2014/main" id="{05B2AD8E-D6F2-A05C-6B4C-F8600B64A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6" name="Text Box 81">
              <a:extLst>
                <a:ext uri="{FF2B5EF4-FFF2-40B4-BE49-F238E27FC236}">
                  <a16:creationId xmlns:a16="http://schemas.microsoft.com/office/drawing/2014/main" id="{17B667E1-1CF7-07EC-3032-0A98FF9D1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07" name="Text Box 82">
              <a:extLst>
                <a:ext uri="{FF2B5EF4-FFF2-40B4-BE49-F238E27FC236}">
                  <a16:creationId xmlns:a16="http://schemas.microsoft.com/office/drawing/2014/main" id="{0CFCEF38-3950-EE72-AC88-8C05E001F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8" name="Text Box 83">
              <a:extLst>
                <a:ext uri="{FF2B5EF4-FFF2-40B4-BE49-F238E27FC236}">
                  <a16:creationId xmlns:a16="http://schemas.microsoft.com/office/drawing/2014/main" id="{C61DC8B8-AD7F-9F83-EED1-14E54F858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9" name="Text Box 84">
              <a:extLst>
                <a:ext uri="{FF2B5EF4-FFF2-40B4-BE49-F238E27FC236}">
                  <a16:creationId xmlns:a16="http://schemas.microsoft.com/office/drawing/2014/main" id="{C6ACBCE9-6E33-51D5-5F11-D37592E4E6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0" name="Text Box 85">
              <a:extLst>
                <a:ext uri="{FF2B5EF4-FFF2-40B4-BE49-F238E27FC236}">
                  <a16:creationId xmlns:a16="http://schemas.microsoft.com/office/drawing/2014/main" id="{B9C69968-9005-6082-B065-38EBB1238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1" name="Text Box 86">
              <a:extLst>
                <a:ext uri="{FF2B5EF4-FFF2-40B4-BE49-F238E27FC236}">
                  <a16:creationId xmlns:a16="http://schemas.microsoft.com/office/drawing/2014/main" id="{C9F0B009-774F-0938-2053-5AAB022BF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2" name="Text Box 87">
              <a:extLst>
                <a:ext uri="{FF2B5EF4-FFF2-40B4-BE49-F238E27FC236}">
                  <a16:creationId xmlns:a16="http://schemas.microsoft.com/office/drawing/2014/main" id="{ADBF0BF9-A3A0-96C6-C7B2-D93D92922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3" name="Text Box 88">
              <a:extLst>
                <a:ext uri="{FF2B5EF4-FFF2-40B4-BE49-F238E27FC236}">
                  <a16:creationId xmlns:a16="http://schemas.microsoft.com/office/drawing/2014/main" id="{A6D04773-FA20-DF94-6E05-10C5B4FA8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4" name="Text Box 89">
              <a:extLst>
                <a:ext uri="{FF2B5EF4-FFF2-40B4-BE49-F238E27FC236}">
                  <a16:creationId xmlns:a16="http://schemas.microsoft.com/office/drawing/2014/main" id="{02C78F82-3280-F6A6-E288-46B856898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5" name="Text Box 90">
              <a:extLst>
                <a:ext uri="{FF2B5EF4-FFF2-40B4-BE49-F238E27FC236}">
                  <a16:creationId xmlns:a16="http://schemas.microsoft.com/office/drawing/2014/main" id="{5D17AA34-2E39-9C3C-978B-2B2E06EEE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6" name="Text Box 91">
              <a:extLst>
                <a:ext uri="{FF2B5EF4-FFF2-40B4-BE49-F238E27FC236}">
                  <a16:creationId xmlns:a16="http://schemas.microsoft.com/office/drawing/2014/main" id="{0206C8F3-22DB-CFBC-F593-5500BB572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7" name="Text Box 92">
              <a:extLst>
                <a:ext uri="{FF2B5EF4-FFF2-40B4-BE49-F238E27FC236}">
                  <a16:creationId xmlns:a16="http://schemas.microsoft.com/office/drawing/2014/main" id="{0797F2D1-90A4-7847-27F9-A77DAD753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118" name="Text Box 93">
              <a:extLst>
                <a:ext uri="{FF2B5EF4-FFF2-40B4-BE49-F238E27FC236}">
                  <a16:creationId xmlns:a16="http://schemas.microsoft.com/office/drawing/2014/main" id="{DBE6D5A0-9B65-A86D-A0D0-105D2C003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119" name="Rectangle 38">
            <a:extLst>
              <a:ext uri="{FF2B5EF4-FFF2-40B4-BE49-F238E27FC236}">
                <a16:creationId xmlns:a16="http://schemas.microsoft.com/office/drawing/2014/main" id="{8E0D3F9E-48A8-B9F5-B9BC-C3E592134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5965825"/>
            <a:ext cx="793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T</a:t>
            </a:r>
            <a:r>
              <a:rPr kumimoji="1" lang="en-US" altLang="zh-CN" sz="2000" baseline="-15000">
                <a:ea typeface="楷体_GB2312" pitchFamily="49" charset="-122"/>
              </a:rPr>
              <a:t>0 </a:t>
            </a:r>
            <a:r>
              <a:rPr kumimoji="1" lang="en-US" altLang="zh-CN" sz="2000">
                <a:ea typeface="楷体_GB2312" pitchFamily="49" charset="-122"/>
              </a:rPr>
              <a:t>=1</a:t>
            </a:r>
            <a:endParaRPr kumimoji="1" lang="zh-CN" altLang="en-US" sz="2000">
              <a:ea typeface="楷体_GB2312" pitchFamily="49" charset="-122"/>
            </a:endParaRPr>
          </a:p>
        </p:txBody>
      </p:sp>
      <p:cxnSp>
        <p:nvCxnSpPr>
          <p:cNvPr id="120" name="直接箭头连接符 132">
            <a:extLst>
              <a:ext uri="{FF2B5EF4-FFF2-40B4-BE49-F238E27FC236}">
                <a16:creationId xmlns:a16="http://schemas.microsoft.com/office/drawing/2014/main" id="{9F8B2920-8AFE-455D-3086-9BA9ED1FF277}"/>
              </a:ext>
            </a:extLst>
          </p:cNvPr>
          <p:cNvCxnSpPr/>
          <p:nvPr/>
        </p:nvCxnSpPr>
        <p:spPr>
          <a:xfrm>
            <a:off x="8515350" y="5437188"/>
            <a:ext cx="2667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AutoShape 169">
            <a:extLst>
              <a:ext uri="{FF2B5EF4-FFF2-40B4-BE49-F238E27FC236}">
                <a16:creationId xmlns:a16="http://schemas.microsoft.com/office/drawing/2014/main" id="{46EE2CC9-09F5-CD4B-15D6-B065A255C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4665663"/>
            <a:ext cx="1512888" cy="122555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2" name="Text Box 93">
            <a:extLst>
              <a:ext uri="{FF2B5EF4-FFF2-40B4-BE49-F238E27FC236}">
                <a16:creationId xmlns:a16="http://schemas.microsoft.com/office/drawing/2014/main" id="{1B9014C1-84C5-D0AD-C414-13F65B1FD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3163" y="5262563"/>
            <a:ext cx="1539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</a:t>
            </a:r>
          </a:p>
        </p:txBody>
      </p:sp>
      <p:sp>
        <p:nvSpPr>
          <p:cNvPr id="123" name="文本框 135">
            <a:extLst>
              <a:ext uri="{FF2B5EF4-FFF2-40B4-BE49-F238E27FC236}">
                <a16:creationId xmlns:a16="http://schemas.microsoft.com/office/drawing/2014/main" id="{8F3CB51B-1CC5-8F77-9BA6-ED9F0D39E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0" y="296863"/>
            <a:ext cx="3103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画出卡诺图求</a:t>
            </a:r>
            <a:r>
              <a:rPr lang="en-US" altLang="zh-CN" sz="1800" b="0">
                <a:latin typeface="Arial" panose="020B0604020202020204" pitchFamily="34" charset="0"/>
              </a:rPr>
              <a:t>T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2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37C86C-1A7E-6716-00BF-9609FAAD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9AD2E6-04C2-7D5F-CE1C-E409FC27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32</a:t>
            </a:fld>
            <a:r>
              <a:rPr lang="en-US" altLang="zh-CN" dirty="0"/>
              <a:t>/40</a:t>
            </a:r>
            <a:endParaRPr lang="en-US" dirty="0"/>
          </a:p>
        </p:txBody>
      </p:sp>
      <p:graphicFrame>
        <p:nvGraphicFramePr>
          <p:cNvPr id="6" name="内容占位符 45">
            <a:extLst>
              <a:ext uri="{FF2B5EF4-FFF2-40B4-BE49-F238E27FC236}">
                <a16:creationId xmlns:a16="http://schemas.microsoft.com/office/drawing/2014/main" id="{3414DCE2-7684-D733-5619-E9831BB562F8}"/>
              </a:ext>
            </a:extLst>
          </p:cNvPr>
          <p:cNvGraphicFramePr>
            <a:graphicFrameLocks/>
          </p:cNvGraphicFramePr>
          <p:nvPr/>
        </p:nvGraphicFramePr>
        <p:xfrm>
          <a:off x="407988" y="136525"/>
          <a:ext cx="4327525" cy="3657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7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2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S0:000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S1:001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7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S2:010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9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S3:011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S4:100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S5:101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S6:110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S7:111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110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105">
            <a:extLst>
              <a:ext uri="{FF2B5EF4-FFF2-40B4-BE49-F238E27FC236}">
                <a16:creationId xmlns:a16="http://schemas.microsoft.com/office/drawing/2014/main" id="{8D84A363-B22F-EAE7-9333-47F1B20F1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15875"/>
            <a:ext cx="1460500" cy="3863975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8" name="Group 64">
            <a:extLst>
              <a:ext uri="{FF2B5EF4-FFF2-40B4-BE49-F238E27FC236}">
                <a16:creationId xmlns:a16="http://schemas.microsoft.com/office/drawing/2014/main" id="{8C3626B8-0430-7D96-587D-229D09ACACE4}"/>
              </a:ext>
            </a:extLst>
          </p:cNvPr>
          <p:cNvGrpSpPr>
            <a:grpSpLocks/>
          </p:cNvGrpSpPr>
          <p:nvPr/>
        </p:nvGrpSpPr>
        <p:grpSpPr bwMode="auto">
          <a:xfrm>
            <a:off x="514350" y="3979863"/>
            <a:ext cx="2251075" cy="1952625"/>
            <a:chOff x="305" y="2574"/>
            <a:chExt cx="1418" cy="1230"/>
          </a:xfrm>
        </p:grpSpPr>
        <p:sp>
          <p:nvSpPr>
            <p:cNvPr id="9" name="Text Box 65">
              <a:extLst>
                <a:ext uri="{FF2B5EF4-FFF2-40B4-BE49-F238E27FC236}">
                  <a16:creationId xmlns:a16="http://schemas.microsoft.com/office/drawing/2014/main" id="{483459CF-3C63-7A14-8A69-BE07ABA56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0" name="Text Box 66">
              <a:extLst>
                <a:ext uri="{FF2B5EF4-FFF2-40B4-BE49-F238E27FC236}">
                  <a16:creationId xmlns:a16="http://schemas.microsoft.com/office/drawing/2014/main" id="{CDFAA1F3-2D47-255D-4E0F-3B908367C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1" name="Text Box 67">
              <a:extLst>
                <a:ext uri="{FF2B5EF4-FFF2-40B4-BE49-F238E27FC236}">
                  <a16:creationId xmlns:a16="http://schemas.microsoft.com/office/drawing/2014/main" id="{2025313E-0DA2-3C37-F491-0519BE3CFD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2" name="Text Box 68">
              <a:extLst>
                <a:ext uri="{FF2B5EF4-FFF2-40B4-BE49-F238E27FC236}">
                  <a16:creationId xmlns:a16="http://schemas.microsoft.com/office/drawing/2014/main" id="{288D3140-DEBC-9F0A-DDAF-BAB0F6C71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3" name="Text Box 69">
              <a:extLst>
                <a:ext uri="{FF2B5EF4-FFF2-40B4-BE49-F238E27FC236}">
                  <a16:creationId xmlns:a16="http://schemas.microsoft.com/office/drawing/2014/main" id="{09DBD0D6-8FB1-F49B-0FB7-DB4EC6773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4" name="Text Box 70">
              <a:extLst>
                <a:ext uri="{FF2B5EF4-FFF2-40B4-BE49-F238E27FC236}">
                  <a16:creationId xmlns:a16="http://schemas.microsoft.com/office/drawing/2014/main" id="{12EC507F-DA5F-C9C9-76DE-54B1D4302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5" name="Text Box 71">
              <a:extLst>
                <a:ext uri="{FF2B5EF4-FFF2-40B4-BE49-F238E27FC236}">
                  <a16:creationId xmlns:a16="http://schemas.microsoft.com/office/drawing/2014/main" id="{09E9FF1A-C434-BD43-8F7D-241E6B886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6" name="Text Box 72">
              <a:extLst>
                <a:ext uri="{FF2B5EF4-FFF2-40B4-BE49-F238E27FC236}">
                  <a16:creationId xmlns:a16="http://schemas.microsoft.com/office/drawing/2014/main" id="{578A2411-DEA4-756D-4DDF-0C6A719D2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7" name="Line 73">
              <a:extLst>
                <a:ext uri="{FF2B5EF4-FFF2-40B4-BE49-F238E27FC236}">
                  <a16:creationId xmlns:a16="http://schemas.microsoft.com/office/drawing/2014/main" id="{1E93CAC4-628E-56CE-BAE1-C78922209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74">
              <a:extLst>
                <a:ext uri="{FF2B5EF4-FFF2-40B4-BE49-F238E27FC236}">
                  <a16:creationId xmlns:a16="http://schemas.microsoft.com/office/drawing/2014/main" id="{E1D2DADA-F367-F58B-93A8-DFE50D1AA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75">
              <a:extLst>
                <a:ext uri="{FF2B5EF4-FFF2-40B4-BE49-F238E27FC236}">
                  <a16:creationId xmlns:a16="http://schemas.microsoft.com/office/drawing/2014/main" id="{CF1CE665-B495-1862-C292-42D503ADC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20" name="Text Box 76">
              <a:extLst>
                <a:ext uri="{FF2B5EF4-FFF2-40B4-BE49-F238E27FC236}">
                  <a16:creationId xmlns:a16="http://schemas.microsoft.com/office/drawing/2014/main" id="{8C74162E-F9BD-AD7D-F844-B290BBB42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21" name="Text Box 77">
              <a:extLst>
                <a:ext uri="{FF2B5EF4-FFF2-40B4-BE49-F238E27FC236}">
                  <a16:creationId xmlns:a16="http://schemas.microsoft.com/office/drawing/2014/main" id="{249174BE-693E-B54B-C94F-9F65B6AD0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22" name="Text Box 78">
              <a:extLst>
                <a:ext uri="{FF2B5EF4-FFF2-40B4-BE49-F238E27FC236}">
                  <a16:creationId xmlns:a16="http://schemas.microsoft.com/office/drawing/2014/main" id="{E251525C-7D12-4C02-DE48-BBECF05E4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3" name="Text Box 79">
              <a:extLst>
                <a:ext uri="{FF2B5EF4-FFF2-40B4-BE49-F238E27FC236}">
                  <a16:creationId xmlns:a16="http://schemas.microsoft.com/office/drawing/2014/main" id="{FFC958F7-B22A-2E7D-8A3E-BB11070018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4" name="Text Box 80">
              <a:extLst>
                <a:ext uri="{FF2B5EF4-FFF2-40B4-BE49-F238E27FC236}">
                  <a16:creationId xmlns:a16="http://schemas.microsoft.com/office/drawing/2014/main" id="{331BDE45-AE5A-E17A-1CCC-573AD80EA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5" name="Text Box 81">
              <a:extLst>
                <a:ext uri="{FF2B5EF4-FFF2-40B4-BE49-F238E27FC236}">
                  <a16:creationId xmlns:a16="http://schemas.microsoft.com/office/drawing/2014/main" id="{2199DD30-A024-1139-94CA-092A7C7A1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6" name="Text Box 82">
              <a:extLst>
                <a:ext uri="{FF2B5EF4-FFF2-40B4-BE49-F238E27FC236}">
                  <a16:creationId xmlns:a16="http://schemas.microsoft.com/office/drawing/2014/main" id="{8DEE3010-C718-22A7-DC5F-40FD65765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7" name="Text Box 83">
              <a:extLst>
                <a:ext uri="{FF2B5EF4-FFF2-40B4-BE49-F238E27FC236}">
                  <a16:creationId xmlns:a16="http://schemas.microsoft.com/office/drawing/2014/main" id="{7C4281D5-8FD9-D412-6CF4-F64716D00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8" name="Text Box 84">
              <a:extLst>
                <a:ext uri="{FF2B5EF4-FFF2-40B4-BE49-F238E27FC236}">
                  <a16:creationId xmlns:a16="http://schemas.microsoft.com/office/drawing/2014/main" id="{D784D56D-7254-A495-A51C-4E18DD213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29" name="Text Box 85">
              <a:extLst>
                <a:ext uri="{FF2B5EF4-FFF2-40B4-BE49-F238E27FC236}">
                  <a16:creationId xmlns:a16="http://schemas.microsoft.com/office/drawing/2014/main" id="{7E7A1CC5-BD78-47E4-82E7-8A7207DE0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0" name="Text Box 86">
              <a:extLst>
                <a:ext uri="{FF2B5EF4-FFF2-40B4-BE49-F238E27FC236}">
                  <a16:creationId xmlns:a16="http://schemas.microsoft.com/office/drawing/2014/main" id="{BDF07DA1-BE08-D02E-C593-1254C9372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1" name="Text Box 87">
              <a:extLst>
                <a:ext uri="{FF2B5EF4-FFF2-40B4-BE49-F238E27FC236}">
                  <a16:creationId xmlns:a16="http://schemas.microsoft.com/office/drawing/2014/main" id="{CFF63EAB-A380-8062-83FB-042DA52D8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2" name="Text Box 88">
              <a:extLst>
                <a:ext uri="{FF2B5EF4-FFF2-40B4-BE49-F238E27FC236}">
                  <a16:creationId xmlns:a16="http://schemas.microsoft.com/office/drawing/2014/main" id="{B7B990CF-DE74-8621-802A-4562FD1E0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33" name="Text Box 89">
              <a:extLst>
                <a:ext uri="{FF2B5EF4-FFF2-40B4-BE49-F238E27FC236}">
                  <a16:creationId xmlns:a16="http://schemas.microsoft.com/office/drawing/2014/main" id="{C54CEAB7-2A1C-EE79-C185-454F4C340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4" name="Text Box 90">
              <a:extLst>
                <a:ext uri="{FF2B5EF4-FFF2-40B4-BE49-F238E27FC236}">
                  <a16:creationId xmlns:a16="http://schemas.microsoft.com/office/drawing/2014/main" id="{B1B0A9AC-B6CE-627F-FADF-5645F6F83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5" name="Text Box 91">
              <a:extLst>
                <a:ext uri="{FF2B5EF4-FFF2-40B4-BE49-F238E27FC236}">
                  <a16:creationId xmlns:a16="http://schemas.microsoft.com/office/drawing/2014/main" id="{E233EF21-3F5C-0F64-3BD1-9D07EDB77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6" name="Text Box 92">
              <a:extLst>
                <a:ext uri="{FF2B5EF4-FFF2-40B4-BE49-F238E27FC236}">
                  <a16:creationId xmlns:a16="http://schemas.microsoft.com/office/drawing/2014/main" id="{AB1047FA-259A-0A98-2DA7-C854B743B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7" name="Text Box 93">
              <a:extLst>
                <a:ext uri="{FF2B5EF4-FFF2-40B4-BE49-F238E27FC236}">
                  <a16:creationId xmlns:a16="http://schemas.microsoft.com/office/drawing/2014/main" id="{1FDD995F-5196-3041-A010-EF3C0C01B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38" name="AutoShape 169">
            <a:extLst>
              <a:ext uri="{FF2B5EF4-FFF2-40B4-BE49-F238E27FC236}">
                <a16:creationId xmlns:a16="http://schemas.microsoft.com/office/drawing/2014/main" id="{86585C9A-F4D0-8AF7-7673-9F62B893C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4972050"/>
            <a:ext cx="296862" cy="6318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39" name="Group 60">
            <a:extLst>
              <a:ext uri="{FF2B5EF4-FFF2-40B4-BE49-F238E27FC236}">
                <a16:creationId xmlns:a16="http://schemas.microsoft.com/office/drawing/2014/main" id="{A00DB819-F4DB-FE4E-3C97-647CC3B8AFC6}"/>
              </a:ext>
            </a:extLst>
          </p:cNvPr>
          <p:cNvGrpSpPr>
            <a:grpSpLocks/>
          </p:cNvGrpSpPr>
          <p:nvPr/>
        </p:nvGrpSpPr>
        <p:grpSpPr bwMode="auto">
          <a:xfrm>
            <a:off x="133350" y="5983288"/>
            <a:ext cx="3176588" cy="400050"/>
            <a:chOff x="1565" y="2892"/>
            <a:chExt cx="2001" cy="252"/>
          </a:xfrm>
        </p:grpSpPr>
        <p:sp>
          <p:nvSpPr>
            <p:cNvPr id="40" name="Rectangle 38">
              <a:extLst>
                <a:ext uri="{FF2B5EF4-FFF2-40B4-BE49-F238E27FC236}">
                  <a16:creationId xmlns:a16="http://schemas.microsoft.com/office/drawing/2014/main" id="{831B28F7-B8DB-AAC9-1FD8-7B240692B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200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15000">
                  <a:ea typeface="楷体_GB2312" pitchFamily="49" charset="-122"/>
                </a:rPr>
                <a:t>2 </a:t>
              </a:r>
              <a:r>
                <a:rPr kumimoji="1" lang="en-US" altLang="zh-CN" sz="2000">
                  <a:ea typeface="楷体_GB2312" pitchFamily="49" charset="-122"/>
                </a:rPr>
                <a:t>= 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A+(Q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) 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CD9CF8B9-24F1-D72B-A635-38D9EFCAD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6" y="2938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" name="Line 39">
            <a:extLst>
              <a:ext uri="{FF2B5EF4-FFF2-40B4-BE49-F238E27FC236}">
                <a16:creationId xmlns:a16="http://schemas.microsoft.com/office/drawing/2014/main" id="{F9D8CCA1-A969-256E-2451-4DDC5BBF3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6056313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AutoShape 169">
            <a:extLst>
              <a:ext uri="{FF2B5EF4-FFF2-40B4-BE49-F238E27FC236}">
                <a16:creationId xmlns:a16="http://schemas.microsoft.com/office/drawing/2014/main" id="{B9A61AFD-C970-E37E-625D-27DBCFCF3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5308600"/>
            <a:ext cx="296862" cy="63341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4" name="Arc 170">
            <a:extLst>
              <a:ext uri="{FF2B5EF4-FFF2-40B4-BE49-F238E27FC236}">
                <a16:creationId xmlns:a16="http://schemas.microsoft.com/office/drawing/2014/main" id="{3D64CE6E-B329-E419-5C9E-4840A107EBB7}"/>
              </a:ext>
            </a:extLst>
          </p:cNvPr>
          <p:cNvSpPr>
            <a:spLocks/>
          </p:cNvSpPr>
          <p:nvPr/>
        </p:nvSpPr>
        <p:spPr bwMode="auto">
          <a:xfrm rot="5400000">
            <a:off x="1693863" y="4700588"/>
            <a:ext cx="295275" cy="3270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Arc 173">
            <a:extLst>
              <a:ext uri="{FF2B5EF4-FFF2-40B4-BE49-F238E27FC236}">
                <a16:creationId xmlns:a16="http://schemas.microsoft.com/office/drawing/2014/main" id="{2DDD91D0-8668-A9E7-62C4-3890F9EBB1A0}"/>
              </a:ext>
            </a:extLst>
          </p:cNvPr>
          <p:cNvSpPr>
            <a:spLocks/>
          </p:cNvSpPr>
          <p:nvPr/>
        </p:nvSpPr>
        <p:spPr bwMode="auto">
          <a:xfrm rot="-5400000">
            <a:off x="1702595" y="5574506"/>
            <a:ext cx="265112" cy="327025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Line 39">
            <a:extLst>
              <a:ext uri="{FF2B5EF4-FFF2-40B4-BE49-F238E27FC236}">
                <a16:creationId xmlns:a16="http://schemas.microsoft.com/office/drawing/2014/main" id="{D77A44F4-C04D-A782-AA91-3EA201E09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7763" y="6056313"/>
            <a:ext cx="25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47" name="直接箭头连接符 50">
            <a:extLst>
              <a:ext uri="{FF2B5EF4-FFF2-40B4-BE49-F238E27FC236}">
                <a16:creationId xmlns:a16="http://schemas.microsoft.com/office/drawing/2014/main" id="{18095A25-1D27-DEE3-F8EC-C4623CB29EA8}"/>
              </a:ext>
            </a:extLst>
          </p:cNvPr>
          <p:cNvCxnSpPr/>
          <p:nvPr/>
        </p:nvCxnSpPr>
        <p:spPr>
          <a:xfrm>
            <a:off x="2730500" y="5424488"/>
            <a:ext cx="2682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Box 93">
            <a:extLst>
              <a:ext uri="{FF2B5EF4-FFF2-40B4-BE49-F238E27FC236}">
                <a16:creationId xmlns:a16="http://schemas.microsoft.com/office/drawing/2014/main" id="{1AD66C79-1622-68C4-4643-1AFFD5267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5253038"/>
            <a:ext cx="153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</a:t>
            </a:r>
          </a:p>
        </p:txBody>
      </p:sp>
      <p:grpSp>
        <p:nvGrpSpPr>
          <p:cNvPr id="49" name="Group 64">
            <a:extLst>
              <a:ext uri="{FF2B5EF4-FFF2-40B4-BE49-F238E27FC236}">
                <a16:creationId xmlns:a16="http://schemas.microsoft.com/office/drawing/2014/main" id="{D802100D-6A79-ACB5-FCAC-EBB4CCD91BA0}"/>
              </a:ext>
            </a:extLst>
          </p:cNvPr>
          <p:cNvGrpSpPr>
            <a:grpSpLocks/>
          </p:cNvGrpSpPr>
          <p:nvPr/>
        </p:nvGrpSpPr>
        <p:grpSpPr bwMode="auto">
          <a:xfrm>
            <a:off x="3562350" y="3965575"/>
            <a:ext cx="2251075" cy="1952625"/>
            <a:chOff x="305" y="2574"/>
            <a:chExt cx="1418" cy="1230"/>
          </a:xfrm>
        </p:grpSpPr>
        <p:sp>
          <p:nvSpPr>
            <p:cNvPr id="50" name="Text Box 65">
              <a:extLst>
                <a:ext uri="{FF2B5EF4-FFF2-40B4-BE49-F238E27FC236}">
                  <a16:creationId xmlns:a16="http://schemas.microsoft.com/office/drawing/2014/main" id="{4912D7B8-E6F2-889E-4143-04B94EAA9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51" name="Text Box 66">
              <a:extLst>
                <a:ext uri="{FF2B5EF4-FFF2-40B4-BE49-F238E27FC236}">
                  <a16:creationId xmlns:a16="http://schemas.microsoft.com/office/drawing/2014/main" id="{F63C53D9-DD7C-53FA-F8EF-E14C445B3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52" name="Text Box 67">
              <a:extLst>
                <a:ext uri="{FF2B5EF4-FFF2-40B4-BE49-F238E27FC236}">
                  <a16:creationId xmlns:a16="http://schemas.microsoft.com/office/drawing/2014/main" id="{D36E327D-7FD9-67FA-88D3-F269AE0CD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53" name="Text Box 68">
              <a:extLst>
                <a:ext uri="{FF2B5EF4-FFF2-40B4-BE49-F238E27FC236}">
                  <a16:creationId xmlns:a16="http://schemas.microsoft.com/office/drawing/2014/main" id="{F0DEB814-C200-0494-A164-3E0469CAB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54" name="Text Box 69">
              <a:extLst>
                <a:ext uri="{FF2B5EF4-FFF2-40B4-BE49-F238E27FC236}">
                  <a16:creationId xmlns:a16="http://schemas.microsoft.com/office/drawing/2014/main" id="{2DC53852-23CB-2E3E-AC50-2F3507744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55" name="Text Box 70">
              <a:extLst>
                <a:ext uri="{FF2B5EF4-FFF2-40B4-BE49-F238E27FC236}">
                  <a16:creationId xmlns:a16="http://schemas.microsoft.com/office/drawing/2014/main" id="{B810B4C4-3638-060B-82B6-8EFEAAF43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56" name="Text Box 71">
              <a:extLst>
                <a:ext uri="{FF2B5EF4-FFF2-40B4-BE49-F238E27FC236}">
                  <a16:creationId xmlns:a16="http://schemas.microsoft.com/office/drawing/2014/main" id="{9DCDB55E-9D08-5717-9552-D25F9887A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57" name="Text Box 72">
              <a:extLst>
                <a:ext uri="{FF2B5EF4-FFF2-40B4-BE49-F238E27FC236}">
                  <a16:creationId xmlns:a16="http://schemas.microsoft.com/office/drawing/2014/main" id="{7E3C62AD-6B84-3B50-5BEB-4AC71662E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58" name="Line 73">
              <a:extLst>
                <a:ext uri="{FF2B5EF4-FFF2-40B4-BE49-F238E27FC236}">
                  <a16:creationId xmlns:a16="http://schemas.microsoft.com/office/drawing/2014/main" id="{76B699F4-CF41-3D09-2DF5-CABA8FAE3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74">
              <a:extLst>
                <a:ext uri="{FF2B5EF4-FFF2-40B4-BE49-F238E27FC236}">
                  <a16:creationId xmlns:a16="http://schemas.microsoft.com/office/drawing/2014/main" id="{B6932163-2F2B-0D7E-C96A-273F7BC43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 Box 75">
              <a:extLst>
                <a:ext uri="{FF2B5EF4-FFF2-40B4-BE49-F238E27FC236}">
                  <a16:creationId xmlns:a16="http://schemas.microsoft.com/office/drawing/2014/main" id="{7DF696F8-1B80-1668-EF61-149EB3129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61" name="Text Box 76">
              <a:extLst>
                <a:ext uri="{FF2B5EF4-FFF2-40B4-BE49-F238E27FC236}">
                  <a16:creationId xmlns:a16="http://schemas.microsoft.com/office/drawing/2014/main" id="{01552E6A-E302-A5E5-6792-5DFC7B338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62" name="Text Box 77">
              <a:extLst>
                <a:ext uri="{FF2B5EF4-FFF2-40B4-BE49-F238E27FC236}">
                  <a16:creationId xmlns:a16="http://schemas.microsoft.com/office/drawing/2014/main" id="{646ED990-6A46-46D1-E62B-CD84847C5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63" name="Text Box 78">
              <a:extLst>
                <a:ext uri="{FF2B5EF4-FFF2-40B4-BE49-F238E27FC236}">
                  <a16:creationId xmlns:a16="http://schemas.microsoft.com/office/drawing/2014/main" id="{DCEFABBD-E526-5371-03BB-62539F2D4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4" name="Text Box 79">
              <a:extLst>
                <a:ext uri="{FF2B5EF4-FFF2-40B4-BE49-F238E27FC236}">
                  <a16:creationId xmlns:a16="http://schemas.microsoft.com/office/drawing/2014/main" id="{4679B14F-9563-6B8F-FED2-DDC5008FE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5" name="Text Box 80">
              <a:extLst>
                <a:ext uri="{FF2B5EF4-FFF2-40B4-BE49-F238E27FC236}">
                  <a16:creationId xmlns:a16="http://schemas.microsoft.com/office/drawing/2014/main" id="{B3DDD181-E9C5-13D6-2A19-BC3B4E0FF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6" name="Text Box 81">
              <a:extLst>
                <a:ext uri="{FF2B5EF4-FFF2-40B4-BE49-F238E27FC236}">
                  <a16:creationId xmlns:a16="http://schemas.microsoft.com/office/drawing/2014/main" id="{A5545A60-C266-D702-DF35-1DC0C6C7C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7" name="Text Box 82">
              <a:extLst>
                <a:ext uri="{FF2B5EF4-FFF2-40B4-BE49-F238E27FC236}">
                  <a16:creationId xmlns:a16="http://schemas.microsoft.com/office/drawing/2014/main" id="{F1012C1D-B025-8350-B3CE-D3ECF2522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8" name="Text Box 83">
              <a:extLst>
                <a:ext uri="{FF2B5EF4-FFF2-40B4-BE49-F238E27FC236}">
                  <a16:creationId xmlns:a16="http://schemas.microsoft.com/office/drawing/2014/main" id="{1D03DDB1-5495-5387-1FB4-7A62F13FD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9" name="Text Box 84">
              <a:extLst>
                <a:ext uri="{FF2B5EF4-FFF2-40B4-BE49-F238E27FC236}">
                  <a16:creationId xmlns:a16="http://schemas.microsoft.com/office/drawing/2014/main" id="{13F2C8BC-4C0B-23B0-5D36-AD2E9D3F8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70" name="Text Box 85">
              <a:extLst>
                <a:ext uri="{FF2B5EF4-FFF2-40B4-BE49-F238E27FC236}">
                  <a16:creationId xmlns:a16="http://schemas.microsoft.com/office/drawing/2014/main" id="{5A6959A7-3710-C612-D8BB-992349140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1" name="Text Box 86">
              <a:extLst>
                <a:ext uri="{FF2B5EF4-FFF2-40B4-BE49-F238E27FC236}">
                  <a16:creationId xmlns:a16="http://schemas.microsoft.com/office/drawing/2014/main" id="{33B0123D-CB5E-47F6-77B3-E857DE681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2" name="Text Box 87">
              <a:extLst>
                <a:ext uri="{FF2B5EF4-FFF2-40B4-BE49-F238E27FC236}">
                  <a16:creationId xmlns:a16="http://schemas.microsoft.com/office/drawing/2014/main" id="{DA58FCEB-CCBD-4DD7-3DFB-335B0C07F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3" name="Text Box 88">
              <a:extLst>
                <a:ext uri="{FF2B5EF4-FFF2-40B4-BE49-F238E27FC236}">
                  <a16:creationId xmlns:a16="http://schemas.microsoft.com/office/drawing/2014/main" id="{0751D36D-FA23-2E36-6D0C-EDFCD3F4A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4" name="Text Box 89">
              <a:extLst>
                <a:ext uri="{FF2B5EF4-FFF2-40B4-BE49-F238E27FC236}">
                  <a16:creationId xmlns:a16="http://schemas.microsoft.com/office/drawing/2014/main" id="{230E509C-3CF0-F727-B23F-EE1F16FC9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5" name="Text Box 90">
              <a:extLst>
                <a:ext uri="{FF2B5EF4-FFF2-40B4-BE49-F238E27FC236}">
                  <a16:creationId xmlns:a16="http://schemas.microsoft.com/office/drawing/2014/main" id="{EB28625A-6030-52E8-E1D2-55CCA6D45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6" name="Text Box 91">
              <a:extLst>
                <a:ext uri="{FF2B5EF4-FFF2-40B4-BE49-F238E27FC236}">
                  <a16:creationId xmlns:a16="http://schemas.microsoft.com/office/drawing/2014/main" id="{D24738DB-7C0F-9EBA-48FD-80253AFEE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7" name="Text Box 92">
              <a:extLst>
                <a:ext uri="{FF2B5EF4-FFF2-40B4-BE49-F238E27FC236}">
                  <a16:creationId xmlns:a16="http://schemas.microsoft.com/office/drawing/2014/main" id="{53BACE4B-662C-EF82-3F47-161CC339E3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8" name="Text Box 93">
              <a:extLst>
                <a:ext uri="{FF2B5EF4-FFF2-40B4-BE49-F238E27FC236}">
                  <a16:creationId xmlns:a16="http://schemas.microsoft.com/office/drawing/2014/main" id="{FC73AB03-939F-B11D-EEF8-2BF0DA247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79" name="AutoShape 169">
            <a:extLst>
              <a:ext uri="{FF2B5EF4-FFF2-40B4-BE49-F238E27FC236}">
                <a16:creationId xmlns:a16="http://schemas.microsoft.com/office/drawing/2014/main" id="{902ABCD1-19DE-71E6-28EA-7455F56FC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675" y="4651375"/>
            <a:ext cx="296863" cy="6318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80" name="Group 60">
            <a:extLst>
              <a:ext uri="{FF2B5EF4-FFF2-40B4-BE49-F238E27FC236}">
                <a16:creationId xmlns:a16="http://schemas.microsoft.com/office/drawing/2014/main" id="{71EBDFA8-3463-8F4C-75ED-D2C23A68A3A9}"/>
              </a:ext>
            </a:extLst>
          </p:cNvPr>
          <p:cNvGrpSpPr>
            <a:grpSpLocks/>
          </p:cNvGrpSpPr>
          <p:nvPr/>
        </p:nvGrpSpPr>
        <p:grpSpPr bwMode="auto">
          <a:xfrm>
            <a:off x="3306763" y="5967413"/>
            <a:ext cx="3533775" cy="400050"/>
            <a:chOff x="1565" y="2892"/>
            <a:chExt cx="2226" cy="252"/>
          </a:xfrm>
        </p:grpSpPr>
        <p:sp>
          <p:nvSpPr>
            <p:cNvPr id="81" name="Rectangle 38">
              <a:extLst>
                <a:ext uri="{FF2B5EF4-FFF2-40B4-BE49-F238E27FC236}">
                  <a16:creationId xmlns:a16="http://schemas.microsoft.com/office/drawing/2014/main" id="{FBD4DDE1-24F0-1B2F-7036-19B4528C3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22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15000">
                  <a:ea typeface="楷体_GB2312" pitchFamily="49" charset="-122"/>
                </a:rPr>
                <a:t>1 </a:t>
              </a:r>
              <a:r>
                <a:rPr kumimoji="1" lang="en-US" altLang="zh-CN" sz="2000">
                  <a:ea typeface="楷体_GB2312" pitchFamily="49" charset="-122"/>
                </a:rPr>
                <a:t>= 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A+(Q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) 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 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82" name="Line 39">
              <a:extLst>
                <a:ext uri="{FF2B5EF4-FFF2-40B4-BE49-F238E27FC236}">
                  <a16:creationId xmlns:a16="http://schemas.microsoft.com/office/drawing/2014/main" id="{44BA4CC8-F79C-4EC9-1F97-37C8D7964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8" y="2935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" name="Line 39">
            <a:extLst>
              <a:ext uri="{FF2B5EF4-FFF2-40B4-BE49-F238E27FC236}">
                <a16:creationId xmlns:a16="http://schemas.microsoft.com/office/drawing/2014/main" id="{3A03A312-108F-BEED-636B-0A89DFDCC0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6040438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AutoShape 169">
            <a:extLst>
              <a:ext uri="{FF2B5EF4-FFF2-40B4-BE49-F238E27FC236}">
                <a16:creationId xmlns:a16="http://schemas.microsoft.com/office/drawing/2014/main" id="{89B5F307-4556-33A4-16A9-856AECB04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513" y="4957763"/>
            <a:ext cx="296862" cy="63341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5" name="Line 39">
            <a:extLst>
              <a:ext uri="{FF2B5EF4-FFF2-40B4-BE49-F238E27FC236}">
                <a16:creationId xmlns:a16="http://schemas.microsoft.com/office/drawing/2014/main" id="{DF039223-B7BB-73DD-8932-958B85F7EE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3100" y="6040438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6" name="直接箭头连接符 91">
            <a:extLst>
              <a:ext uri="{FF2B5EF4-FFF2-40B4-BE49-F238E27FC236}">
                <a16:creationId xmlns:a16="http://schemas.microsoft.com/office/drawing/2014/main" id="{F75746B3-37B9-F156-FB2D-BA4F79CC03EE}"/>
              </a:ext>
            </a:extLst>
          </p:cNvPr>
          <p:cNvCxnSpPr/>
          <p:nvPr/>
        </p:nvCxnSpPr>
        <p:spPr>
          <a:xfrm>
            <a:off x="4986338" y="5319713"/>
            <a:ext cx="2682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utoShape 169">
            <a:extLst>
              <a:ext uri="{FF2B5EF4-FFF2-40B4-BE49-F238E27FC236}">
                <a16:creationId xmlns:a16="http://schemas.microsoft.com/office/drawing/2014/main" id="{1AB82499-050C-56DD-7664-5F73B4BE1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513" y="5273675"/>
            <a:ext cx="296862" cy="6318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8" name="Text Box 93">
            <a:extLst>
              <a:ext uri="{FF2B5EF4-FFF2-40B4-BE49-F238E27FC236}">
                <a16:creationId xmlns:a16="http://schemas.microsoft.com/office/drawing/2014/main" id="{E76E67A0-A6B3-B7D9-5C7A-BAA942C2B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850" y="5130800"/>
            <a:ext cx="153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</a:t>
            </a:r>
          </a:p>
        </p:txBody>
      </p:sp>
      <p:grpSp>
        <p:nvGrpSpPr>
          <p:cNvPr id="89" name="Group 64">
            <a:extLst>
              <a:ext uri="{FF2B5EF4-FFF2-40B4-BE49-F238E27FC236}">
                <a16:creationId xmlns:a16="http://schemas.microsoft.com/office/drawing/2014/main" id="{7DE9544B-5F56-A255-7DCF-4DD3D9ED482B}"/>
              </a:ext>
            </a:extLst>
          </p:cNvPr>
          <p:cNvGrpSpPr>
            <a:grpSpLocks/>
          </p:cNvGrpSpPr>
          <p:nvPr/>
        </p:nvGrpSpPr>
        <p:grpSpPr bwMode="auto">
          <a:xfrm>
            <a:off x="6326188" y="3949700"/>
            <a:ext cx="2251075" cy="1952625"/>
            <a:chOff x="305" y="2574"/>
            <a:chExt cx="1418" cy="1230"/>
          </a:xfrm>
        </p:grpSpPr>
        <p:sp>
          <p:nvSpPr>
            <p:cNvPr id="90" name="Text Box 65">
              <a:extLst>
                <a:ext uri="{FF2B5EF4-FFF2-40B4-BE49-F238E27FC236}">
                  <a16:creationId xmlns:a16="http://schemas.microsoft.com/office/drawing/2014/main" id="{B1AE528D-CC45-DF41-3448-7D91533A0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1" name="Text Box 66">
              <a:extLst>
                <a:ext uri="{FF2B5EF4-FFF2-40B4-BE49-F238E27FC236}">
                  <a16:creationId xmlns:a16="http://schemas.microsoft.com/office/drawing/2014/main" id="{CCFFD0A2-7610-44A7-3183-0736B704A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2" name="Text Box 67">
              <a:extLst>
                <a:ext uri="{FF2B5EF4-FFF2-40B4-BE49-F238E27FC236}">
                  <a16:creationId xmlns:a16="http://schemas.microsoft.com/office/drawing/2014/main" id="{C626EEFC-1A36-2816-08AE-2EDF5F17A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3" name="Text Box 68">
              <a:extLst>
                <a:ext uri="{FF2B5EF4-FFF2-40B4-BE49-F238E27FC236}">
                  <a16:creationId xmlns:a16="http://schemas.microsoft.com/office/drawing/2014/main" id="{94D20D7E-65F9-4204-192B-D18F4A7B6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94" name="Text Box 69">
              <a:extLst>
                <a:ext uri="{FF2B5EF4-FFF2-40B4-BE49-F238E27FC236}">
                  <a16:creationId xmlns:a16="http://schemas.microsoft.com/office/drawing/2014/main" id="{FA8A20E6-152A-D18E-99F3-DB9A3470B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5" name="Text Box 70">
              <a:extLst>
                <a:ext uri="{FF2B5EF4-FFF2-40B4-BE49-F238E27FC236}">
                  <a16:creationId xmlns:a16="http://schemas.microsoft.com/office/drawing/2014/main" id="{D7CCF531-FDA5-7F1C-2594-AC5946CCA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6" name="Text Box 71">
              <a:extLst>
                <a:ext uri="{FF2B5EF4-FFF2-40B4-BE49-F238E27FC236}">
                  <a16:creationId xmlns:a16="http://schemas.microsoft.com/office/drawing/2014/main" id="{B97613CB-DDE5-501C-8001-D78941293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7" name="Text Box 72">
              <a:extLst>
                <a:ext uri="{FF2B5EF4-FFF2-40B4-BE49-F238E27FC236}">
                  <a16:creationId xmlns:a16="http://schemas.microsoft.com/office/drawing/2014/main" id="{79EA2BC1-3B55-E787-0755-6846BAEB4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98" name="Line 73">
              <a:extLst>
                <a:ext uri="{FF2B5EF4-FFF2-40B4-BE49-F238E27FC236}">
                  <a16:creationId xmlns:a16="http://schemas.microsoft.com/office/drawing/2014/main" id="{3998DA57-352C-1E40-9BA5-77EF182D6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74">
              <a:extLst>
                <a:ext uri="{FF2B5EF4-FFF2-40B4-BE49-F238E27FC236}">
                  <a16:creationId xmlns:a16="http://schemas.microsoft.com/office/drawing/2014/main" id="{4F711000-2CCF-3D80-97A2-1E042AD6B4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Box 75">
              <a:extLst>
                <a:ext uri="{FF2B5EF4-FFF2-40B4-BE49-F238E27FC236}">
                  <a16:creationId xmlns:a16="http://schemas.microsoft.com/office/drawing/2014/main" id="{B63960D4-A431-C9D8-F562-454CDFFEC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101" name="Text Box 76">
              <a:extLst>
                <a:ext uri="{FF2B5EF4-FFF2-40B4-BE49-F238E27FC236}">
                  <a16:creationId xmlns:a16="http://schemas.microsoft.com/office/drawing/2014/main" id="{9A83957F-6209-DE1A-6819-0F92A11CC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02" name="Text Box 77">
              <a:extLst>
                <a:ext uri="{FF2B5EF4-FFF2-40B4-BE49-F238E27FC236}">
                  <a16:creationId xmlns:a16="http://schemas.microsoft.com/office/drawing/2014/main" id="{7E4755D3-0639-3405-397D-23985B62B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103" name="Text Box 78">
              <a:extLst>
                <a:ext uri="{FF2B5EF4-FFF2-40B4-BE49-F238E27FC236}">
                  <a16:creationId xmlns:a16="http://schemas.microsoft.com/office/drawing/2014/main" id="{C0654577-40B4-B218-63B4-6390966C8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4" name="Text Box 79">
              <a:extLst>
                <a:ext uri="{FF2B5EF4-FFF2-40B4-BE49-F238E27FC236}">
                  <a16:creationId xmlns:a16="http://schemas.microsoft.com/office/drawing/2014/main" id="{1CEB768B-8E4E-A88E-E567-37FF56A4F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5" name="Text Box 80">
              <a:extLst>
                <a:ext uri="{FF2B5EF4-FFF2-40B4-BE49-F238E27FC236}">
                  <a16:creationId xmlns:a16="http://schemas.microsoft.com/office/drawing/2014/main" id="{2C0C8D73-DE6C-88A9-0D5E-37BF94632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6" name="Text Box 81">
              <a:extLst>
                <a:ext uri="{FF2B5EF4-FFF2-40B4-BE49-F238E27FC236}">
                  <a16:creationId xmlns:a16="http://schemas.microsoft.com/office/drawing/2014/main" id="{D50E49B6-4512-3F10-688C-419ED540E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7" name="Text Box 82">
              <a:extLst>
                <a:ext uri="{FF2B5EF4-FFF2-40B4-BE49-F238E27FC236}">
                  <a16:creationId xmlns:a16="http://schemas.microsoft.com/office/drawing/2014/main" id="{BCA6576F-095F-069D-A42E-C80C2CD0F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8" name="Text Box 83">
              <a:extLst>
                <a:ext uri="{FF2B5EF4-FFF2-40B4-BE49-F238E27FC236}">
                  <a16:creationId xmlns:a16="http://schemas.microsoft.com/office/drawing/2014/main" id="{250699F2-8178-4C7E-6970-E54F2F041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9" name="Text Box 84">
              <a:extLst>
                <a:ext uri="{FF2B5EF4-FFF2-40B4-BE49-F238E27FC236}">
                  <a16:creationId xmlns:a16="http://schemas.microsoft.com/office/drawing/2014/main" id="{DA7FCDC1-6BC7-D33D-AB4E-E0ABAF7B4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0" name="Text Box 85">
              <a:extLst>
                <a:ext uri="{FF2B5EF4-FFF2-40B4-BE49-F238E27FC236}">
                  <a16:creationId xmlns:a16="http://schemas.microsoft.com/office/drawing/2014/main" id="{A9139A94-427A-8E76-9FF2-B9C955785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1" name="Text Box 86">
              <a:extLst>
                <a:ext uri="{FF2B5EF4-FFF2-40B4-BE49-F238E27FC236}">
                  <a16:creationId xmlns:a16="http://schemas.microsoft.com/office/drawing/2014/main" id="{D089DAA9-17DC-5DFD-8618-4E58B7D10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2" name="Text Box 87">
              <a:extLst>
                <a:ext uri="{FF2B5EF4-FFF2-40B4-BE49-F238E27FC236}">
                  <a16:creationId xmlns:a16="http://schemas.microsoft.com/office/drawing/2014/main" id="{0E4F0170-0B27-C92F-6455-3B6A88B1B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3" name="Text Box 88">
              <a:extLst>
                <a:ext uri="{FF2B5EF4-FFF2-40B4-BE49-F238E27FC236}">
                  <a16:creationId xmlns:a16="http://schemas.microsoft.com/office/drawing/2014/main" id="{9C0CCD5B-3744-2297-2574-6D622A9743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4" name="Text Box 89">
              <a:extLst>
                <a:ext uri="{FF2B5EF4-FFF2-40B4-BE49-F238E27FC236}">
                  <a16:creationId xmlns:a16="http://schemas.microsoft.com/office/drawing/2014/main" id="{68F74745-637E-F9E5-BA4A-03934E65F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5" name="Text Box 90">
              <a:extLst>
                <a:ext uri="{FF2B5EF4-FFF2-40B4-BE49-F238E27FC236}">
                  <a16:creationId xmlns:a16="http://schemas.microsoft.com/office/drawing/2014/main" id="{E78F0CF0-1978-300A-59E5-8E3F430FA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6" name="Text Box 91">
              <a:extLst>
                <a:ext uri="{FF2B5EF4-FFF2-40B4-BE49-F238E27FC236}">
                  <a16:creationId xmlns:a16="http://schemas.microsoft.com/office/drawing/2014/main" id="{85F61356-6250-9883-95A6-6B04C2FBD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7" name="Text Box 92">
              <a:extLst>
                <a:ext uri="{FF2B5EF4-FFF2-40B4-BE49-F238E27FC236}">
                  <a16:creationId xmlns:a16="http://schemas.microsoft.com/office/drawing/2014/main" id="{C7382C6B-973C-E5CE-98BA-8A9A581CB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8" name="Text Box 93">
              <a:extLst>
                <a:ext uri="{FF2B5EF4-FFF2-40B4-BE49-F238E27FC236}">
                  <a16:creationId xmlns:a16="http://schemas.microsoft.com/office/drawing/2014/main" id="{B757EA35-14E0-7E72-342D-185D14729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119" name="Rectangle 38">
            <a:extLst>
              <a:ext uri="{FF2B5EF4-FFF2-40B4-BE49-F238E27FC236}">
                <a16:creationId xmlns:a16="http://schemas.microsoft.com/office/drawing/2014/main" id="{93270CE5-3AAD-1C72-C58E-FBC630153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5965825"/>
            <a:ext cx="793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T</a:t>
            </a:r>
            <a:r>
              <a:rPr kumimoji="1" lang="en-US" altLang="zh-CN" sz="2000" baseline="-15000">
                <a:ea typeface="楷体_GB2312" pitchFamily="49" charset="-122"/>
              </a:rPr>
              <a:t>0 </a:t>
            </a:r>
            <a:r>
              <a:rPr kumimoji="1" lang="en-US" altLang="zh-CN" sz="2000">
                <a:ea typeface="楷体_GB2312" pitchFamily="49" charset="-122"/>
              </a:rPr>
              <a:t>=1</a:t>
            </a:r>
            <a:endParaRPr kumimoji="1" lang="zh-CN" altLang="en-US" sz="2000">
              <a:ea typeface="楷体_GB2312" pitchFamily="49" charset="-122"/>
            </a:endParaRPr>
          </a:p>
        </p:txBody>
      </p:sp>
      <p:cxnSp>
        <p:nvCxnSpPr>
          <p:cNvPr id="120" name="直接箭头连接符 132">
            <a:extLst>
              <a:ext uri="{FF2B5EF4-FFF2-40B4-BE49-F238E27FC236}">
                <a16:creationId xmlns:a16="http://schemas.microsoft.com/office/drawing/2014/main" id="{0D51F634-E456-7BF2-3C61-0A72B32D3A30}"/>
              </a:ext>
            </a:extLst>
          </p:cNvPr>
          <p:cNvCxnSpPr/>
          <p:nvPr/>
        </p:nvCxnSpPr>
        <p:spPr>
          <a:xfrm>
            <a:off x="8515350" y="5437188"/>
            <a:ext cx="2667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AutoShape 169">
            <a:extLst>
              <a:ext uri="{FF2B5EF4-FFF2-40B4-BE49-F238E27FC236}">
                <a16:creationId xmlns:a16="http://schemas.microsoft.com/office/drawing/2014/main" id="{E21FE1B7-EC7C-97B4-2476-86E19B297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4665663"/>
            <a:ext cx="1512888" cy="122555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2" name="Text Box 93">
            <a:extLst>
              <a:ext uri="{FF2B5EF4-FFF2-40B4-BE49-F238E27FC236}">
                <a16:creationId xmlns:a16="http://schemas.microsoft.com/office/drawing/2014/main" id="{BE8B7B6E-B92A-A183-7C42-FA9D882E1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3163" y="5262563"/>
            <a:ext cx="1539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</a:t>
            </a:r>
          </a:p>
        </p:txBody>
      </p:sp>
      <p:sp>
        <p:nvSpPr>
          <p:cNvPr id="123" name="文本框 135">
            <a:extLst>
              <a:ext uri="{FF2B5EF4-FFF2-40B4-BE49-F238E27FC236}">
                <a16:creationId xmlns:a16="http://schemas.microsoft.com/office/drawing/2014/main" id="{49267B56-5167-C553-BEA0-2A23F2527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063" y="296863"/>
            <a:ext cx="4198937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验证自启动：</a:t>
            </a:r>
            <a:endParaRPr lang="en-US" altLang="zh-CN" sz="1800" b="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先写出</a:t>
            </a:r>
            <a:r>
              <a:rPr kumimoji="1" lang="en-US" altLang="zh-CN" sz="1800" b="0">
                <a:latin typeface="Arial" panose="020B0604020202020204" pitchFamily="34" charset="0"/>
              </a:rPr>
              <a:t>T</a:t>
            </a:r>
            <a:r>
              <a:rPr kumimoji="1" lang="en-US" altLang="zh-CN" sz="1800" b="0" baseline="-15000">
                <a:latin typeface="Arial" panose="020B0604020202020204" pitchFamily="34" charset="0"/>
              </a:rPr>
              <a:t>2</a:t>
            </a:r>
            <a:r>
              <a:rPr kumimoji="1" lang="en-US" altLang="zh-CN" sz="1800" b="0">
                <a:latin typeface="Arial" panose="020B0604020202020204" pitchFamily="34" charset="0"/>
              </a:rPr>
              <a:t>T</a:t>
            </a:r>
            <a:r>
              <a:rPr kumimoji="1" lang="en-US" altLang="zh-CN" sz="1800" b="0" baseline="-15000">
                <a:latin typeface="Arial" panose="020B0604020202020204" pitchFamily="34" charset="0"/>
              </a:rPr>
              <a:t>1</a:t>
            </a:r>
            <a:r>
              <a:rPr kumimoji="1" lang="en-US" altLang="zh-CN" sz="1800" b="0">
                <a:latin typeface="Arial" panose="020B0604020202020204" pitchFamily="34" charset="0"/>
              </a:rPr>
              <a:t>T</a:t>
            </a:r>
            <a:r>
              <a:rPr kumimoji="1" lang="en-US" altLang="zh-CN" sz="1800" b="0" baseline="-15000">
                <a:latin typeface="Arial" panose="020B0604020202020204" pitchFamily="34" charset="0"/>
              </a:rPr>
              <a:t>0</a:t>
            </a:r>
            <a:r>
              <a:rPr kumimoji="1" lang="zh-CN" altLang="en-US" sz="1800" b="0" baseline="-15000">
                <a:latin typeface="Arial" panose="020B0604020202020204" pitchFamily="34" charset="0"/>
              </a:rPr>
              <a:t>，</a:t>
            </a:r>
            <a:r>
              <a:rPr lang="zh-CN" altLang="en-US" sz="1800" b="0">
                <a:latin typeface="Arial" panose="020B0604020202020204" pitchFamily="34" charset="0"/>
              </a:rPr>
              <a:t> （圈中</a:t>
            </a:r>
            <a:r>
              <a:rPr lang="en-US" altLang="zh-CN" sz="1800" b="0">
                <a:latin typeface="Arial" panose="020B0604020202020204" pitchFamily="34" charset="0"/>
              </a:rPr>
              <a:t>x-&gt;1,</a:t>
            </a:r>
            <a:r>
              <a:rPr lang="zh-CN" altLang="en-US" sz="1800" b="0">
                <a:latin typeface="Arial" panose="020B0604020202020204" pitchFamily="34" charset="0"/>
              </a:rPr>
              <a:t>否则</a:t>
            </a:r>
            <a:r>
              <a:rPr lang="en-US" altLang="zh-CN" sz="1800" b="0">
                <a:latin typeface="Arial" panose="020B0604020202020204" pitchFamily="34" charset="0"/>
              </a:rPr>
              <a:t>x-&gt;0</a:t>
            </a:r>
            <a:r>
              <a:rPr lang="zh-CN" altLang="en-US" sz="1800" b="0">
                <a:latin typeface="Arial" panose="020B0604020202020204" pitchFamily="34" charset="0"/>
              </a:rPr>
              <a:t>）</a:t>
            </a:r>
            <a:endParaRPr kumimoji="1" lang="zh-CN" altLang="en-US" sz="1800" b="0" baseline="3500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再根据</a:t>
            </a:r>
            <a:r>
              <a:rPr kumimoji="1" lang="en-US" altLang="zh-CN" sz="1800" b="0">
                <a:latin typeface="Arial" panose="020B0604020202020204" pitchFamily="34" charset="0"/>
              </a:rPr>
              <a:t>Q</a:t>
            </a:r>
            <a:r>
              <a:rPr kumimoji="1" lang="en-US" altLang="zh-CN" sz="1800" b="0" baseline="-15000">
                <a:latin typeface="Arial" panose="020B0604020202020204" pitchFamily="34" charset="0"/>
              </a:rPr>
              <a:t>2</a:t>
            </a:r>
            <a:r>
              <a:rPr kumimoji="1" lang="en-US" altLang="zh-CN" sz="1800" b="0" baseline="35000">
                <a:latin typeface="Arial" panose="020B0604020202020204" pitchFamily="34" charset="0"/>
              </a:rPr>
              <a:t>n</a:t>
            </a:r>
            <a:r>
              <a:rPr kumimoji="1" lang="en-US" altLang="zh-CN" sz="1800" b="0">
                <a:latin typeface="Arial" panose="020B0604020202020204" pitchFamily="34" charset="0"/>
              </a:rPr>
              <a:t>Q</a:t>
            </a:r>
            <a:r>
              <a:rPr kumimoji="1" lang="en-US" altLang="zh-CN" sz="1800" b="0" baseline="-15000">
                <a:latin typeface="Arial" panose="020B0604020202020204" pitchFamily="34" charset="0"/>
              </a:rPr>
              <a:t>1</a:t>
            </a:r>
            <a:r>
              <a:rPr kumimoji="1" lang="en-US" altLang="zh-CN" sz="1800" b="0" baseline="35000">
                <a:latin typeface="Arial" panose="020B0604020202020204" pitchFamily="34" charset="0"/>
              </a:rPr>
              <a:t>n</a:t>
            </a:r>
            <a:r>
              <a:rPr kumimoji="1" lang="en-US" altLang="zh-CN" sz="1800" b="0">
                <a:latin typeface="Arial" panose="020B0604020202020204" pitchFamily="34" charset="0"/>
              </a:rPr>
              <a:t>Q</a:t>
            </a:r>
            <a:r>
              <a:rPr kumimoji="1" lang="en-US" altLang="zh-CN" sz="1800" b="0" baseline="-15000">
                <a:latin typeface="Arial" panose="020B0604020202020204" pitchFamily="34" charset="0"/>
              </a:rPr>
              <a:t>0</a:t>
            </a:r>
            <a:r>
              <a:rPr kumimoji="1" lang="en-US" altLang="zh-CN" sz="1800" b="0" baseline="35000">
                <a:latin typeface="Arial" panose="020B0604020202020204" pitchFamily="34" charset="0"/>
              </a:rPr>
              <a:t>n</a:t>
            </a:r>
            <a:r>
              <a:rPr lang="zh-CN" altLang="en-US" sz="1800" b="0">
                <a:latin typeface="Arial" panose="020B0604020202020204" pitchFamily="34" charset="0"/>
              </a:rPr>
              <a:t>求出</a:t>
            </a:r>
            <a:r>
              <a:rPr kumimoji="1" lang="en-US" altLang="zh-CN" sz="1800" b="0">
                <a:latin typeface="Arial" panose="020B0604020202020204" pitchFamily="34" charset="0"/>
              </a:rPr>
              <a:t>Q</a:t>
            </a:r>
            <a:r>
              <a:rPr kumimoji="1" lang="en-US" altLang="zh-CN" sz="1800" b="0" baseline="-15000">
                <a:latin typeface="Arial" panose="020B0604020202020204" pitchFamily="34" charset="0"/>
              </a:rPr>
              <a:t>2</a:t>
            </a:r>
            <a:r>
              <a:rPr kumimoji="1" lang="en-US" altLang="zh-CN" sz="1800" b="0" baseline="35000">
                <a:latin typeface="Arial" panose="020B0604020202020204" pitchFamily="34" charset="0"/>
              </a:rPr>
              <a:t>n+1</a:t>
            </a:r>
            <a:r>
              <a:rPr kumimoji="1" lang="en-US" altLang="zh-CN" sz="1800" b="0">
                <a:latin typeface="Arial" panose="020B0604020202020204" pitchFamily="34" charset="0"/>
              </a:rPr>
              <a:t>Q</a:t>
            </a:r>
            <a:r>
              <a:rPr kumimoji="1" lang="en-US" altLang="zh-CN" sz="1800" b="0" baseline="-15000">
                <a:latin typeface="Arial" panose="020B0604020202020204" pitchFamily="34" charset="0"/>
              </a:rPr>
              <a:t>1</a:t>
            </a:r>
            <a:r>
              <a:rPr kumimoji="1" lang="en-US" altLang="zh-CN" sz="1800" b="0" baseline="35000">
                <a:latin typeface="Arial" panose="020B0604020202020204" pitchFamily="34" charset="0"/>
              </a:rPr>
              <a:t>n+1</a:t>
            </a:r>
            <a:r>
              <a:rPr kumimoji="1" lang="en-US" altLang="zh-CN" sz="1800" b="0">
                <a:latin typeface="Arial" panose="020B0604020202020204" pitchFamily="34" charset="0"/>
              </a:rPr>
              <a:t>Q</a:t>
            </a:r>
            <a:r>
              <a:rPr kumimoji="1" lang="en-US" altLang="zh-CN" sz="1800" b="0" baseline="-15000">
                <a:latin typeface="Arial" panose="020B0604020202020204" pitchFamily="34" charset="0"/>
              </a:rPr>
              <a:t>0</a:t>
            </a:r>
            <a:r>
              <a:rPr kumimoji="1" lang="en-US" altLang="zh-CN" sz="1800" b="0" baseline="35000">
                <a:latin typeface="Arial" panose="020B0604020202020204" pitchFamily="34" charset="0"/>
              </a:rPr>
              <a:t>n+1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可能上电后：</a:t>
            </a:r>
            <a:endParaRPr lang="en-US" altLang="zh-CN" sz="1800" b="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</a:endParaRPr>
          </a:p>
        </p:txBody>
      </p:sp>
      <p:sp>
        <p:nvSpPr>
          <p:cNvPr id="124" name="Oval 34">
            <a:extLst>
              <a:ext uri="{FF2B5EF4-FFF2-40B4-BE49-F238E27FC236}">
                <a16:creationId xmlns:a16="http://schemas.microsoft.com/office/drawing/2014/main" id="{27C7BA66-A592-8EE5-8B22-44029A642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0550" y="3127375"/>
            <a:ext cx="522288" cy="52863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110</a:t>
            </a:r>
            <a:endParaRPr lang="en-US" altLang="zh-CN" sz="1800" b="0"/>
          </a:p>
        </p:txBody>
      </p:sp>
      <p:sp>
        <p:nvSpPr>
          <p:cNvPr id="125" name="Oval 34">
            <a:extLst>
              <a:ext uri="{FF2B5EF4-FFF2-40B4-BE49-F238E27FC236}">
                <a16:creationId xmlns:a16="http://schemas.microsoft.com/office/drawing/2014/main" id="{42A3517D-0D17-4B9D-6657-7774E2A9C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288" y="3135313"/>
            <a:ext cx="523875" cy="52863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111</a:t>
            </a:r>
            <a:endParaRPr lang="en-US" altLang="zh-CN" sz="1800" b="0"/>
          </a:p>
        </p:txBody>
      </p:sp>
      <p:sp>
        <p:nvSpPr>
          <p:cNvPr id="126" name="Oval 34">
            <a:extLst>
              <a:ext uri="{FF2B5EF4-FFF2-40B4-BE49-F238E27FC236}">
                <a16:creationId xmlns:a16="http://schemas.microsoft.com/office/drawing/2014/main" id="{F4940EA5-E704-9AD5-715A-4E278C6F6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825" y="2151063"/>
            <a:ext cx="522288" cy="52863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010</a:t>
            </a:r>
            <a:endParaRPr lang="en-US" altLang="zh-CN" sz="1800" b="0"/>
          </a:p>
        </p:txBody>
      </p:sp>
      <p:sp>
        <p:nvSpPr>
          <p:cNvPr id="127" name="Oval 34">
            <a:extLst>
              <a:ext uri="{FF2B5EF4-FFF2-40B4-BE49-F238E27FC236}">
                <a16:creationId xmlns:a16="http://schemas.microsoft.com/office/drawing/2014/main" id="{623CDF92-90BA-87FF-97FE-4FA2B1D6F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2179638"/>
            <a:ext cx="522288" cy="52863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101</a:t>
            </a:r>
            <a:endParaRPr lang="en-US" altLang="zh-CN" sz="1800" b="0"/>
          </a:p>
        </p:txBody>
      </p:sp>
      <p:cxnSp>
        <p:nvCxnSpPr>
          <p:cNvPr id="128" name="直接箭头连接符 2">
            <a:extLst>
              <a:ext uri="{FF2B5EF4-FFF2-40B4-BE49-F238E27FC236}">
                <a16:creationId xmlns:a16="http://schemas.microsoft.com/office/drawing/2014/main" id="{F0FC26E0-F80D-0445-0B8E-DACE2412C4B4}"/>
              </a:ext>
            </a:extLst>
          </p:cNvPr>
          <p:cNvCxnSpPr>
            <a:stCxn id="124" idx="7"/>
            <a:endCxn id="125" idx="1"/>
          </p:cNvCxnSpPr>
          <p:nvPr/>
        </p:nvCxnSpPr>
        <p:spPr>
          <a:xfrm>
            <a:off x="6116638" y="3205163"/>
            <a:ext cx="958850" cy="79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36">
            <a:extLst>
              <a:ext uri="{FF2B5EF4-FFF2-40B4-BE49-F238E27FC236}">
                <a16:creationId xmlns:a16="http://schemas.microsoft.com/office/drawing/2014/main" id="{5705FA7C-A7E0-8E01-1565-375F575A2F08}"/>
              </a:ext>
            </a:extLst>
          </p:cNvPr>
          <p:cNvCxnSpPr>
            <a:stCxn id="124" idx="0"/>
          </p:cNvCxnSpPr>
          <p:nvPr/>
        </p:nvCxnSpPr>
        <p:spPr>
          <a:xfrm flipV="1">
            <a:off x="5932488" y="2732088"/>
            <a:ext cx="0" cy="395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37">
            <a:extLst>
              <a:ext uri="{FF2B5EF4-FFF2-40B4-BE49-F238E27FC236}">
                <a16:creationId xmlns:a16="http://schemas.microsoft.com/office/drawing/2014/main" id="{7F022441-BE50-CF4F-2E61-4C3ADBF47AAB}"/>
              </a:ext>
            </a:extLst>
          </p:cNvPr>
          <p:cNvCxnSpPr>
            <a:stCxn id="125" idx="0"/>
            <a:endCxn id="126" idx="4"/>
          </p:cNvCxnSpPr>
          <p:nvPr/>
        </p:nvCxnSpPr>
        <p:spPr>
          <a:xfrm flipH="1" flipV="1">
            <a:off x="7243763" y="2679700"/>
            <a:ext cx="17462" cy="4556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8">
            <a:extLst>
              <a:ext uri="{FF2B5EF4-FFF2-40B4-BE49-F238E27FC236}">
                <a16:creationId xmlns:a16="http://schemas.microsoft.com/office/drawing/2014/main" id="{CDBA8816-2AB9-61C2-2B0F-3479655DCBA5}"/>
              </a:ext>
            </a:extLst>
          </p:cNvPr>
          <p:cNvCxnSpPr>
            <a:stCxn id="125" idx="3"/>
            <a:endCxn id="124" idx="5"/>
          </p:cNvCxnSpPr>
          <p:nvPr/>
        </p:nvCxnSpPr>
        <p:spPr>
          <a:xfrm flipH="1" flipV="1">
            <a:off x="6116638" y="3578225"/>
            <a:ext cx="958850" cy="79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">
            <a:extLst>
              <a:ext uri="{FF2B5EF4-FFF2-40B4-BE49-F238E27FC236}">
                <a16:creationId xmlns:a16="http://schemas.microsoft.com/office/drawing/2014/main" id="{1B635C43-5E53-B248-D386-A08D74289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463" y="2773363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en-US" altLang="zh-CN" sz="1800" b="0">
                <a:latin typeface="Arial" panose="020B0604020202020204" pitchFamily="34" charset="0"/>
              </a:rPr>
              <a:t>1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3" name="矩形 131">
            <a:extLst>
              <a:ext uri="{FF2B5EF4-FFF2-40B4-BE49-F238E27FC236}">
                <a16:creationId xmlns:a16="http://schemas.microsoft.com/office/drawing/2014/main" id="{BF56236F-2AD1-5C3F-7587-FF7F26B8A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8588" y="2838450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en-US" altLang="zh-CN" sz="1800" b="0">
                <a:latin typeface="Arial" panose="020B0604020202020204" pitchFamily="34" charset="0"/>
              </a:rPr>
              <a:t>0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11BE595-3217-EFC3-27A9-A04782A6E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2773363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en-US" altLang="zh-CN" sz="1800" b="0">
                <a:latin typeface="Arial" panose="020B0604020202020204" pitchFamily="34" charset="0"/>
              </a:rPr>
              <a:t>0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D04FCD2-7008-39BD-599F-C526D1CE0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35750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en-US" altLang="zh-CN" sz="1800" b="0">
                <a:latin typeface="Arial" panose="020B0604020202020204" pitchFamily="34" charset="0"/>
              </a:rPr>
              <a:t>1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180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7C9802-7062-5AE1-CAC8-2ED3F1C2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4BC56E-3A45-671E-E35A-B6E9EBF1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33</a:t>
            </a:fld>
            <a:r>
              <a:rPr lang="en-US" altLang="zh-CN" dirty="0"/>
              <a:t>/40</a:t>
            </a:r>
            <a:endParaRPr lang="en-US" dirty="0"/>
          </a:p>
        </p:txBody>
      </p:sp>
      <p:graphicFrame>
        <p:nvGraphicFramePr>
          <p:cNvPr id="6" name="内容占位符 45">
            <a:extLst>
              <a:ext uri="{FF2B5EF4-FFF2-40B4-BE49-F238E27FC236}">
                <a16:creationId xmlns:a16="http://schemas.microsoft.com/office/drawing/2014/main" id="{692989EA-53C3-53AE-3D1C-4C1657F78A85}"/>
              </a:ext>
            </a:extLst>
          </p:cNvPr>
          <p:cNvGraphicFramePr>
            <a:graphicFrameLocks/>
          </p:cNvGraphicFramePr>
          <p:nvPr/>
        </p:nvGraphicFramePr>
        <p:xfrm>
          <a:off x="407988" y="136525"/>
          <a:ext cx="4327525" cy="3657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7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2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r>
                        <a:rPr kumimoji="1" lang="en-US" altLang="zh-CN" sz="1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Q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kumimoji="1" lang="en-US" altLang="zh-CN" sz="1800" b="0" baseline="3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n+1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kumimoji="1" lang="en-US" altLang="zh-CN" sz="1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</a:t>
                      </a:r>
                      <a:r>
                        <a:rPr kumimoji="1" lang="en-US" altLang="zh-CN" sz="1800" b="0" baseline="-1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endParaRPr kumimoji="1" lang="zh-CN" altLang="en-US" sz="1800" b="0" baseline="35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A=1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S0:000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S1:001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7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S2:010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9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S3:011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S4:100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S5:101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S6:110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0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0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01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S7:111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010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0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91454" marR="9145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105">
            <a:extLst>
              <a:ext uri="{FF2B5EF4-FFF2-40B4-BE49-F238E27FC236}">
                <a16:creationId xmlns:a16="http://schemas.microsoft.com/office/drawing/2014/main" id="{A5404492-F016-2772-D7CF-DFA7EA830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15875"/>
            <a:ext cx="1460500" cy="3863975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8" name="Group 64">
            <a:extLst>
              <a:ext uri="{FF2B5EF4-FFF2-40B4-BE49-F238E27FC236}">
                <a16:creationId xmlns:a16="http://schemas.microsoft.com/office/drawing/2014/main" id="{CB6CCFDD-D9FB-FC82-1ADD-70803069D4C2}"/>
              </a:ext>
            </a:extLst>
          </p:cNvPr>
          <p:cNvGrpSpPr>
            <a:grpSpLocks/>
          </p:cNvGrpSpPr>
          <p:nvPr/>
        </p:nvGrpSpPr>
        <p:grpSpPr bwMode="auto">
          <a:xfrm>
            <a:off x="514350" y="3979863"/>
            <a:ext cx="2251075" cy="1952625"/>
            <a:chOff x="305" y="2574"/>
            <a:chExt cx="1418" cy="1230"/>
          </a:xfrm>
        </p:grpSpPr>
        <p:sp>
          <p:nvSpPr>
            <p:cNvPr id="9" name="Text Box 65">
              <a:extLst>
                <a:ext uri="{FF2B5EF4-FFF2-40B4-BE49-F238E27FC236}">
                  <a16:creationId xmlns:a16="http://schemas.microsoft.com/office/drawing/2014/main" id="{696E8F70-E53C-9CE0-F569-91620E0BA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0" name="Text Box 66">
              <a:extLst>
                <a:ext uri="{FF2B5EF4-FFF2-40B4-BE49-F238E27FC236}">
                  <a16:creationId xmlns:a16="http://schemas.microsoft.com/office/drawing/2014/main" id="{7FE7EC2C-A7F4-F5FD-10DB-68EED2912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1" name="Text Box 67">
              <a:extLst>
                <a:ext uri="{FF2B5EF4-FFF2-40B4-BE49-F238E27FC236}">
                  <a16:creationId xmlns:a16="http://schemas.microsoft.com/office/drawing/2014/main" id="{5B807D3F-A407-0A28-3663-29E1FBF6D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2" name="Text Box 68">
              <a:extLst>
                <a:ext uri="{FF2B5EF4-FFF2-40B4-BE49-F238E27FC236}">
                  <a16:creationId xmlns:a16="http://schemas.microsoft.com/office/drawing/2014/main" id="{0DE51ECE-6C35-168A-E078-1E7013C1D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3" name="Text Box 69">
              <a:extLst>
                <a:ext uri="{FF2B5EF4-FFF2-40B4-BE49-F238E27FC236}">
                  <a16:creationId xmlns:a16="http://schemas.microsoft.com/office/drawing/2014/main" id="{FB1DFA34-8E77-D963-5DED-1ACFAF875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14" name="Text Box 70">
              <a:extLst>
                <a:ext uri="{FF2B5EF4-FFF2-40B4-BE49-F238E27FC236}">
                  <a16:creationId xmlns:a16="http://schemas.microsoft.com/office/drawing/2014/main" id="{4629E0AB-389E-829E-5229-404053E7C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15" name="Text Box 71">
              <a:extLst>
                <a:ext uri="{FF2B5EF4-FFF2-40B4-BE49-F238E27FC236}">
                  <a16:creationId xmlns:a16="http://schemas.microsoft.com/office/drawing/2014/main" id="{E8062E1A-33A5-F094-2D1B-81BE5DF67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16" name="Text Box 72">
              <a:extLst>
                <a:ext uri="{FF2B5EF4-FFF2-40B4-BE49-F238E27FC236}">
                  <a16:creationId xmlns:a16="http://schemas.microsoft.com/office/drawing/2014/main" id="{F011710C-8795-E6D4-4FDA-514013B67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17" name="Line 73">
              <a:extLst>
                <a:ext uri="{FF2B5EF4-FFF2-40B4-BE49-F238E27FC236}">
                  <a16:creationId xmlns:a16="http://schemas.microsoft.com/office/drawing/2014/main" id="{AA7BECED-AE15-7B9D-193A-E05729176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74">
              <a:extLst>
                <a:ext uri="{FF2B5EF4-FFF2-40B4-BE49-F238E27FC236}">
                  <a16:creationId xmlns:a16="http://schemas.microsoft.com/office/drawing/2014/main" id="{1B71A1CD-EF80-FB58-A73F-7B21A961C0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75">
              <a:extLst>
                <a:ext uri="{FF2B5EF4-FFF2-40B4-BE49-F238E27FC236}">
                  <a16:creationId xmlns:a16="http://schemas.microsoft.com/office/drawing/2014/main" id="{EA6BB564-B46D-FEB6-03C7-841B44DB9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20" name="Text Box 76">
              <a:extLst>
                <a:ext uri="{FF2B5EF4-FFF2-40B4-BE49-F238E27FC236}">
                  <a16:creationId xmlns:a16="http://schemas.microsoft.com/office/drawing/2014/main" id="{E3344278-288C-26DE-8BB2-DA8A251B5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21" name="Text Box 77">
              <a:extLst>
                <a:ext uri="{FF2B5EF4-FFF2-40B4-BE49-F238E27FC236}">
                  <a16:creationId xmlns:a16="http://schemas.microsoft.com/office/drawing/2014/main" id="{182BE6B2-214B-580A-AA7A-A3DB32A93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22" name="Text Box 78">
              <a:extLst>
                <a:ext uri="{FF2B5EF4-FFF2-40B4-BE49-F238E27FC236}">
                  <a16:creationId xmlns:a16="http://schemas.microsoft.com/office/drawing/2014/main" id="{BC7B119A-C3D1-4D65-EE05-DCEDE4F3A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3" name="Text Box 79">
              <a:extLst>
                <a:ext uri="{FF2B5EF4-FFF2-40B4-BE49-F238E27FC236}">
                  <a16:creationId xmlns:a16="http://schemas.microsoft.com/office/drawing/2014/main" id="{26048E74-68DA-1169-8D34-CE173FBB4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4" name="Text Box 80">
              <a:extLst>
                <a:ext uri="{FF2B5EF4-FFF2-40B4-BE49-F238E27FC236}">
                  <a16:creationId xmlns:a16="http://schemas.microsoft.com/office/drawing/2014/main" id="{C8E79AB3-1406-A216-E643-9ACE754C8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5" name="Text Box 81">
              <a:extLst>
                <a:ext uri="{FF2B5EF4-FFF2-40B4-BE49-F238E27FC236}">
                  <a16:creationId xmlns:a16="http://schemas.microsoft.com/office/drawing/2014/main" id="{96B94CFD-5182-4A7F-1BC3-16C1E834F2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26" name="Text Box 82">
              <a:extLst>
                <a:ext uri="{FF2B5EF4-FFF2-40B4-BE49-F238E27FC236}">
                  <a16:creationId xmlns:a16="http://schemas.microsoft.com/office/drawing/2014/main" id="{8FF33C52-C25A-6C9B-6A53-F39244782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27" name="Text Box 83">
              <a:extLst>
                <a:ext uri="{FF2B5EF4-FFF2-40B4-BE49-F238E27FC236}">
                  <a16:creationId xmlns:a16="http://schemas.microsoft.com/office/drawing/2014/main" id="{BC21893C-2C7B-06CE-67BA-16AE808BF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28" name="Text Box 84">
              <a:extLst>
                <a:ext uri="{FF2B5EF4-FFF2-40B4-BE49-F238E27FC236}">
                  <a16:creationId xmlns:a16="http://schemas.microsoft.com/office/drawing/2014/main" id="{D56578D7-69F4-B782-196C-D1E579796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29" name="Text Box 85">
              <a:extLst>
                <a:ext uri="{FF2B5EF4-FFF2-40B4-BE49-F238E27FC236}">
                  <a16:creationId xmlns:a16="http://schemas.microsoft.com/office/drawing/2014/main" id="{F6748408-C61C-EBD1-CFB9-411206072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0" name="Text Box 86">
              <a:extLst>
                <a:ext uri="{FF2B5EF4-FFF2-40B4-BE49-F238E27FC236}">
                  <a16:creationId xmlns:a16="http://schemas.microsoft.com/office/drawing/2014/main" id="{1F50595A-BAC7-37D7-74E2-274FF982F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1" name="Text Box 87">
              <a:extLst>
                <a:ext uri="{FF2B5EF4-FFF2-40B4-BE49-F238E27FC236}">
                  <a16:creationId xmlns:a16="http://schemas.microsoft.com/office/drawing/2014/main" id="{1E6BCEB7-E22C-8273-6F66-0D7DA3E0E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2" name="Text Box 88">
              <a:extLst>
                <a:ext uri="{FF2B5EF4-FFF2-40B4-BE49-F238E27FC236}">
                  <a16:creationId xmlns:a16="http://schemas.microsoft.com/office/drawing/2014/main" id="{5BE27612-1720-735B-47B2-9BB20643E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33" name="Text Box 89">
              <a:extLst>
                <a:ext uri="{FF2B5EF4-FFF2-40B4-BE49-F238E27FC236}">
                  <a16:creationId xmlns:a16="http://schemas.microsoft.com/office/drawing/2014/main" id="{FE614320-3E1A-1110-B7FB-3BDCB3C9D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4" name="Text Box 90">
              <a:extLst>
                <a:ext uri="{FF2B5EF4-FFF2-40B4-BE49-F238E27FC236}">
                  <a16:creationId xmlns:a16="http://schemas.microsoft.com/office/drawing/2014/main" id="{EA5ED494-88D9-E097-2A3E-B88444855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35" name="Text Box 91">
              <a:extLst>
                <a:ext uri="{FF2B5EF4-FFF2-40B4-BE49-F238E27FC236}">
                  <a16:creationId xmlns:a16="http://schemas.microsoft.com/office/drawing/2014/main" id="{CB2E7B28-F4B5-BE58-44F1-C1308E510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36" name="Text Box 92">
              <a:extLst>
                <a:ext uri="{FF2B5EF4-FFF2-40B4-BE49-F238E27FC236}">
                  <a16:creationId xmlns:a16="http://schemas.microsoft.com/office/drawing/2014/main" id="{0C818E77-DC45-9FDF-0BCB-8EB485FFE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7" name="Text Box 93">
              <a:extLst>
                <a:ext uri="{FF2B5EF4-FFF2-40B4-BE49-F238E27FC236}">
                  <a16:creationId xmlns:a16="http://schemas.microsoft.com/office/drawing/2014/main" id="{EA1C7F75-A5A4-9BD9-C82E-BDEA456F3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38" name="AutoShape 169">
            <a:extLst>
              <a:ext uri="{FF2B5EF4-FFF2-40B4-BE49-F238E27FC236}">
                <a16:creationId xmlns:a16="http://schemas.microsoft.com/office/drawing/2014/main" id="{3088A05E-2CDA-B796-3C77-9A4DF9A92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4972050"/>
            <a:ext cx="296862" cy="6318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9" name="AutoShape 169">
            <a:extLst>
              <a:ext uri="{FF2B5EF4-FFF2-40B4-BE49-F238E27FC236}">
                <a16:creationId xmlns:a16="http://schemas.microsoft.com/office/drawing/2014/main" id="{D725338C-4BAC-CB21-3FA2-3A972BB5A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5308600"/>
            <a:ext cx="296862" cy="63341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0" name="Arc 170">
            <a:extLst>
              <a:ext uri="{FF2B5EF4-FFF2-40B4-BE49-F238E27FC236}">
                <a16:creationId xmlns:a16="http://schemas.microsoft.com/office/drawing/2014/main" id="{9E03EA73-BC87-4BCE-E5BD-D2CE36B27A6C}"/>
              </a:ext>
            </a:extLst>
          </p:cNvPr>
          <p:cNvSpPr>
            <a:spLocks/>
          </p:cNvSpPr>
          <p:nvPr/>
        </p:nvSpPr>
        <p:spPr bwMode="auto">
          <a:xfrm rot="5400000">
            <a:off x="1693863" y="4700588"/>
            <a:ext cx="295275" cy="3270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Arc 173">
            <a:extLst>
              <a:ext uri="{FF2B5EF4-FFF2-40B4-BE49-F238E27FC236}">
                <a16:creationId xmlns:a16="http://schemas.microsoft.com/office/drawing/2014/main" id="{0498B9E1-D015-E9C3-E043-BB62701DCFB6}"/>
              </a:ext>
            </a:extLst>
          </p:cNvPr>
          <p:cNvSpPr>
            <a:spLocks/>
          </p:cNvSpPr>
          <p:nvPr/>
        </p:nvSpPr>
        <p:spPr bwMode="auto">
          <a:xfrm rot="-5400000">
            <a:off x="1702595" y="5574506"/>
            <a:ext cx="265112" cy="327025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42" name="直接箭头连接符 50">
            <a:extLst>
              <a:ext uri="{FF2B5EF4-FFF2-40B4-BE49-F238E27FC236}">
                <a16:creationId xmlns:a16="http://schemas.microsoft.com/office/drawing/2014/main" id="{5BC30C77-4E4A-C4C4-8CE3-2AD756AD99AA}"/>
              </a:ext>
            </a:extLst>
          </p:cNvPr>
          <p:cNvCxnSpPr/>
          <p:nvPr/>
        </p:nvCxnSpPr>
        <p:spPr>
          <a:xfrm>
            <a:off x="2730500" y="5424488"/>
            <a:ext cx="2682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Box 93">
            <a:extLst>
              <a:ext uri="{FF2B5EF4-FFF2-40B4-BE49-F238E27FC236}">
                <a16:creationId xmlns:a16="http://schemas.microsoft.com/office/drawing/2014/main" id="{026625DD-528B-C455-C0E8-F559F6F04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5253038"/>
            <a:ext cx="153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</a:t>
            </a:r>
          </a:p>
        </p:txBody>
      </p:sp>
      <p:grpSp>
        <p:nvGrpSpPr>
          <p:cNvPr id="44" name="Group 64">
            <a:extLst>
              <a:ext uri="{FF2B5EF4-FFF2-40B4-BE49-F238E27FC236}">
                <a16:creationId xmlns:a16="http://schemas.microsoft.com/office/drawing/2014/main" id="{C8AD23BF-2471-3307-29B1-53D86678FF96}"/>
              </a:ext>
            </a:extLst>
          </p:cNvPr>
          <p:cNvGrpSpPr>
            <a:grpSpLocks/>
          </p:cNvGrpSpPr>
          <p:nvPr/>
        </p:nvGrpSpPr>
        <p:grpSpPr bwMode="auto">
          <a:xfrm>
            <a:off x="3562350" y="3965575"/>
            <a:ext cx="2251075" cy="1952625"/>
            <a:chOff x="305" y="2574"/>
            <a:chExt cx="1418" cy="1230"/>
          </a:xfrm>
        </p:grpSpPr>
        <p:sp>
          <p:nvSpPr>
            <p:cNvPr id="45" name="Text Box 65">
              <a:extLst>
                <a:ext uri="{FF2B5EF4-FFF2-40B4-BE49-F238E27FC236}">
                  <a16:creationId xmlns:a16="http://schemas.microsoft.com/office/drawing/2014/main" id="{29DA74DB-09D9-FB1B-4E8D-B191FD8E6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46" name="Text Box 66">
              <a:extLst>
                <a:ext uri="{FF2B5EF4-FFF2-40B4-BE49-F238E27FC236}">
                  <a16:creationId xmlns:a16="http://schemas.microsoft.com/office/drawing/2014/main" id="{2C25E974-294E-8F9A-8F0A-03CD5433F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47" name="Text Box 67">
              <a:extLst>
                <a:ext uri="{FF2B5EF4-FFF2-40B4-BE49-F238E27FC236}">
                  <a16:creationId xmlns:a16="http://schemas.microsoft.com/office/drawing/2014/main" id="{908EB3EF-B6BE-6961-0F6E-F0A5C57AF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48" name="Text Box 68">
              <a:extLst>
                <a:ext uri="{FF2B5EF4-FFF2-40B4-BE49-F238E27FC236}">
                  <a16:creationId xmlns:a16="http://schemas.microsoft.com/office/drawing/2014/main" id="{11780FB2-DB83-3930-7D6B-BA0F0D187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49" name="Text Box 69">
              <a:extLst>
                <a:ext uri="{FF2B5EF4-FFF2-40B4-BE49-F238E27FC236}">
                  <a16:creationId xmlns:a16="http://schemas.microsoft.com/office/drawing/2014/main" id="{28FE8102-4B91-DD4A-9C6A-710CEE864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50" name="Text Box 70">
              <a:extLst>
                <a:ext uri="{FF2B5EF4-FFF2-40B4-BE49-F238E27FC236}">
                  <a16:creationId xmlns:a16="http://schemas.microsoft.com/office/drawing/2014/main" id="{B40CB3A3-E635-0C27-4F60-38537FF63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51" name="Text Box 71">
              <a:extLst>
                <a:ext uri="{FF2B5EF4-FFF2-40B4-BE49-F238E27FC236}">
                  <a16:creationId xmlns:a16="http://schemas.microsoft.com/office/drawing/2014/main" id="{16B9F92B-C1AA-1B60-2777-DA174D049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52" name="Text Box 72">
              <a:extLst>
                <a:ext uri="{FF2B5EF4-FFF2-40B4-BE49-F238E27FC236}">
                  <a16:creationId xmlns:a16="http://schemas.microsoft.com/office/drawing/2014/main" id="{309A6647-B5B6-9D8B-2F1A-22D21E44E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53" name="Line 73">
              <a:extLst>
                <a:ext uri="{FF2B5EF4-FFF2-40B4-BE49-F238E27FC236}">
                  <a16:creationId xmlns:a16="http://schemas.microsoft.com/office/drawing/2014/main" id="{8C4FFAC6-D876-A3BD-E818-4695654B0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74">
              <a:extLst>
                <a:ext uri="{FF2B5EF4-FFF2-40B4-BE49-F238E27FC236}">
                  <a16:creationId xmlns:a16="http://schemas.microsoft.com/office/drawing/2014/main" id="{13A2C813-6F13-4BEF-168A-90BEDF9DE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75">
              <a:extLst>
                <a:ext uri="{FF2B5EF4-FFF2-40B4-BE49-F238E27FC236}">
                  <a16:creationId xmlns:a16="http://schemas.microsoft.com/office/drawing/2014/main" id="{6268385A-C43F-5B0A-CE4F-284E5D518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56" name="Text Box 76">
              <a:extLst>
                <a:ext uri="{FF2B5EF4-FFF2-40B4-BE49-F238E27FC236}">
                  <a16:creationId xmlns:a16="http://schemas.microsoft.com/office/drawing/2014/main" id="{994CCD0F-63BD-563A-26FD-8C9385DF0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57" name="Text Box 77">
              <a:extLst>
                <a:ext uri="{FF2B5EF4-FFF2-40B4-BE49-F238E27FC236}">
                  <a16:creationId xmlns:a16="http://schemas.microsoft.com/office/drawing/2014/main" id="{220CAF54-3EF0-7E50-F86D-8249012DB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58" name="Text Box 78">
              <a:extLst>
                <a:ext uri="{FF2B5EF4-FFF2-40B4-BE49-F238E27FC236}">
                  <a16:creationId xmlns:a16="http://schemas.microsoft.com/office/drawing/2014/main" id="{4A4CBAD5-B52E-76E5-A223-BEB5AA61B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59" name="Text Box 79">
              <a:extLst>
                <a:ext uri="{FF2B5EF4-FFF2-40B4-BE49-F238E27FC236}">
                  <a16:creationId xmlns:a16="http://schemas.microsoft.com/office/drawing/2014/main" id="{4446C0F8-67F0-C396-A724-E4409F3A3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0" name="Text Box 80">
              <a:extLst>
                <a:ext uri="{FF2B5EF4-FFF2-40B4-BE49-F238E27FC236}">
                  <a16:creationId xmlns:a16="http://schemas.microsoft.com/office/drawing/2014/main" id="{AF9933FC-EE03-D658-5AA4-FF8BF2AE1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1" name="Text Box 81">
              <a:extLst>
                <a:ext uri="{FF2B5EF4-FFF2-40B4-BE49-F238E27FC236}">
                  <a16:creationId xmlns:a16="http://schemas.microsoft.com/office/drawing/2014/main" id="{FB011C21-9B24-C93A-3390-99DB7D356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2" name="Text Box 82">
              <a:extLst>
                <a:ext uri="{FF2B5EF4-FFF2-40B4-BE49-F238E27FC236}">
                  <a16:creationId xmlns:a16="http://schemas.microsoft.com/office/drawing/2014/main" id="{D9DCAD95-EACC-A134-82E2-C6E01C5F9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3" name="Text Box 83">
              <a:extLst>
                <a:ext uri="{FF2B5EF4-FFF2-40B4-BE49-F238E27FC236}">
                  <a16:creationId xmlns:a16="http://schemas.microsoft.com/office/drawing/2014/main" id="{36378009-4249-4B10-8FCA-502D851E7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4" name="Text Box 84">
              <a:extLst>
                <a:ext uri="{FF2B5EF4-FFF2-40B4-BE49-F238E27FC236}">
                  <a16:creationId xmlns:a16="http://schemas.microsoft.com/office/drawing/2014/main" id="{8053921A-1169-E3AC-DDB1-DF7EA2C9F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65" name="Text Box 85">
              <a:extLst>
                <a:ext uri="{FF2B5EF4-FFF2-40B4-BE49-F238E27FC236}">
                  <a16:creationId xmlns:a16="http://schemas.microsoft.com/office/drawing/2014/main" id="{6D3AE3A1-3C77-86A7-4FB9-1586579C8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66" name="Text Box 86">
              <a:extLst>
                <a:ext uri="{FF2B5EF4-FFF2-40B4-BE49-F238E27FC236}">
                  <a16:creationId xmlns:a16="http://schemas.microsoft.com/office/drawing/2014/main" id="{FC510CBD-D689-8F47-EF75-045F00F2A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7" name="Text Box 87">
              <a:extLst>
                <a:ext uri="{FF2B5EF4-FFF2-40B4-BE49-F238E27FC236}">
                  <a16:creationId xmlns:a16="http://schemas.microsoft.com/office/drawing/2014/main" id="{95BB1FCC-5406-03D3-346C-FDA5FBACE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68" name="Text Box 88">
              <a:extLst>
                <a:ext uri="{FF2B5EF4-FFF2-40B4-BE49-F238E27FC236}">
                  <a16:creationId xmlns:a16="http://schemas.microsoft.com/office/drawing/2014/main" id="{6F924CDF-B4A7-A107-BD23-DB39853DE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69" name="Text Box 89">
              <a:extLst>
                <a:ext uri="{FF2B5EF4-FFF2-40B4-BE49-F238E27FC236}">
                  <a16:creationId xmlns:a16="http://schemas.microsoft.com/office/drawing/2014/main" id="{C3347D5C-0C73-B33F-E705-86AE82521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0" name="Text Box 90">
              <a:extLst>
                <a:ext uri="{FF2B5EF4-FFF2-40B4-BE49-F238E27FC236}">
                  <a16:creationId xmlns:a16="http://schemas.microsoft.com/office/drawing/2014/main" id="{ABEBFFF1-D543-E7CB-23BB-1DE2EDF86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71" name="Text Box 91">
              <a:extLst>
                <a:ext uri="{FF2B5EF4-FFF2-40B4-BE49-F238E27FC236}">
                  <a16:creationId xmlns:a16="http://schemas.microsoft.com/office/drawing/2014/main" id="{1643D1D0-02CA-4F8D-E84B-85ED651D7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</a:t>
              </a:r>
            </a:p>
          </p:txBody>
        </p:sp>
        <p:sp>
          <p:nvSpPr>
            <p:cNvPr id="72" name="Text Box 92">
              <a:extLst>
                <a:ext uri="{FF2B5EF4-FFF2-40B4-BE49-F238E27FC236}">
                  <a16:creationId xmlns:a16="http://schemas.microsoft.com/office/drawing/2014/main" id="{34D86DCC-8FE0-F85D-9D87-D05BB0029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x</a:t>
              </a:r>
            </a:p>
          </p:txBody>
        </p:sp>
        <p:sp>
          <p:nvSpPr>
            <p:cNvPr id="73" name="Text Box 93">
              <a:extLst>
                <a:ext uri="{FF2B5EF4-FFF2-40B4-BE49-F238E27FC236}">
                  <a16:creationId xmlns:a16="http://schemas.microsoft.com/office/drawing/2014/main" id="{D5DAAF05-D961-4EC0-3CB2-0E7969F8B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74" name="AutoShape 169">
            <a:extLst>
              <a:ext uri="{FF2B5EF4-FFF2-40B4-BE49-F238E27FC236}">
                <a16:creationId xmlns:a16="http://schemas.microsoft.com/office/drawing/2014/main" id="{F5807203-61C7-ADFE-EB7A-E3B743091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675" y="4651375"/>
            <a:ext cx="296863" cy="6318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75" name="Group 60">
            <a:extLst>
              <a:ext uri="{FF2B5EF4-FFF2-40B4-BE49-F238E27FC236}">
                <a16:creationId xmlns:a16="http://schemas.microsoft.com/office/drawing/2014/main" id="{1C7458BB-7CF4-8A43-2E6A-AC231A6E0C0D}"/>
              </a:ext>
            </a:extLst>
          </p:cNvPr>
          <p:cNvGrpSpPr>
            <a:grpSpLocks/>
          </p:cNvGrpSpPr>
          <p:nvPr/>
        </p:nvGrpSpPr>
        <p:grpSpPr bwMode="auto">
          <a:xfrm>
            <a:off x="3306763" y="5967413"/>
            <a:ext cx="3533775" cy="400050"/>
            <a:chOff x="1565" y="2892"/>
            <a:chExt cx="2226" cy="252"/>
          </a:xfrm>
        </p:grpSpPr>
        <p:sp>
          <p:nvSpPr>
            <p:cNvPr id="76" name="Rectangle 38">
              <a:extLst>
                <a:ext uri="{FF2B5EF4-FFF2-40B4-BE49-F238E27FC236}">
                  <a16:creationId xmlns:a16="http://schemas.microsoft.com/office/drawing/2014/main" id="{8EBBFF03-8466-E451-A305-24E9ADA66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22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15000">
                  <a:ea typeface="楷体_GB2312" pitchFamily="49" charset="-122"/>
                </a:rPr>
                <a:t>1 </a:t>
              </a:r>
              <a:r>
                <a:rPr kumimoji="1" lang="en-US" altLang="zh-CN" sz="2000">
                  <a:ea typeface="楷体_GB2312" pitchFamily="49" charset="-122"/>
                </a:rPr>
                <a:t>= 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A+(Q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) 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 A</a:t>
              </a: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77" name="Line 39">
              <a:extLst>
                <a:ext uri="{FF2B5EF4-FFF2-40B4-BE49-F238E27FC236}">
                  <a16:creationId xmlns:a16="http://schemas.microsoft.com/office/drawing/2014/main" id="{1E5263BA-3277-5952-AFF4-0542A9831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8" y="2935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" name="Line 39">
            <a:extLst>
              <a:ext uri="{FF2B5EF4-FFF2-40B4-BE49-F238E27FC236}">
                <a16:creationId xmlns:a16="http://schemas.microsoft.com/office/drawing/2014/main" id="{7FA63860-55F2-0382-72AC-2389120AE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6040438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AutoShape 169">
            <a:extLst>
              <a:ext uri="{FF2B5EF4-FFF2-40B4-BE49-F238E27FC236}">
                <a16:creationId xmlns:a16="http://schemas.microsoft.com/office/drawing/2014/main" id="{87110C93-405B-9273-913E-CF88D39C6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513" y="4957763"/>
            <a:ext cx="296862" cy="63341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0" name="Line 39">
            <a:extLst>
              <a:ext uri="{FF2B5EF4-FFF2-40B4-BE49-F238E27FC236}">
                <a16:creationId xmlns:a16="http://schemas.microsoft.com/office/drawing/2014/main" id="{8EB94EC3-2F71-E585-F0EC-ACEDBED71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3100" y="6040438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1" name="直接箭头连接符 91">
            <a:extLst>
              <a:ext uri="{FF2B5EF4-FFF2-40B4-BE49-F238E27FC236}">
                <a16:creationId xmlns:a16="http://schemas.microsoft.com/office/drawing/2014/main" id="{4A35954F-56B6-58B3-6F05-A4E05E4D209A}"/>
              </a:ext>
            </a:extLst>
          </p:cNvPr>
          <p:cNvCxnSpPr/>
          <p:nvPr/>
        </p:nvCxnSpPr>
        <p:spPr>
          <a:xfrm>
            <a:off x="4986338" y="5319713"/>
            <a:ext cx="2682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AutoShape 169">
            <a:extLst>
              <a:ext uri="{FF2B5EF4-FFF2-40B4-BE49-F238E27FC236}">
                <a16:creationId xmlns:a16="http://schemas.microsoft.com/office/drawing/2014/main" id="{2AFC1BC1-9FCE-8214-905B-1891A3CFA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513" y="5273675"/>
            <a:ext cx="296862" cy="6318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3" name="Text Box 93">
            <a:extLst>
              <a:ext uri="{FF2B5EF4-FFF2-40B4-BE49-F238E27FC236}">
                <a16:creationId xmlns:a16="http://schemas.microsoft.com/office/drawing/2014/main" id="{6E0FC213-1617-F96E-29CB-20C4C23DC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850" y="5130800"/>
            <a:ext cx="153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</a:t>
            </a:r>
          </a:p>
        </p:txBody>
      </p:sp>
      <p:grpSp>
        <p:nvGrpSpPr>
          <p:cNvPr id="84" name="Group 64">
            <a:extLst>
              <a:ext uri="{FF2B5EF4-FFF2-40B4-BE49-F238E27FC236}">
                <a16:creationId xmlns:a16="http://schemas.microsoft.com/office/drawing/2014/main" id="{C3641CB8-F0D3-61E4-48E0-653298311E86}"/>
              </a:ext>
            </a:extLst>
          </p:cNvPr>
          <p:cNvGrpSpPr>
            <a:grpSpLocks/>
          </p:cNvGrpSpPr>
          <p:nvPr/>
        </p:nvGrpSpPr>
        <p:grpSpPr bwMode="auto">
          <a:xfrm>
            <a:off x="6326188" y="3949700"/>
            <a:ext cx="2251075" cy="1952625"/>
            <a:chOff x="305" y="2574"/>
            <a:chExt cx="1418" cy="1230"/>
          </a:xfrm>
        </p:grpSpPr>
        <p:sp>
          <p:nvSpPr>
            <p:cNvPr id="85" name="Text Box 65">
              <a:extLst>
                <a:ext uri="{FF2B5EF4-FFF2-40B4-BE49-F238E27FC236}">
                  <a16:creationId xmlns:a16="http://schemas.microsoft.com/office/drawing/2014/main" id="{07E2350C-F958-FF16-1F1B-B7CAF20FF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86" name="Text Box 66">
              <a:extLst>
                <a:ext uri="{FF2B5EF4-FFF2-40B4-BE49-F238E27FC236}">
                  <a16:creationId xmlns:a16="http://schemas.microsoft.com/office/drawing/2014/main" id="{FB64805A-1DD3-3DF2-0E42-84FF866D6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87" name="Text Box 67">
              <a:extLst>
                <a:ext uri="{FF2B5EF4-FFF2-40B4-BE49-F238E27FC236}">
                  <a16:creationId xmlns:a16="http://schemas.microsoft.com/office/drawing/2014/main" id="{226AB61D-1F0B-E2BA-8E6F-57970F0968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88" name="Text Box 68">
              <a:extLst>
                <a:ext uri="{FF2B5EF4-FFF2-40B4-BE49-F238E27FC236}">
                  <a16:creationId xmlns:a16="http://schemas.microsoft.com/office/drawing/2014/main" id="{37D2E780-5A22-6CE8-0011-88D56AC83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2784"/>
              <a:ext cx="3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89" name="Text Box 69">
              <a:extLst>
                <a:ext uri="{FF2B5EF4-FFF2-40B4-BE49-F238E27FC236}">
                  <a16:creationId xmlns:a16="http://schemas.microsoft.com/office/drawing/2014/main" id="{3370E346-227C-2EB1-B673-716F14A2F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00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00</a:t>
              </a:r>
            </a:p>
          </p:txBody>
        </p:sp>
        <p:sp>
          <p:nvSpPr>
            <p:cNvPr id="90" name="Text Box 70">
              <a:extLst>
                <a:ext uri="{FF2B5EF4-FFF2-40B4-BE49-F238E27FC236}">
                  <a16:creationId xmlns:a16="http://schemas.microsoft.com/office/drawing/2014/main" id="{9B4C4BA5-BB64-D9C6-335B-9E85F3AEA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1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01</a:t>
              </a:r>
            </a:p>
          </p:txBody>
        </p:sp>
        <p:sp>
          <p:nvSpPr>
            <p:cNvPr id="91" name="Text Box 71">
              <a:extLst>
                <a:ext uri="{FF2B5EF4-FFF2-40B4-BE49-F238E27FC236}">
                  <a16:creationId xmlns:a16="http://schemas.microsoft.com/office/drawing/2014/main" id="{EA4C36B6-9EFD-6CEB-5DF3-4236BE00C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336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11</a:t>
              </a:r>
            </a:p>
          </p:txBody>
        </p:sp>
        <p:sp>
          <p:nvSpPr>
            <p:cNvPr id="92" name="Text Box 72">
              <a:extLst>
                <a:ext uri="{FF2B5EF4-FFF2-40B4-BE49-F238E27FC236}">
                  <a16:creationId xmlns:a16="http://schemas.microsoft.com/office/drawing/2014/main" id="{82F2768F-2C09-DCB8-22D8-C12ADC581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" y="354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93" name="Line 73">
              <a:extLst>
                <a:ext uri="{FF2B5EF4-FFF2-40B4-BE49-F238E27FC236}">
                  <a16:creationId xmlns:a16="http://schemas.microsoft.com/office/drawing/2014/main" id="{8FB5E0D6-8364-ADCD-AE0E-60FD39A58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302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74">
              <a:extLst>
                <a:ext uri="{FF2B5EF4-FFF2-40B4-BE49-F238E27FC236}">
                  <a16:creationId xmlns:a16="http://schemas.microsoft.com/office/drawing/2014/main" id="{83CABFB1-4EB2-FCDD-83E7-610DF2E57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805"/>
              <a:ext cx="0" cy="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 Box 75">
              <a:extLst>
                <a:ext uri="{FF2B5EF4-FFF2-40B4-BE49-F238E27FC236}">
                  <a16:creationId xmlns:a16="http://schemas.microsoft.com/office/drawing/2014/main" id="{9001C9B0-4FEB-BB97-493F-E465D53D8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61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 </a:t>
              </a:r>
              <a:r>
                <a:rPr kumimoji="1" lang="en-US" altLang="zh-CN" sz="2000">
                  <a:ea typeface="楷体_GB2312" pitchFamily="49" charset="-122"/>
                </a:rPr>
                <a:t>A</a:t>
              </a:r>
              <a:endParaRPr kumimoji="1" lang="en-US" altLang="zh-CN" sz="2000" baseline="-15000">
                <a:ea typeface="楷体_GB2312" pitchFamily="49" charset="-122"/>
              </a:endParaRPr>
            </a:p>
          </p:txBody>
        </p:sp>
        <p:sp>
          <p:nvSpPr>
            <p:cNvPr id="96" name="Text Box 76">
              <a:extLst>
                <a:ext uri="{FF2B5EF4-FFF2-40B4-BE49-F238E27FC236}">
                  <a16:creationId xmlns:a16="http://schemas.microsoft.com/office/drawing/2014/main" id="{6D5A053C-B27C-541F-AF55-5682AB074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278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10</a:t>
              </a:r>
            </a:p>
          </p:txBody>
        </p:sp>
        <p:sp>
          <p:nvSpPr>
            <p:cNvPr id="97" name="Text Box 77">
              <a:extLst>
                <a:ext uri="{FF2B5EF4-FFF2-40B4-BE49-F238E27FC236}">
                  <a16:creationId xmlns:a16="http://schemas.microsoft.com/office/drawing/2014/main" id="{16DEEA85-BDE8-E61C-9C6B-AB421852F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57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2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98" name="Text Box 78">
              <a:extLst>
                <a:ext uri="{FF2B5EF4-FFF2-40B4-BE49-F238E27FC236}">
                  <a16:creationId xmlns:a16="http://schemas.microsoft.com/office/drawing/2014/main" id="{0E9A6D4C-7BBD-523D-831F-1FA784F90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99" name="Text Box 79">
              <a:extLst>
                <a:ext uri="{FF2B5EF4-FFF2-40B4-BE49-F238E27FC236}">
                  <a16:creationId xmlns:a16="http://schemas.microsoft.com/office/drawing/2014/main" id="{D3A161B9-CF65-B84F-77ED-18CF3BE8C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0" name="Text Box 80">
              <a:extLst>
                <a:ext uri="{FF2B5EF4-FFF2-40B4-BE49-F238E27FC236}">
                  <a16:creationId xmlns:a16="http://schemas.microsoft.com/office/drawing/2014/main" id="{6D416773-D63E-E4C5-6D57-25AB0A395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1" name="Text Box 81">
              <a:extLst>
                <a:ext uri="{FF2B5EF4-FFF2-40B4-BE49-F238E27FC236}">
                  <a16:creationId xmlns:a16="http://schemas.microsoft.com/office/drawing/2014/main" id="{8893AC58-53C0-3526-1397-CE3A574D3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2" name="Text Box 82">
              <a:extLst>
                <a:ext uri="{FF2B5EF4-FFF2-40B4-BE49-F238E27FC236}">
                  <a16:creationId xmlns:a16="http://schemas.microsoft.com/office/drawing/2014/main" id="{CCD7A45E-4828-3AB1-995A-A3298A4D1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3" name="Text Box 83">
              <a:extLst>
                <a:ext uri="{FF2B5EF4-FFF2-40B4-BE49-F238E27FC236}">
                  <a16:creationId xmlns:a16="http://schemas.microsoft.com/office/drawing/2014/main" id="{FE250E47-C54B-A775-2880-D589C88FC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4" name="Text Box 84">
              <a:extLst>
                <a:ext uri="{FF2B5EF4-FFF2-40B4-BE49-F238E27FC236}">
                  <a16:creationId xmlns:a16="http://schemas.microsoft.com/office/drawing/2014/main" id="{A11C12CD-F6A7-5341-E560-9486807FC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5" name="Text Box 85">
              <a:extLst>
                <a:ext uri="{FF2B5EF4-FFF2-40B4-BE49-F238E27FC236}">
                  <a16:creationId xmlns:a16="http://schemas.microsoft.com/office/drawing/2014/main" id="{0481A091-CE9E-7BE1-80B9-AAD82A518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6" name="Text Box 86">
              <a:extLst>
                <a:ext uri="{FF2B5EF4-FFF2-40B4-BE49-F238E27FC236}">
                  <a16:creationId xmlns:a16="http://schemas.microsoft.com/office/drawing/2014/main" id="{F2DC8937-3D99-2218-7B24-BB00099E5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7" name="Text Box 87">
              <a:extLst>
                <a:ext uri="{FF2B5EF4-FFF2-40B4-BE49-F238E27FC236}">
                  <a16:creationId xmlns:a16="http://schemas.microsoft.com/office/drawing/2014/main" id="{81A9D8B5-B89E-B504-2D02-332FAD0A1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08" name="Text Box 88">
              <a:extLst>
                <a:ext uri="{FF2B5EF4-FFF2-40B4-BE49-F238E27FC236}">
                  <a16:creationId xmlns:a16="http://schemas.microsoft.com/office/drawing/2014/main" id="{3DE51760-518A-4C85-7227-2F0B3DAC9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09" name="Text Box 89">
              <a:extLst>
                <a:ext uri="{FF2B5EF4-FFF2-40B4-BE49-F238E27FC236}">
                  <a16:creationId xmlns:a16="http://schemas.microsoft.com/office/drawing/2014/main" id="{EB9EADC6-05B5-3EBD-79D9-2D5C824E9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0" name="Text Box 90">
              <a:extLst>
                <a:ext uri="{FF2B5EF4-FFF2-40B4-BE49-F238E27FC236}">
                  <a16:creationId xmlns:a16="http://schemas.microsoft.com/office/drawing/2014/main" id="{D1BC1FF9-D743-95C4-78C1-D09054636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00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1" name="Text Box 91">
              <a:extLst>
                <a:ext uri="{FF2B5EF4-FFF2-40B4-BE49-F238E27FC236}">
                  <a16:creationId xmlns:a16="http://schemas.microsoft.com/office/drawing/2014/main" id="{4E08D320-02A7-DD02-B85A-0EC7ECE16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57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  <p:sp>
          <p:nvSpPr>
            <p:cNvPr id="112" name="Text Box 92">
              <a:extLst>
                <a:ext uri="{FF2B5EF4-FFF2-40B4-BE49-F238E27FC236}">
                  <a16:creationId xmlns:a16="http://schemas.microsoft.com/office/drawing/2014/main" id="{74F54622-8AD1-F384-330B-4BF4658B7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3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3" name="Text Box 93">
              <a:extLst>
                <a:ext uri="{FF2B5EF4-FFF2-40B4-BE49-F238E27FC236}">
                  <a16:creationId xmlns:a16="http://schemas.microsoft.com/office/drawing/2014/main" id="{AAE5A921-F1CA-40FB-9AD5-5F6A636EC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3170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1</a:t>
              </a:r>
            </a:p>
          </p:txBody>
        </p:sp>
      </p:grpSp>
      <p:sp>
        <p:nvSpPr>
          <p:cNvPr id="114" name="Rectangle 38">
            <a:extLst>
              <a:ext uri="{FF2B5EF4-FFF2-40B4-BE49-F238E27FC236}">
                <a16:creationId xmlns:a16="http://schemas.microsoft.com/office/drawing/2014/main" id="{AF939FE2-8175-CCA5-557C-497A1B76E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5965825"/>
            <a:ext cx="793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T</a:t>
            </a:r>
            <a:r>
              <a:rPr kumimoji="1" lang="en-US" altLang="zh-CN" sz="2000" baseline="-15000">
                <a:ea typeface="楷体_GB2312" pitchFamily="49" charset="-122"/>
              </a:rPr>
              <a:t>0 </a:t>
            </a:r>
            <a:r>
              <a:rPr kumimoji="1" lang="en-US" altLang="zh-CN" sz="2000">
                <a:ea typeface="楷体_GB2312" pitchFamily="49" charset="-122"/>
              </a:rPr>
              <a:t>=1</a:t>
            </a:r>
            <a:endParaRPr kumimoji="1" lang="zh-CN" altLang="en-US" sz="2000">
              <a:ea typeface="楷体_GB2312" pitchFamily="49" charset="-122"/>
            </a:endParaRPr>
          </a:p>
        </p:txBody>
      </p:sp>
      <p:cxnSp>
        <p:nvCxnSpPr>
          <p:cNvPr id="115" name="直接箭头连接符 132">
            <a:extLst>
              <a:ext uri="{FF2B5EF4-FFF2-40B4-BE49-F238E27FC236}">
                <a16:creationId xmlns:a16="http://schemas.microsoft.com/office/drawing/2014/main" id="{C6AC0E97-161E-6977-8E68-8DF0C13EB67A}"/>
              </a:ext>
            </a:extLst>
          </p:cNvPr>
          <p:cNvCxnSpPr/>
          <p:nvPr/>
        </p:nvCxnSpPr>
        <p:spPr>
          <a:xfrm>
            <a:off x="8515350" y="5437188"/>
            <a:ext cx="2667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AutoShape 169">
            <a:extLst>
              <a:ext uri="{FF2B5EF4-FFF2-40B4-BE49-F238E27FC236}">
                <a16:creationId xmlns:a16="http://schemas.microsoft.com/office/drawing/2014/main" id="{75CF8CC8-CE86-1B13-2850-B2329C313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4665663"/>
            <a:ext cx="1512888" cy="122555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17" name="Text Box 93">
            <a:extLst>
              <a:ext uri="{FF2B5EF4-FFF2-40B4-BE49-F238E27FC236}">
                <a16:creationId xmlns:a16="http://schemas.microsoft.com/office/drawing/2014/main" id="{3A5B1327-655B-5096-47CB-32020846A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3163" y="5262563"/>
            <a:ext cx="1539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 b="0"/>
              <a:t>1</a:t>
            </a:r>
          </a:p>
        </p:txBody>
      </p:sp>
      <p:sp>
        <p:nvSpPr>
          <p:cNvPr id="118" name="文本框 135">
            <a:extLst>
              <a:ext uri="{FF2B5EF4-FFF2-40B4-BE49-F238E27FC236}">
                <a16:creationId xmlns:a16="http://schemas.microsoft.com/office/drawing/2014/main" id="{F19247EA-62D3-3A44-F2C0-556E3E30A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063" y="296863"/>
            <a:ext cx="4198937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验证自启动：</a:t>
            </a:r>
            <a:endParaRPr lang="en-US" altLang="zh-CN" sz="1800" b="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扩展</a:t>
            </a:r>
            <a:r>
              <a:rPr kumimoji="1" lang="en-US" altLang="zh-CN" sz="1800" b="0">
                <a:latin typeface="Arial" panose="020B0604020202020204" pitchFamily="34" charset="0"/>
                <a:ea typeface="楷体_GB2312" pitchFamily="49" charset="-122"/>
              </a:rPr>
              <a:t>T</a:t>
            </a:r>
            <a:r>
              <a:rPr kumimoji="1" lang="en-US" altLang="zh-CN" sz="1800" b="0" baseline="-25000">
                <a:latin typeface="Arial" panose="020B0604020202020204" pitchFamily="34" charset="0"/>
                <a:ea typeface="楷体_GB2312" pitchFamily="49" charset="-122"/>
              </a:rPr>
              <a:t>2</a:t>
            </a: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spcAft>
                <a:spcPct val="0"/>
              </a:spcAft>
              <a:buFontTx/>
              <a:buNone/>
            </a:pPr>
            <a:endParaRPr kumimoji="1" lang="en-US" altLang="zh-CN" sz="1800" b="0" baseline="3500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19" name="Oval 34">
            <a:extLst>
              <a:ext uri="{FF2B5EF4-FFF2-40B4-BE49-F238E27FC236}">
                <a16:creationId xmlns:a16="http://schemas.microsoft.com/office/drawing/2014/main" id="{C8AC0A56-E209-9C0C-89B5-A0B168050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0550" y="3127375"/>
            <a:ext cx="522288" cy="52863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110</a:t>
            </a:r>
            <a:endParaRPr lang="en-US" altLang="zh-CN" sz="1800" b="0"/>
          </a:p>
        </p:txBody>
      </p:sp>
      <p:sp>
        <p:nvSpPr>
          <p:cNvPr id="120" name="Oval 34">
            <a:extLst>
              <a:ext uri="{FF2B5EF4-FFF2-40B4-BE49-F238E27FC236}">
                <a16:creationId xmlns:a16="http://schemas.microsoft.com/office/drawing/2014/main" id="{BD8978FB-47CD-6943-875D-56207920A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288" y="3135313"/>
            <a:ext cx="523875" cy="52863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111</a:t>
            </a:r>
            <a:endParaRPr lang="en-US" altLang="zh-CN" sz="1800" b="0"/>
          </a:p>
        </p:txBody>
      </p:sp>
      <p:sp>
        <p:nvSpPr>
          <p:cNvPr id="121" name="Oval 34">
            <a:extLst>
              <a:ext uri="{FF2B5EF4-FFF2-40B4-BE49-F238E27FC236}">
                <a16:creationId xmlns:a16="http://schemas.microsoft.com/office/drawing/2014/main" id="{CBE27A97-79C9-7329-27DF-B99E28580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825" y="2151063"/>
            <a:ext cx="522288" cy="52863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010</a:t>
            </a:r>
            <a:endParaRPr lang="en-US" altLang="zh-CN" sz="1800" b="0"/>
          </a:p>
        </p:txBody>
      </p:sp>
      <p:sp>
        <p:nvSpPr>
          <p:cNvPr id="122" name="Oval 34">
            <a:extLst>
              <a:ext uri="{FF2B5EF4-FFF2-40B4-BE49-F238E27FC236}">
                <a16:creationId xmlns:a16="http://schemas.microsoft.com/office/drawing/2014/main" id="{6E1FEB38-0605-BCF9-5A65-AB6DD5763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0" y="2149475"/>
            <a:ext cx="523875" cy="52863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011</a:t>
            </a:r>
            <a:endParaRPr lang="en-US" altLang="zh-CN" sz="1800" b="0"/>
          </a:p>
        </p:txBody>
      </p:sp>
      <p:cxnSp>
        <p:nvCxnSpPr>
          <p:cNvPr id="123" name="直接箭头连接符 143">
            <a:extLst>
              <a:ext uri="{FF2B5EF4-FFF2-40B4-BE49-F238E27FC236}">
                <a16:creationId xmlns:a16="http://schemas.microsoft.com/office/drawing/2014/main" id="{C024151D-60F7-489F-3E3C-02F1593237FE}"/>
              </a:ext>
            </a:extLst>
          </p:cNvPr>
          <p:cNvCxnSpPr>
            <a:stCxn id="119" idx="7"/>
            <a:endCxn id="127" idx="4"/>
          </p:cNvCxnSpPr>
          <p:nvPr/>
        </p:nvCxnSpPr>
        <p:spPr>
          <a:xfrm flipV="1">
            <a:off x="6116638" y="2686050"/>
            <a:ext cx="173037" cy="519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44">
            <a:extLst>
              <a:ext uri="{FF2B5EF4-FFF2-40B4-BE49-F238E27FC236}">
                <a16:creationId xmlns:a16="http://schemas.microsoft.com/office/drawing/2014/main" id="{670D6DC1-7EA4-541B-803E-A0E30A0834D2}"/>
              </a:ext>
            </a:extLst>
          </p:cNvPr>
          <p:cNvCxnSpPr>
            <a:stCxn id="119" idx="1"/>
            <a:endCxn id="122" idx="4"/>
          </p:cNvCxnSpPr>
          <p:nvPr/>
        </p:nvCxnSpPr>
        <p:spPr>
          <a:xfrm flipH="1" flipV="1">
            <a:off x="5399088" y="2678113"/>
            <a:ext cx="347662" cy="5270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45">
            <a:extLst>
              <a:ext uri="{FF2B5EF4-FFF2-40B4-BE49-F238E27FC236}">
                <a16:creationId xmlns:a16="http://schemas.microsoft.com/office/drawing/2014/main" id="{E58B39B5-43FF-B009-1015-576555C20DA9}"/>
              </a:ext>
            </a:extLst>
          </p:cNvPr>
          <p:cNvCxnSpPr>
            <a:stCxn id="120" idx="0"/>
            <a:endCxn id="121" idx="4"/>
          </p:cNvCxnSpPr>
          <p:nvPr/>
        </p:nvCxnSpPr>
        <p:spPr>
          <a:xfrm flipH="1" flipV="1">
            <a:off x="7243763" y="2679700"/>
            <a:ext cx="17462" cy="4556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AutoShape 169">
            <a:extLst>
              <a:ext uri="{FF2B5EF4-FFF2-40B4-BE49-F238E27FC236}">
                <a16:creationId xmlns:a16="http://schemas.microsoft.com/office/drawing/2014/main" id="{D4B09F95-85E4-34B6-13F6-2A6AA2F3F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5272088"/>
            <a:ext cx="1609725" cy="31432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  <p:sp>
        <p:nvSpPr>
          <p:cNvPr id="127" name="Oval 34">
            <a:extLst>
              <a:ext uri="{FF2B5EF4-FFF2-40B4-BE49-F238E27FC236}">
                <a16:creationId xmlns:a16="http://schemas.microsoft.com/office/drawing/2014/main" id="{B6F7A942-A3E1-51ED-292E-36416C274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738" y="2157413"/>
            <a:ext cx="523875" cy="52863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001</a:t>
            </a:r>
            <a:endParaRPr lang="en-US" altLang="zh-CN" sz="1800" b="0"/>
          </a:p>
        </p:txBody>
      </p:sp>
      <p:grpSp>
        <p:nvGrpSpPr>
          <p:cNvPr id="128" name="Group 60">
            <a:extLst>
              <a:ext uri="{FF2B5EF4-FFF2-40B4-BE49-F238E27FC236}">
                <a16:creationId xmlns:a16="http://schemas.microsoft.com/office/drawing/2014/main" id="{C129C986-0AB3-3565-0EF7-26CA0B6D66C5}"/>
              </a:ext>
            </a:extLst>
          </p:cNvPr>
          <p:cNvGrpSpPr>
            <a:grpSpLocks/>
          </p:cNvGrpSpPr>
          <p:nvPr/>
        </p:nvGrpSpPr>
        <p:grpSpPr bwMode="auto">
          <a:xfrm>
            <a:off x="5770563" y="833438"/>
            <a:ext cx="3090862" cy="1016000"/>
            <a:chOff x="1565" y="2892"/>
            <a:chExt cx="1947" cy="640"/>
          </a:xfrm>
        </p:grpSpPr>
        <p:sp>
          <p:nvSpPr>
            <p:cNvPr id="129" name="Rectangle 38">
              <a:extLst>
                <a:ext uri="{FF2B5EF4-FFF2-40B4-BE49-F238E27FC236}">
                  <a16:creationId xmlns:a16="http://schemas.microsoft.com/office/drawing/2014/main" id="{43544F99-5536-419B-6893-70F225E10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892"/>
              <a:ext cx="194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T</a:t>
              </a:r>
              <a:r>
                <a:rPr kumimoji="1" lang="en-US" altLang="zh-CN" sz="2000" baseline="-15000">
                  <a:ea typeface="楷体_GB2312" pitchFamily="49" charset="-122"/>
                </a:rPr>
                <a:t>2 </a:t>
              </a:r>
              <a:r>
                <a:rPr kumimoji="1" lang="en-US" altLang="zh-CN" sz="2000">
                  <a:ea typeface="楷体_GB2312" pitchFamily="49" charset="-122"/>
                </a:rPr>
                <a:t>= 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ea typeface="楷体_GB2312" pitchFamily="49" charset="-122"/>
                </a:rPr>
                <a:t>0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A+(Q</a:t>
              </a:r>
              <a:r>
                <a:rPr kumimoji="1" lang="en-US" altLang="zh-CN" sz="2000" baseline="-15000"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ea typeface="楷体_GB2312" pitchFamily="49" charset="-122"/>
                </a:rPr>
                <a:t>n</a:t>
              </a:r>
              <a:r>
                <a:rPr kumimoji="1" lang="en-US" altLang="zh-CN" sz="2000">
                  <a:ea typeface="楷体_GB2312" pitchFamily="49" charset="-122"/>
                </a:rPr>
                <a:t>) A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       </a:t>
              </a:r>
              <a:r>
                <a:rPr kumimoji="1" lang="en-US" altLang="zh-CN" sz="2000">
                  <a:solidFill>
                    <a:srgbClr val="00B050"/>
                  </a:solidFill>
                  <a:ea typeface="楷体_GB2312" pitchFamily="49" charset="-122"/>
                </a:rPr>
                <a:t>+Q</a:t>
              </a:r>
              <a:r>
                <a:rPr kumimoji="1" lang="en-US" altLang="zh-CN" sz="2000" baseline="-15000">
                  <a:solidFill>
                    <a:srgbClr val="00B050"/>
                  </a:solidFill>
                  <a:ea typeface="楷体_GB2312" pitchFamily="49" charset="-122"/>
                </a:rPr>
                <a:t>2</a:t>
              </a:r>
              <a:r>
                <a:rPr kumimoji="1" lang="en-US" altLang="zh-CN" sz="2000" baseline="35000">
                  <a:solidFill>
                    <a:srgbClr val="00B050"/>
                  </a:solidFill>
                  <a:ea typeface="楷体_GB2312" pitchFamily="49" charset="-122"/>
                </a:rPr>
                <a:t>n</a:t>
              </a:r>
              <a:r>
                <a:rPr kumimoji="1" lang="en-US" altLang="zh-CN" sz="2000">
                  <a:solidFill>
                    <a:srgbClr val="00B050"/>
                  </a:solidFill>
                  <a:ea typeface="楷体_GB2312" pitchFamily="49" charset="-122"/>
                </a:rPr>
                <a:t>Q</a:t>
              </a:r>
              <a:r>
                <a:rPr kumimoji="1" lang="en-US" altLang="zh-CN" sz="2000" baseline="-15000">
                  <a:solidFill>
                    <a:srgbClr val="00B050"/>
                  </a:solidFill>
                  <a:ea typeface="楷体_GB2312" pitchFamily="49" charset="-122"/>
                </a:rPr>
                <a:t>1</a:t>
              </a:r>
              <a:r>
                <a:rPr kumimoji="1" lang="en-US" altLang="zh-CN" sz="2000" baseline="35000">
                  <a:solidFill>
                    <a:srgbClr val="00B050"/>
                  </a:solidFill>
                  <a:ea typeface="楷体_GB2312" pitchFamily="49" charset="-122"/>
                </a:rPr>
                <a:t>n</a:t>
              </a:r>
              <a:endParaRPr kumimoji="1" lang="zh-CN" altLang="en-US" sz="2000">
                <a:solidFill>
                  <a:srgbClr val="00B050"/>
                </a:solidFill>
                <a:ea typeface="楷体_GB2312" pitchFamily="49" charset="-122"/>
              </a:endParaRP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zh-CN" altLang="en-US" sz="2000">
                <a:ea typeface="楷体_GB2312" pitchFamily="49" charset="-122"/>
              </a:endParaRPr>
            </a:p>
          </p:txBody>
        </p:sp>
        <p:sp>
          <p:nvSpPr>
            <p:cNvPr id="130" name="Line 39">
              <a:extLst>
                <a:ext uri="{FF2B5EF4-FFF2-40B4-BE49-F238E27FC236}">
                  <a16:creationId xmlns:a16="http://schemas.microsoft.com/office/drawing/2014/main" id="{80E7B05F-09A3-C8AD-E8F5-859479234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6" y="2938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1" name="Line 39">
            <a:extLst>
              <a:ext uri="{FF2B5EF4-FFF2-40B4-BE49-F238E27FC236}">
                <a16:creationId xmlns:a16="http://schemas.microsoft.com/office/drawing/2014/main" id="{FB382B8C-4304-B64A-F1E2-3669E3A20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1913" y="906463"/>
            <a:ext cx="252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" name="Line 39">
            <a:extLst>
              <a:ext uri="{FF2B5EF4-FFF2-40B4-BE49-F238E27FC236}">
                <a16:creationId xmlns:a16="http://schemas.microsoft.com/office/drawing/2014/main" id="{B4EB3D1C-FA34-312D-EF2D-4EC1191F34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4975" y="906463"/>
            <a:ext cx="252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" name="文本框 88">
            <a:extLst>
              <a:ext uri="{FF2B5EF4-FFF2-40B4-BE49-F238E27FC236}">
                <a16:creationId xmlns:a16="http://schemas.microsoft.com/office/drawing/2014/main" id="{E4BE9D64-8BD2-60D7-6C27-014B4F60E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75" y="1628775"/>
            <a:ext cx="3544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求出输出</a:t>
            </a:r>
            <a:r>
              <a:rPr lang="en-US" altLang="zh-CN" sz="1800" b="0">
                <a:latin typeface="Arial" panose="020B0604020202020204" pitchFamily="34" charset="0"/>
              </a:rPr>
              <a:t>C</a:t>
            </a:r>
            <a:r>
              <a:rPr lang="zh-CN" altLang="en-US" sz="1800" b="0">
                <a:latin typeface="Arial" panose="020B0604020202020204" pitchFamily="34" charset="0"/>
              </a:rPr>
              <a:t>，画出逻辑图（略）</a:t>
            </a:r>
          </a:p>
        </p:txBody>
      </p:sp>
      <p:sp>
        <p:nvSpPr>
          <p:cNvPr id="134" name="矩形 136">
            <a:extLst>
              <a:ext uri="{FF2B5EF4-FFF2-40B4-BE49-F238E27FC236}">
                <a16:creationId xmlns:a16="http://schemas.microsoft.com/office/drawing/2014/main" id="{F7071849-3871-8EA4-4137-7B60E76CF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2773363"/>
            <a:ext cx="300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en-US" altLang="zh-CN" sz="1800" b="0">
                <a:latin typeface="Arial" panose="020B0604020202020204" pitchFamily="34" charset="0"/>
              </a:rPr>
              <a:t>x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5" name="矩形 137">
            <a:extLst>
              <a:ext uri="{FF2B5EF4-FFF2-40B4-BE49-F238E27FC236}">
                <a16:creationId xmlns:a16="http://schemas.microsoft.com/office/drawing/2014/main" id="{047511E4-B740-023D-9C14-280D90169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313" y="2787650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en-US" altLang="zh-CN" sz="1800" b="0">
                <a:latin typeface="Arial" panose="020B0604020202020204" pitchFamily="34" charset="0"/>
              </a:rPr>
              <a:t>1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6" name="矩形 138">
            <a:extLst>
              <a:ext uri="{FF2B5EF4-FFF2-40B4-BE49-F238E27FC236}">
                <a16:creationId xmlns:a16="http://schemas.microsoft.com/office/drawing/2014/main" id="{C1EB7C6E-7504-C1D0-3C29-16218303C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3200" y="2773363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kumimoji="1" lang="en-US" altLang="zh-CN" sz="1800" b="0">
                <a:latin typeface="Arial" panose="020B0604020202020204" pitchFamily="34" charset="0"/>
              </a:rPr>
              <a:t>0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082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Times New Roman" panose="02020603050405020304" pitchFamily="18" charset="0"/>
              </a:rPr>
              <a:t>P324-325</a:t>
            </a:r>
            <a:r>
              <a:rPr lang="zh-CN" altLang="en-US" sz="2800" kern="0" dirty="0">
                <a:latin typeface="Times New Roman" panose="02020603050405020304" pitchFamily="18" charset="0"/>
              </a:rPr>
              <a:t>：</a:t>
            </a:r>
            <a:endParaRPr lang="en-US" altLang="zh-CN" sz="2800" kern="0" dirty="0">
              <a:latin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Times New Roman" panose="02020603050405020304" pitchFamily="18" charset="0"/>
              </a:rPr>
              <a:t>6.3.3</a:t>
            </a:r>
            <a:r>
              <a:rPr lang="zh-CN" altLang="en-US" sz="2400" kern="0" dirty="0">
                <a:latin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</a:rPr>
              <a:t>6.3.5</a:t>
            </a:r>
            <a:r>
              <a:rPr lang="zh-CN" altLang="en-US" sz="2400" kern="0" dirty="0">
                <a:latin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</a:rPr>
              <a:t>6.3.7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34</a:t>
            </a:fld>
            <a:r>
              <a:rPr lang="en-US" altLang="zh-CN" dirty="0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F2E66-B00F-98FA-D8F2-6A202E7F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补充内容，建议自学并思考两种实现的区别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AA980E-7664-8E05-BABB-FC99B8356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同一个任务的</a:t>
            </a:r>
            <a:r>
              <a:rPr lang="en-US" altLang="zh-CN" dirty="0"/>
              <a:t>Mealy</a:t>
            </a:r>
            <a:r>
              <a:rPr lang="zh-CN" altLang="en-US" dirty="0"/>
              <a:t>实现</a:t>
            </a:r>
            <a:r>
              <a:rPr lang="en-US" altLang="zh-CN" dirty="0"/>
              <a:t> vs Moore</a:t>
            </a:r>
            <a:r>
              <a:rPr lang="zh-CN" altLang="en-US" dirty="0"/>
              <a:t>实现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559CFE-CA4D-B597-D086-EEBBD815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F59B53-4DAE-3B19-BE8E-BF33A5AD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35</a:t>
            </a:fld>
            <a:r>
              <a:rPr lang="en-US" altLang="zh-CN" dirty="0"/>
              <a:t>/40</a:t>
            </a:r>
            <a:endParaRPr lang="en-US" dirty="0"/>
          </a:p>
        </p:txBody>
      </p:sp>
      <p:cxnSp>
        <p:nvCxnSpPr>
          <p:cNvPr id="6" name="直接连接符 82">
            <a:extLst>
              <a:ext uri="{FF2B5EF4-FFF2-40B4-BE49-F238E27FC236}">
                <a16:creationId xmlns:a16="http://schemas.microsoft.com/office/drawing/2014/main" id="{6A3A14BD-4165-E936-CF1D-963854BD19B5}"/>
              </a:ext>
            </a:extLst>
          </p:cNvPr>
          <p:cNvCxnSpPr/>
          <p:nvPr/>
        </p:nvCxnSpPr>
        <p:spPr>
          <a:xfrm>
            <a:off x="1179513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83">
            <a:extLst>
              <a:ext uri="{FF2B5EF4-FFF2-40B4-BE49-F238E27FC236}">
                <a16:creationId xmlns:a16="http://schemas.microsoft.com/office/drawing/2014/main" id="{2232BE29-97DC-895C-BB00-D8B12C9B7D3E}"/>
              </a:ext>
            </a:extLst>
          </p:cNvPr>
          <p:cNvCxnSpPr/>
          <p:nvPr/>
        </p:nvCxnSpPr>
        <p:spPr>
          <a:xfrm>
            <a:off x="928688" y="2200275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84">
            <a:extLst>
              <a:ext uri="{FF2B5EF4-FFF2-40B4-BE49-F238E27FC236}">
                <a16:creationId xmlns:a16="http://schemas.microsoft.com/office/drawing/2014/main" id="{5BD4987D-C2D2-B057-4EDB-71AEAC206170}"/>
              </a:ext>
            </a:extLst>
          </p:cNvPr>
          <p:cNvCxnSpPr/>
          <p:nvPr/>
        </p:nvCxnSpPr>
        <p:spPr>
          <a:xfrm flipV="1">
            <a:off x="1179513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5">
            <a:extLst>
              <a:ext uri="{FF2B5EF4-FFF2-40B4-BE49-F238E27FC236}">
                <a16:creationId xmlns:a16="http://schemas.microsoft.com/office/drawing/2014/main" id="{089070CB-F60A-D307-79F1-11C17AF899B0}"/>
              </a:ext>
            </a:extLst>
          </p:cNvPr>
          <p:cNvCxnSpPr/>
          <p:nvPr/>
        </p:nvCxnSpPr>
        <p:spPr>
          <a:xfrm flipV="1">
            <a:off x="1431925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6">
            <a:extLst>
              <a:ext uri="{FF2B5EF4-FFF2-40B4-BE49-F238E27FC236}">
                <a16:creationId xmlns:a16="http://schemas.microsoft.com/office/drawing/2014/main" id="{4493D24B-442F-FCDF-92F1-6BD715413571}"/>
              </a:ext>
            </a:extLst>
          </p:cNvPr>
          <p:cNvCxnSpPr/>
          <p:nvPr/>
        </p:nvCxnSpPr>
        <p:spPr>
          <a:xfrm>
            <a:off x="1179513" y="187642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87">
            <a:extLst>
              <a:ext uri="{FF2B5EF4-FFF2-40B4-BE49-F238E27FC236}">
                <a16:creationId xmlns:a16="http://schemas.microsoft.com/office/drawing/2014/main" id="{6C885875-6EB7-7719-00D2-5D80C8B1CC9D}"/>
              </a:ext>
            </a:extLst>
          </p:cNvPr>
          <p:cNvCxnSpPr/>
          <p:nvPr/>
        </p:nvCxnSpPr>
        <p:spPr>
          <a:xfrm>
            <a:off x="1431925" y="220027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88">
            <a:extLst>
              <a:ext uri="{FF2B5EF4-FFF2-40B4-BE49-F238E27FC236}">
                <a16:creationId xmlns:a16="http://schemas.microsoft.com/office/drawing/2014/main" id="{E744C990-1620-2503-C596-971A162F7CF5}"/>
              </a:ext>
            </a:extLst>
          </p:cNvPr>
          <p:cNvCxnSpPr/>
          <p:nvPr/>
        </p:nvCxnSpPr>
        <p:spPr>
          <a:xfrm flipV="1">
            <a:off x="1684338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89">
            <a:extLst>
              <a:ext uri="{FF2B5EF4-FFF2-40B4-BE49-F238E27FC236}">
                <a16:creationId xmlns:a16="http://schemas.microsoft.com/office/drawing/2014/main" id="{A9D60D6C-A807-D682-597F-F34F4845C950}"/>
              </a:ext>
            </a:extLst>
          </p:cNvPr>
          <p:cNvCxnSpPr/>
          <p:nvPr/>
        </p:nvCxnSpPr>
        <p:spPr>
          <a:xfrm flipV="1">
            <a:off x="1936750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90">
            <a:extLst>
              <a:ext uri="{FF2B5EF4-FFF2-40B4-BE49-F238E27FC236}">
                <a16:creationId xmlns:a16="http://schemas.microsoft.com/office/drawing/2014/main" id="{03BCB395-4268-88EE-974E-5431747831CD}"/>
              </a:ext>
            </a:extLst>
          </p:cNvPr>
          <p:cNvCxnSpPr/>
          <p:nvPr/>
        </p:nvCxnSpPr>
        <p:spPr>
          <a:xfrm>
            <a:off x="1684338" y="187642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91">
            <a:extLst>
              <a:ext uri="{FF2B5EF4-FFF2-40B4-BE49-F238E27FC236}">
                <a16:creationId xmlns:a16="http://schemas.microsoft.com/office/drawing/2014/main" id="{178C996F-284C-257F-05D3-F11EF9ABED9E}"/>
              </a:ext>
            </a:extLst>
          </p:cNvPr>
          <p:cNvCxnSpPr/>
          <p:nvPr/>
        </p:nvCxnSpPr>
        <p:spPr>
          <a:xfrm>
            <a:off x="1936750" y="2200275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92">
            <a:extLst>
              <a:ext uri="{FF2B5EF4-FFF2-40B4-BE49-F238E27FC236}">
                <a16:creationId xmlns:a16="http://schemas.microsoft.com/office/drawing/2014/main" id="{763411EC-2AB8-FDE6-986A-E9092B87323B}"/>
              </a:ext>
            </a:extLst>
          </p:cNvPr>
          <p:cNvCxnSpPr/>
          <p:nvPr/>
        </p:nvCxnSpPr>
        <p:spPr>
          <a:xfrm flipV="1">
            <a:off x="2187575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93">
            <a:extLst>
              <a:ext uri="{FF2B5EF4-FFF2-40B4-BE49-F238E27FC236}">
                <a16:creationId xmlns:a16="http://schemas.microsoft.com/office/drawing/2014/main" id="{D162FD20-C040-6238-3D94-2C7F1BA9B365}"/>
              </a:ext>
            </a:extLst>
          </p:cNvPr>
          <p:cNvCxnSpPr/>
          <p:nvPr/>
        </p:nvCxnSpPr>
        <p:spPr>
          <a:xfrm flipV="1">
            <a:off x="2439988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94">
            <a:extLst>
              <a:ext uri="{FF2B5EF4-FFF2-40B4-BE49-F238E27FC236}">
                <a16:creationId xmlns:a16="http://schemas.microsoft.com/office/drawing/2014/main" id="{7442B81C-9278-2A5F-8BD6-B459FD0AC645}"/>
              </a:ext>
            </a:extLst>
          </p:cNvPr>
          <p:cNvCxnSpPr/>
          <p:nvPr/>
        </p:nvCxnSpPr>
        <p:spPr>
          <a:xfrm>
            <a:off x="2187575" y="187642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95">
            <a:extLst>
              <a:ext uri="{FF2B5EF4-FFF2-40B4-BE49-F238E27FC236}">
                <a16:creationId xmlns:a16="http://schemas.microsoft.com/office/drawing/2014/main" id="{20640C13-6E37-A32D-2742-CD4B03D7477E}"/>
              </a:ext>
            </a:extLst>
          </p:cNvPr>
          <p:cNvCxnSpPr/>
          <p:nvPr/>
        </p:nvCxnSpPr>
        <p:spPr>
          <a:xfrm>
            <a:off x="2439988" y="220027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96">
            <a:extLst>
              <a:ext uri="{FF2B5EF4-FFF2-40B4-BE49-F238E27FC236}">
                <a16:creationId xmlns:a16="http://schemas.microsoft.com/office/drawing/2014/main" id="{A43AE904-96AA-58C6-E32D-03E82BD2B1C8}"/>
              </a:ext>
            </a:extLst>
          </p:cNvPr>
          <p:cNvCxnSpPr/>
          <p:nvPr/>
        </p:nvCxnSpPr>
        <p:spPr>
          <a:xfrm flipV="1">
            <a:off x="2692400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97">
            <a:extLst>
              <a:ext uri="{FF2B5EF4-FFF2-40B4-BE49-F238E27FC236}">
                <a16:creationId xmlns:a16="http://schemas.microsoft.com/office/drawing/2014/main" id="{0B1209EB-B2F3-D2E3-3D75-D0886F214F93}"/>
              </a:ext>
            </a:extLst>
          </p:cNvPr>
          <p:cNvCxnSpPr/>
          <p:nvPr/>
        </p:nvCxnSpPr>
        <p:spPr>
          <a:xfrm flipV="1">
            <a:off x="2944813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98">
            <a:extLst>
              <a:ext uri="{FF2B5EF4-FFF2-40B4-BE49-F238E27FC236}">
                <a16:creationId xmlns:a16="http://schemas.microsoft.com/office/drawing/2014/main" id="{45B0A7F4-7D6E-7DAA-932D-5E794C57AE2B}"/>
              </a:ext>
            </a:extLst>
          </p:cNvPr>
          <p:cNvCxnSpPr/>
          <p:nvPr/>
        </p:nvCxnSpPr>
        <p:spPr>
          <a:xfrm>
            <a:off x="2692400" y="187642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99">
            <a:extLst>
              <a:ext uri="{FF2B5EF4-FFF2-40B4-BE49-F238E27FC236}">
                <a16:creationId xmlns:a16="http://schemas.microsoft.com/office/drawing/2014/main" id="{8975509F-F622-7CAF-525B-085F218B2ED6}"/>
              </a:ext>
            </a:extLst>
          </p:cNvPr>
          <p:cNvCxnSpPr/>
          <p:nvPr/>
        </p:nvCxnSpPr>
        <p:spPr>
          <a:xfrm>
            <a:off x="2944813" y="2200275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100">
            <a:extLst>
              <a:ext uri="{FF2B5EF4-FFF2-40B4-BE49-F238E27FC236}">
                <a16:creationId xmlns:a16="http://schemas.microsoft.com/office/drawing/2014/main" id="{EE93C2B0-514A-CE93-278D-C7F9C7F8D025}"/>
              </a:ext>
            </a:extLst>
          </p:cNvPr>
          <p:cNvCxnSpPr/>
          <p:nvPr/>
        </p:nvCxnSpPr>
        <p:spPr>
          <a:xfrm flipV="1">
            <a:off x="3195638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101">
            <a:extLst>
              <a:ext uri="{FF2B5EF4-FFF2-40B4-BE49-F238E27FC236}">
                <a16:creationId xmlns:a16="http://schemas.microsoft.com/office/drawing/2014/main" id="{521F7F12-72E2-17F2-120E-89C44ABB01C1}"/>
              </a:ext>
            </a:extLst>
          </p:cNvPr>
          <p:cNvCxnSpPr/>
          <p:nvPr/>
        </p:nvCxnSpPr>
        <p:spPr>
          <a:xfrm flipV="1">
            <a:off x="3448050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102">
            <a:extLst>
              <a:ext uri="{FF2B5EF4-FFF2-40B4-BE49-F238E27FC236}">
                <a16:creationId xmlns:a16="http://schemas.microsoft.com/office/drawing/2014/main" id="{5E5CB1CB-4308-D672-2206-C9A5DD17C36A}"/>
              </a:ext>
            </a:extLst>
          </p:cNvPr>
          <p:cNvCxnSpPr/>
          <p:nvPr/>
        </p:nvCxnSpPr>
        <p:spPr>
          <a:xfrm>
            <a:off x="3195638" y="187642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103">
            <a:extLst>
              <a:ext uri="{FF2B5EF4-FFF2-40B4-BE49-F238E27FC236}">
                <a16:creationId xmlns:a16="http://schemas.microsoft.com/office/drawing/2014/main" id="{F91AF41D-B4EC-F6B7-5143-70B7C4AE2D3D}"/>
              </a:ext>
            </a:extLst>
          </p:cNvPr>
          <p:cNvCxnSpPr/>
          <p:nvPr/>
        </p:nvCxnSpPr>
        <p:spPr>
          <a:xfrm>
            <a:off x="3448050" y="220027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104">
            <a:extLst>
              <a:ext uri="{FF2B5EF4-FFF2-40B4-BE49-F238E27FC236}">
                <a16:creationId xmlns:a16="http://schemas.microsoft.com/office/drawing/2014/main" id="{7553C3A4-9F2C-0410-8421-0D28454CB27C}"/>
              </a:ext>
            </a:extLst>
          </p:cNvPr>
          <p:cNvCxnSpPr/>
          <p:nvPr/>
        </p:nvCxnSpPr>
        <p:spPr>
          <a:xfrm flipV="1">
            <a:off x="3700463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105">
            <a:extLst>
              <a:ext uri="{FF2B5EF4-FFF2-40B4-BE49-F238E27FC236}">
                <a16:creationId xmlns:a16="http://schemas.microsoft.com/office/drawing/2014/main" id="{6C603D70-392E-998C-F060-A96282FF2520}"/>
              </a:ext>
            </a:extLst>
          </p:cNvPr>
          <p:cNvCxnSpPr/>
          <p:nvPr/>
        </p:nvCxnSpPr>
        <p:spPr>
          <a:xfrm flipV="1">
            <a:off x="3952875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106">
            <a:extLst>
              <a:ext uri="{FF2B5EF4-FFF2-40B4-BE49-F238E27FC236}">
                <a16:creationId xmlns:a16="http://schemas.microsoft.com/office/drawing/2014/main" id="{E81AB852-520C-938F-F884-699A7BACF23B}"/>
              </a:ext>
            </a:extLst>
          </p:cNvPr>
          <p:cNvCxnSpPr/>
          <p:nvPr/>
        </p:nvCxnSpPr>
        <p:spPr>
          <a:xfrm>
            <a:off x="3700463" y="187642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107">
            <a:extLst>
              <a:ext uri="{FF2B5EF4-FFF2-40B4-BE49-F238E27FC236}">
                <a16:creationId xmlns:a16="http://schemas.microsoft.com/office/drawing/2014/main" id="{D6181507-67D9-F0E3-8314-0660812C5E97}"/>
              </a:ext>
            </a:extLst>
          </p:cNvPr>
          <p:cNvCxnSpPr/>
          <p:nvPr/>
        </p:nvCxnSpPr>
        <p:spPr>
          <a:xfrm>
            <a:off x="3952875" y="2200275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108">
            <a:extLst>
              <a:ext uri="{FF2B5EF4-FFF2-40B4-BE49-F238E27FC236}">
                <a16:creationId xmlns:a16="http://schemas.microsoft.com/office/drawing/2014/main" id="{4AC4E5A1-39A5-EEA1-3C1D-CC2E1B913B93}"/>
              </a:ext>
            </a:extLst>
          </p:cNvPr>
          <p:cNvCxnSpPr/>
          <p:nvPr/>
        </p:nvCxnSpPr>
        <p:spPr>
          <a:xfrm flipV="1">
            <a:off x="4203700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109">
            <a:extLst>
              <a:ext uri="{FF2B5EF4-FFF2-40B4-BE49-F238E27FC236}">
                <a16:creationId xmlns:a16="http://schemas.microsoft.com/office/drawing/2014/main" id="{3927EBD1-516B-43E4-9A98-FA731EA31172}"/>
              </a:ext>
            </a:extLst>
          </p:cNvPr>
          <p:cNvCxnSpPr/>
          <p:nvPr/>
        </p:nvCxnSpPr>
        <p:spPr>
          <a:xfrm flipV="1">
            <a:off x="4456113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10">
            <a:extLst>
              <a:ext uri="{FF2B5EF4-FFF2-40B4-BE49-F238E27FC236}">
                <a16:creationId xmlns:a16="http://schemas.microsoft.com/office/drawing/2014/main" id="{F0AC4080-D1C0-097C-7465-1F70D32ECBB8}"/>
              </a:ext>
            </a:extLst>
          </p:cNvPr>
          <p:cNvCxnSpPr/>
          <p:nvPr/>
        </p:nvCxnSpPr>
        <p:spPr>
          <a:xfrm>
            <a:off x="4203700" y="187642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111">
            <a:extLst>
              <a:ext uri="{FF2B5EF4-FFF2-40B4-BE49-F238E27FC236}">
                <a16:creationId xmlns:a16="http://schemas.microsoft.com/office/drawing/2014/main" id="{19FDF6C6-391C-240B-BC92-D875FAA81140}"/>
              </a:ext>
            </a:extLst>
          </p:cNvPr>
          <p:cNvCxnSpPr/>
          <p:nvPr/>
        </p:nvCxnSpPr>
        <p:spPr>
          <a:xfrm>
            <a:off x="4456113" y="2200275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112">
            <a:extLst>
              <a:ext uri="{FF2B5EF4-FFF2-40B4-BE49-F238E27FC236}">
                <a16:creationId xmlns:a16="http://schemas.microsoft.com/office/drawing/2014/main" id="{31C67A90-AC37-99E9-726C-F24E8BFCEDD9}"/>
              </a:ext>
            </a:extLst>
          </p:cNvPr>
          <p:cNvCxnSpPr/>
          <p:nvPr/>
        </p:nvCxnSpPr>
        <p:spPr>
          <a:xfrm flipV="1">
            <a:off x="4708525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113">
            <a:extLst>
              <a:ext uri="{FF2B5EF4-FFF2-40B4-BE49-F238E27FC236}">
                <a16:creationId xmlns:a16="http://schemas.microsoft.com/office/drawing/2014/main" id="{7C7D2705-2B7F-560D-F25A-213691159C34}"/>
              </a:ext>
            </a:extLst>
          </p:cNvPr>
          <p:cNvCxnSpPr/>
          <p:nvPr/>
        </p:nvCxnSpPr>
        <p:spPr>
          <a:xfrm flipV="1">
            <a:off x="4960938" y="18764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114">
            <a:extLst>
              <a:ext uri="{FF2B5EF4-FFF2-40B4-BE49-F238E27FC236}">
                <a16:creationId xmlns:a16="http://schemas.microsoft.com/office/drawing/2014/main" id="{92D2C746-956F-E008-9C0F-A255FA6B71BA}"/>
              </a:ext>
            </a:extLst>
          </p:cNvPr>
          <p:cNvCxnSpPr/>
          <p:nvPr/>
        </p:nvCxnSpPr>
        <p:spPr>
          <a:xfrm>
            <a:off x="4708525" y="1876425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115">
            <a:extLst>
              <a:ext uri="{FF2B5EF4-FFF2-40B4-BE49-F238E27FC236}">
                <a16:creationId xmlns:a16="http://schemas.microsoft.com/office/drawing/2014/main" id="{01861FCC-0BCA-AD62-9A2E-C5F18F503D0B}"/>
              </a:ext>
            </a:extLst>
          </p:cNvPr>
          <p:cNvCxnSpPr/>
          <p:nvPr/>
        </p:nvCxnSpPr>
        <p:spPr>
          <a:xfrm>
            <a:off x="4960938" y="2205038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116">
            <a:extLst>
              <a:ext uri="{FF2B5EF4-FFF2-40B4-BE49-F238E27FC236}">
                <a16:creationId xmlns:a16="http://schemas.microsoft.com/office/drawing/2014/main" id="{39DC4B3B-6786-B4EA-3325-1347D6A701F0}"/>
              </a:ext>
            </a:extLst>
          </p:cNvPr>
          <p:cNvCxnSpPr/>
          <p:nvPr/>
        </p:nvCxnSpPr>
        <p:spPr>
          <a:xfrm flipV="1">
            <a:off x="5211763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117">
            <a:extLst>
              <a:ext uri="{FF2B5EF4-FFF2-40B4-BE49-F238E27FC236}">
                <a16:creationId xmlns:a16="http://schemas.microsoft.com/office/drawing/2014/main" id="{4481E36F-DD4D-6A1D-0850-5A429F2D5366}"/>
              </a:ext>
            </a:extLst>
          </p:cNvPr>
          <p:cNvCxnSpPr/>
          <p:nvPr/>
        </p:nvCxnSpPr>
        <p:spPr>
          <a:xfrm flipV="1">
            <a:off x="5464175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118">
            <a:extLst>
              <a:ext uri="{FF2B5EF4-FFF2-40B4-BE49-F238E27FC236}">
                <a16:creationId xmlns:a16="http://schemas.microsoft.com/office/drawing/2014/main" id="{7DEE6501-56A7-A2F4-52A1-480ACD69EE1A}"/>
              </a:ext>
            </a:extLst>
          </p:cNvPr>
          <p:cNvCxnSpPr/>
          <p:nvPr/>
        </p:nvCxnSpPr>
        <p:spPr>
          <a:xfrm>
            <a:off x="5211763" y="1881188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119">
            <a:extLst>
              <a:ext uri="{FF2B5EF4-FFF2-40B4-BE49-F238E27FC236}">
                <a16:creationId xmlns:a16="http://schemas.microsoft.com/office/drawing/2014/main" id="{38882FC3-09D8-6AA0-9CA0-45F21405098B}"/>
              </a:ext>
            </a:extLst>
          </p:cNvPr>
          <p:cNvCxnSpPr/>
          <p:nvPr/>
        </p:nvCxnSpPr>
        <p:spPr>
          <a:xfrm>
            <a:off x="5464175" y="2205038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120">
            <a:extLst>
              <a:ext uri="{FF2B5EF4-FFF2-40B4-BE49-F238E27FC236}">
                <a16:creationId xmlns:a16="http://schemas.microsoft.com/office/drawing/2014/main" id="{3AFA79EF-DCF8-9ECA-6FF1-5C0DB5BCB8BE}"/>
              </a:ext>
            </a:extLst>
          </p:cNvPr>
          <p:cNvCxnSpPr/>
          <p:nvPr/>
        </p:nvCxnSpPr>
        <p:spPr>
          <a:xfrm flipV="1">
            <a:off x="5716588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21">
            <a:extLst>
              <a:ext uri="{FF2B5EF4-FFF2-40B4-BE49-F238E27FC236}">
                <a16:creationId xmlns:a16="http://schemas.microsoft.com/office/drawing/2014/main" id="{EA522822-B4DC-A472-C099-2FF113B4263D}"/>
              </a:ext>
            </a:extLst>
          </p:cNvPr>
          <p:cNvCxnSpPr/>
          <p:nvPr/>
        </p:nvCxnSpPr>
        <p:spPr>
          <a:xfrm flipV="1">
            <a:off x="5969000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122">
            <a:extLst>
              <a:ext uri="{FF2B5EF4-FFF2-40B4-BE49-F238E27FC236}">
                <a16:creationId xmlns:a16="http://schemas.microsoft.com/office/drawing/2014/main" id="{A360EE19-62A5-2A82-FD8B-D9E762424F21}"/>
              </a:ext>
            </a:extLst>
          </p:cNvPr>
          <p:cNvCxnSpPr/>
          <p:nvPr/>
        </p:nvCxnSpPr>
        <p:spPr>
          <a:xfrm>
            <a:off x="5716588" y="1881188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123">
            <a:extLst>
              <a:ext uri="{FF2B5EF4-FFF2-40B4-BE49-F238E27FC236}">
                <a16:creationId xmlns:a16="http://schemas.microsoft.com/office/drawing/2014/main" id="{3F50724F-5327-62C2-FFA0-F4C4DE82EB5A}"/>
              </a:ext>
            </a:extLst>
          </p:cNvPr>
          <p:cNvCxnSpPr/>
          <p:nvPr/>
        </p:nvCxnSpPr>
        <p:spPr>
          <a:xfrm>
            <a:off x="5969000" y="2205038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124">
            <a:extLst>
              <a:ext uri="{FF2B5EF4-FFF2-40B4-BE49-F238E27FC236}">
                <a16:creationId xmlns:a16="http://schemas.microsoft.com/office/drawing/2014/main" id="{622EA5C1-C0C7-9532-5413-7056FE91033D}"/>
              </a:ext>
            </a:extLst>
          </p:cNvPr>
          <p:cNvCxnSpPr/>
          <p:nvPr/>
        </p:nvCxnSpPr>
        <p:spPr>
          <a:xfrm flipV="1">
            <a:off x="6219825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125">
            <a:extLst>
              <a:ext uri="{FF2B5EF4-FFF2-40B4-BE49-F238E27FC236}">
                <a16:creationId xmlns:a16="http://schemas.microsoft.com/office/drawing/2014/main" id="{26286194-DD7C-C7E3-ABD4-1847F00FCBAE}"/>
              </a:ext>
            </a:extLst>
          </p:cNvPr>
          <p:cNvCxnSpPr/>
          <p:nvPr/>
        </p:nvCxnSpPr>
        <p:spPr>
          <a:xfrm flipV="1">
            <a:off x="6472238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126">
            <a:extLst>
              <a:ext uri="{FF2B5EF4-FFF2-40B4-BE49-F238E27FC236}">
                <a16:creationId xmlns:a16="http://schemas.microsoft.com/office/drawing/2014/main" id="{1F1265AC-E3EC-7E60-78A0-81C63FD2E9EC}"/>
              </a:ext>
            </a:extLst>
          </p:cNvPr>
          <p:cNvCxnSpPr/>
          <p:nvPr/>
        </p:nvCxnSpPr>
        <p:spPr>
          <a:xfrm>
            <a:off x="6219825" y="1881188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127">
            <a:extLst>
              <a:ext uri="{FF2B5EF4-FFF2-40B4-BE49-F238E27FC236}">
                <a16:creationId xmlns:a16="http://schemas.microsoft.com/office/drawing/2014/main" id="{14C63211-1071-12B3-E423-1120C574EB31}"/>
              </a:ext>
            </a:extLst>
          </p:cNvPr>
          <p:cNvCxnSpPr/>
          <p:nvPr/>
        </p:nvCxnSpPr>
        <p:spPr>
          <a:xfrm>
            <a:off x="6472238" y="2205038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128">
            <a:extLst>
              <a:ext uri="{FF2B5EF4-FFF2-40B4-BE49-F238E27FC236}">
                <a16:creationId xmlns:a16="http://schemas.microsoft.com/office/drawing/2014/main" id="{C3888B5E-4E5F-415B-0645-47B6ECCAF2CD}"/>
              </a:ext>
            </a:extLst>
          </p:cNvPr>
          <p:cNvCxnSpPr/>
          <p:nvPr/>
        </p:nvCxnSpPr>
        <p:spPr>
          <a:xfrm flipV="1">
            <a:off x="6724650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129">
            <a:extLst>
              <a:ext uri="{FF2B5EF4-FFF2-40B4-BE49-F238E27FC236}">
                <a16:creationId xmlns:a16="http://schemas.microsoft.com/office/drawing/2014/main" id="{4BCA9B76-7F39-E601-38F8-E96C5C80C3E5}"/>
              </a:ext>
            </a:extLst>
          </p:cNvPr>
          <p:cNvCxnSpPr/>
          <p:nvPr/>
        </p:nvCxnSpPr>
        <p:spPr>
          <a:xfrm flipV="1">
            <a:off x="6977063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30">
            <a:extLst>
              <a:ext uri="{FF2B5EF4-FFF2-40B4-BE49-F238E27FC236}">
                <a16:creationId xmlns:a16="http://schemas.microsoft.com/office/drawing/2014/main" id="{F227D5A0-A9DC-C109-43C2-A6DDCC7535DE}"/>
              </a:ext>
            </a:extLst>
          </p:cNvPr>
          <p:cNvCxnSpPr/>
          <p:nvPr/>
        </p:nvCxnSpPr>
        <p:spPr>
          <a:xfrm>
            <a:off x="6724650" y="1881188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31">
            <a:extLst>
              <a:ext uri="{FF2B5EF4-FFF2-40B4-BE49-F238E27FC236}">
                <a16:creationId xmlns:a16="http://schemas.microsoft.com/office/drawing/2014/main" id="{B942AA3E-4052-2251-BBFB-0E8D3CC49EEA}"/>
              </a:ext>
            </a:extLst>
          </p:cNvPr>
          <p:cNvCxnSpPr/>
          <p:nvPr/>
        </p:nvCxnSpPr>
        <p:spPr>
          <a:xfrm>
            <a:off x="6977063" y="2205038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132">
            <a:extLst>
              <a:ext uri="{FF2B5EF4-FFF2-40B4-BE49-F238E27FC236}">
                <a16:creationId xmlns:a16="http://schemas.microsoft.com/office/drawing/2014/main" id="{82AD1EF9-3DED-FFE2-E94F-EFC7770807FC}"/>
              </a:ext>
            </a:extLst>
          </p:cNvPr>
          <p:cNvCxnSpPr/>
          <p:nvPr/>
        </p:nvCxnSpPr>
        <p:spPr>
          <a:xfrm flipV="1">
            <a:off x="7229475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133">
            <a:extLst>
              <a:ext uri="{FF2B5EF4-FFF2-40B4-BE49-F238E27FC236}">
                <a16:creationId xmlns:a16="http://schemas.microsoft.com/office/drawing/2014/main" id="{1188E7B3-0B2F-30A0-4FC9-0610B68D280E}"/>
              </a:ext>
            </a:extLst>
          </p:cNvPr>
          <p:cNvCxnSpPr/>
          <p:nvPr/>
        </p:nvCxnSpPr>
        <p:spPr>
          <a:xfrm flipV="1">
            <a:off x="7480300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134">
            <a:extLst>
              <a:ext uri="{FF2B5EF4-FFF2-40B4-BE49-F238E27FC236}">
                <a16:creationId xmlns:a16="http://schemas.microsoft.com/office/drawing/2014/main" id="{9AD9745C-4AD6-C7BA-B515-7D9DBFCAA73E}"/>
              </a:ext>
            </a:extLst>
          </p:cNvPr>
          <p:cNvCxnSpPr/>
          <p:nvPr/>
        </p:nvCxnSpPr>
        <p:spPr>
          <a:xfrm>
            <a:off x="7229475" y="1881188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135">
            <a:extLst>
              <a:ext uri="{FF2B5EF4-FFF2-40B4-BE49-F238E27FC236}">
                <a16:creationId xmlns:a16="http://schemas.microsoft.com/office/drawing/2014/main" id="{2BDCDF96-1F04-9416-C222-95E58529A162}"/>
              </a:ext>
            </a:extLst>
          </p:cNvPr>
          <p:cNvCxnSpPr/>
          <p:nvPr/>
        </p:nvCxnSpPr>
        <p:spPr>
          <a:xfrm>
            <a:off x="7480300" y="2205038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136">
            <a:extLst>
              <a:ext uri="{FF2B5EF4-FFF2-40B4-BE49-F238E27FC236}">
                <a16:creationId xmlns:a16="http://schemas.microsoft.com/office/drawing/2014/main" id="{8A3855A5-EA67-F3E6-2BAC-3BEA6E967011}"/>
              </a:ext>
            </a:extLst>
          </p:cNvPr>
          <p:cNvCxnSpPr/>
          <p:nvPr/>
        </p:nvCxnSpPr>
        <p:spPr>
          <a:xfrm flipV="1">
            <a:off x="7732713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137">
            <a:extLst>
              <a:ext uri="{FF2B5EF4-FFF2-40B4-BE49-F238E27FC236}">
                <a16:creationId xmlns:a16="http://schemas.microsoft.com/office/drawing/2014/main" id="{461600D1-2C5F-C33E-42D1-F43DA290E864}"/>
              </a:ext>
            </a:extLst>
          </p:cNvPr>
          <p:cNvCxnSpPr/>
          <p:nvPr/>
        </p:nvCxnSpPr>
        <p:spPr>
          <a:xfrm flipV="1">
            <a:off x="7985125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138">
            <a:extLst>
              <a:ext uri="{FF2B5EF4-FFF2-40B4-BE49-F238E27FC236}">
                <a16:creationId xmlns:a16="http://schemas.microsoft.com/office/drawing/2014/main" id="{5EA699BC-ABDD-6233-EA59-D0C262C60650}"/>
              </a:ext>
            </a:extLst>
          </p:cNvPr>
          <p:cNvCxnSpPr/>
          <p:nvPr/>
        </p:nvCxnSpPr>
        <p:spPr>
          <a:xfrm>
            <a:off x="7732713" y="1881188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139">
            <a:extLst>
              <a:ext uri="{FF2B5EF4-FFF2-40B4-BE49-F238E27FC236}">
                <a16:creationId xmlns:a16="http://schemas.microsoft.com/office/drawing/2014/main" id="{67BE2737-ED4D-1EA2-CBA6-29269D854A88}"/>
              </a:ext>
            </a:extLst>
          </p:cNvPr>
          <p:cNvCxnSpPr/>
          <p:nvPr/>
        </p:nvCxnSpPr>
        <p:spPr>
          <a:xfrm>
            <a:off x="7985125" y="2205038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140">
            <a:extLst>
              <a:ext uri="{FF2B5EF4-FFF2-40B4-BE49-F238E27FC236}">
                <a16:creationId xmlns:a16="http://schemas.microsoft.com/office/drawing/2014/main" id="{69082E7D-9691-EF2E-24E1-210016BE91CA}"/>
              </a:ext>
            </a:extLst>
          </p:cNvPr>
          <p:cNvCxnSpPr/>
          <p:nvPr/>
        </p:nvCxnSpPr>
        <p:spPr>
          <a:xfrm flipV="1">
            <a:off x="8237538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141">
            <a:extLst>
              <a:ext uri="{FF2B5EF4-FFF2-40B4-BE49-F238E27FC236}">
                <a16:creationId xmlns:a16="http://schemas.microsoft.com/office/drawing/2014/main" id="{2457104A-D79B-4709-B37D-F02264464F85}"/>
              </a:ext>
            </a:extLst>
          </p:cNvPr>
          <p:cNvCxnSpPr/>
          <p:nvPr/>
        </p:nvCxnSpPr>
        <p:spPr>
          <a:xfrm flipV="1">
            <a:off x="8488363" y="188118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142">
            <a:extLst>
              <a:ext uri="{FF2B5EF4-FFF2-40B4-BE49-F238E27FC236}">
                <a16:creationId xmlns:a16="http://schemas.microsoft.com/office/drawing/2014/main" id="{C25BD59D-A46D-209D-96B1-D3D134592730}"/>
              </a:ext>
            </a:extLst>
          </p:cNvPr>
          <p:cNvCxnSpPr/>
          <p:nvPr/>
        </p:nvCxnSpPr>
        <p:spPr>
          <a:xfrm>
            <a:off x="8237538" y="1881188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143">
            <a:extLst>
              <a:ext uri="{FF2B5EF4-FFF2-40B4-BE49-F238E27FC236}">
                <a16:creationId xmlns:a16="http://schemas.microsoft.com/office/drawing/2014/main" id="{5129F24B-F06C-184A-CFDA-F3AEAEE0533C}"/>
              </a:ext>
            </a:extLst>
          </p:cNvPr>
          <p:cNvCxnSpPr/>
          <p:nvPr/>
        </p:nvCxnSpPr>
        <p:spPr>
          <a:xfrm>
            <a:off x="8488363" y="2205038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148">
            <a:extLst>
              <a:ext uri="{FF2B5EF4-FFF2-40B4-BE49-F238E27FC236}">
                <a16:creationId xmlns:a16="http://schemas.microsoft.com/office/drawing/2014/main" id="{8885EC84-264A-8519-6CB4-0EA42AE83302}"/>
              </a:ext>
            </a:extLst>
          </p:cNvPr>
          <p:cNvCxnSpPr/>
          <p:nvPr/>
        </p:nvCxnSpPr>
        <p:spPr>
          <a:xfrm>
            <a:off x="1685925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149">
            <a:extLst>
              <a:ext uri="{FF2B5EF4-FFF2-40B4-BE49-F238E27FC236}">
                <a16:creationId xmlns:a16="http://schemas.microsoft.com/office/drawing/2014/main" id="{6A208ACE-0FC4-BCC5-DCE2-EF9AFBDC307F}"/>
              </a:ext>
            </a:extLst>
          </p:cNvPr>
          <p:cNvCxnSpPr/>
          <p:nvPr/>
        </p:nvCxnSpPr>
        <p:spPr>
          <a:xfrm>
            <a:off x="2178050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150">
            <a:extLst>
              <a:ext uri="{FF2B5EF4-FFF2-40B4-BE49-F238E27FC236}">
                <a16:creationId xmlns:a16="http://schemas.microsoft.com/office/drawing/2014/main" id="{0240AB99-2E1E-D222-A0DB-A130A3B42050}"/>
              </a:ext>
            </a:extLst>
          </p:cNvPr>
          <p:cNvCxnSpPr/>
          <p:nvPr/>
        </p:nvCxnSpPr>
        <p:spPr>
          <a:xfrm>
            <a:off x="2684463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151">
            <a:extLst>
              <a:ext uri="{FF2B5EF4-FFF2-40B4-BE49-F238E27FC236}">
                <a16:creationId xmlns:a16="http://schemas.microsoft.com/office/drawing/2014/main" id="{A16DCC1E-6958-5038-DC9C-8A25952C4381}"/>
              </a:ext>
            </a:extLst>
          </p:cNvPr>
          <p:cNvCxnSpPr/>
          <p:nvPr/>
        </p:nvCxnSpPr>
        <p:spPr>
          <a:xfrm>
            <a:off x="3203575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152">
            <a:extLst>
              <a:ext uri="{FF2B5EF4-FFF2-40B4-BE49-F238E27FC236}">
                <a16:creationId xmlns:a16="http://schemas.microsoft.com/office/drawing/2014/main" id="{29488E64-26C7-8F37-3341-E9E788BCD182}"/>
              </a:ext>
            </a:extLst>
          </p:cNvPr>
          <p:cNvCxnSpPr/>
          <p:nvPr/>
        </p:nvCxnSpPr>
        <p:spPr>
          <a:xfrm>
            <a:off x="3709988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53">
            <a:extLst>
              <a:ext uri="{FF2B5EF4-FFF2-40B4-BE49-F238E27FC236}">
                <a16:creationId xmlns:a16="http://schemas.microsoft.com/office/drawing/2014/main" id="{8045BBD2-B64E-3466-9CB1-D26065126E36}"/>
              </a:ext>
            </a:extLst>
          </p:cNvPr>
          <p:cNvCxnSpPr/>
          <p:nvPr/>
        </p:nvCxnSpPr>
        <p:spPr>
          <a:xfrm>
            <a:off x="4202113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154">
            <a:extLst>
              <a:ext uri="{FF2B5EF4-FFF2-40B4-BE49-F238E27FC236}">
                <a16:creationId xmlns:a16="http://schemas.microsoft.com/office/drawing/2014/main" id="{DD1A4716-6B3A-4686-9F9A-09AF3CC85B42}"/>
              </a:ext>
            </a:extLst>
          </p:cNvPr>
          <p:cNvCxnSpPr/>
          <p:nvPr/>
        </p:nvCxnSpPr>
        <p:spPr>
          <a:xfrm>
            <a:off x="4708525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159">
            <a:extLst>
              <a:ext uri="{FF2B5EF4-FFF2-40B4-BE49-F238E27FC236}">
                <a16:creationId xmlns:a16="http://schemas.microsoft.com/office/drawing/2014/main" id="{637EE4F6-FA6A-E58D-43ED-2602D78898D9}"/>
              </a:ext>
            </a:extLst>
          </p:cNvPr>
          <p:cNvCxnSpPr/>
          <p:nvPr/>
        </p:nvCxnSpPr>
        <p:spPr>
          <a:xfrm>
            <a:off x="5219700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160">
            <a:extLst>
              <a:ext uri="{FF2B5EF4-FFF2-40B4-BE49-F238E27FC236}">
                <a16:creationId xmlns:a16="http://schemas.microsoft.com/office/drawing/2014/main" id="{C3604FED-812F-DFD3-709E-F9D83F9ED8D9}"/>
              </a:ext>
            </a:extLst>
          </p:cNvPr>
          <p:cNvCxnSpPr/>
          <p:nvPr/>
        </p:nvCxnSpPr>
        <p:spPr>
          <a:xfrm>
            <a:off x="5726113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161">
            <a:extLst>
              <a:ext uri="{FF2B5EF4-FFF2-40B4-BE49-F238E27FC236}">
                <a16:creationId xmlns:a16="http://schemas.microsoft.com/office/drawing/2014/main" id="{7171D47C-1C42-D815-FA19-19BD362FC6BF}"/>
              </a:ext>
            </a:extLst>
          </p:cNvPr>
          <p:cNvCxnSpPr/>
          <p:nvPr/>
        </p:nvCxnSpPr>
        <p:spPr>
          <a:xfrm>
            <a:off x="6218238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162">
            <a:extLst>
              <a:ext uri="{FF2B5EF4-FFF2-40B4-BE49-F238E27FC236}">
                <a16:creationId xmlns:a16="http://schemas.microsoft.com/office/drawing/2014/main" id="{ECA1C3C6-09EF-5042-D98E-4002929D40C5}"/>
              </a:ext>
            </a:extLst>
          </p:cNvPr>
          <p:cNvCxnSpPr/>
          <p:nvPr/>
        </p:nvCxnSpPr>
        <p:spPr>
          <a:xfrm>
            <a:off x="6724650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163">
            <a:extLst>
              <a:ext uri="{FF2B5EF4-FFF2-40B4-BE49-F238E27FC236}">
                <a16:creationId xmlns:a16="http://schemas.microsoft.com/office/drawing/2014/main" id="{175C5088-0F70-F2C9-1BE1-37FC4F5B8933}"/>
              </a:ext>
            </a:extLst>
          </p:cNvPr>
          <p:cNvCxnSpPr/>
          <p:nvPr/>
        </p:nvCxnSpPr>
        <p:spPr>
          <a:xfrm>
            <a:off x="7235825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164">
            <a:extLst>
              <a:ext uri="{FF2B5EF4-FFF2-40B4-BE49-F238E27FC236}">
                <a16:creationId xmlns:a16="http://schemas.microsoft.com/office/drawing/2014/main" id="{78F757BE-FC17-2B47-AC86-3CD046645FC0}"/>
              </a:ext>
            </a:extLst>
          </p:cNvPr>
          <p:cNvCxnSpPr/>
          <p:nvPr/>
        </p:nvCxnSpPr>
        <p:spPr>
          <a:xfrm>
            <a:off x="7742238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165">
            <a:extLst>
              <a:ext uri="{FF2B5EF4-FFF2-40B4-BE49-F238E27FC236}">
                <a16:creationId xmlns:a16="http://schemas.microsoft.com/office/drawing/2014/main" id="{80B82D30-8F3B-B97C-B69D-1995785CE415}"/>
              </a:ext>
            </a:extLst>
          </p:cNvPr>
          <p:cNvCxnSpPr/>
          <p:nvPr/>
        </p:nvCxnSpPr>
        <p:spPr>
          <a:xfrm>
            <a:off x="8234363" y="1449388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167">
            <a:extLst>
              <a:ext uri="{FF2B5EF4-FFF2-40B4-BE49-F238E27FC236}">
                <a16:creationId xmlns:a16="http://schemas.microsoft.com/office/drawing/2014/main" id="{008CE8F4-7C7B-F464-63C1-534C384E3C40}"/>
              </a:ext>
            </a:extLst>
          </p:cNvPr>
          <p:cNvCxnSpPr/>
          <p:nvPr/>
        </p:nvCxnSpPr>
        <p:spPr>
          <a:xfrm>
            <a:off x="928688" y="3033713"/>
            <a:ext cx="8953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169">
            <a:extLst>
              <a:ext uri="{FF2B5EF4-FFF2-40B4-BE49-F238E27FC236}">
                <a16:creationId xmlns:a16="http://schemas.microsoft.com/office/drawing/2014/main" id="{D4749164-4A5F-4063-7B08-2F0F6FBC0EBF}"/>
              </a:ext>
            </a:extLst>
          </p:cNvPr>
          <p:cNvCxnSpPr/>
          <p:nvPr/>
        </p:nvCxnSpPr>
        <p:spPr>
          <a:xfrm flipV="1">
            <a:off x="1824038" y="2708275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171">
            <a:extLst>
              <a:ext uri="{FF2B5EF4-FFF2-40B4-BE49-F238E27FC236}">
                <a16:creationId xmlns:a16="http://schemas.microsoft.com/office/drawing/2014/main" id="{75A7F468-760F-05F8-27AB-7985E4F8E207}"/>
              </a:ext>
            </a:extLst>
          </p:cNvPr>
          <p:cNvCxnSpPr/>
          <p:nvPr/>
        </p:nvCxnSpPr>
        <p:spPr>
          <a:xfrm>
            <a:off x="1824038" y="2708275"/>
            <a:ext cx="16240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173">
            <a:extLst>
              <a:ext uri="{FF2B5EF4-FFF2-40B4-BE49-F238E27FC236}">
                <a16:creationId xmlns:a16="http://schemas.microsoft.com/office/drawing/2014/main" id="{E2676776-C448-D97E-C976-A1E6C6F2FA40}"/>
              </a:ext>
            </a:extLst>
          </p:cNvPr>
          <p:cNvCxnSpPr/>
          <p:nvPr/>
        </p:nvCxnSpPr>
        <p:spPr>
          <a:xfrm flipV="1">
            <a:off x="3448050" y="2708275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174">
            <a:extLst>
              <a:ext uri="{FF2B5EF4-FFF2-40B4-BE49-F238E27FC236}">
                <a16:creationId xmlns:a16="http://schemas.microsoft.com/office/drawing/2014/main" id="{86C3E473-80C1-8432-71E5-C33AB5E2D3BF}"/>
              </a:ext>
            </a:extLst>
          </p:cNvPr>
          <p:cNvCxnSpPr/>
          <p:nvPr/>
        </p:nvCxnSpPr>
        <p:spPr>
          <a:xfrm>
            <a:off x="3448050" y="3033713"/>
            <a:ext cx="5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176">
            <a:extLst>
              <a:ext uri="{FF2B5EF4-FFF2-40B4-BE49-F238E27FC236}">
                <a16:creationId xmlns:a16="http://schemas.microsoft.com/office/drawing/2014/main" id="{C1C3CDB2-7FA8-04F4-ED97-01A0F6DCDE92}"/>
              </a:ext>
            </a:extLst>
          </p:cNvPr>
          <p:cNvCxnSpPr/>
          <p:nvPr/>
        </p:nvCxnSpPr>
        <p:spPr>
          <a:xfrm flipV="1">
            <a:off x="3952875" y="2708275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177">
            <a:extLst>
              <a:ext uri="{FF2B5EF4-FFF2-40B4-BE49-F238E27FC236}">
                <a16:creationId xmlns:a16="http://schemas.microsoft.com/office/drawing/2014/main" id="{40FCB97A-C07B-2772-023F-6B00CDD35DBD}"/>
              </a:ext>
            </a:extLst>
          </p:cNvPr>
          <p:cNvCxnSpPr/>
          <p:nvPr/>
        </p:nvCxnSpPr>
        <p:spPr>
          <a:xfrm>
            <a:off x="3952875" y="2708275"/>
            <a:ext cx="10080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179">
            <a:extLst>
              <a:ext uri="{FF2B5EF4-FFF2-40B4-BE49-F238E27FC236}">
                <a16:creationId xmlns:a16="http://schemas.microsoft.com/office/drawing/2014/main" id="{1EC62895-F1B0-CD51-363C-ADC930F82354}"/>
              </a:ext>
            </a:extLst>
          </p:cNvPr>
          <p:cNvCxnSpPr/>
          <p:nvPr/>
        </p:nvCxnSpPr>
        <p:spPr>
          <a:xfrm flipV="1">
            <a:off x="4960938" y="2708275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180">
            <a:extLst>
              <a:ext uri="{FF2B5EF4-FFF2-40B4-BE49-F238E27FC236}">
                <a16:creationId xmlns:a16="http://schemas.microsoft.com/office/drawing/2014/main" id="{E2A91B55-929B-BBDC-7171-D37EDA3B4AB2}"/>
              </a:ext>
            </a:extLst>
          </p:cNvPr>
          <p:cNvCxnSpPr/>
          <p:nvPr/>
        </p:nvCxnSpPr>
        <p:spPr>
          <a:xfrm>
            <a:off x="4967288" y="3033713"/>
            <a:ext cx="6238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181">
            <a:extLst>
              <a:ext uri="{FF2B5EF4-FFF2-40B4-BE49-F238E27FC236}">
                <a16:creationId xmlns:a16="http://schemas.microsoft.com/office/drawing/2014/main" id="{AA02593B-5BFD-69F8-0A95-053DC1F9E04E}"/>
              </a:ext>
            </a:extLst>
          </p:cNvPr>
          <p:cNvCxnSpPr/>
          <p:nvPr/>
        </p:nvCxnSpPr>
        <p:spPr>
          <a:xfrm flipV="1">
            <a:off x="5591175" y="2708275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183">
            <a:extLst>
              <a:ext uri="{FF2B5EF4-FFF2-40B4-BE49-F238E27FC236}">
                <a16:creationId xmlns:a16="http://schemas.microsoft.com/office/drawing/2014/main" id="{08B08127-D98A-7FE3-BF97-4F6911A86B44}"/>
              </a:ext>
            </a:extLst>
          </p:cNvPr>
          <p:cNvCxnSpPr/>
          <p:nvPr/>
        </p:nvCxnSpPr>
        <p:spPr>
          <a:xfrm>
            <a:off x="5591175" y="2708275"/>
            <a:ext cx="20161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187">
            <a:extLst>
              <a:ext uri="{FF2B5EF4-FFF2-40B4-BE49-F238E27FC236}">
                <a16:creationId xmlns:a16="http://schemas.microsoft.com/office/drawing/2014/main" id="{0E24AFB2-6A79-BCDB-7FA8-DA4E750C53D2}"/>
              </a:ext>
            </a:extLst>
          </p:cNvPr>
          <p:cNvCxnSpPr/>
          <p:nvPr/>
        </p:nvCxnSpPr>
        <p:spPr>
          <a:xfrm flipV="1">
            <a:off x="7599363" y="2708275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188">
            <a:extLst>
              <a:ext uri="{FF2B5EF4-FFF2-40B4-BE49-F238E27FC236}">
                <a16:creationId xmlns:a16="http://schemas.microsoft.com/office/drawing/2014/main" id="{DB214EAD-D2FA-5F85-6957-72183B60AF80}"/>
              </a:ext>
            </a:extLst>
          </p:cNvPr>
          <p:cNvCxnSpPr/>
          <p:nvPr/>
        </p:nvCxnSpPr>
        <p:spPr>
          <a:xfrm>
            <a:off x="7599363" y="3033713"/>
            <a:ext cx="1141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192">
            <a:extLst>
              <a:ext uri="{FF2B5EF4-FFF2-40B4-BE49-F238E27FC236}">
                <a16:creationId xmlns:a16="http://schemas.microsoft.com/office/drawing/2014/main" id="{A9DC6832-54FE-32D4-2A9B-2D0DCF04D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75" y="2384425"/>
            <a:ext cx="749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0      0      1      1      1      0      1      1      0      1      1      1      1      0      0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6" name="文本框 193">
            <a:extLst>
              <a:ext uri="{FF2B5EF4-FFF2-40B4-BE49-F238E27FC236}">
                <a16:creationId xmlns:a16="http://schemas.microsoft.com/office/drawing/2014/main" id="{717711CD-55C2-F578-911D-2A07AA552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105150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异步：</a:t>
            </a:r>
            <a:r>
              <a:rPr lang="en-US" altLang="zh-CN" sz="1800" b="0">
                <a:latin typeface="Arial" panose="020B0604020202020204" pitchFamily="34" charset="0"/>
              </a:rPr>
              <a:t>S0     S0   S1   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S2    S2    </a:t>
            </a:r>
            <a:r>
              <a:rPr lang="en-US" altLang="zh-CN" sz="1800" b="0">
                <a:latin typeface="Arial" panose="020B0604020202020204" pitchFamily="34" charset="0"/>
              </a:rPr>
              <a:t>S0    S1   S2   S0     S1   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S2    S2   S2   </a:t>
            </a:r>
            <a:r>
              <a:rPr lang="en-US" altLang="zh-CN" sz="1800" b="0">
                <a:latin typeface="Arial" panose="020B0604020202020204" pitchFamily="34" charset="0"/>
              </a:rPr>
              <a:t>S0    S0    </a:t>
            </a:r>
            <a:endParaRPr lang="zh-CN" altLang="en-US" sz="1800" b="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同步：</a:t>
            </a:r>
            <a:r>
              <a:rPr lang="en-US" altLang="zh-CN" sz="1800" b="0">
                <a:latin typeface="Arial" panose="020B0604020202020204" pitchFamily="34" charset="0"/>
              </a:rPr>
              <a:t>S0     S0   S1   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S2    S3    </a:t>
            </a:r>
            <a:r>
              <a:rPr lang="en-US" altLang="zh-CN" sz="1800" b="0">
                <a:latin typeface="Arial" panose="020B0604020202020204" pitchFamily="34" charset="0"/>
              </a:rPr>
              <a:t>S0    S1   S2   S0     S1   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S2    S3   S3   </a:t>
            </a:r>
            <a:r>
              <a:rPr lang="en-US" altLang="zh-CN" sz="1800" b="0">
                <a:latin typeface="Arial" panose="020B0604020202020204" pitchFamily="34" charset="0"/>
              </a:rPr>
              <a:t>S0    S0    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cxnSp>
        <p:nvCxnSpPr>
          <p:cNvPr id="97" name="直接连接符 205">
            <a:extLst>
              <a:ext uri="{FF2B5EF4-FFF2-40B4-BE49-F238E27FC236}">
                <a16:creationId xmlns:a16="http://schemas.microsoft.com/office/drawing/2014/main" id="{AAF71AE1-E2C3-B9A5-BD01-26EFFD6F5F8C}"/>
              </a:ext>
            </a:extLst>
          </p:cNvPr>
          <p:cNvCxnSpPr/>
          <p:nvPr/>
        </p:nvCxnSpPr>
        <p:spPr>
          <a:xfrm>
            <a:off x="935038" y="4967288"/>
            <a:ext cx="22764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206">
            <a:extLst>
              <a:ext uri="{FF2B5EF4-FFF2-40B4-BE49-F238E27FC236}">
                <a16:creationId xmlns:a16="http://schemas.microsoft.com/office/drawing/2014/main" id="{D0AB6699-306C-4061-83A1-8800DD17255F}"/>
              </a:ext>
            </a:extLst>
          </p:cNvPr>
          <p:cNvCxnSpPr/>
          <p:nvPr/>
        </p:nvCxnSpPr>
        <p:spPr>
          <a:xfrm flipV="1">
            <a:off x="3216275" y="464343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208">
            <a:extLst>
              <a:ext uri="{FF2B5EF4-FFF2-40B4-BE49-F238E27FC236}">
                <a16:creationId xmlns:a16="http://schemas.microsoft.com/office/drawing/2014/main" id="{87E020C8-58B1-E025-69E7-BA498651D93B}"/>
              </a:ext>
            </a:extLst>
          </p:cNvPr>
          <p:cNvCxnSpPr/>
          <p:nvPr/>
        </p:nvCxnSpPr>
        <p:spPr>
          <a:xfrm flipV="1">
            <a:off x="3709988" y="465613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209">
            <a:extLst>
              <a:ext uri="{FF2B5EF4-FFF2-40B4-BE49-F238E27FC236}">
                <a16:creationId xmlns:a16="http://schemas.microsoft.com/office/drawing/2014/main" id="{5F21F091-0990-6069-3E94-3470A6D26FEC}"/>
              </a:ext>
            </a:extLst>
          </p:cNvPr>
          <p:cNvCxnSpPr/>
          <p:nvPr/>
        </p:nvCxnSpPr>
        <p:spPr>
          <a:xfrm flipV="1">
            <a:off x="3709988" y="4967288"/>
            <a:ext cx="3022600" cy="12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210">
            <a:extLst>
              <a:ext uri="{FF2B5EF4-FFF2-40B4-BE49-F238E27FC236}">
                <a16:creationId xmlns:a16="http://schemas.microsoft.com/office/drawing/2014/main" id="{49533E83-F3F9-E2F3-98D3-28075766BF27}"/>
              </a:ext>
            </a:extLst>
          </p:cNvPr>
          <p:cNvCxnSpPr/>
          <p:nvPr/>
        </p:nvCxnSpPr>
        <p:spPr>
          <a:xfrm flipV="1">
            <a:off x="6732588" y="464343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213">
            <a:extLst>
              <a:ext uri="{FF2B5EF4-FFF2-40B4-BE49-F238E27FC236}">
                <a16:creationId xmlns:a16="http://schemas.microsoft.com/office/drawing/2014/main" id="{8E828849-AD2B-D0E5-283E-8109EC61860E}"/>
              </a:ext>
            </a:extLst>
          </p:cNvPr>
          <p:cNvCxnSpPr/>
          <p:nvPr/>
        </p:nvCxnSpPr>
        <p:spPr>
          <a:xfrm>
            <a:off x="7732713" y="4953000"/>
            <a:ext cx="1016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220">
            <a:extLst>
              <a:ext uri="{FF2B5EF4-FFF2-40B4-BE49-F238E27FC236}">
                <a16:creationId xmlns:a16="http://schemas.microsoft.com/office/drawing/2014/main" id="{2C067989-6B8D-49A9-B31D-8930272BD7C2}"/>
              </a:ext>
            </a:extLst>
          </p:cNvPr>
          <p:cNvCxnSpPr/>
          <p:nvPr/>
        </p:nvCxnSpPr>
        <p:spPr>
          <a:xfrm flipV="1">
            <a:off x="7745413" y="462915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222">
            <a:extLst>
              <a:ext uri="{FF2B5EF4-FFF2-40B4-BE49-F238E27FC236}">
                <a16:creationId xmlns:a16="http://schemas.microsoft.com/office/drawing/2014/main" id="{2E582483-0E26-F25E-CAA8-FB554F1DD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4005263"/>
            <a:ext cx="852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Z </a:t>
            </a:r>
            <a:r>
              <a:rPr lang="zh-CN" altLang="en-US" sz="1800" b="0">
                <a:latin typeface="Arial" panose="020B0604020202020204" pitchFamily="34" charset="0"/>
              </a:rPr>
              <a:t>异步</a:t>
            </a:r>
          </a:p>
        </p:txBody>
      </p:sp>
      <p:sp>
        <p:nvSpPr>
          <p:cNvPr id="105" name="矩形 223">
            <a:extLst>
              <a:ext uri="{FF2B5EF4-FFF2-40B4-BE49-F238E27FC236}">
                <a16:creationId xmlns:a16="http://schemas.microsoft.com/office/drawing/2014/main" id="{16DC7A4F-81AF-7277-BA2A-982FD6C3F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4657725"/>
            <a:ext cx="852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Z </a:t>
            </a:r>
            <a:r>
              <a:rPr lang="zh-CN" altLang="en-US" sz="1800" b="0">
                <a:latin typeface="Arial" panose="020B0604020202020204" pitchFamily="34" charset="0"/>
              </a:rPr>
              <a:t>同步</a:t>
            </a:r>
          </a:p>
        </p:txBody>
      </p:sp>
      <p:sp>
        <p:nvSpPr>
          <p:cNvPr id="106" name="矩形 224">
            <a:extLst>
              <a:ext uri="{FF2B5EF4-FFF2-40B4-BE49-F238E27FC236}">
                <a16:creationId xmlns:a16="http://schemas.microsoft.com/office/drawing/2014/main" id="{AE203A70-E58D-D58F-D24C-2EFB7D81E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2735263"/>
            <a:ext cx="3381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X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7" name="矩形 225">
            <a:extLst>
              <a:ext uri="{FF2B5EF4-FFF2-40B4-BE49-F238E27FC236}">
                <a16:creationId xmlns:a16="http://schemas.microsoft.com/office/drawing/2014/main" id="{CAB646CB-5FA8-1A99-DB19-100474BB6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885950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CP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cxnSp>
        <p:nvCxnSpPr>
          <p:cNvPr id="108" name="直接连接符 212">
            <a:extLst>
              <a:ext uri="{FF2B5EF4-FFF2-40B4-BE49-F238E27FC236}">
                <a16:creationId xmlns:a16="http://schemas.microsoft.com/office/drawing/2014/main" id="{63336E8C-739C-A5AD-3688-E62BB25EC399}"/>
              </a:ext>
            </a:extLst>
          </p:cNvPr>
          <p:cNvCxnSpPr>
            <a:cxnSpLocks/>
          </p:cNvCxnSpPr>
          <p:nvPr/>
        </p:nvCxnSpPr>
        <p:spPr>
          <a:xfrm>
            <a:off x="924720" y="4299526"/>
            <a:ext cx="17555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215">
            <a:extLst>
              <a:ext uri="{FF2B5EF4-FFF2-40B4-BE49-F238E27FC236}">
                <a16:creationId xmlns:a16="http://schemas.microsoft.com/office/drawing/2014/main" id="{E31D1A56-82C5-546C-0EDD-5F500BF0F7B5}"/>
              </a:ext>
            </a:extLst>
          </p:cNvPr>
          <p:cNvCxnSpPr/>
          <p:nvPr/>
        </p:nvCxnSpPr>
        <p:spPr>
          <a:xfrm flipV="1">
            <a:off x="2688135" y="3975676"/>
            <a:ext cx="0" cy="3238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216">
            <a:extLst>
              <a:ext uri="{FF2B5EF4-FFF2-40B4-BE49-F238E27FC236}">
                <a16:creationId xmlns:a16="http://schemas.microsoft.com/office/drawing/2014/main" id="{0406EA09-FF96-29D9-EE8F-03576289D5C5}"/>
              </a:ext>
            </a:extLst>
          </p:cNvPr>
          <p:cNvCxnSpPr>
            <a:cxnSpLocks/>
          </p:cNvCxnSpPr>
          <p:nvPr/>
        </p:nvCxnSpPr>
        <p:spPr>
          <a:xfrm>
            <a:off x="2688135" y="3975676"/>
            <a:ext cx="75594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217">
            <a:extLst>
              <a:ext uri="{FF2B5EF4-FFF2-40B4-BE49-F238E27FC236}">
                <a16:creationId xmlns:a16="http://schemas.microsoft.com/office/drawing/2014/main" id="{5ACCB44F-0474-FA57-0819-7433B3D562CF}"/>
              </a:ext>
            </a:extLst>
          </p:cNvPr>
          <p:cNvCxnSpPr/>
          <p:nvPr/>
        </p:nvCxnSpPr>
        <p:spPr>
          <a:xfrm flipV="1">
            <a:off x="3444082" y="3975676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218">
            <a:extLst>
              <a:ext uri="{FF2B5EF4-FFF2-40B4-BE49-F238E27FC236}">
                <a16:creationId xmlns:a16="http://schemas.microsoft.com/office/drawing/2014/main" id="{98FD75E4-5525-0D90-CC5D-3EF5D4E60EAD}"/>
              </a:ext>
            </a:extLst>
          </p:cNvPr>
          <p:cNvCxnSpPr>
            <a:cxnSpLocks/>
          </p:cNvCxnSpPr>
          <p:nvPr/>
        </p:nvCxnSpPr>
        <p:spPr>
          <a:xfrm>
            <a:off x="3452020" y="4299526"/>
            <a:ext cx="12523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219">
            <a:extLst>
              <a:ext uri="{FF2B5EF4-FFF2-40B4-BE49-F238E27FC236}">
                <a16:creationId xmlns:a16="http://schemas.microsoft.com/office/drawing/2014/main" id="{3441F397-69B7-0C3D-8294-9F4BC7BE29C0}"/>
              </a:ext>
            </a:extLst>
          </p:cNvPr>
          <p:cNvCxnSpPr/>
          <p:nvPr/>
        </p:nvCxnSpPr>
        <p:spPr>
          <a:xfrm flipV="1">
            <a:off x="6229317" y="3975676"/>
            <a:ext cx="0" cy="3238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220">
            <a:extLst>
              <a:ext uri="{FF2B5EF4-FFF2-40B4-BE49-F238E27FC236}">
                <a16:creationId xmlns:a16="http://schemas.microsoft.com/office/drawing/2014/main" id="{5A1E4171-ECC3-8D75-BF0C-24B835ED267B}"/>
              </a:ext>
            </a:extLst>
          </p:cNvPr>
          <p:cNvCxnSpPr>
            <a:cxnSpLocks/>
          </p:cNvCxnSpPr>
          <p:nvPr/>
        </p:nvCxnSpPr>
        <p:spPr>
          <a:xfrm>
            <a:off x="6238091" y="3975676"/>
            <a:ext cx="13477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221">
            <a:extLst>
              <a:ext uri="{FF2B5EF4-FFF2-40B4-BE49-F238E27FC236}">
                <a16:creationId xmlns:a16="http://schemas.microsoft.com/office/drawing/2014/main" id="{F3BFB3C9-8654-14EA-57A1-6CABB8B99E3D}"/>
              </a:ext>
            </a:extLst>
          </p:cNvPr>
          <p:cNvCxnSpPr/>
          <p:nvPr/>
        </p:nvCxnSpPr>
        <p:spPr>
          <a:xfrm flipV="1">
            <a:off x="7585870" y="3975676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222">
            <a:extLst>
              <a:ext uri="{FF2B5EF4-FFF2-40B4-BE49-F238E27FC236}">
                <a16:creationId xmlns:a16="http://schemas.microsoft.com/office/drawing/2014/main" id="{8D569AED-8ADE-D04D-BA7B-510C2BF50926}"/>
              </a:ext>
            </a:extLst>
          </p:cNvPr>
          <p:cNvCxnSpPr/>
          <p:nvPr/>
        </p:nvCxnSpPr>
        <p:spPr>
          <a:xfrm>
            <a:off x="7595395" y="4285239"/>
            <a:ext cx="1141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215">
            <a:extLst>
              <a:ext uri="{FF2B5EF4-FFF2-40B4-BE49-F238E27FC236}">
                <a16:creationId xmlns:a16="http://schemas.microsoft.com/office/drawing/2014/main" id="{E776D097-9600-035F-ED83-41CB80C0464F}"/>
              </a:ext>
            </a:extLst>
          </p:cNvPr>
          <p:cNvCxnSpPr/>
          <p:nvPr/>
        </p:nvCxnSpPr>
        <p:spPr>
          <a:xfrm flipV="1">
            <a:off x="4696461" y="3975676"/>
            <a:ext cx="0" cy="3238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216">
            <a:extLst>
              <a:ext uri="{FF2B5EF4-FFF2-40B4-BE49-F238E27FC236}">
                <a16:creationId xmlns:a16="http://schemas.microsoft.com/office/drawing/2014/main" id="{029C84A3-3761-5309-2D4F-D6A205FFDFDD}"/>
              </a:ext>
            </a:extLst>
          </p:cNvPr>
          <p:cNvCxnSpPr>
            <a:cxnSpLocks/>
          </p:cNvCxnSpPr>
          <p:nvPr/>
        </p:nvCxnSpPr>
        <p:spPr>
          <a:xfrm>
            <a:off x="4696461" y="3975676"/>
            <a:ext cx="30993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217">
            <a:extLst>
              <a:ext uri="{FF2B5EF4-FFF2-40B4-BE49-F238E27FC236}">
                <a16:creationId xmlns:a16="http://schemas.microsoft.com/office/drawing/2014/main" id="{D1798301-F9A0-8992-1C8A-168AEEFAFFB3}"/>
              </a:ext>
            </a:extLst>
          </p:cNvPr>
          <p:cNvCxnSpPr/>
          <p:nvPr/>
        </p:nvCxnSpPr>
        <p:spPr>
          <a:xfrm flipV="1">
            <a:off x="5006399" y="3975676"/>
            <a:ext cx="0" cy="3238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218">
            <a:extLst>
              <a:ext uri="{FF2B5EF4-FFF2-40B4-BE49-F238E27FC236}">
                <a16:creationId xmlns:a16="http://schemas.microsoft.com/office/drawing/2014/main" id="{40AD1AD8-B8BA-49FA-68EC-0D15147B4269}"/>
              </a:ext>
            </a:extLst>
          </p:cNvPr>
          <p:cNvCxnSpPr>
            <a:cxnSpLocks/>
          </p:cNvCxnSpPr>
          <p:nvPr/>
        </p:nvCxnSpPr>
        <p:spPr>
          <a:xfrm>
            <a:off x="5006399" y="4300121"/>
            <a:ext cx="12076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209">
            <a:extLst>
              <a:ext uri="{FF2B5EF4-FFF2-40B4-BE49-F238E27FC236}">
                <a16:creationId xmlns:a16="http://schemas.microsoft.com/office/drawing/2014/main" id="{8027CCE7-E53D-5C9F-F103-AE30A4506E93}"/>
              </a:ext>
            </a:extLst>
          </p:cNvPr>
          <p:cNvCxnSpPr>
            <a:cxnSpLocks/>
          </p:cNvCxnSpPr>
          <p:nvPr/>
        </p:nvCxnSpPr>
        <p:spPr>
          <a:xfrm>
            <a:off x="3211513" y="4655543"/>
            <a:ext cx="511174" cy="93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209">
            <a:extLst>
              <a:ext uri="{FF2B5EF4-FFF2-40B4-BE49-F238E27FC236}">
                <a16:creationId xmlns:a16="http://schemas.microsoft.com/office/drawing/2014/main" id="{794E9C1A-D330-76D4-03BB-079A0D20B3A7}"/>
              </a:ext>
            </a:extLst>
          </p:cNvPr>
          <p:cNvCxnSpPr>
            <a:cxnSpLocks/>
          </p:cNvCxnSpPr>
          <p:nvPr/>
        </p:nvCxnSpPr>
        <p:spPr>
          <a:xfrm flipV="1">
            <a:off x="6745290" y="4648300"/>
            <a:ext cx="1003298" cy="1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05">
            <a:extLst>
              <a:ext uri="{FF2B5EF4-FFF2-40B4-BE49-F238E27FC236}">
                <a16:creationId xmlns:a16="http://schemas.microsoft.com/office/drawing/2014/main" id="{ED7A84AA-AC34-CB76-6F61-B057E7985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0" y="4548187"/>
            <a:ext cx="8910638" cy="688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79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1C897-FB5F-4459-9157-01BAC46D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200" b="0" dirty="0"/>
              <a:t>按</a:t>
            </a:r>
            <a:r>
              <a:rPr lang="en-US" altLang="zh-CN" sz="3200" b="0" dirty="0"/>
              <a:t>Moore</a:t>
            </a:r>
            <a:r>
              <a:rPr lang="zh-CN" altLang="en-US" sz="3200" b="0" dirty="0"/>
              <a:t>型时序电路分析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EA8508-15E2-1666-D842-E16F14CB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(1)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建立</a:t>
            </a:r>
            <a:r>
              <a:rPr lang="zh-CN" altLang="en-US" dirty="0">
                <a:latin typeface="宋体" panose="02010600030101010101" pitchFamily="2" charset="-122"/>
              </a:rPr>
              <a:t>原始状态图和原始状态表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DAEB3F-46C9-003C-9DFA-93562257D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745A78-00DE-D9FD-F14E-DDB7158AE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36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48383BE-C887-789B-DCF6-3F38B61CE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1805445"/>
            <a:ext cx="17002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/>
              <a:t>S</a:t>
            </a:r>
            <a:r>
              <a:rPr kumimoji="1" lang="en-US" altLang="zh-CN" sz="2400" baseline="-25000"/>
              <a:t>0</a:t>
            </a:r>
            <a:r>
              <a:rPr kumimoji="1" lang="en-US" altLang="zh-CN" sz="2400"/>
              <a:t>: </a:t>
            </a:r>
            <a:r>
              <a:rPr kumimoji="1" lang="zh-CN" altLang="en-US" sz="2400"/>
              <a:t>输入“</a:t>
            </a:r>
            <a:r>
              <a:rPr kumimoji="1" lang="en-US" altLang="zh-CN" sz="2400"/>
              <a:t>0”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B83D129-00AF-7DB5-9CB1-795A488D8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1" y="2273758"/>
            <a:ext cx="170021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/>
              <a:t>S</a:t>
            </a:r>
            <a:r>
              <a:rPr kumimoji="1" lang="en-US" altLang="zh-CN" sz="2400" baseline="-25000"/>
              <a:t>1</a:t>
            </a:r>
            <a:r>
              <a:rPr kumimoji="1" lang="en-US" altLang="zh-CN" sz="2400"/>
              <a:t>: </a:t>
            </a:r>
            <a:r>
              <a:rPr kumimoji="1" lang="zh-CN" altLang="en-US" sz="2400"/>
              <a:t>输入“</a:t>
            </a:r>
            <a:r>
              <a:rPr kumimoji="1" lang="en-US" altLang="zh-CN" sz="2400"/>
              <a:t>1”</a:t>
            </a:r>
            <a:endParaRPr kumimoji="1" lang="zh-CN" altLang="en-US" sz="2400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C1EF8F47-333C-C5CB-798E-E6E715A2A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363" y="1435558"/>
            <a:ext cx="676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dirty="0"/>
              <a:t>设输入、输出变量分别为</a:t>
            </a:r>
            <a:r>
              <a:rPr kumimoji="1" lang="en-US" altLang="zh-CN" sz="2400" dirty="0"/>
              <a:t>X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Z</a:t>
            </a:r>
            <a:r>
              <a:rPr kumimoji="1" lang="zh-CN" altLang="en-US" sz="2400" dirty="0"/>
              <a:t>，定义电路状态</a:t>
            </a:r>
            <a:endParaRPr kumimoji="1" lang="en-US" altLang="zh-CN" sz="2400" dirty="0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1BC9E5ED-C24E-693B-5D1C-12318F9CE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6" y="1805445"/>
            <a:ext cx="246221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/>
              <a:t>S</a:t>
            </a:r>
            <a:r>
              <a:rPr kumimoji="1" lang="en-US" altLang="zh-CN" sz="2400" baseline="-25000"/>
              <a:t>2</a:t>
            </a:r>
            <a:r>
              <a:rPr kumimoji="1" lang="en-US" altLang="zh-CN" sz="2400"/>
              <a:t>: </a:t>
            </a:r>
            <a:r>
              <a:rPr kumimoji="1" lang="zh-CN" altLang="en-US" sz="2400"/>
              <a:t>连续输入“</a:t>
            </a:r>
            <a:r>
              <a:rPr kumimoji="1" lang="en-US" altLang="zh-CN" sz="2400"/>
              <a:t>11”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179CF492-F63A-ABC3-1E74-4936E4058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8938" y="2259470"/>
            <a:ext cx="45005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 dirty="0"/>
              <a:t>S</a:t>
            </a:r>
            <a:r>
              <a:rPr kumimoji="1" lang="en-US" altLang="zh-CN" sz="2400" baseline="-25000" dirty="0"/>
              <a:t>3</a:t>
            </a:r>
            <a:r>
              <a:rPr kumimoji="1" lang="en-US" altLang="zh-CN" sz="2400" dirty="0"/>
              <a:t>: </a:t>
            </a:r>
            <a:r>
              <a:rPr kumimoji="1" lang="zh-CN" altLang="en-US" sz="2400" dirty="0"/>
              <a:t>连续输入“</a:t>
            </a:r>
            <a:r>
              <a:rPr kumimoji="1" lang="en-US" altLang="zh-CN" sz="2400" dirty="0"/>
              <a:t>111”</a:t>
            </a:r>
            <a:endParaRPr kumimoji="1" lang="zh-CN" altLang="en-US" sz="2400" dirty="0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4F36A9B0-0D61-87D1-0834-D236BCCC3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4292600"/>
            <a:ext cx="3698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X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A6B58731-F2B1-8A8A-3126-D54B58BE9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3609975"/>
            <a:ext cx="611188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0/0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EE1EE6DF-8AFB-36FB-E33B-80E249683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3609975"/>
            <a:ext cx="611188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1/0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ECF9991A-134C-5D96-4BDC-FC6170BD8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5157788"/>
            <a:ext cx="611188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2/0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FA50DC29-E468-4BA0-E743-89B6B9A06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5157788"/>
            <a:ext cx="611188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lang="en-US" altLang="zh-CN" sz="1800"/>
              <a:t>3/1</a:t>
            </a:r>
          </a:p>
        </p:txBody>
      </p:sp>
      <p:grpSp>
        <p:nvGrpSpPr>
          <p:cNvPr id="16" name="Group 14">
            <a:extLst>
              <a:ext uri="{FF2B5EF4-FFF2-40B4-BE49-F238E27FC236}">
                <a16:creationId xmlns:a16="http://schemas.microsoft.com/office/drawing/2014/main" id="{0668FD69-EC3C-E390-988E-40418A31B17C}"/>
              </a:ext>
            </a:extLst>
          </p:cNvPr>
          <p:cNvGrpSpPr>
            <a:grpSpLocks/>
          </p:cNvGrpSpPr>
          <p:nvPr/>
        </p:nvGrpSpPr>
        <p:grpSpPr bwMode="auto">
          <a:xfrm>
            <a:off x="792163" y="3357563"/>
            <a:ext cx="2992437" cy="2738437"/>
            <a:chOff x="499" y="2115"/>
            <a:chExt cx="1885" cy="1725"/>
          </a:xfrm>
        </p:grpSpPr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27632B85-DBDB-3624-6B8D-F36589688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9" y="2387"/>
              <a:ext cx="10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F1A41E08-C948-2A76-D46A-D9BD25F77F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9" y="2524"/>
              <a:ext cx="10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3A29397B-B3AF-7A92-43F8-826FA809E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2661"/>
              <a:ext cx="0" cy="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F08075C2-EB00-6E9F-AFC4-3544B2F7B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" y="3453"/>
              <a:ext cx="9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8C79DE29-C5C8-9028-04EF-B3D571FBED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1" y="2614"/>
              <a:ext cx="1134" cy="7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A74C471D-C972-9A68-31D3-02FFBADFE0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0" y="2661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Arc 21">
              <a:extLst>
                <a:ext uri="{FF2B5EF4-FFF2-40B4-BE49-F238E27FC236}">
                  <a16:creationId xmlns:a16="http://schemas.microsoft.com/office/drawing/2014/main" id="{5870A7E2-4E1C-68B7-2558-62014C5F17F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3" y="2229"/>
              <a:ext cx="333" cy="357"/>
            </a:xfrm>
            <a:custGeom>
              <a:avLst/>
              <a:gdLst>
                <a:gd name="T0" fmla="*/ 0 w 40064"/>
                <a:gd name="T1" fmla="*/ 0 h 43200"/>
                <a:gd name="T2" fmla="*/ 0 w 40064"/>
                <a:gd name="T3" fmla="*/ 0 h 43200"/>
                <a:gd name="T4" fmla="*/ 0 w 40064"/>
                <a:gd name="T5" fmla="*/ 0 h 43200"/>
                <a:gd name="T6" fmla="*/ 0 60000 65536"/>
                <a:gd name="T7" fmla="*/ 0 60000 65536"/>
                <a:gd name="T8" fmla="*/ 0 60000 65536"/>
                <a:gd name="T9" fmla="*/ 0 w 40064"/>
                <a:gd name="T10" fmla="*/ 0 h 43200"/>
                <a:gd name="T11" fmla="*/ 40064 w 4006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64" h="43200" fill="none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</a:path>
                <a:path w="40064" h="43200" stroke="0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  <a:lnTo>
                    <a:pt x="18464" y="21600"/>
                  </a:lnTo>
                  <a:lnTo>
                    <a:pt x="-1" y="1039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74A22562-72A0-7713-FA8C-7AFF71814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2115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06E687BF-8BB2-FD07-C664-3A40CCCFD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79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1CA66ABF-D2D6-28F2-ED24-B5B59ADAA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2" y="3431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C16C9DBD-EDE8-3389-6372-DE7A5B9BC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6" y="2977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2BE05174-1A20-DAA3-3FD5-54ED7640A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2524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BF3E9EB4-F8C4-E3DF-B9C9-C67D83EF9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2877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DE8393F9-3DB6-222E-110D-BD76CEBB3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2591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6C540B49-5012-3EE8-F17F-D18499447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" y="3588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32" name="Arc 30">
              <a:extLst>
                <a:ext uri="{FF2B5EF4-FFF2-40B4-BE49-F238E27FC236}">
                  <a16:creationId xmlns:a16="http://schemas.microsoft.com/office/drawing/2014/main" id="{860F49C8-0398-03BD-D733-EC827FAFA5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4" y="3210"/>
              <a:ext cx="333" cy="357"/>
            </a:xfrm>
            <a:custGeom>
              <a:avLst/>
              <a:gdLst>
                <a:gd name="T0" fmla="*/ 0 w 40064"/>
                <a:gd name="T1" fmla="*/ 0 h 43200"/>
                <a:gd name="T2" fmla="*/ 0 w 40064"/>
                <a:gd name="T3" fmla="*/ 0 h 43200"/>
                <a:gd name="T4" fmla="*/ 0 w 40064"/>
                <a:gd name="T5" fmla="*/ 0 h 43200"/>
                <a:gd name="T6" fmla="*/ 0 60000 65536"/>
                <a:gd name="T7" fmla="*/ 0 60000 65536"/>
                <a:gd name="T8" fmla="*/ 0 60000 65536"/>
                <a:gd name="T9" fmla="*/ 0 w 40064"/>
                <a:gd name="T10" fmla="*/ 0 h 43200"/>
                <a:gd name="T11" fmla="*/ 40064 w 4006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64" h="43200" fill="none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</a:path>
                <a:path w="40064" h="43200" stroke="0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  <a:lnTo>
                    <a:pt x="18464" y="21600"/>
                  </a:lnTo>
                  <a:lnTo>
                    <a:pt x="-1" y="1039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" name="Group 31">
            <a:extLst>
              <a:ext uri="{FF2B5EF4-FFF2-40B4-BE49-F238E27FC236}">
                <a16:creationId xmlns:a16="http://schemas.microsoft.com/office/drawing/2014/main" id="{ABE3D5BB-9E40-A896-1BAC-FEA33413F051}"/>
              </a:ext>
            </a:extLst>
          </p:cNvPr>
          <p:cNvGrpSpPr>
            <a:grpSpLocks/>
          </p:cNvGrpSpPr>
          <p:nvPr/>
        </p:nvGrpSpPr>
        <p:grpSpPr bwMode="auto">
          <a:xfrm>
            <a:off x="5327650" y="3714750"/>
            <a:ext cx="3276600" cy="2486025"/>
            <a:chOff x="3606" y="2462"/>
            <a:chExt cx="2064" cy="1566"/>
          </a:xfrm>
        </p:grpSpPr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DDCEDC83-CE37-2031-5E87-D5AF938C3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2" y="2921"/>
              <a:ext cx="1911" cy="1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      S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         S</a:t>
              </a:r>
              <a:r>
                <a:rPr kumimoji="1" lang="en-US" altLang="zh-CN" sz="2400" baseline="-25000">
                  <a:ea typeface="楷体_GB2312" pitchFamily="49" charset="-122"/>
                </a:rPr>
                <a:t>1              </a:t>
              </a:r>
              <a:r>
                <a:rPr kumimoji="1" lang="en-US" altLang="zh-CN" sz="2400">
                  <a:ea typeface="楷体_GB2312" pitchFamily="49" charset="-122"/>
                </a:rPr>
                <a:t>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  <a:r>
                <a:rPr kumimoji="1" lang="en-US" altLang="zh-CN" sz="2400">
                  <a:ea typeface="楷体_GB2312" pitchFamily="49" charset="-122"/>
                </a:rPr>
                <a:t>      S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         S</a:t>
              </a:r>
              <a:r>
                <a:rPr kumimoji="1" lang="en-US" altLang="zh-CN" sz="2400" baseline="-25000">
                  <a:ea typeface="楷体_GB2312" pitchFamily="49" charset="-122"/>
                </a:rPr>
                <a:t>2</a:t>
              </a:r>
              <a:r>
                <a:rPr kumimoji="1" lang="en-US" altLang="zh-CN" sz="2400">
                  <a:ea typeface="楷体_GB2312" pitchFamily="49" charset="-122"/>
                </a:rPr>
                <a:t>         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-25000">
                  <a:ea typeface="楷体_GB2312" pitchFamily="49" charset="-122"/>
                </a:rPr>
                <a:t>2</a:t>
              </a:r>
              <a:r>
                <a:rPr kumimoji="1" lang="en-US" altLang="zh-CN" sz="2400">
                  <a:ea typeface="楷体_GB2312" pitchFamily="49" charset="-122"/>
                </a:rPr>
                <a:t>      S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         S</a:t>
              </a:r>
              <a:r>
                <a:rPr kumimoji="1" lang="en-US" altLang="zh-CN" sz="2400" baseline="-25000">
                  <a:ea typeface="楷体_GB2312" pitchFamily="49" charset="-122"/>
                </a:rPr>
                <a:t>3</a:t>
              </a:r>
              <a:r>
                <a:rPr kumimoji="1" lang="en-US" altLang="zh-CN" sz="2400">
                  <a:ea typeface="楷体_GB2312" pitchFamily="49" charset="-122"/>
                </a:rPr>
                <a:t>         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-25000">
                  <a:ea typeface="楷体_GB2312" pitchFamily="49" charset="-122"/>
                </a:rPr>
                <a:t>3</a:t>
              </a:r>
              <a:r>
                <a:rPr kumimoji="1" lang="en-US" altLang="zh-CN" sz="2400">
                  <a:ea typeface="楷体_GB2312" pitchFamily="49" charset="-122"/>
                </a:rPr>
                <a:t>      S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         S</a:t>
              </a:r>
              <a:r>
                <a:rPr kumimoji="1" lang="en-US" altLang="zh-CN" sz="2400" baseline="-25000">
                  <a:ea typeface="楷体_GB2312" pitchFamily="49" charset="-122"/>
                </a:rPr>
                <a:t>3</a:t>
              </a:r>
              <a:r>
                <a:rPr kumimoji="1" lang="en-US" altLang="zh-CN" sz="2400">
                  <a:ea typeface="楷体_GB2312" pitchFamily="49" charset="-122"/>
                </a:rPr>
                <a:t>         1</a:t>
              </a:r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2B910DA1-4DD8-8188-9DB5-CE822B9E3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2689"/>
              <a:ext cx="10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>
                  <a:ea typeface="楷体_GB2312" pitchFamily="49" charset="-122"/>
                </a:rPr>
                <a:t> </a:t>
              </a:r>
              <a:r>
                <a:rPr kumimoji="1" lang="en-US" altLang="zh-CN" sz="2000">
                  <a:ea typeface="楷体_GB2312" pitchFamily="49" charset="-122"/>
                </a:rPr>
                <a:t>X=</a:t>
              </a:r>
              <a:r>
                <a:rPr kumimoji="1" lang="en-US" altLang="zh-CN" sz="2400">
                  <a:ea typeface="楷体_GB2312" pitchFamily="49" charset="-122"/>
                </a:rPr>
                <a:t>0</a:t>
              </a:r>
              <a:r>
                <a:rPr kumimoji="1" lang="en-US" altLang="zh-CN" sz="2000">
                  <a:ea typeface="楷体_GB2312" pitchFamily="49" charset="-122"/>
                </a:rPr>
                <a:t>        X=</a:t>
              </a:r>
              <a:r>
                <a:rPr kumimoji="1" lang="en-US" altLang="zh-CN" sz="24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2332BEB7-FF47-9320-B733-1961615D4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1" y="2728"/>
              <a:ext cx="12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8E439CB0-BCA6-6EBF-872C-FFF69DFD7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2478"/>
              <a:ext cx="0" cy="15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A1EACCCF-674C-A205-D5B3-DD464742AC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6" y="2728"/>
              <a:ext cx="0" cy="12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CD16906D-E000-3BC2-C0B6-FF11A1864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6" y="2946"/>
              <a:ext cx="2054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0C7A5303-3D9E-1C73-404F-FAC835BF0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4020"/>
              <a:ext cx="2054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348EAFC8-534C-4EE2-9BED-3F869AA19C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2478"/>
              <a:ext cx="2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0">
              <a:extLst>
                <a:ext uri="{FF2B5EF4-FFF2-40B4-BE49-F238E27FC236}">
                  <a16:creationId xmlns:a16="http://schemas.microsoft.com/office/drawing/2014/main" id="{6E7CEEBE-C1F1-AA60-DCAD-556772A24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2462"/>
              <a:ext cx="4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43" name="Rectangle 41">
              <a:extLst>
                <a:ext uri="{FF2B5EF4-FFF2-40B4-BE49-F238E27FC236}">
                  <a16:creationId xmlns:a16="http://schemas.microsoft.com/office/drawing/2014/main" id="{6B60536B-46C6-6F2A-1846-837CAD34B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576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35000">
                  <a:ea typeface="楷体_GB2312" pitchFamily="49" charset="-122"/>
                </a:rPr>
                <a:t>n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</p:grpSp>
      <p:sp>
        <p:nvSpPr>
          <p:cNvPr id="44" name="Text Box 42">
            <a:extLst>
              <a:ext uri="{FF2B5EF4-FFF2-40B4-BE49-F238E27FC236}">
                <a16:creationId xmlns:a16="http://schemas.microsoft.com/office/drawing/2014/main" id="{3B24E770-C540-4535-207E-060603554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513" y="3211513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原始状态表</a:t>
            </a:r>
          </a:p>
        </p:txBody>
      </p:sp>
      <p:sp>
        <p:nvSpPr>
          <p:cNvPr id="45" name="Text Box 43">
            <a:extLst>
              <a:ext uri="{FF2B5EF4-FFF2-40B4-BE49-F238E27FC236}">
                <a16:creationId xmlns:a16="http://schemas.microsoft.com/office/drawing/2014/main" id="{128FCA9D-BB45-1676-A6EF-986A1CAED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5878513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原始状态图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A95061D-F51F-C223-8834-630D3D544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4473575"/>
            <a:ext cx="504825" cy="5048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kumimoji="1" lang="en-US" altLang="zh-CN" sz="1800">
                <a:ea typeface="楷体_GB2312" pitchFamily="49" charset="-122"/>
              </a:rPr>
              <a:t>/Z</a:t>
            </a:r>
            <a:endParaRPr lang="en-US" altLang="zh-CN" sz="1800">
              <a:ea typeface="楷体_GB2312" pitchFamily="49" charset="-122"/>
            </a:endParaRPr>
          </a:p>
        </p:txBody>
      </p:sp>
      <p:sp>
        <p:nvSpPr>
          <p:cNvPr id="47" name="Line 46">
            <a:extLst>
              <a:ext uri="{FF2B5EF4-FFF2-40B4-BE49-F238E27FC236}">
                <a16:creationId xmlns:a16="http://schemas.microsoft.com/office/drawing/2014/main" id="{99C5207C-64FB-AFB5-2659-648EAF72FE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51388" y="4760913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35">
            <a:extLst>
              <a:ext uri="{FF2B5EF4-FFF2-40B4-BE49-F238E27FC236}">
                <a16:creationId xmlns:a16="http://schemas.microsoft.com/office/drawing/2014/main" id="{3DCFC39D-9B63-A199-7633-69AA49E3E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7013" y="3740150"/>
            <a:ext cx="0" cy="2447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35">
            <a:extLst>
              <a:ext uri="{FF2B5EF4-FFF2-40B4-BE49-F238E27FC236}">
                <a16:creationId xmlns:a16="http://schemas.microsoft.com/office/drawing/2014/main" id="{51FB8548-ACEC-2231-FB3D-BAE7744CE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4250" y="3752850"/>
            <a:ext cx="0" cy="2447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Rectangle 40">
            <a:extLst>
              <a:ext uri="{FF2B5EF4-FFF2-40B4-BE49-F238E27FC236}">
                <a16:creationId xmlns:a16="http://schemas.microsoft.com/office/drawing/2014/main" id="{580707DB-A9DF-D021-7F23-2D58A7B0C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3830638"/>
            <a:ext cx="466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 Z</a:t>
            </a:r>
            <a:endParaRPr kumimoji="1" lang="zh-CN" altLang="en-US" sz="240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0668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117AF-7CC1-E2BA-F157-1E8A3E0F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200" b="0" dirty="0"/>
              <a:t>按</a:t>
            </a:r>
            <a:r>
              <a:rPr lang="en-US" altLang="zh-CN" sz="3200" b="0" dirty="0"/>
              <a:t>Moore</a:t>
            </a:r>
            <a:r>
              <a:rPr lang="zh-CN" altLang="en-US" sz="3200" b="0" dirty="0"/>
              <a:t>型时序电路分析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AF67F1-3A79-0645-1F84-E832075A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0E051C-D3BE-F7A6-4F33-DF2D8516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37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F35F487-4E31-DA84-9534-0EB8CFEA3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(2)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</a:t>
            </a:r>
            <a:r>
              <a:rPr lang="zh-CN" altLang="en-US" dirty="0">
                <a:latin typeface="宋体" panose="02010600030101010101" pitchFamily="2" charset="-122"/>
              </a:rPr>
              <a:t>化简：已经是最简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(3)</a:t>
            </a:r>
            <a:r>
              <a:rPr lang="zh-CN" altLang="en-US" dirty="0">
                <a:latin typeface="Arial" panose="020B0604020202020204" pitchFamily="34" charset="0"/>
              </a:rPr>
              <a:t>状态编码：顺序码</a:t>
            </a:r>
            <a:endParaRPr lang="zh-CN" altLang="en-US" dirty="0">
              <a:latin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E2E200E2-367B-A478-DBAB-83BB09B23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3236" y="3316416"/>
            <a:ext cx="3698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X</a:t>
            </a: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CFE0DDAF-F686-854E-9E5D-34B92580C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498" y="2633791"/>
            <a:ext cx="611188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00</a:t>
            </a:r>
            <a:r>
              <a:rPr lang="en-US" altLang="zh-CN" sz="1800"/>
              <a:t>/0</a:t>
            </a: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7ED40EE5-C620-FC2A-14E3-53F25DBFE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598" y="2633791"/>
            <a:ext cx="611188" cy="6111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01</a:t>
            </a:r>
            <a:r>
              <a:rPr lang="en-US" altLang="zh-CN" sz="1800"/>
              <a:t>/0</a:t>
            </a:r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4E31FB37-5C23-654A-0C2B-4E552DE3A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598" y="4181604"/>
            <a:ext cx="611188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10</a:t>
            </a:r>
            <a:r>
              <a:rPr lang="en-US" altLang="zh-CN" sz="1800"/>
              <a:t>/0</a:t>
            </a:r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E4D87E3A-B878-D85A-C783-358D540C9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498" y="4181604"/>
            <a:ext cx="611188" cy="61118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11</a:t>
            </a:r>
            <a:r>
              <a:rPr lang="en-US" altLang="zh-CN" sz="1800"/>
              <a:t>/1</a:t>
            </a:r>
          </a:p>
        </p:txBody>
      </p:sp>
      <p:grpSp>
        <p:nvGrpSpPr>
          <p:cNvPr id="13" name="Group 14">
            <a:extLst>
              <a:ext uri="{FF2B5EF4-FFF2-40B4-BE49-F238E27FC236}">
                <a16:creationId xmlns:a16="http://schemas.microsoft.com/office/drawing/2014/main" id="{87D4D50F-EC99-A06A-A774-5887D4FCFB40}"/>
              </a:ext>
            </a:extLst>
          </p:cNvPr>
          <p:cNvGrpSpPr>
            <a:grpSpLocks/>
          </p:cNvGrpSpPr>
          <p:nvPr/>
        </p:nvGrpSpPr>
        <p:grpSpPr bwMode="auto">
          <a:xfrm>
            <a:off x="1064011" y="2381379"/>
            <a:ext cx="2992437" cy="2738437"/>
            <a:chOff x="499" y="2115"/>
            <a:chExt cx="1885" cy="1725"/>
          </a:xfrm>
        </p:grpSpPr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1632BF04-B185-55B4-453B-88F25B427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9" y="2387"/>
              <a:ext cx="10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D1C10996-320B-83DE-5DE4-2DA72C4D77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9" y="2524"/>
              <a:ext cx="10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95D3CFD0-F422-F1F1-1CDD-720815AA4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4" y="2661"/>
              <a:ext cx="0" cy="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7A780677-3B4D-AF59-3947-0AF2F280D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" y="3453"/>
              <a:ext cx="9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14F01D73-68E9-B2AB-A177-A35C473295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1" y="2614"/>
              <a:ext cx="1134" cy="7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F4627519-72E3-277C-D856-ED0F5DA571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0" y="2661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Arc 21">
              <a:extLst>
                <a:ext uri="{FF2B5EF4-FFF2-40B4-BE49-F238E27FC236}">
                  <a16:creationId xmlns:a16="http://schemas.microsoft.com/office/drawing/2014/main" id="{E0E27CBD-8BEA-FA3B-6EDF-4D71874FB0B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3" y="2229"/>
              <a:ext cx="333" cy="357"/>
            </a:xfrm>
            <a:custGeom>
              <a:avLst/>
              <a:gdLst>
                <a:gd name="T0" fmla="*/ 0 w 40064"/>
                <a:gd name="T1" fmla="*/ 0 h 43200"/>
                <a:gd name="T2" fmla="*/ 0 w 40064"/>
                <a:gd name="T3" fmla="*/ 0 h 43200"/>
                <a:gd name="T4" fmla="*/ 0 w 40064"/>
                <a:gd name="T5" fmla="*/ 0 h 43200"/>
                <a:gd name="T6" fmla="*/ 0 60000 65536"/>
                <a:gd name="T7" fmla="*/ 0 60000 65536"/>
                <a:gd name="T8" fmla="*/ 0 60000 65536"/>
                <a:gd name="T9" fmla="*/ 0 w 40064"/>
                <a:gd name="T10" fmla="*/ 0 h 43200"/>
                <a:gd name="T11" fmla="*/ 40064 w 4006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64" h="43200" fill="none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</a:path>
                <a:path w="40064" h="43200" stroke="0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  <a:lnTo>
                    <a:pt x="18464" y="21600"/>
                  </a:lnTo>
                  <a:lnTo>
                    <a:pt x="-1" y="1039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0E506002-ABCA-1388-D6CE-0CF315D4D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2115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B820A4DB-C7A2-6DE7-D188-2C9C280D0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79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E7FA6C07-2EF2-13B7-867E-5551F1BA0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2" y="3431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2AD3B7B0-CE4F-365D-8D7B-6606ECC42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6" y="2977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8608E93D-1F81-9A8A-E6D7-A0AD31525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2524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F5AFC9A0-F31B-58EF-3353-3CF3E32A0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2877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A90B971B-E82B-FC2D-E715-11E558315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2591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AB6BF85C-0340-0D5E-825C-F18111376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" y="3588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29" name="Arc 30">
              <a:extLst>
                <a:ext uri="{FF2B5EF4-FFF2-40B4-BE49-F238E27FC236}">
                  <a16:creationId xmlns:a16="http://schemas.microsoft.com/office/drawing/2014/main" id="{59F0C729-DD0F-4D1D-794D-8C0B14061E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4" y="3210"/>
              <a:ext cx="333" cy="357"/>
            </a:xfrm>
            <a:custGeom>
              <a:avLst/>
              <a:gdLst>
                <a:gd name="T0" fmla="*/ 0 w 40064"/>
                <a:gd name="T1" fmla="*/ 0 h 43200"/>
                <a:gd name="T2" fmla="*/ 0 w 40064"/>
                <a:gd name="T3" fmla="*/ 0 h 43200"/>
                <a:gd name="T4" fmla="*/ 0 w 40064"/>
                <a:gd name="T5" fmla="*/ 0 h 43200"/>
                <a:gd name="T6" fmla="*/ 0 60000 65536"/>
                <a:gd name="T7" fmla="*/ 0 60000 65536"/>
                <a:gd name="T8" fmla="*/ 0 60000 65536"/>
                <a:gd name="T9" fmla="*/ 0 w 40064"/>
                <a:gd name="T10" fmla="*/ 0 h 43200"/>
                <a:gd name="T11" fmla="*/ 40064 w 4006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64" h="43200" fill="none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</a:path>
                <a:path w="40064" h="43200" stroke="0" extrusionOk="0">
                  <a:moveTo>
                    <a:pt x="-1" y="10391"/>
                  </a:moveTo>
                  <a:cubicBezTo>
                    <a:pt x="3916" y="3939"/>
                    <a:pt x="10916" y="-1"/>
                    <a:pt x="18464" y="0"/>
                  </a:cubicBezTo>
                  <a:cubicBezTo>
                    <a:pt x="30393" y="0"/>
                    <a:pt x="40064" y="9670"/>
                    <a:pt x="40064" y="21600"/>
                  </a:cubicBezTo>
                  <a:cubicBezTo>
                    <a:pt x="40064" y="33529"/>
                    <a:pt x="30393" y="43200"/>
                    <a:pt x="18464" y="43200"/>
                  </a:cubicBezTo>
                  <a:cubicBezTo>
                    <a:pt x="13660" y="43200"/>
                    <a:pt x="8994" y="41598"/>
                    <a:pt x="5202" y="38650"/>
                  </a:cubicBezTo>
                  <a:lnTo>
                    <a:pt x="18464" y="21600"/>
                  </a:lnTo>
                  <a:lnTo>
                    <a:pt x="-1" y="1039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" name="Text Box 43">
            <a:extLst>
              <a:ext uri="{FF2B5EF4-FFF2-40B4-BE49-F238E27FC236}">
                <a16:creationId xmlns:a16="http://schemas.microsoft.com/office/drawing/2014/main" id="{1D4FFB3A-69B7-77A7-4DEE-CAB727194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6161" y="4902329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状态图</a:t>
            </a:r>
          </a:p>
        </p:txBody>
      </p:sp>
      <p:sp>
        <p:nvSpPr>
          <p:cNvPr id="31" name="Oval 45">
            <a:extLst>
              <a:ext uri="{FF2B5EF4-FFF2-40B4-BE49-F238E27FC236}">
                <a16:creationId xmlns:a16="http://schemas.microsoft.com/office/drawing/2014/main" id="{C2F361DE-D758-FD1A-EFCA-8E002B691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998" y="3497391"/>
            <a:ext cx="504825" cy="5048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S</a:t>
            </a:r>
            <a:r>
              <a:rPr kumimoji="1" lang="en-US" altLang="zh-CN" sz="1800">
                <a:ea typeface="楷体_GB2312" pitchFamily="49" charset="-122"/>
              </a:rPr>
              <a:t>/Z</a:t>
            </a:r>
            <a:endParaRPr lang="en-US" altLang="zh-CN" sz="1800">
              <a:ea typeface="楷体_GB2312" pitchFamily="49" charset="-122"/>
            </a:endParaRPr>
          </a:p>
        </p:txBody>
      </p:sp>
      <p:sp>
        <p:nvSpPr>
          <p:cNvPr id="32" name="Line 46">
            <a:extLst>
              <a:ext uri="{FF2B5EF4-FFF2-40B4-BE49-F238E27FC236}">
                <a16:creationId xmlns:a16="http://schemas.microsoft.com/office/drawing/2014/main" id="{01FC4C59-4CC6-2247-DA5D-88A28B7FD0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3236" y="3784729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3" name="Group 31">
            <a:extLst>
              <a:ext uri="{FF2B5EF4-FFF2-40B4-BE49-F238E27FC236}">
                <a16:creationId xmlns:a16="http://schemas.microsoft.com/office/drawing/2014/main" id="{87392790-7FFE-0726-6627-3DC32E816AFC}"/>
              </a:ext>
            </a:extLst>
          </p:cNvPr>
          <p:cNvGrpSpPr>
            <a:grpSpLocks/>
          </p:cNvGrpSpPr>
          <p:nvPr/>
        </p:nvGrpSpPr>
        <p:grpSpPr bwMode="auto">
          <a:xfrm>
            <a:off x="5599498" y="2738566"/>
            <a:ext cx="3276600" cy="2486025"/>
            <a:chOff x="3606" y="2462"/>
            <a:chExt cx="2064" cy="1566"/>
          </a:xfrm>
        </p:grpSpPr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4641D79C-BFCD-B550-5179-4C40D4109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7" y="2921"/>
              <a:ext cx="1910" cy="1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00       00        01        0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01       00        10        0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10       00        11        0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11       00        11        1</a:t>
              </a:r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B6419E94-7A5D-B6AE-0363-6DDDB07D1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2689"/>
              <a:ext cx="10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>
                  <a:ea typeface="楷体_GB2312" pitchFamily="49" charset="-122"/>
                </a:rPr>
                <a:t> </a:t>
              </a:r>
              <a:r>
                <a:rPr kumimoji="1" lang="en-US" altLang="zh-CN" sz="2000">
                  <a:ea typeface="楷体_GB2312" pitchFamily="49" charset="-122"/>
                </a:rPr>
                <a:t>X=</a:t>
              </a:r>
              <a:r>
                <a:rPr kumimoji="1" lang="en-US" altLang="zh-CN" sz="2400">
                  <a:ea typeface="楷体_GB2312" pitchFamily="49" charset="-122"/>
                </a:rPr>
                <a:t>0</a:t>
              </a:r>
              <a:r>
                <a:rPr kumimoji="1" lang="en-US" altLang="zh-CN" sz="2000">
                  <a:ea typeface="楷体_GB2312" pitchFamily="49" charset="-122"/>
                </a:rPr>
                <a:t>        X=</a:t>
              </a:r>
              <a:r>
                <a:rPr kumimoji="1" lang="en-US" altLang="zh-CN" sz="24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996921E6-893B-F5ED-0BE3-035711E69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1" y="2728"/>
              <a:ext cx="12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959998DF-2B8D-B992-B417-1764EDF22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2478"/>
              <a:ext cx="0" cy="15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B13424CE-3303-9721-D74A-B0EF5E05B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6" y="2728"/>
              <a:ext cx="0" cy="12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44703831-FE10-9482-F5ED-F889284718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6" y="2946"/>
              <a:ext cx="2054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E3500BAF-742D-8C9C-0944-7A54A347A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4020"/>
              <a:ext cx="2054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8DF4F911-4248-81BF-F219-A256D999D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2478"/>
              <a:ext cx="2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0">
              <a:extLst>
                <a:ext uri="{FF2B5EF4-FFF2-40B4-BE49-F238E27FC236}">
                  <a16:creationId xmlns:a16="http://schemas.microsoft.com/office/drawing/2014/main" id="{03CAEDC9-B2D8-8FD4-FAEC-C21CD410C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2462"/>
              <a:ext cx="4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43" name="Rectangle 41">
              <a:extLst>
                <a:ext uri="{FF2B5EF4-FFF2-40B4-BE49-F238E27FC236}">
                  <a16:creationId xmlns:a16="http://schemas.microsoft.com/office/drawing/2014/main" id="{4D241A43-EFFD-978A-8864-EC4ADB3B5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576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35000">
                  <a:ea typeface="楷体_GB2312" pitchFamily="49" charset="-122"/>
                </a:rPr>
                <a:t>n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</p:grpSp>
      <p:sp>
        <p:nvSpPr>
          <p:cNvPr id="44" name="Text Box 42">
            <a:extLst>
              <a:ext uri="{FF2B5EF4-FFF2-40B4-BE49-F238E27FC236}">
                <a16:creationId xmlns:a16="http://schemas.microsoft.com/office/drawing/2014/main" id="{37DF88BE-95E9-A84A-3B98-825FC28BB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4361" y="2235329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45" name="Line 35">
            <a:extLst>
              <a:ext uri="{FF2B5EF4-FFF2-40B4-BE49-F238E27FC236}">
                <a16:creationId xmlns:a16="http://schemas.microsoft.com/office/drawing/2014/main" id="{884B8804-F587-B8E8-44DA-2ECC6C1A7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8861" y="2763966"/>
            <a:ext cx="0" cy="2447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35">
            <a:extLst>
              <a:ext uri="{FF2B5EF4-FFF2-40B4-BE49-F238E27FC236}">
                <a16:creationId xmlns:a16="http://schemas.microsoft.com/office/drawing/2014/main" id="{11E86D76-2C86-A5B0-215B-9CA272AED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6098" y="2776666"/>
            <a:ext cx="0" cy="2447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 40">
            <a:extLst>
              <a:ext uri="{FF2B5EF4-FFF2-40B4-BE49-F238E27FC236}">
                <a16:creationId xmlns:a16="http://schemas.microsoft.com/office/drawing/2014/main" id="{BAE24BA6-E185-1185-5B8F-B3A0A4CEA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636" y="2854454"/>
            <a:ext cx="466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 Z</a:t>
            </a:r>
            <a:endParaRPr kumimoji="1" lang="zh-CN" altLang="en-US" sz="240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9338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EEDCB-3AEB-4C3D-8739-CF155079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200" b="0" dirty="0"/>
              <a:t>按</a:t>
            </a:r>
            <a:r>
              <a:rPr lang="en-US" altLang="zh-CN" sz="3200" b="0" dirty="0"/>
              <a:t>Moore</a:t>
            </a:r>
            <a:r>
              <a:rPr lang="zh-CN" altLang="en-US" sz="3200" b="0" dirty="0"/>
              <a:t>型时序电路分析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DBE98A-63DE-3FA2-1C18-39EB719E5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A8C68F-1105-B9D5-2372-0C64E660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38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6" name="内容占位符 6">
            <a:extLst>
              <a:ext uri="{FF2B5EF4-FFF2-40B4-BE49-F238E27FC236}">
                <a16:creationId xmlns:a16="http://schemas.microsoft.com/office/drawing/2014/main" id="{C3FFB473-E792-B1B0-29FE-61017FE75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(4)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求出状态方程和输出方程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altLang="zh-CN" b="0" dirty="0">
                <a:latin typeface="Arial" panose="020B0604020202020204" pitchFamily="34" charset="0"/>
              </a:rPr>
              <a:t>		S=[Q1,Q0]</a:t>
            </a:r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70E6524D-ABE8-0DC3-06A6-936DB6710410}"/>
              </a:ext>
            </a:extLst>
          </p:cNvPr>
          <p:cNvGrpSpPr>
            <a:grpSpLocks/>
          </p:cNvGrpSpPr>
          <p:nvPr/>
        </p:nvGrpSpPr>
        <p:grpSpPr bwMode="auto">
          <a:xfrm>
            <a:off x="6475356" y="3776891"/>
            <a:ext cx="1470025" cy="2286000"/>
            <a:chOff x="3900" y="2296"/>
            <a:chExt cx="926" cy="1440"/>
          </a:xfrm>
        </p:grpSpPr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35A9EBEF-E5B0-CD7B-49FA-0897C5A74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2" y="2747"/>
              <a:ext cx="649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00    0 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01    0 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10    0 </a:t>
              </a: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A2472187-FE28-478E-E542-1D32AF815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2727"/>
              <a:ext cx="363" cy="9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6222A5A9-4A23-9839-59D6-0A3604AD0D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3" y="3243"/>
              <a:ext cx="36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6">
              <a:extLst>
                <a:ext uri="{FF2B5EF4-FFF2-40B4-BE49-F238E27FC236}">
                  <a16:creationId xmlns:a16="http://schemas.microsoft.com/office/drawing/2014/main" id="{79D0CF49-D457-DF3D-9030-C66AA96533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3" y="3002"/>
              <a:ext cx="36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65104593-1438-1A90-7F86-EA879CE672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3" y="3481"/>
              <a:ext cx="363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D93F9ACB-7A1A-99EC-D9F5-2D5C32FF90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3" y="2476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40188B16-F2C2-4F94-3A91-40EF68C10C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0" y="2520"/>
              <a:ext cx="490" cy="283"/>
              <a:chOff x="2486" y="2952"/>
              <a:chExt cx="490" cy="283"/>
            </a:xfrm>
          </p:grpSpPr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235C8BE0-7F7F-3288-58B0-A2267F0FE2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6" y="2985"/>
                <a:ext cx="4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1</a:t>
                </a: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0</a:t>
                </a:r>
                <a:endParaRPr kumimoji="1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18" name="Text Box 14">
                <a:extLst>
                  <a:ext uri="{FF2B5EF4-FFF2-40B4-BE49-F238E27FC236}">
                    <a16:creationId xmlns:a16="http://schemas.microsoft.com/office/drawing/2014/main" id="{AE6632DF-5191-EA9E-AB85-1FA957A7C1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8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  <p:sp>
            <p:nvSpPr>
              <p:cNvPr id="19" name="Text Box 15">
                <a:extLst>
                  <a:ext uri="{FF2B5EF4-FFF2-40B4-BE49-F238E27FC236}">
                    <a16:creationId xmlns:a16="http://schemas.microsoft.com/office/drawing/2014/main" id="{5ACB5A96-0845-D96B-37C6-9760C6F0DF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4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</p:grp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25D2E3DB-AFA4-11D7-79C4-834EE9845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3205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6756459F-689B-D283-1DF4-B983F2A18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2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Z</a:t>
              </a:r>
              <a:endParaRPr kumimoji="1" lang="zh-CN" altLang="en-US" sz="2400" baseline="-25000">
                <a:ea typeface="楷体_GB2312" pitchFamily="49" charset="-122"/>
              </a:endParaRPr>
            </a:p>
          </p:txBody>
        </p:sp>
      </p:grpSp>
      <p:grpSp>
        <p:nvGrpSpPr>
          <p:cNvPr id="20" name="Group 25">
            <a:extLst>
              <a:ext uri="{FF2B5EF4-FFF2-40B4-BE49-F238E27FC236}">
                <a16:creationId xmlns:a16="http://schemas.microsoft.com/office/drawing/2014/main" id="{EB92F0D7-6BF2-F0DA-EB39-F2B8CF1DFDDC}"/>
              </a:ext>
            </a:extLst>
          </p:cNvPr>
          <p:cNvGrpSpPr>
            <a:grpSpLocks/>
          </p:cNvGrpSpPr>
          <p:nvPr/>
        </p:nvGrpSpPr>
        <p:grpSpPr bwMode="auto">
          <a:xfrm>
            <a:off x="3056199" y="1821171"/>
            <a:ext cx="2027237" cy="2465387"/>
            <a:chOff x="2199" y="2183"/>
            <a:chExt cx="1277" cy="1553"/>
          </a:xfrm>
        </p:grpSpPr>
        <p:sp>
          <p:nvSpPr>
            <p:cNvPr id="21" name="Text Box 26">
              <a:extLst>
                <a:ext uri="{FF2B5EF4-FFF2-40B4-BE49-F238E27FC236}">
                  <a16:creationId xmlns:a16="http://schemas.microsoft.com/office/drawing/2014/main" id="{DFB26006-6198-C391-8359-BE671A16E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747"/>
              <a:ext cx="989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00    0      1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01    0      0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10    0      1</a:t>
              </a:r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3DFDE0A8-6648-4728-E8E6-66D23D76F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" y="2713"/>
              <a:ext cx="720" cy="98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3" name="Line 28">
              <a:extLst>
                <a:ext uri="{FF2B5EF4-FFF2-40B4-BE49-F238E27FC236}">
                  <a16:creationId xmlns:a16="http://schemas.microsoft.com/office/drawing/2014/main" id="{B51C8E60-39DF-410C-9499-D04F0AE3F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6" y="324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9">
              <a:extLst>
                <a:ext uri="{FF2B5EF4-FFF2-40B4-BE49-F238E27FC236}">
                  <a16:creationId xmlns:a16="http://schemas.microsoft.com/office/drawing/2014/main" id="{D07F0D2E-BEB9-591A-1CA8-DF68E92E8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6" y="300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30">
              <a:extLst>
                <a:ext uri="{FF2B5EF4-FFF2-40B4-BE49-F238E27FC236}">
                  <a16:creationId xmlns:a16="http://schemas.microsoft.com/office/drawing/2014/main" id="{BBC5EDD0-2BE1-1595-035E-8942C0624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6" y="348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31">
              <a:extLst>
                <a:ext uri="{FF2B5EF4-FFF2-40B4-BE49-F238E27FC236}">
                  <a16:creationId xmlns:a16="http://schemas.microsoft.com/office/drawing/2014/main" id="{432B60EA-CE9D-F50F-A858-0A9C0BFC0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713"/>
              <a:ext cx="0" cy="9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32">
              <a:extLst>
                <a:ext uri="{FF2B5EF4-FFF2-40B4-BE49-F238E27FC236}">
                  <a16:creationId xmlns:a16="http://schemas.microsoft.com/office/drawing/2014/main" id="{4C0A8E0B-E3DB-EAE9-EC2F-E7D065B197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16" y="2473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Box 33">
              <a:extLst>
                <a:ext uri="{FF2B5EF4-FFF2-40B4-BE49-F238E27FC236}">
                  <a16:creationId xmlns:a16="http://schemas.microsoft.com/office/drawing/2014/main" id="{D27DED86-02C2-A5EF-9B16-542A4D28A9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8" y="2482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>
                  <a:ea typeface="楷体_GB2312" pitchFamily="49" charset="-122"/>
                </a:rPr>
                <a:t> </a:t>
              </a:r>
              <a:r>
                <a:rPr kumimoji="1" lang="en-US" altLang="zh-CN" sz="2000">
                  <a:ea typeface="楷体_GB2312" pitchFamily="49" charset="-122"/>
                </a:rPr>
                <a:t>0       1</a:t>
              </a:r>
            </a:p>
          </p:txBody>
        </p:sp>
        <p:sp>
          <p:nvSpPr>
            <p:cNvPr id="29" name="Text Box 34">
              <a:extLst>
                <a:ext uri="{FF2B5EF4-FFF2-40B4-BE49-F238E27FC236}">
                  <a16:creationId xmlns:a16="http://schemas.microsoft.com/office/drawing/2014/main" id="{E86D5C6C-7157-3AE8-3D21-5E25481CC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2" y="2384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X</a:t>
              </a:r>
            </a:p>
          </p:txBody>
        </p:sp>
        <p:grpSp>
          <p:nvGrpSpPr>
            <p:cNvPr id="30" name="Group 35">
              <a:extLst>
                <a:ext uri="{FF2B5EF4-FFF2-40B4-BE49-F238E27FC236}">
                  <a16:creationId xmlns:a16="http://schemas.microsoft.com/office/drawing/2014/main" id="{A015938E-4D3C-A6A1-A752-9FFB7B36B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" y="2509"/>
              <a:ext cx="490" cy="283"/>
              <a:chOff x="2486" y="2952"/>
              <a:chExt cx="490" cy="283"/>
            </a:xfrm>
          </p:grpSpPr>
          <p:sp>
            <p:nvSpPr>
              <p:cNvPr id="36" name="Text Box 36">
                <a:extLst>
                  <a:ext uri="{FF2B5EF4-FFF2-40B4-BE49-F238E27FC236}">
                    <a16:creationId xmlns:a16="http://schemas.microsoft.com/office/drawing/2014/main" id="{41608D52-7D50-DC62-06A1-E67FA79269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6" y="2985"/>
                <a:ext cx="4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1</a:t>
                </a: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0</a:t>
                </a:r>
                <a:endParaRPr kumimoji="1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37" name="Text Box 37">
                <a:extLst>
                  <a:ext uri="{FF2B5EF4-FFF2-40B4-BE49-F238E27FC236}">
                    <a16:creationId xmlns:a16="http://schemas.microsoft.com/office/drawing/2014/main" id="{A0DB04F9-A5D7-B1FA-98CB-25DA6C81FC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8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  <p:sp>
            <p:nvSpPr>
              <p:cNvPr id="38" name="Text Box 38">
                <a:extLst>
                  <a:ext uri="{FF2B5EF4-FFF2-40B4-BE49-F238E27FC236}">
                    <a16:creationId xmlns:a16="http://schemas.microsoft.com/office/drawing/2014/main" id="{2E0D0B0F-3AA6-B891-0833-B90A796FF9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4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</p:grpSp>
        <p:sp>
          <p:nvSpPr>
            <p:cNvPr id="31" name="Text Box 39">
              <a:extLst>
                <a:ext uri="{FF2B5EF4-FFF2-40B4-BE49-F238E27FC236}">
                  <a16:creationId xmlns:a16="http://schemas.microsoft.com/office/drawing/2014/main" id="{05C52CAF-C404-F2AF-062F-1656AC69B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6" y="3202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32" name="Text Box 40">
              <a:extLst>
                <a:ext uri="{FF2B5EF4-FFF2-40B4-BE49-F238E27FC236}">
                  <a16:creationId xmlns:a16="http://schemas.microsoft.com/office/drawing/2014/main" id="{023FFC77-1E8F-85A2-1BBE-0A2E45D96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1" y="3205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</a:t>
              </a:r>
            </a:p>
          </p:txBody>
        </p:sp>
        <p:grpSp>
          <p:nvGrpSpPr>
            <p:cNvPr id="33" name="Group 41">
              <a:extLst>
                <a:ext uri="{FF2B5EF4-FFF2-40B4-BE49-F238E27FC236}">
                  <a16:creationId xmlns:a16="http://schemas.microsoft.com/office/drawing/2014/main" id="{043509C6-1171-0302-4E2A-26E7E235A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0" y="2183"/>
              <a:ext cx="531" cy="333"/>
              <a:chOff x="567" y="2160"/>
              <a:chExt cx="531" cy="333"/>
            </a:xfrm>
          </p:grpSpPr>
          <p:sp>
            <p:nvSpPr>
              <p:cNvPr id="34" name="Rectangle 42">
                <a:extLst>
                  <a:ext uri="{FF2B5EF4-FFF2-40B4-BE49-F238E27FC236}">
                    <a16:creationId xmlns:a16="http://schemas.microsoft.com/office/drawing/2014/main" id="{F7F46C65-6004-BA1C-BF4C-7B37E1550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2205"/>
                <a:ext cx="3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r>
                  <a:rPr kumimoji="1" lang="en-US" altLang="zh-CN" sz="2400" baseline="-25000">
                    <a:ea typeface="楷体_GB2312" pitchFamily="49" charset="-122"/>
                  </a:rPr>
                  <a:t>0</a:t>
                </a:r>
                <a:endParaRPr kumimoji="1" lang="zh-CN" altLang="en-US" sz="2400" baseline="-25000">
                  <a:ea typeface="楷体_GB2312" pitchFamily="49" charset="-122"/>
                </a:endParaRPr>
              </a:p>
            </p:txBody>
          </p:sp>
          <p:sp>
            <p:nvSpPr>
              <p:cNvPr id="35" name="Text Box 43">
                <a:extLst>
                  <a:ext uri="{FF2B5EF4-FFF2-40B4-BE49-F238E27FC236}">
                    <a16:creationId xmlns:a16="http://schemas.microsoft.com/office/drawing/2014/main" id="{80E93AD1-DDDB-CE43-31F6-38BBC5F82A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2160"/>
                <a:ext cx="35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800">
                    <a:ea typeface="楷体_GB2312" pitchFamily="49" charset="-122"/>
                  </a:rPr>
                  <a:t>n+1</a:t>
                </a:r>
              </a:p>
            </p:txBody>
          </p:sp>
        </p:grpSp>
      </p:grpSp>
      <p:grpSp>
        <p:nvGrpSpPr>
          <p:cNvPr id="39" name="Group 44">
            <a:extLst>
              <a:ext uri="{FF2B5EF4-FFF2-40B4-BE49-F238E27FC236}">
                <a16:creationId xmlns:a16="http://schemas.microsoft.com/office/drawing/2014/main" id="{938D9D73-C9E6-60AD-14B6-E433651731FB}"/>
              </a:ext>
            </a:extLst>
          </p:cNvPr>
          <p:cNvGrpSpPr>
            <a:grpSpLocks/>
          </p:cNvGrpSpPr>
          <p:nvPr/>
        </p:nvGrpSpPr>
        <p:grpSpPr bwMode="auto">
          <a:xfrm>
            <a:off x="571761" y="1784658"/>
            <a:ext cx="2033588" cy="2471738"/>
            <a:chOff x="544" y="2160"/>
            <a:chExt cx="1281" cy="1557"/>
          </a:xfrm>
        </p:grpSpPr>
        <p:sp>
          <p:nvSpPr>
            <p:cNvPr id="40" name="Text Box 45">
              <a:extLst>
                <a:ext uri="{FF2B5EF4-FFF2-40B4-BE49-F238E27FC236}">
                  <a16:creationId xmlns:a16="http://schemas.microsoft.com/office/drawing/2014/main" id="{4C533D76-DDEC-164A-1BBD-B445EED27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2739"/>
              <a:ext cx="980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00    0      0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01    0      1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11 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10    0      1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042DE9D6-4865-D071-8BE3-B869B02FF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" y="2713"/>
              <a:ext cx="720" cy="98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2" name="Line 47">
              <a:extLst>
                <a:ext uri="{FF2B5EF4-FFF2-40B4-BE49-F238E27FC236}">
                  <a16:creationId xmlns:a16="http://schemas.microsoft.com/office/drawing/2014/main" id="{72DF8D28-B823-4259-E3AC-85A14585B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324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8">
              <a:extLst>
                <a:ext uri="{FF2B5EF4-FFF2-40B4-BE49-F238E27FC236}">
                  <a16:creationId xmlns:a16="http://schemas.microsoft.com/office/drawing/2014/main" id="{076A864B-2CBF-8B04-0A17-2162104A2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300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9">
              <a:extLst>
                <a:ext uri="{FF2B5EF4-FFF2-40B4-BE49-F238E27FC236}">
                  <a16:creationId xmlns:a16="http://schemas.microsoft.com/office/drawing/2014/main" id="{CB67ED4B-4FE0-1EBB-9441-B9991EE67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3481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50">
              <a:extLst>
                <a:ext uri="{FF2B5EF4-FFF2-40B4-BE49-F238E27FC236}">
                  <a16:creationId xmlns:a16="http://schemas.microsoft.com/office/drawing/2014/main" id="{D3AE1159-AEAA-B50E-1B1C-E9D9274E7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7" y="2713"/>
              <a:ext cx="0" cy="9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51">
              <a:extLst>
                <a:ext uri="{FF2B5EF4-FFF2-40B4-BE49-F238E27FC236}">
                  <a16:creationId xmlns:a16="http://schemas.microsoft.com/office/drawing/2014/main" id="{1B9F00A9-829E-FEC6-7EFA-6B3405914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5" y="2473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52">
              <a:extLst>
                <a:ext uri="{FF2B5EF4-FFF2-40B4-BE49-F238E27FC236}">
                  <a16:creationId xmlns:a16="http://schemas.microsoft.com/office/drawing/2014/main" id="{57D57333-D31B-D0DC-4291-F601674AA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" y="2482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>
                  <a:ea typeface="楷体_GB2312" pitchFamily="49" charset="-122"/>
                </a:rPr>
                <a:t> </a:t>
              </a:r>
              <a:r>
                <a:rPr kumimoji="1" lang="en-US" altLang="zh-CN" sz="2000">
                  <a:ea typeface="楷体_GB2312" pitchFamily="49" charset="-122"/>
                </a:rPr>
                <a:t>0       1</a:t>
              </a:r>
            </a:p>
          </p:txBody>
        </p:sp>
        <p:sp>
          <p:nvSpPr>
            <p:cNvPr id="48" name="Text Box 53">
              <a:extLst>
                <a:ext uri="{FF2B5EF4-FFF2-40B4-BE49-F238E27FC236}">
                  <a16:creationId xmlns:a16="http://schemas.microsoft.com/office/drawing/2014/main" id="{003378AB-7B17-FCFC-59C0-8B5F47AD1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1" y="2384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X</a:t>
              </a:r>
            </a:p>
          </p:txBody>
        </p:sp>
        <p:grpSp>
          <p:nvGrpSpPr>
            <p:cNvPr id="49" name="Group 54">
              <a:extLst>
                <a:ext uri="{FF2B5EF4-FFF2-40B4-BE49-F238E27FC236}">
                  <a16:creationId xmlns:a16="http://schemas.microsoft.com/office/drawing/2014/main" id="{7340D5CF-2757-88D9-CA7E-2E9DF848E2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4" y="2523"/>
              <a:ext cx="490" cy="283"/>
              <a:chOff x="2486" y="2952"/>
              <a:chExt cx="490" cy="283"/>
            </a:xfrm>
          </p:grpSpPr>
          <p:sp>
            <p:nvSpPr>
              <p:cNvPr id="55" name="Text Box 55">
                <a:extLst>
                  <a:ext uri="{FF2B5EF4-FFF2-40B4-BE49-F238E27FC236}">
                    <a16:creationId xmlns:a16="http://schemas.microsoft.com/office/drawing/2014/main" id="{62B7E751-AFD2-6461-77D4-3C93BD4A76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6" y="2985"/>
                <a:ext cx="4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1</a:t>
                </a:r>
                <a:r>
                  <a:rPr kumimoji="1" lang="en-US" altLang="zh-CN" sz="2000">
                    <a:ea typeface="楷体_GB2312" pitchFamily="49" charset="-122"/>
                  </a:rPr>
                  <a:t>Q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0</a:t>
                </a:r>
                <a:endParaRPr kumimoji="1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56" name="Text Box 56">
                <a:extLst>
                  <a:ext uri="{FF2B5EF4-FFF2-40B4-BE49-F238E27FC236}">
                    <a16:creationId xmlns:a16="http://schemas.microsoft.com/office/drawing/2014/main" id="{26CBD6CD-ED42-64D2-E3FD-1A8A3AEA43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8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  <p:sp>
            <p:nvSpPr>
              <p:cNvPr id="57" name="Text Box 57">
                <a:extLst>
                  <a:ext uri="{FF2B5EF4-FFF2-40B4-BE49-F238E27FC236}">
                    <a16:creationId xmlns:a16="http://schemas.microsoft.com/office/drawing/2014/main" id="{8F7CCD71-5884-5093-35D5-6FE6DBC36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4" y="2952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400">
                    <a:ea typeface="楷体_GB2312" pitchFamily="49" charset="-122"/>
                  </a:rPr>
                  <a:t>n</a:t>
                </a:r>
              </a:p>
            </p:txBody>
          </p:sp>
        </p:grpSp>
        <p:sp>
          <p:nvSpPr>
            <p:cNvPr id="50" name="Text Box 58">
              <a:extLst>
                <a:ext uri="{FF2B5EF4-FFF2-40B4-BE49-F238E27FC236}">
                  <a16:creationId xmlns:a16="http://schemas.microsoft.com/office/drawing/2014/main" id="{72B7DA73-FFF1-4535-E45E-5A9B74470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3" y="3202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51" name="Text Box 59">
              <a:extLst>
                <a:ext uri="{FF2B5EF4-FFF2-40B4-BE49-F238E27FC236}">
                  <a16:creationId xmlns:a16="http://schemas.microsoft.com/office/drawing/2014/main" id="{FCB09951-92CA-3522-9891-F50CB4334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" y="3205"/>
              <a:ext cx="27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1</a:t>
              </a:r>
            </a:p>
          </p:txBody>
        </p:sp>
        <p:grpSp>
          <p:nvGrpSpPr>
            <p:cNvPr id="52" name="Group 60">
              <a:extLst>
                <a:ext uri="{FF2B5EF4-FFF2-40B4-BE49-F238E27FC236}">
                  <a16:creationId xmlns:a16="http://schemas.microsoft.com/office/drawing/2014/main" id="{54BA94EF-E9DC-4B6D-7B6D-F153616BE3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2160"/>
              <a:ext cx="531" cy="333"/>
              <a:chOff x="567" y="2160"/>
              <a:chExt cx="531" cy="333"/>
            </a:xfrm>
          </p:grpSpPr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82C2EBD0-E600-A58B-4412-BD950364BF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2205"/>
                <a:ext cx="3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r>
                  <a:rPr kumimoji="1" lang="en-US" altLang="zh-CN" sz="2400" baseline="-25000">
                    <a:ea typeface="楷体_GB2312" pitchFamily="49" charset="-122"/>
                  </a:rPr>
                  <a:t>1</a:t>
                </a:r>
                <a:endParaRPr kumimoji="1" lang="zh-CN" altLang="en-US" sz="2400" baseline="-25000">
                  <a:ea typeface="楷体_GB2312" pitchFamily="49" charset="-122"/>
                </a:endParaRPr>
              </a:p>
            </p:txBody>
          </p:sp>
          <p:sp>
            <p:nvSpPr>
              <p:cNvPr id="54" name="Text Box 62">
                <a:extLst>
                  <a:ext uri="{FF2B5EF4-FFF2-40B4-BE49-F238E27FC236}">
                    <a16:creationId xmlns:a16="http://schemas.microsoft.com/office/drawing/2014/main" id="{2C2741CD-C98B-8924-C01B-1665BAD4B5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2160"/>
                <a:ext cx="35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800">
                    <a:ea typeface="楷体_GB2312" pitchFamily="49" charset="-122"/>
                  </a:rPr>
                  <a:t>n+1</a:t>
                </a:r>
              </a:p>
            </p:txBody>
          </p:sp>
        </p:grpSp>
      </p:grpSp>
      <p:grpSp>
        <p:nvGrpSpPr>
          <p:cNvPr id="58" name="Group 81">
            <a:extLst>
              <a:ext uri="{FF2B5EF4-FFF2-40B4-BE49-F238E27FC236}">
                <a16:creationId xmlns:a16="http://schemas.microsoft.com/office/drawing/2014/main" id="{9ABF54D3-111B-AD7A-EC80-74941B0A4E0D}"/>
              </a:ext>
            </a:extLst>
          </p:cNvPr>
          <p:cNvGrpSpPr>
            <a:grpSpLocks/>
          </p:cNvGrpSpPr>
          <p:nvPr/>
        </p:nvGrpSpPr>
        <p:grpSpPr bwMode="auto">
          <a:xfrm>
            <a:off x="6562669" y="6085116"/>
            <a:ext cx="1631950" cy="563563"/>
            <a:chOff x="4014" y="3713"/>
            <a:chExt cx="1028" cy="355"/>
          </a:xfrm>
        </p:grpSpPr>
        <p:sp>
          <p:nvSpPr>
            <p:cNvPr id="59" name="Text Box 82">
              <a:extLst>
                <a:ext uri="{FF2B5EF4-FFF2-40B4-BE49-F238E27FC236}">
                  <a16:creationId xmlns:a16="http://schemas.microsoft.com/office/drawing/2014/main" id="{F9E5D90B-1254-22D3-4C6A-734F3DA22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777"/>
              <a:ext cx="10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  </a:t>
              </a:r>
              <a:r>
                <a:rPr kumimoji="1" lang="en-US" altLang="zh-CN" sz="2400">
                  <a:ea typeface="楷体_GB2312" pitchFamily="49" charset="-122"/>
                </a:rPr>
                <a:t>Z = Q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  <a:endParaRPr kumimoji="1" lang="en-US" altLang="zh-CN" sz="2400">
                <a:ea typeface="楷体_GB2312" pitchFamily="49" charset="-122"/>
              </a:endParaRPr>
            </a:p>
          </p:txBody>
        </p:sp>
        <p:sp>
          <p:nvSpPr>
            <p:cNvPr id="60" name="Text Box 83">
              <a:extLst>
                <a:ext uri="{FF2B5EF4-FFF2-40B4-BE49-F238E27FC236}">
                  <a16:creationId xmlns:a16="http://schemas.microsoft.com/office/drawing/2014/main" id="{2DC069CD-6C4E-A014-7B45-F456BA2F9A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" y="371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</p:grpSp>
      <p:sp>
        <p:nvSpPr>
          <p:cNvPr id="61" name="AutoShape 84">
            <a:extLst>
              <a:ext uri="{FF2B5EF4-FFF2-40B4-BE49-F238E27FC236}">
                <a16:creationId xmlns:a16="http://schemas.microsoft.com/office/drawing/2014/main" id="{4F399754-DAD1-7855-53B8-364E4D494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2781" y="5308829"/>
            <a:ext cx="381000" cy="3222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2" name="AutoShape 91">
            <a:extLst>
              <a:ext uri="{FF2B5EF4-FFF2-40B4-BE49-F238E27FC236}">
                <a16:creationId xmlns:a16="http://schemas.microsoft.com/office/drawing/2014/main" id="{5297763A-6FAD-C53D-0B74-151B06819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4499" y="3167371"/>
            <a:ext cx="396875" cy="685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3" name="AutoShape 92">
            <a:extLst>
              <a:ext uri="{FF2B5EF4-FFF2-40B4-BE49-F238E27FC236}">
                <a16:creationId xmlns:a16="http://schemas.microsoft.com/office/drawing/2014/main" id="{B38C4257-1F1C-4427-DADD-42617366D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1011" y="3576946"/>
            <a:ext cx="323850" cy="61595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64" name="Group 93">
            <a:extLst>
              <a:ext uri="{FF2B5EF4-FFF2-40B4-BE49-F238E27FC236}">
                <a16:creationId xmlns:a16="http://schemas.microsoft.com/office/drawing/2014/main" id="{3B75B178-C284-DD16-ED0F-51C119F90F5A}"/>
              </a:ext>
            </a:extLst>
          </p:cNvPr>
          <p:cNvGrpSpPr>
            <a:grpSpLocks/>
          </p:cNvGrpSpPr>
          <p:nvPr/>
        </p:nvGrpSpPr>
        <p:grpSpPr bwMode="auto">
          <a:xfrm>
            <a:off x="428886" y="4304021"/>
            <a:ext cx="2679700" cy="528637"/>
            <a:chOff x="839" y="1162"/>
            <a:chExt cx="1688" cy="333"/>
          </a:xfrm>
        </p:grpSpPr>
        <p:sp>
          <p:nvSpPr>
            <p:cNvPr id="65" name="Text Box 94">
              <a:extLst>
                <a:ext uri="{FF2B5EF4-FFF2-40B4-BE49-F238E27FC236}">
                  <a16:creationId xmlns:a16="http://schemas.microsoft.com/office/drawing/2014/main" id="{E6E36A2F-27F3-B512-C54C-160B38E17E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207"/>
              <a:ext cx="16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>
                  <a:ea typeface="楷体_GB2312" pitchFamily="49" charset="-122"/>
                </a:rPr>
                <a:t> = X(Q</a:t>
              </a:r>
              <a:r>
                <a:rPr kumimoji="1" lang="en-US" altLang="zh-CN" sz="2400" baseline="-2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+ Q</a:t>
              </a:r>
              <a:r>
                <a:rPr kumimoji="1" lang="en-US" altLang="zh-CN" sz="2400" baseline="-25000">
                  <a:ea typeface="楷体_GB2312" pitchFamily="49" charset="-122"/>
                </a:rPr>
                <a:t>1  </a:t>
              </a:r>
              <a:r>
                <a:rPr kumimoji="1" lang="en-US" altLang="zh-CN" sz="2400">
                  <a:ea typeface="楷体_GB2312" pitchFamily="49" charset="-122"/>
                </a:rPr>
                <a:t>)</a:t>
              </a:r>
            </a:p>
          </p:txBody>
        </p:sp>
        <p:sp>
          <p:nvSpPr>
            <p:cNvPr id="66" name="Text Box 95">
              <a:extLst>
                <a:ext uri="{FF2B5EF4-FFF2-40B4-BE49-F238E27FC236}">
                  <a16:creationId xmlns:a16="http://schemas.microsoft.com/office/drawing/2014/main" id="{8F76FECB-44F6-7C57-33CF-8395B8CC8C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67" name="Text Box 96">
              <a:extLst>
                <a:ext uri="{FF2B5EF4-FFF2-40B4-BE49-F238E27FC236}">
                  <a16:creationId xmlns:a16="http://schemas.microsoft.com/office/drawing/2014/main" id="{84AFE62E-E766-9240-01E8-31F2D9665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</p:grpSp>
      <p:grpSp>
        <p:nvGrpSpPr>
          <p:cNvPr id="68" name="Group 97">
            <a:extLst>
              <a:ext uri="{FF2B5EF4-FFF2-40B4-BE49-F238E27FC236}">
                <a16:creationId xmlns:a16="http://schemas.microsoft.com/office/drawing/2014/main" id="{D2C7FD32-7805-D6C1-42AA-80744E503455}"/>
              </a:ext>
            </a:extLst>
          </p:cNvPr>
          <p:cNvGrpSpPr>
            <a:grpSpLocks/>
          </p:cNvGrpSpPr>
          <p:nvPr/>
        </p:nvGrpSpPr>
        <p:grpSpPr bwMode="auto">
          <a:xfrm>
            <a:off x="3343536" y="4334183"/>
            <a:ext cx="2755900" cy="533400"/>
            <a:chOff x="862" y="1548"/>
            <a:chExt cx="1736" cy="336"/>
          </a:xfrm>
        </p:grpSpPr>
        <p:sp>
          <p:nvSpPr>
            <p:cNvPr id="69" name="Text Box 98">
              <a:extLst>
                <a:ext uri="{FF2B5EF4-FFF2-40B4-BE49-F238E27FC236}">
                  <a16:creationId xmlns:a16="http://schemas.microsoft.com/office/drawing/2014/main" id="{F5A72900-3C60-087B-E7A1-544FAC5F0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93"/>
              <a:ext cx="1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 baseline="-250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= X (Q</a:t>
              </a:r>
              <a:r>
                <a:rPr kumimoji="1" lang="en-US" altLang="zh-CN" sz="2400" baseline="-25000">
                  <a:ea typeface="楷体_GB2312" pitchFamily="49" charset="-122"/>
                </a:rPr>
                <a:t>0  </a:t>
              </a:r>
              <a:r>
                <a:rPr kumimoji="1" lang="en-US" altLang="zh-CN" sz="2400">
                  <a:ea typeface="楷体_GB2312" pitchFamily="49" charset="-122"/>
                </a:rPr>
                <a:t>+Q</a:t>
              </a:r>
              <a:r>
                <a:rPr kumimoji="1" lang="en-US" altLang="zh-CN" sz="2400" baseline="-25000">
                  <a:ea typeface="楷体_GB2312" pitchFamily="49" charset="-122"/>
                </a:rPr>
                <a:t>1 </a:t>
              </a:r>
              <a:r>
                <a:rPr kumimoji="1" lang="en-US" altLang="zh-CN" sz="2400">
                  <a:ea typeface="楷体_GB2312" pitchFamily="49" charset="-122"/>
                </a:rPr>
                <a:t>)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70" name="Text Box 99">
              <a:extLst>
                <a:ext uri="{FF2B5EF4-FFF2-40B4-BE49-F238E27FC236}">
                  <a16:creationId xmlns:a16="http://schemas.microsoft.com/office/drawing/2014/main" id="{8EDB2094-7963-7210-1B73-BCB5525E5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5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71" name="Text Box 100">
              <a:extLst>
                <a:ext uri="{FF2B5EF4-FFF2-40B4-BE49-F238E27FC236}">
                  <a16:creationId xmlns:a16="http://schemas.microsoft.com/office/drawing/2014/main" id="{35633C47-93A5-90A8-9360-CFB077E4D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" y="15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72" name="Line 102">
              <a:extLst>
                <a:ext uri="{FF2B5EF4-FFF2-40B4-BE49-F238E27FC236}">
                  <a16:creationId xmlns:a16="http://schemas.microsoft.com/office/drawing/2014/main" id="{830119A7-6BF6-4D2E-4D74-FB47FA1B0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1593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" name="AutoShape 92">
            <a:extLst>
              <a:ext uri="{FF2B5EF4-FFF2-40B4-BE49-F238E27FC236}">
                <a16:creationId xmlns:a16="http://schemas.microsoft.com/office/drawing/2014/main" id="{1F5EF43F-0F33-28A2-4793-792C05404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686" y="3546783"/>
            <a:ext cx="323850" cy="61595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4" name="Arc 170">
            <a:extLst>
              <a:ext uri="{FF2B5EF4-FFF2-40B4-BE49-F238E27FC236}">
                <a16:creationId xmlns:a16="http://schemas.microsoft.com/office/drawing/2014/main" id="{99BCF9A0-8482-FC8A-4581-08F1A53B00D0}"/>
              </a:ext>
            </a:extLst>
          </p:cNvPr>
          <p:cNvSpPr>
            <a:spLocks/>
          </p:cNvSpPr>
          <p:nvPr/>
        </p:nvSpPr>
        <p:spPr bwMode="auto">
          <a:xfrm rot="5400000">
            <a:off x="4678624" y="2780021"/>
            <a:ext cx="333375" cy="327025"/>
          </a:xfrm>
          <a:custGeom>
            <a:avLst/>
            <a:gdLst>
              <a:gd name="T0" fmla="*/ 0 w 22363"/>
              <a:gd name="T1" fmla="*/ 0 h 43200"/>
              <a:gd name="T2" fmla="*/ 0 w 22363"/>
              <a:gd name="T3" fmla="*/ 0 h 43200"/>
              <a:gd name="T4" fmla="*/ 0 w 22363"/>
              <a:gd name="T5" fmla="*/ 0 h 43200"/>
              <a:gd name="T6" fmla="*/ 0 60000 65536"/>
              <a:gd name="T7" fmla="*/ 0 60000 65536"/>
              <a:gd name="T8" fmla="*/ 0 60000 65536"/>
              <a:gd name="T9" fmla="*/ 0 w 22363"/>
              <a:gd name="T10" fmla="*/ 0 h 43200"/>
              <a:gd name="T11" fmla="*/ 22363 w 22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63" h="43200" fill="none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</a:path>
              <a:path w="22363" h="43200" stroke="0" extrusionOk="0">
                <a:moveTo>
                  <a:pt x="769" y="0"/>
                </a:moveTo>
                <a:cubicBezTo>
                  <a:pt x="12696" y="3"/>
                  <a:pt x="22363" y="9673"/>
                  <a:pt x="22363" y="21600"/>
                </a:cubicBezTo>
                <a:cubicBezTo>
                  <a:pt x="22363" y="33529"/>
                  <a:pt x="12692" y="43200"/>
                  <a:pt x="763" y="43200"/>
                </a:cubicBezTo>
                <a:cubicBezTo>
                  <a:pt x="508" y="43200"/>
                  <a:pt x="254" y="43195"/>
                  <a:pt x="0" y="43186"/>
                </a:cubicBezTo>
                <a:lnTo>
                  <a:pt x="763" y="21600"/>
                </a:lnTo>
                <a:lnTo>
                  <a:pt x="769" y="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Arc 173">
            <a:extLst>
              <a:ext uri="{FF2B5EF4-FFF2-40B4-BE49-F238E27FC236}">
                <a16:creationId xmlns:a16="http://schemas.microsoft.com/office/drawing/2014/main" id="{49DD55F3-431C-155C-EC82-8641727DE605}"/>
              </a:ext>
            </a:extLst>
          </p:cNvPr>
          <p:cNvSpPr>
            <a:spLocks/>
          </p:cNvSpPr>
          <p:nvPr/>
        </p:nvSpPr>
        <p:spPr bwMode="auto">
          <a:xfrm rot="-5400000">
            <a:off x="4630205" y="3925402"/>
            <a:ext cx="382587" cy="327025"/>
          </a:xfrm>
          <a:custGeom>
            <a:avLst/>
            <a:gdLst>
              <a:gd name="T0" fmla="*/ 0 w 22686"/>
              <a:gd name="T1" fmla="*/ 0 h 43165"/>
              <a:gd name="T2" fmla="*/ 0 w 22686"/>
              <a:gd name="T3" fmla="*/ 0 h 43165"/>
              <a:gd name="T4" fmla="*/ 0 w 22686"/>
              <a:gd name="T5" fmla="*/ 0 h 43165"/>
              <a:gd name="T6" fmla="*/ 0 60000 65536"/>
              <a:gd name="T7" fmla="*/ 0 60000 65536"/>
              <a:gd name="T8" fmla="*/ 0 60000 65536"/>
              <a:gd name="T9" fmla="*/ 0 w 22686"/>
              <a:gd name="T10" fmla="*/ 0 h 43165"/>
              <a:gd name="T11" fmla="*/ 22686 w 22686"/>
              <a:gd name="T12" fmla="*/ 43165 h 43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6" h="43165" fill="none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</a:path>
              <a:path w="22686" h="43165" stroke="0" extrusionOk="0">
                <a:moveTo>
                  <a:pt x="0" y="27"/>
                </a:moveTo>
                <a:cubicBezTo>
                  <a:pt x="361" y="9"/>
                  <a:pt x="723" y="-1"/>
                  <a:pt x="1086" y="0"/>
                </a:cubicBezTo>
                <a:cubicBezTo>
                  <a:pt x="13015" y="0"/>
                  <a:pt x="22686" y="9670"/>
                  <a:pt x="22686" y="21600"/>
                </a:cubicBezTo>
                <a:cubicBezTo>
                  <a:pt x="22686" y="33051"/>
                  <a:pt x="13749" y="42512"/>
                  <a:pt x="2316" y="43164"/>
                </a:cubicBezTo>
                <a:lnTo>
                  <a:pt x="1086" y="21600"/>
                </a:lnTo>
                <a:lnTo>
                  <a:pt x="0" y="27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Text Box 83">
            <a:extLst>
              <a:ext uri="{FF2B5EF4-FFF2-40B4-BE49-F238E27FC236}">
                <a16:creationId xmlns:a16="http://schemas.microsoft.com/office/drawing/2014/main" id="{751B60B6-9BE1-FD5E-FF0A-58C40AD6A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919" y="6086704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n</a:t>
            </a:r>
          </a:p>
        </p:txBody>
      </p:sp>
      <p:sp>
        <p:nvSpPr>
          <p:cNvPr id="77" name="Text Box 65">
            <a:extLst>
              <a:ext uri="{FF2B5EF4-FFF2-40B4-BE49-F238E27FC236}">
                <a16:creationId xmlns:a16="http://schemas.microsoft.com/office/drawing/2014/main" id="{87FC11B6-3549-C14E-78D1-2305861C2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492" y="651183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状态表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35C625E-12F0-A7D9-CEF3-5A92B6AFEA43}"/>
              </a:ext>
            </a:extLst>
          </p:cNvPr>
          <p:cNvSpPr/>
          <p:nvPr/>
        </p:nvSpPr>
        <p:spPr>
          <a:xfrm>
            <a:off x="6111642" y="625783"/>
            <a:ext cx="3675063" cy="305911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79" name="Group 31">
            <a:extLst>
              <a:ext uri="{FF2B5EF4-FFF2-40B4-BE49-F238E27FC236}">
                <a16:creationId xmlns:a16="http://schemas.microsoft.com/office/drawing/2014/main" id="{DA375AC1-02D0-DB2D-F48E-B4DA19E92BB8}"/>
              </a:ext>
            </a:extLst>
          </p:cNvPr>
          <p:cNvGrpSpPr>
            <a:grpSpLocks/>
          </p:cNvGrpSpPr>
          <p:nvPr/>
        </p:nvGrpSpPr>
        <p:grpSpPr bwMode="auto">
          <a:xfrm>
            <a:off x="6384692" y="1092508"/>
            <a:ext cx="3276600" cy="2486025"/>
            <a:chOff x="3606" y="2462"/>
            <a:chExt cx="2064" cy="1566"/>
          </a:xfrm>
        </p:grpSpPr>
        <p:sp>
          <p:nvSpPr>
            <p:cNvPr id="80" name="Text Box 32">
              <a:extLst>
                <a:ext uri="{FF2B5EF4-FFF2-40B4-BE49-F238E27FC236}">
                  <a16:creationId xmlns:a16="http://schemas.microsoft.com/office/drawing/2014/main" id="{F746D0C3-6B84-CB06-C892-131EC7072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7" y="2921"/>
              <a:ext cx="1910" cy="1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00       00        01        0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01       00        10        0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10       00        11        0</a:t>
              </a:r>
            </a:p>
            <a:p>
              <a:pPr eaLnBrk="1" hangingPunct="1">
                <a:lnSpc>
                  <a:spcPct val="110000"/>
                </a:lnSpc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11       00        11        1</a:t>
              </a:r>
            </a:p>
          </p:txBody>
        </p:sp>
        <p:sp>
          <p:nvSpPr>
            <p:cNvPr id="81" name="Text Box 33">
              <a:extLst>
                <a:ext uri="{FF2B5EF4-FFF2-40B4-BE49-F238E27FC236}">
                  <a16:creationId xmlns:a16="http://schemas.microsoft.com/office/drawing/2014/main" id="{70F749F2-9087-C66E-6079-8668A44CF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2689"/>
              <a:ext cx="10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000">
                  <a:ea typeface="楷体_GB2312" pitchFamily="49" charset="-122"/>
                </a:rPr>
                <a:t> </a:t>
              </a:r>
              <a:r>
                <a:rPr kumimoji="1" lang="en-US" altLang="zh-CN" sz="2000">
                  <a:ea typeface="楷体_GB2312" pitchFamily="49" charset="-122"/>
                </a:rPr>
                <a:t>X=</a:t>
              </a:r>
              <a:r>
                <a:rPr kumimoji="1" lang="en-US" altLang="zh-CN" sz="2400">
                  <a:ea typeface="楷体_GB2312" pitchFamily="49" charset="-122"/>
                </a:rPr>
                <a:t>0</a:t>
              </a:r>
              <a:r>
                <a:rPr kumimoji="1" lang="en-US" altLang="zh-CN" sz="2000">
                  <a:ea typeface="楷体_GB2312" pitchFamily="49" charset="-122"/>
                </a:rPr>
                <a:t>        X=</a:t>
              </a:r>
              <a:r>
                <a:rPr kumimoji="1" lang="en-US" altLang="zh-CN" sz="24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82" name="Line 34">
              <a:extLst>
                <a:ext uri="{FF2B5EF4-FFF2-40B4-BE49-F238E27FC236}">
                  <a16:creationId xmlns:a16="http://schemas.microsoft.com/office/drawing/2014/main" id="{B8B577FD-3656-84EB-617A-E9900825CD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1" y="2728"/>
              <a:ext cx="12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35">
              <a:extLst>
                <a:ext uri="{FF2B5EF4-FFF2-40B4-BE49-F238E27FC236}">
                  <a16:creationId xmlns:a16="http://schemas.microsoft.com/office/drawing/2014/main" id="{6B91E364-CF9D-18FB-40D5-847F0BB77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2478"/>
              <a:ext cx="0" cy="15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36">
              <a:extLst>
                <a:ext uri="{FF2B5EF4-FFF2-40B4-BE49-F238E27FC236}">
                  <a16:creationId xmlns:a16="http://schemas.microsoft.com/office/drawing/2014/main" id="{5793AB6E-7A48-7B5D-6E82-F1E36E328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6" y="2728"/>
              <a:ext cx="0" cy="12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37">
              <a:extLst>
                <a:ext uri="{FF2B5EF4-FFF2-40B4-BE49-F238E27FC236}">
                  <a16:creationId xmlns:a16="http://schemas.microsoft.com/office/drawing/2014/main" id="{02BB5670-9DE0-110A-7B75-B74EF26B53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6" y="2946"/>
              <a:ext cx="2054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38">
              <a:extLst>
                <a:ext uri="{FF2B5EF4-FFF2-40B4-BE49-F238E27FC236}">
                  <a16:creationId xmlns:a16="http://schemas.microsoft.com/office/drawing/2014/main" id="{B8654277-CB08-98EE-04C5-082809F88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4020"/>
              <a:ext cx="2054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D9D342F3-143D-BB79-45F0-713541A7C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2478"/>
              <a:ext cx="2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Rectangle 40">
              <a:extLst>
                <a:ext uri="{FF2B5EF4-FFF2-40B4-BE49-F238E27FC236}">
                  <a16:creationId xmlns:a16="http://schemas.microsoft.com/office/drawing/2014/main" id="{E7F48BE9-AE08-CBAB-EA08-AEEEF5C41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2462"/>
              <a:ext cx="4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  <p:sp>
          <p:nvSpPr>
            <p:cNvPr id="89" name="Rectangle 41">
              <a:extLst>
                <a:ext uri="{FF2B5EF4-FFF2-40B4-BE49-F238E27FC236}">
                  <a16:creationId xmlns:a16="http://schemas.microsoft.com/office/drawing/2014/main" id="{611A9CE2-CEB2-6EFF-0BC9-1AE8C7DCE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576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r>
                <a:rPr kumimoji="1" lang="en-US" altLang="zh-CN" sz="2400" baseline="35000">
                  <a:ea typeface="楷体_GB2312" pitchFamily="49" charset="-122"/>
                </a:rPr>
                <a:t>n</a:t>
              </a:r>
              <a:endParaRPr kumimoji="1" lang="zh-CN" altLang="en-US" sz="2400">
                <a:ea typeface="楷体_GB2312" pitchFamily="49" charset="-122"/>
              </a:endParaRPr>
            </a:p>
          </p:txBody>
        </p:sp>
      </p:grpSp>
      <p:sp>
        <p:nvSpPr>
          <p:cNvPr id="90" name="Line 35">
            <a:extLst>
              <a:ext uri="{FF2B5EF4-FFF2-40B4-BE49-F238E27FC236}">
                <a16:creationId xmlns:a16="http://schemas.microsoft.com/office/drawing/2014/main" id="{8EFA0D42-4D75-7E2A-5E28-D45BFD887A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4055" y="1117908"/>
            <a:ext cx="0" cy="2447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Line 35">
            <a:extLst>
              <a:ext uri="{FF2B5EF4-FFF2-40B4-BE49-F238E27FC236}">
                <a16:creationId xmlns:a16="http://schemas.microsoft.com/office/drawing/2014/main" id="{6EEB3F67-07A6-FBCE-9256-EE556311E7FF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1292" y="1130608"/>
            <a:ext cx="0" cy="2447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Rectangle 40">
            <a:extLst>
              <a:ext uri="{FF2B5EF4-FFF2-40B4-BE49-F238E27FC236}">
                <a16:creationId xmlns:a16="http://schemas.microsoft.com/office/drawing/2014/main" id="{850BEA5F-E621-8A18-2450-61DD1ECC1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8830" y="1206808"/>
            <a:ext cx="466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 Z</a:t>
            </a:r>
            <a:endParaRPr kumimoji="1" lang="zh-CN" altLang="en-US" sz="240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8381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FF0F2-81C5-4AB3-EDD0-F8618374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200" b="0" dirty="0"/>
              <a:t>按</a:t>
            </a:r>
            <a:r>
              <a:rPr lang="en-US" altLang="zh-CN" sz="3200" b="0" dirty="0"/>
              <a:t>Moore</a:t>
            </a:r>
            <a:r>
              <a:rPr lang="zh-CN" altLang="en-US" sz="3200" b="0" dirty="0"/>
              <a:t>型时序电路分析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DEDC6-0220-9A8F-21A9-1C91B33AC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(6)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选择触发器，求激励方程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(7)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画出逻辑图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1187E2-41A5-0FDE-6A65-E8E01B1F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C311DE-8681-68D4-F52C-A2B1E08B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39</a:t>
            </a:fld>
            <a:r>
              <a:rPr lang="en-US" altLang="zh-CN" dirty="0"/>
              <a:t>/40</a:t>
            </a:r>
            <a:endParaRPr lang="en-US" dirty="0"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261CC6D4-F232-F166-179E-C614E9F18D62}"/>
              </a:ext>
            </a:extLst>
          </p:cNvPr>
          <p:cNvSpPr/>
          <p:nvPr/>
        </p:nvSpPr>
        <p:spPr>
          <a:xfrm>
            <a:off x="4212153" y="1892000"/>
            <a:ext cx="2030412" cy="249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8249EE50-7365-3E5B-8A34-2ED95E66D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828" y="1434800"/>
            <a:ext cx="1135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>
                <a:solidFill>
                  <a:srgbClr val="0000FF"/>
                </a:solidFill>
                <a:latin typeface="Arial" panose="020B0604020202020204" pitchFamily="34" charset="0"/>
              </a:rPr>
              <a:t>D</a:t>
            </a:r>
            <a:r>
              <a:rPr lang="zh-CN" altLang="en-US" sz="2000" b="0">
                <a:solidFill>
                  <a:srgbClr val="0000FF"/>
                </a:solidFill>
                <a:latin typeface="Arial" panose="020B0604020202020204" pitchFamily="34" charset="0"/>
              </a:rPr>
              <a:t>触发器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74CDE8F5-BC10-64EB-BE32-A82B6A1D4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6165" y="2138062"/>
            <a:ext cx="1308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solidFill>
                  <a:srgbClr val="0000FF"/>
                </a:solidFill>
                <a:ea typeface="楷体_GB2312" pitchFamily="49" charset="-122"/>
              </a:rPr>
              <a:t>Q</a:t>
            </a:r>
            <a:r>
              <a:rPr kumimoji="1" lang="en-US" altLang="zh-CN" sz="2400" baseline="35000">
                <a:solidFill>
                  <a:srgbClr val="0000FF"/>
                </a:solidFill>
                <a:ea typeface="楷体_GB2312" pitchFamily="49" charset="-122"/>
              </a:rPr>
              <a:t>n+1</a:t>
            </a:r>
            <a:r>
              <a:rPr kumimoji="1" lang="en-US" altLang="zh-CN" sz="2400">
                <a:solidFill>
                  <a:srgbClr val="0000FF"/>
                </a:solidFill>
                <a:ea typeface="楷体_GB2312" pitchFamily="49" charset="-122"/>
              </a:rPr>
              <a:t> = D</a:t>
            </a:r>
          </a:p>
        </p:txBody>
      </p:sp>
      <p:grpSp>
        <p:nvGrpSpPr>
          <p:cNvPr id="9" name="Group 81">
            <a:extLst>
              <a:ext uri="{FF2B5EF4-FFF2-40B4-BE49-F238E27FC236}">
                <a16:creationId xmlns:a16="http://schemas.microsoft.com/office/drawing/2014/main" id="{6CB79B06-19BB-8D51-7765-11D6CADC234E}"/>
              </a:ext>
            </a:extLst>
          </p:cNvPr>
          <p:cNvGrpSpPr>
            <a:grpSpLocks/>
          </p:cNvGrpSpPr>
          <p:nvPr/>
        </p:nvGrpSpPr>
        <p:grpSpPr bwMode="auto">
          <a:xfrm>
            <a:off x="787915" y="2273000"/>
            <a:ext cx="1631950" cy="563562"/>
            <a:chOff x="4014" y="3713"/>
            <a:chExt cx="1028" cy="355"/>
          </a:xfrm>
        </p:grpSpPr>
        <p:sp>
          <p:nvSpPr>
            <p:cNvPr id="10" name="Text Box 82">
              <a:extLst>
                <a:ext uri="{FF2B5EF4-FFF2-40B4-BE49-F238E27FC236}">
                  <a16:creationId xmlns:a16="http://schemas.microsoft.com/office/drawing/2014/main" id="{38B3535F-2C2E-9DBA-09AA-5A4C27B6C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777"/>
              <a:ext cx="10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  </a:t>
              </a:r>
              <a:r>
                <a:rPr kumimoji="1" lang="en-US" altLang="zh-CN" sz="2400">
                  <a:ea typeface="楷体_GB2312" pitchFamily="49" charset="-122"/>
                </a:rPr>
                <a:t>Z = Q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  <a:endParaRPr kumimoji="1" lang="en-US" altLang="zh-CN" sz="2400">
                <a:ea typeface="楷体_GB2312" pitchFamily="49" charset="-122"/>
              </a:endParaRPr>
            </a:p>
          </p:txBody>
        </p:sp>
        <p:sp>
          <p:nvSpPr>
            <p:cNvPr id="11" name="Text Box 83">
              <a:extLst>
                <a:ext uri="{FF2B5EF4-FFF2-40B4-BE49-F238E27FC236}">
                  <a16:creationId xmlns:a16="http://schemas.microsoft.com/office/drawing/2014/main" id="{4607605A-88EC-E62A-9036-0F2CAC2122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" y="3713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1800" dirty="0">
                <a:ea typeface="楷体_GB2312" pitchFamily="49" charset="-122"/>
              </a:endParaRPr>
            </a:p>
          </p:txBody>
        </p:sp>
      </p:grpSp>
      <p:grpSp>
        <p:nvGrpSpPr>
          <p:cNvPr id="12" name="Group 93">
            <a:extLst>
              <a:ext uri="{FF2B5EF4-FFF2-40B4-BE49-F238E27FC236}">
                <a16:creationId xmlns:a16="http://schemas.microsoft.com/office/drawing/2014/main" id="{808491C6-C475-F068-D2AF-7FADAC4528CD}"/>
              </a:ext>
            </a:extLst>
          </p:cNvPr>
          <p:cNvGrpSpPr>
            <a:grpSpLocks/>
          </p:cNvGrpSpPr>
          <p:nvPr/>
        </p:nvGrpSpPr>
        <p:grpSpPr bwMode="auto">
          <a:xfrm>
            <a:off x="1002228" y="1171275"/>
            <a:ext cx="2679700" cy="527050"/>
            <a:chOff x="839" y="1162"/>
            <a:chExt cx="1688" cy="333"/>
          </a:xfrm>
        </p:grpSpPr>
        <p:sp>
          <p:nvSpPr>
            <p:cNvPr id="13" name="Text Box 94">
              <a:extLst>
                <a:ext uri="{FF2B5EF4-FFF2-40B4-BE49-F238E27FC236}">
                  <a16:creationId xmlns:a16="http://schemas.microsoft.com/office/drawing/2014/main" id="{EE8328BE-4C96-6A51-5364-8C00134ED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207"/>
              <a:ext cx="16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>
                  <a:ea typeface="楷体_GB2312" pitchFamily="49" charset="-122"/>
                </a:rPr>
                <a:t> = X(Q</a:t>
              </a:r>
              <a:r>
                <a:rPr kumimoji="1" lang="en-US" altLang="zh-CN" sz="2400" baseline="-2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+ Q</a:t>
              </a:r>
              <a:r>
                <a:rPr kumimoji="1" lang="en-US" altLang="zh-CN" sz="2400" baseline="-25000">
                  <a:ea typeface="楷体_GB2312" pitchFamily="49" charset="-122"/>
                </a:rPr>
                <a:t>1  </a:t>
              </a:r>
              <a:r>
                <a:rPr kumimoji="1" lang="en-US" altLang="zh-CN" sz="2400">
                  <a:ea typeface="楷体_GB2312" pitchFamily="49" charset="-122"/>
                </a:rPr>
                <a:t>)</a:t>
              </a:r>
            </a:p>
          </p:txBody>
        </p:sp>
        <p:sp>
          <p:nvSpPr>
            <p:cNvPr id="14" name="Text Box 95">
              <a:extLst>
                <a:ext uri="{FF2B5EF4-FFF2-40B4-BE49-F238E27FC236}">
                  <a16:creationId xmlns:a16="http://schemas.microsoft.com/office/drawing/2014/main" id="{07D6F933-FF53-7D6E-D786-EE8338726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15" name="Text Box 96">
              <a:extLst>
                <a:ext uri="{FF2B5EF4-FFF2-40B4-BE49-F238E27FC236}">
                  <a16:creationId xmlns:a16="http://schemas.microsoft.com/office/drawing/2014/main" id="{B485BBAB-3094-4607-BBF8-B3348F4F44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</p:grpSp>
      <p:grpSp>
        <p:nvGrpSpPr>
          <p:cNvPr id="16" name="Group 97">
            <a:extLst>
              <a:ext uri="{FF2B5EF4-FFF2-40B4-BE49-F238E27FC236}">
                <a16:creationId xmlns:a16="http://schemas.microsoft.com/office/drawing/2014/main" id="{B71D61B9-8D97-75D6-65BA-3D06CD3F5E89}"/>
              </a:ext>
            </a:extLst>
          </p:cNvPr>
          <p:cNvGrpSpPr>
            <a:grpSpLocks/>
          </p:cNvGrpSpPr>
          <p:nvPr/>
        </p:nvGrpSpPr>
        <p:grpSpPr bwMode="auto">
          <a:xfrm>
            <a:off x="922853" y="1722137"/>
            <a:ext cx="2755900" cy="533400"/>
            <a:chOff x="862" y="1548"/>
            <a:chExt cx="1736" cy="336"/>
          </a:xfrm>
        </p:grpSpPr>
        <p:sp>
          <p:nvSpPr>
            <p:cNvPr id="17" name="Text Box 98">
              <a:extLst>
                <a:ext uri="{FF2B5EF4-FFF2-40B4-BE49-F238E27FC236}">
                  <a16:creationId xmlns:a16="http://schemas.microsoft.com/office/drawing/2014/main" id="{835709D6-5D4A-8F4B-CEFE-1BF61F71A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93"/>
              <a:ext cx="1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 baseline="-250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= X (Q</a:t>
              </a:r>
              <a:r>
                <a:rPr kumimoji="1" lang="en-US" altLang="zh-CN" sz="2400" baseline="-25000">
                  <a:ea typeface="楷体_GB2312" pitchFamily="49" charset="-122"/>
                </a:rPr>
                <a:t>0  </a:t>
              </a:r>
              <a:r>
                <a:rPr kumimoji="1" lang="en-US" altLang="zh-CN" sz="2400">
                  <a:ea typeface="楷体_GB2312" pitchFamily="49" charset="-122"/>
                </a:rPr>
                <a:t>+Q</a:t>
              </a:r>
              <a:r>
                <a:rPr kumimoji="1" lang="en-US" altLang="zh-CN" sz="2400" baseline="-25000">
                  <a:ea typeface="楷体_GB2312" pitchFamily="49" charset="-122"/>
                </a:rPr>
                <a:t>1 </a:t>
              </a:r>
              <a:r>
                <a:rPr kumimoji="1" lang="en-US" altLang="zh-CN" sz="2400">
                  <a:ea typeface="楷体_GB2312" pitchFamily="49" charset="-122"/>
                </a:rPr>
                <a:t>)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18" name="Text Box 99">
              <a:extLst>
                <a:ext uri="{FF2B5EF4-FFF2-40B4-BE49-F238E27FC236}">
                  <a16:creationId xmlns:a16="http://schemas.microsoft.com/office/drawing/2014/main" id="{B7593F7F-A467-C1A8-5E7B-E1547305E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5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19" name="Text Box 100">
              <a:extLst>
                <a:ext uri="{FF2B5EF4-FFF2-40B4-BE49-F238E27FC236}">
                  <a16:creationId xmlns:a16="http://schemas.microsoft.com/office/drawing/2014/main" id="{2B2B47EA-8CF6-251C-8BE0-BFA912E1B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" y="15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20" name="Line 102">
              <a:extLst>
                <a:ext uri="{FF2B5EF4-FFF2-40B4-BE49-F238E27FC236}">
                  <a16:creationId xmlns:a16="http://schemas.microsoft.com/office/drawing/2014/main" id="{70285381-8D24-3C74-05D7-75911CA82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1593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81">
            <a:extLst>
              <a:ext uri="{FF2B5EF4-FFF2-40B4-BE49-F238E27FC236}">
                <a16:creationId xmlns:a16="http://schemas.microsoft.com/office/drawing/2014/main" id="{3839674C-CF62-13DA-C901-831B3C59F1BB}"/>
              </a:ext>
            </a:extLst>
          </p:cNvPr>
          <p:cNvGrpSpPr>
            <a:grpSpLocks/>
          </p:cNvGrpSpPr>
          <p:nvPr/>
        </p:nvGrpSpPr>
        <p:grpSpPr bwMode="auto">
          <a:xfrm>
            <a:off x="6198115" y="2344437"/>
            <a:ext cx="1631950" cy="563563"/>
            <a:chOff x="4014" y="3713"/>
            <a:chExt cx="1028" cy="355"/>
          </a:xfrm>
        </p:grpSpPr>
        <p:sp>
          <p:nvSpPr>
            <p:cNvPr id="22" name="Text Box 82">
              <a:extLst>
                <a:ext uri="{FF2B5EF4-FFF2-40B4-BE49-F238E27FC236}">
                  <a16:creationId xmlns:a16="http://schemas.microsoft.com/office/drawing/2014/main" id="{484CCF6A-8382-6CF2-BE2E-BAB737781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777"/>
              <a:ext cx="10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  </a:t>
              </a:r>
              <a:r>
                <a:rPr kumimoji="1" lang="en-US" altLang="zh-CN" sz="2400">
                  <a:ea typeface="楷体_GB2312" pitchFamily="49" charset="-122"/>
                </a:rPr>
                <a:t>Z = Q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  <a:endParaRPr kumimoji="1" lang="en-US" altLang="zh-CN" sz="2400">
                <a:ea typeface="楷体_GB2312" pitchFamily="49" charset="-122"/>
              </a:endParaRPr>
            </a:p>
          </p:txBody>
        </p:sp>
        <p:sp>
          <p:nvSpPr>
            <p:cNvPr id="23" name="Text Box 83">
              <a:extLst>
                <a:ext uri="{FF2B5EF4-FFF2-40B4-BE49-F238E27FC236}">
                  <a16:creationId xmlns:a16="http://schemas.microsoft.com/office/drawing/2014/main" id="{3979DFD7-6432-C7AF-2F7D-8865C5ECF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" y="3713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1800" dirty="0">
                <a:ea typeface="楷体_GB2312" pitchFamily="49" charset="-122"/>
              </a:endParaRPr>
            </a:p>
          </p:txBody>
        </p:sp>
      </p:grpSp>
      <p:grpSp>
        <p:nvGrpSpPr>
          <p:cNvPr id="24" name="Group 93">
            <a:extLst>
              <a:ext uri="{FF2B5EF4-FFF2-40B4-BE49-F238E27FC236}">
                <a16:creationId xmlns:a16="http://schemas.microsoft.com/office/drawing/2014/main" id="{84731FB1-2F24-1C00-0D3A-65E8788FF4A9}"/>
              </a:ext>
            </a:extLst>
          </p:cNvPr>
          <p:cNvGrpSpPr>
            <a:grpSpLocks/>
          </p:cNvGrpSpPr>
          <p:nvPr/>
        </p:nvGrpSpPr>
        <p:grpSpPr bwMode="auto">
          <a:xfrm>
            <a:off x="6412428" y="1241125"/>
            <a:ext cx="2428875" cy="533400"/>
            <a:chOff x="839" y="1162"/>
            <a:chExt cx="1530" cy="336"/>
          </a:xfrm>
        </p:grpSpPr>
        <p:sp>
          <p:nvSpPr>
            <p:cNvPr id="25" name="Text Box 94">
              <a:extLst>
                <a:ext uri="{FF2B5EF4-FFF2-40B4-BE49-F238E27FC236}">
                  <a16:creationId xmlns:a16="http://schemas.microsoft.com/office/drawing/2014/main" id="{8D6FC3C1-27E6-D081-BF6C-1AAB941F8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207"/>
              <a:ext cx="14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D</a:t>
              </a:r>
              <a:r>
                <a:rPr kumimoji="1" lang="en-US" altLang="zh-CN" sz="2400" baseline="-15000" dirty="0">
                  <a:ea typeface="楷体_GB2312" pitchFamily="49" charset="-122"/>
                </a:rPr>
                <a:t>1</a:t>
              </a:r>
              <a:r>
                <a:rPr kumimoji="1" lang="en-US" altLang="zh-CN" sz="2400" dirty="0">
                  <a:ea typeface="楷体_GB2312" pitchFamily="49" charset="-122"/>
                </a:rPr>
                <a:t> = X(Q</a:t>
              </a:r>
              <a:r>
                <a:rPr kumimoji="1" lang="en-US" altLang="zh-CN" sz="2400" baseline="-25000" dirty="0">
                  <a:ea typeface="楷体_GB2312" pitchFamily="49" charset="-122"/>
                </a:rPr>
                <a:t>0 </a:t>
              </a:r>
              <a:r>
                <a:rPr kumimoji="1" lang="en-US" altLang="zh-CN" sz="2400" dirty="0">
                  <a:ea typeface="楷体_GB2312" pitchFamily="49" charset="-122"/>
                </a:rPr>
                <a:t>+ Q</a:t>
              </a:r>
              <a:r>
                <a:rPr kumimoji="1" lang="en-US" altLang="zh-CN" sz="2400" baseline="-25000" dirty="0">
                  <a:ea typeface="楷体_GB2312" pitchFamily="49" charset="-122"/>
                </a:rPr>
                <a:t>1  </a:t>
              </a:r>
              <a:r>
                <a:rPr kumimoji="1" lang="en-US" altLang="zh-CN" sz="2400" dirty="0">
                  <a:ea typeface="楷体_GB2312" pitchFamily="49" charset="-122"/>
                </a:rPr>
                <a:t>)</a:t>
              </a:r>
            </a:p>
          </p:txBody>
        </p:sp>
        <p:sp>
          <p:nvSpPr>
            <p:cNvPr id="26" name="Text Box 95">
              <a:extLst>
                <a:ext uri="{FF2B5EF4-FFF2-40B4-BE49-F238E27FC236}">
                  <a16:creationId xmlns:a16="http://schemas.microsoft.com/office/drawing/2014/main" id="{45A03DEE-B54F-5D1E-07C8-35CEE8089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1162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1800" dirty="0">
                <a:ea typeface="楷体_GB2312" pitchFamily="49" charset="-122"/>
              </a:endParaRPr>
            </a:p>
          </p:txBody>
        </p:sp>
        <p:sp>
          <p:nvSpPr>
            <p:cNvPr id="27" name="Text Box 96">
              <a:extLst>
                <a:ext uri="{FF2B5EF4-FFF2-40B4-BE49-F238E27FC236}">
                  <a16:creationId xmlns:a16="http://schemas.microsoft.com/office/drawing/2014/main" id="{0F40D990-0CB4-1303-D8C5-250A88AAD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162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1800" dirty="0">
                <a:ea typeface="楷体_GB2312" pitchFamily="49" charset="-122"/>
              </a:endParaRPr>
            </a:p>
          </p:txBody>
        </p:sp>
      </p:grpSp>
      <p:grpSp>
        <p:nvGrpSpPr>
          <p:cNvPr id="28" name="Group 97">
            <a:extLst>
              <a:ext uri="{FF2B5EF4-FFF2-40B4-BE49-F238E27FC236}">
                <a16:creationId xmlns:a16="http://schemas.microsoft.com/office/drawing/2014/main" id="{95A8D049-7632-2047-8FB0-1E48695399B8}"/>
              </a:ext>
            </a:extLst>
          </p:cNvPr>
          <p:cNvGrpSpPr>
            <a:grpSpLocks/>
          </p:cNvGrpSpPr>
          <p:nvPr/>
        </p:nvGrpSpPr>
        <p:grpSpPr bwMode="auto">
          <a:xfrm>
            <a:off x="6333053" y="1793575"/>
            <a:ext cx="2479675" cy="533400"/>
            <a:chOff x="862" y="1548"/>
            <a:chExt cx="1562" cy="336"/>
          </a:xfrm>
        </p:grpSpPr>
        <p:sp>
          <p:nvSpPr>
            <p:cNvPr id="29" name="Text Box 98">
              <a:extLst>
                <a:ext uri="{FF2B5EF4-FFF2-40B4-BE49-F238E27FC236}">
                  <a16:creationId xmlns:a16="http://schemas.microsoft.com/office/drawing/2014/main" id="{553137D3-3978-BD96-E9B0-AB8E86C4E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93"/>
              <a:ext cx="15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dirty="0">
                  <a:ea typeface="楷体_GB2312" pitchFamily="49" charset="-122"/>
                </a:rPr>
                <a:t> </a:t>
              </a:r>
              <a:r>
                <a:rPr kumimoji="1" lang="en-US" altLang="zh-CN" sz="2400" dirty="0">
                  <a:ea typeface="楷体_GB2312" pitchFamily="49" charset="-122"/>
                </a:rPr>
                <a:t>D</a:t>
              </a:r>
              <a:r>
                <a:rPr kumimoji="1" lang="en-US" altLang="zh-CN" sz="2400" baseline="-15000" dirty="0">
                  <a:ea typeface="楷体_GB2312" pitchFamily="49" charset="-122"/>
                </a:rPr>
                <a:t>0</a:t>
              </a:r>
              <a:r>
                <a:rPr kumimoji="1" lang="en-US" altLang="zh-CN" sz="2400" baseline="-25000" dirty="0">
                  <a:ea typeface="楷体_GB2312" pitchFamily="49" charset="-122"/>
                </a:rPr>
                <a:t> </a:t>
              </a:r>
              <a:r>
                <a:rPr kumimoji="1" lang="en-US" altLang="zh-CN" sz="2400" dirty="0">
                  <a:ea typeface="楷体_GB2312" pitchFamily="49" charset="-122"/>
                </a:rPr>
                <a:t>= X (Q</a:t>
              </a:r>
              <a:r>
                <a:rPr kumimoji="1" lang="en-US" altLang="zh-CN" sz="2400" baseline="-25000" dirty="0">
                  <a:ea typeface="楷体_GB2312" pitchFamily="49" charset="-122"/>
                </a:rPr>
                <a:t>0  </a:t>
              </a:r>
              <a:r>
                <a:rPr kumimoji="1" lang="en-US" altLang="zh-CN" sz="2400" dirty="0">
                  <a:ea typeface="楷体_GB2312" pitchFamily="49" charset="-122"/>
                </a:rPr>
                <a:t>+Q</a:t>
              </a:r>
              <a:r>
                <a:rPr kumimoji="1" lang="en-US" altLang="zh-CN" sz="2400" baseline="-25000" dirty="0">
                  <a:ea typeface="楷体_GB2312" pitchFamily="49" charset="-122"/>
                </a:rPr>
                <a:t>1 </a:t>
              </a:r>
              <a:r>
                <a:rPr kumimoji="1" lang="en-US" altLang="zh-CN" sz="2400" dirty="0">
                  <a:ea typeface="楷体_GB2312" pitchFamily="49" charset="-122"/>
                </a:rPr>
                <a:t>)</a:t>
              </a:r>
              <a:endParaRPr kumimoji="1" lang="en-US" altLang="zh-CN" sz="2400" baseline="-25000" dirty="0">
                <a:ea typeface="楷体_GB2312" pitchFamily="49" charset="-122"/>
              </a:endParaRPr>
            </a:p>
          </p:txBody>
        </p:sp>
        <p:sp>
          <p:nvSpPr>
            <p:cNvPr id="30" name="Text Box 99">
              <a:extLst>
                <a:ext uri="{FF2B5EF4-FFF2-40B4-BE49-F238E27FC236}">
                  <a16:creationId xmlns:a16="http://schemas.microsoft.com/office/drawing/2014/main" id="{9CC0C921-A08A-3601-2B08-23C320D969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548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1800" dirty="0">
                <a:ea typeface="楷体_GB2312" pitchFamily="49" charset="-122"/>
              </a:endParaRPr>
            </a:p>
          </p:txBody>
        </p:sp>
        <p:sp>
          <p:nvSpPr>
            <p:cNvPr id="31" name="Text Box 100">
              <a:extLst>
                <a:ext uri="{FF2B5EF4-FFF2-40B4-BE49-F238E27FC236}">
                  <a16:creationId xmlns:a16="http://schemas.microsoft.com/office/drawing/2014/main" id="{216BF28E-4AA9-84BE-942C-A21F726E1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" y="1548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1800" dirty="0">
                <a:ea typeface="楷体_GB2312" pitchFamily="49" charset="-122"/>
              </a:endParaRPr>
            </a:p>
          </p:txBody>
        </p:sp>
        <p:sp>
          <p:nvSpPr>
            <p:cNvPr id="32" name="Line 102">
              <a:extLst>
                <a:ext uri="{FF2B5EF4-FFF2-40B4-BE49-F238E27FC236}">
                  <a16:creationId xmlns:a16="http://schemas.microsoft.com/office/drawing/2014/main" id="{53C985A1-99BA-68AC-B47C-B6B878160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0" y="1615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" name="Text Box 28">
            <a:extLst>
              <a:ext uri="{FF2B5EF4-FFF2-40B4-BE49-F238E27FC236}">
                <a16:creationId xmlns:a16="http://schemas.microsoft.com/office/drawing/2014/main" id="{17AEDC66-C9FA-00B7-4FBD-26B7D0B1B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975" y="4687888"/>
            <a:ext cx="352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X</a:t>
            </a:r>
          </a:p>
        </p:txBody>
      </p:sp>
      <p:sp>
        <p:nvSpPr>
          <p:cNvPr id="34" name="Line 37">
            <a:extLst>
              <a:ext uri="{FF2B5EF4-FFF2-40B4-BE49-F238E27FC236}">
                <a16:creationId xmlns:a16="http://schemas.microsoft.com/office/drawing/2014/main" id="{05187515-A6E8-2429-2D3E-F3E8039A59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48313" y="5708650"/>
            <a:ext cx="5572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Text Box 18">
            <a:extLst>
              <a:ext uri="{FF2B5EF4-FFF2-40B4-BE49-F238E27FC236}">
                <a16:creationId xmlns:a16="http://schemas.microsoft.com/office/drawing/2014/main" id="{988941A4-2CEA-2751-0EDC-42623B741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525" y="555625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C1</a:t>
            </a:r>
          </a:p>
        </p:txBody>
      </p:sp>
      <p:sp>
        <p:nvSpPr>
          <p:cNvPr id="36" name="Rectangle 20">
            <a:extLst>
              <a:ext uri="{FF2B5EF4-FFF2-40B4-BE49-F238E27FC236}">
                <a16:creationId xmlns:a16="http://schemas.microsoft.com/office/drawing/2014/main" id="{52A25322-7B29-3761-0DD1-18F717AE5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25" y="4930775"/>
            <a:ext cx="762000" cy="1143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7" name="Text Box 21">
            <a:extLst>
              <a:ext uri="{FF2B5EF4-FFF2-40B4-BE49-F238E27FC236}">
                <a16:creationId xmlns:a16="http://schemas.microsoft.com/office/drawing/2014/main" id="{BF728E59-D770-42A8-C8B9-EB85227AB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225" y="49291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kumimoji="1" lang="zh-CN" altLang="en-US" sz="1800">
              <a:ea typeface="楷体_GB2312" pitchFamily="49" charset="-122"/>
            </a:endParaRPr>
          </a:p>
        </p:txBody>
      </p:sp>
      <p:sp>
        <p:nvSpPr>
          <p:cNvPr id="38" name="Text Box 22">
            <a:extLst>
              <a:ext uri="{FF2B5EF4-FFF2-40B4-BE49-F238E27FC236}">
                <a16:creationId xmlns:a16="http://schemas.microsoft.com/office/drawing/2014/main" id="{CE21740F-FA07-B1A1-00CE-4EF9A9AF4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225" y="49926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1D</a:t>
            </a:r>
          </a:p>
        </p:txBody>
      </p:sp>
      <p:sp>
        <p:nvSpPr>
          <p:cNvPr id="39" name="Line 23">
            <a:extLst>
              <a:ext uri="{FF2B5EF4-FFF2-40B4-BE49-F238E27FC236}">
                <a16:creationId xmlns:a16="http://schemas.microsoft.com/office/drawing/2014/main" id="{54690520-748E-38CD-4437-5A79AAB71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25" y="5694363"/>
            <a:ext cx="76200" cy="7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24">
            <a:extLst>
              <a:ext uri="{FF2B5EF4-FFF2-40B4-BE49-F238E27FC236}">
                <a16:creationId xmlns:a16="http://schemas.microsoft.com/office/drawing/2014/main" id="{5813149F-B5BA-8E71-42D5-D6853A4C9C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7425" y="5770563"/>
            <a:ext cx="76200" cy="7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Box 25">
            <a:extLst>
              <a:ext uri="{FF2B5EF4-FFF2-40B4-BE49-F238E27FC236}">
                <a16:creationId xmlns:a16="http://schemas.microsoft.com/office/drawing/2014/main" id="{45F2344F-A553-A001-38E6-3498138CA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25" y="5554663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Q</a:t>
            </a:r>
          </a:p>
        </p:txBody>
      </p:sp>
      <p:sp>
        <p:nvSpPr>
          <p:cNvPr id="42" name="Line 27">
            <a:extLst>
              <a:ext uri="{FF2B5EF4-FFF2-40B4-BE49-F238E27FC236}">
                <a16:creationId xmlns:a16="http://schemas.microsoft.com/office/drawing/2014/main" id="{D915B057-5AD5-CDB1-C6D6-23E459CBD0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7825" y="577532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39">
            <a:extLst>
              <a:ext uri="{FF2B5EF4-FFF2-40B4-BE49-F238E27FC236}">
                <a16:creationId xmlns:a16="http://schemas.microsoft.com/office/drawing/2014/main" id="{C2A9B248-47A4-70EA-5F91-485E899C83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1800" y="5145088"/>
            <a:ext cx="555625" cy="7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Oval 48">
            <a:extLst>
              <a:ext uri="{FF2B5EF4-FFF2-40B4-BE49-F238E27FC236}">
                <a16:creationId xmlns:a16="http://schemas.microsoft.com/office/drawing/2014/main" id="{B29A4B1E-2F6F-A5F7-E5D3-9BA225EAF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106988"/>
            <a:ext cx="76200" cy="76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5" name="Text Box 50">
            <a:extLst>
              <a:ext uri="{FF2B5EF4-FFF2-40B4-BE49-F238E27FC236}">
                <a16:creationId xmlns:a16="http://schemas.microsoft.com/office/drawing/2014/main" id="{B3749F48-3768-C273-C409-C2A9CA73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25" y="4992688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Q</a:t>
            </a:r>
          </a:p>
        </p:txBody>
      </p:sp>
      <p:sp>
        <p:nvSpPr>
          <p:cNvPr id="46" name="Rectangle 87">
            <a:extLst>
              <a:ext uri="{FF2B5EF4-FFF2-40B4-BE49-F238E27FC236}">
                <a16:creationId xmlns:a16="http://schemas.microsoft.com/office/drawing/2014/main" id="{08F8579E-86AE-12E6-FB63-745BA93D1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850" y="5311775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0</a:t>
            </a:r>
            <a:endParaRPr kumimoji="1" lang="zh-CN" altLang="en-US" sz="2000" baseline="-15000">
              <a:ea typeface="楷体_GB2312" pitchFamily="49" charset="-122"/>
            </a:endParaRPr>
          </a:p>
        </p:txBody>
      </p:sp>
      <p:sp>
        <p:nvSpPr>
          <p:cNvPr id="47" name="Text Box 26">
            <a:extLst>
              <a:ext uri="{FF2B5EF4-FFF2-40B4-BE49-F238E27FC236}">
                <a16:creationId xmlns:a16="http://schemas.microsoft.com/office/drawing/2014/main" id="{62B32BFA-5D0A-0321-401E-CC8433292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6175" y="6003925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FF</a:t>
            </a:r>
            <a:r>
              <a:rPr kumimoji="1" lang="en-US" altLang="zh-CN" sz="1800" baseline="-25000">
                <a:ea typeface="楷体_GB2312" pitchFamily="49" charset="-122"/>
              </a:rPr>
              <a:t>0</a:t>
            </a:r>
            <a:endParaRPr kumimoji="1" lang="en-US" altLang="zh-CN" sz="1800">
              <a:ea typeface="楷体_GB2312" pitchFamily="49" charset="-122"/>
            </a:endParaRPr>
          </a:p>
        </p:txBody>
      </p:sp>
      <p:sp>
        <p:nvSpPr>
          <p:cNvPr id="48" name="Text Box 18">
            <a:extLst>
              <a:ext uri="{FF2B5EF4-FFF2-40B4-BE49-F238E27FC236}">
                <a16:creationId xmlns:a16="http://schemas.microsoft.com/office/drawing/2014/main" id="{BE0D4AA9-E09C-9016-E052-2D963DB98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575" y="3890963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C1</a:t>
            </a:r>
          </a:p>
        </p:txBody>
      </p:sp>
      <p:sp>
        <p:nvSpPr>
          <p:cNvPr id="49" name="Rectangle 20">
            <a:extLst>
              <a:ext uri="{FF2B5EF4-FFF2-40B4-BE49-F238E27FC236}">
                <a16:creationId xmlns:a16="http://schemas.microsoft.com/office/drawing/2014/main" id="{DAD4310E-01AF-B4F0-970C-81BF1CBC4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3265488"/>
            <a:ext cx="762000" cy="1143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0" name="Text Box 21">
            <a:extLst>
              <a:ext uri="{FF2B5EF4-FFF2-40B4-BE49-F238E27FC236}">
                <a16:creationId xmlns:a16="http://schemas.microsoft.com/office/drawing/2014/main" id="{8839328B-CA7E-5D38-D5B4-A82D46F4E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0275" y="32639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kumimoji="1" lang="zh-CN" altLang="en-US" sz="1800">
              <a:ea typeface="楷体_GB2312" pitchFamily="49" charset="-122"/>
            </a:endParaRPr>
          </a:p>
        </p:txBody>
      </p:sp>
      <p:sp>
        <p:nvSpPr>
          <p:cNvPr id="51" name="Text Box 22">
            <a:extLst>
              <a:ext uri="{FF2B5EF4-FFF2-40B4-BE49-F238E27FC236}">
                <a16:creationId xmlns:a16="http://schemas.microsoft.com/office/drawing/2014/main" id="{FDF8C048-7C62-213C-1105-56CFD8B60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0275" y="332740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1D</a:t>
            </a:r>
          </a:p>
        </p:txBody>
      </p:sp>
      <p:sp>
        <p:nvSpPr>
          <p:cNvPr id="52" name="Line 23">
            <a:extLst>
              <a:ext uri="{FF2B5EF4-FFF2-40B4-BE49-F238E27FC236}">
                <a16:creationId xmlns:a16="http://schemas.microsoft.com/office/drawing/2014/main" id="{F01EE540-E276-B6C9-5F71-DCAA34B81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6475" y="4029075"/>
            <a:ext cx="76200" cy="7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F3D6EC69-8225-A1A2-6D80-3694A8A82F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6475" y="4105275"/>
            <a:ext cx="76200" cy="7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Text Box 25">
            <a:extLst>
              <a:ext uri="{FF2B5EF4-FFF2-40B4-BE49-F238E27FC236}">
                <a16:creationId xmlns:a16="http://schemas.microsoft.com/office/drawing/2014/main" id="{E36701F6-699C-9342-B19C-CBE8EA94A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675" y="3889375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Q</a:t>
            </a:r>
          </a:p>
        </p:txBody>
      </p:sp>
      <p:sp>
        <p:nvSpPr>
          <p:cNvPr id="55" name="Line 27">
            <a:extLst>
              <a:ext uri="{FF2B5EF4-FFF2-40B4-BE49-F238E27FC236}">
                <a16:creationId xmlns:a16="http://schemas.microsoft.com/office/drawing/2014/main" id="{A977D3AE-0DD7-8AFB-FF88-E2177E016ED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7400" y="4106863"/>
            <a:ext cx="21907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Oval 48">
            <a:extLst>
              <a:ext uri="{FF2B5EF4-FFF2-40B4-BE49-F238E27FC236}">
                <a16:creationId xmlns:a16="http://schemas.microsoft.com/office/drawing/2014/main" id="{9C7EF9C6-4A9A-7414-BA74-827A99919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475" y="3441700"/>
            <a:ext cx="76200" cy="76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7" name="Text Box 50">
            <a:extLst>
              <a:ext uri="{FF2B5EF4-FFF2-40B4-BE49-F238E27FC236}">
                <a16:creationId xmlns:a16="http://schemas.microsoft.com/office/drawing/2014/main" id="{454C645D-CA9E-CF26-FE72-E8F024FB3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3302000"/>
            <a:ext cx="36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Q</a:t>
            </a:r>
          </a:p>
        </p:txBody>
      </p:sp>
      <p:sp>
        <p:nvSpPr>
          <p:cNvPr id="58" name="Rectangle 87">
            <a:extLst>
              <a:ext uri="{FF2B5EF4-FFF2-40B4-BE49-F238E27FC236}">
                <a16:creationId xmlns:a16="http://schemas.microsoft.com/office/drawing/2014/main" id="{40752E86-7079-A333-46C3-F7619CEE9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9900" y="3646488"/>
            <a:ext cx="468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15000">
                <a:ea typeface="楷体_GB2312" pitchFamily="49" charset="-122"/>
              </a:rPr>
              <a:t>1</a:t>
            </a:r>
            <a:endParaRPr kumimoji="1" lang="zh-CN" altLang="en-US" sz="2000" baseline="-15000">
              <a:ea typeface="楷体_GB2312" pitchFamily="49" charset="-122"/>
            </a:endParaRPr>
          </a:p>
        </p:txBody>
      </p:sp>
      <p:sp>
        <p:nvSpPr>
          <p:cNvPr id="59" name="Text Box 26">
            <a:extLst>
              <a:ext uri="{FF2B5EF4-FFF2-40B4-BE49-F238E27FC236}">
                <a16:creationId xmlns:a16="http://schemas.microsoft.com/office/drawing/2014/main" id="{6B6E7ECD-BC6E-6055-02E7-62415C40D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225" y="4340225"/>
            <a:ext cx="542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FF</a:t>
            </a:r>
            <a:r>
              <a:rPr kumimoji="1" lang="en-US" altLang="zh-CN" sz="1800" baseline="-25000">
                <a:ea typeface="楷体_GB2312" pitchFamily="49" charset="-122"/>
              </a:rPr>
              <a:t>1</a:t>
            </a:r>
            <a:endParaRPr kumimoji="1" lang="en-US" altLang="zh-CN" sz="1800">
              <a:ea typeface="楷体_GB2312" pitchFamily="49" charset="-122"/>
            </a:endParaRPr>
          </a:p>
        </p:txBody>
      </p:sp>
      <p:sp>
        <p:nvSpPr>
          <p:cNvPr id="60" name="Line 36">
            <a:extLst>
              <a:ext uri="{FF2B5EF4-FFF2-40B4-BE49-F238E27FC236}">
                <a16:creationId xmlns:a16="http://schemas.microsoft.com/office/drawing/2014/main" id="{640357F2-51EB-7787-F3EB-92D9435709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3113" y="4110038"/>
            <a:ext cx="14287" cy="1646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58">
            <a:extLst>
              <a:ext uri="{FF2B5EF4-FFF2-40B4-BE49-F238E27FC236}">
                <a16:creationId xmlns:a16="http://schemas.microsoft.com/office/drawing/2014/main" id="{E1B617B7-0DD1-76DD-5476-2BA6BBC342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0425" y="4852988"/>
            <a:ext cx="554038" cy="7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Text Box 28">
            <a:extLst>
              <a:ext uri="{FF2B5EF4-FFF2-40B4-BE49-F238E27FC236}">
                <a16:creationId xmlns:a16="http://schemas.microsoft.com/office/drawing/2014/main" id="{525D2967-57FB-6D45-F383-DBAA8BB7A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3363" y="3776663"/>
            <a:ext cx="488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CP</a:t>
            </a:r>
          </a:p>
        </p:txBody>
      </p:sp>
      <p:sp>
        <p:nvSpPr>
          <p:cNvPr id="63" name="Line 56">
            <a:extLst>
              <a:ext uri="{FF2B5EF4-FFF2-40B4-BE49-F238E27FC236}">
                <a16:creationId xmlns:a16="http://schemas.microsoft.com/office/drawing/2014/main" id="{9670EB1C-26F7-99EE-77FA-711C94716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9300" y="5770563"/>
            <a:ext cx="130175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AutoShape 92">
            <a:extLst>
              <a:ext uri="{FF2B5EF4-FFF2-40B4-BE49-F238E27FC236}">
                <a16:creationId xmlns:a16="http://schemas.microsoft.com/office/drawing/2014/main" id="{A0850828-7774-88BF-E7D8-B04DC80F7C0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437313" y="4764088"/>
            <a:ext cx="503237" cy="503237"/>
          </a:xfrm>
          <a:prstGeom prst="moon">
            <a:avLst>
              <a:gd name="adj" fmla="val 83593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65" name="Line 39">
            <a:extLst>
              <a:ext uri="{FF2B5EF4-FFF2-40B4-BE49-F238E27FC236}">
                <a16:creationId xmlns:a16="http://schemas.microsoft.com/office/drawing/2014/main" id="{C1211E51-0B69-B669-069D-4E77AFB321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83213" y="3379788"/>
            <a:ext cx="1349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39">
            <a:extLst>
              <a:ext uri="{FF2B5EF4-FFF2-40B4-BE49-F238E27FC236}">
                <a16:creationId xmlns:a16="http://schemas.microsoft.com/office/drawing/2014/main" id="{8763D98E-6010-CEE4-006E-CF250DAFD8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7338" y="5059363"/>
            <a:ext cx="1349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37">
            <a:extLst>
              <a:ext uri="{FF2B5EF4-FFF2-40B4-BE49-F238E27FC236}">
                <a16:creationId xmlns:a16="http://schemas.microsoft.com/office/drawing/2014/main" id="{78F0A75C-0351-9D78-977C-ADA09E4B01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4075" y="4135438"/>
            <a:ext cx="6350" cy="746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58">
            <a:extLst>
              <a:ext uri="{FF2B5EF4-FFF2-40B4-BE49-F238E27FC236}">
                <a16:creationId xmlns:a16="http://schemas.microsoft.com/office/drawing/2014/main" id="{1B9B65D1-6A14-06FD-8936-77F9DD9585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7213" y="5141913"/>
            <a:ext cx="85725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27">
            <a:extLst>
              <a:ext uri="{FF2B5EF4-FFF2-40B4-BE49-F238E27FC236}">
                <a16:creationId xmlns:a16="http://schemas.microsoft.com/office/drawing/2014/main" id="{EFF0297D-6794-7A9A-341A-9B03767530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0550" y="501015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38">
            <a:extLst>
              <a:ext uri="{FF2B5EF4-FFF2-40B4-BE49-F238E27FC236}">
                <a16:creationId xmlns:a16="http://schemas.microsoft.com/office/drawing/2014/main" id="{C479AA87-FFE2-42B4-F54D-6A3F91632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0" y="5010150"/>
            <a:ext cx="1588" cy="1360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59">
            <a:extLst>
              <a:ext uri="{FF2B5EF4-FFF2-40B4-BE49-F238E27FC236}">
                <a16:creationId xmlns:a16="http://schemas.microsoft.com/office/drawing/2014/main" id="{AC85A6E5-0767-EEDE-5256-BAFD673940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76638" y="6367434"/>
            <a:ext cx="3990975" cy="143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38">
            <a:extLst>
              <a:ext uri="{FF2B5EF4-FFF2-40B4-BE49-F238E27FC236}">
                <a16:creationId xmlns:a16="http://schemas.microsoft.com/office/drawing/2014/main" id="{1CFA065B-4145-A14F-4430-C86EE1F89E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90925" y="5267325"/>
            <a:ext cx="0" cy="1111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38">
            <a:extLst>
              <a:ext uri="{FF2B5EF4-FFF2-40B4-BE49-F238E27FC236}">
                <a16:creationId xmlns:a16="http://schemas.microsoft.com/office/drawing/2014/main" id="{6C4D39A4-51E4-EE66-0AF1-90543AF259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113" y="4408488"/>
            <a:ext cx="0" cy="1300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27">
            <a:extLst>
              <a:ext uri="{FF2B5EF4-FFF2-40B4-BE49-F238E27FC236}">
                <a16:creationId xmlns:a16="http://schemas.microsoft.com/office/drawing/2014/main" id="{B13673E6-5AA9-CADE-9EFA-7749E9E197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8475" y="4122738"/>
            <a:ext cx="1049338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58">
            <a:extLst>
              <a:ext uri="{FF2B5EF4-FFF2-40B4-BE49-F238E27FC236}">
                <a16:creationId xmlns:a16="http://schemas.microsoft.com/office/drawing/2014/main" id="{A65F521A-888F-40B5-5FFD-327A74C392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113" y="4405313"/>
            <a:ext cx="5175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AutoShape 92">
            <a:extLst>
              <a:ext uri="{FF2B5EF4-FFF2-40B4-BE49-F238E27FC236}">
                <a16:creationId xmlns:a16="http://schemas.microsoft.com/office/drawing/2014/main" id="{586F8347-3375-DA6C-4636-28298FE766D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440488" y="3997325"/>
            <a:ext cx="503237" cy="503238"/>
          </a:xfrm>
          <a:prstGeom prst="moon">
            <a:avLst>
              <a:gd name="adj" fmla="val 83593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7" name="Line 27">
            <a:extLst>
              <a:ext uri="{FF2B5EF4-FFF2-40B4-BE49-F238E27FC236}">
                <a16:creationId xmlns:a16="http://schemas.microsoft.com/office/drawing/2014/main" id="{AB3C035B-9B70-DE10-91DB-FC7A5CAFAA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0550" y="4256088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Line 38">
            <a:extLst>
              <a:ext uri="{FF2B5EF4-FFF2-40B4-BE49-F238E27FC236}">
                <a16:creationId xmlns:a16="http://schemas.microsoft.com/office/drawing/2014/main" id="{423C313C-7EA1-3E89-E323-DE14480D9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0150" y="3068638"/>
            <a:ext cx="0" cy="1195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59">
            <a:extLst>
              <a:ext uri="{FF2B5EF4-FFF2-40B4-BE49-F238E27FC236}">
                <a16:creationId xmlns:a16="http://schemas.microsoft.com/office/drawing/2014/main" id="{DF1DB019-E6E1-5457-6096-7BC755379C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9338" y="3070225"/>
            <a:ext cx="3970337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38">
            <a:extLst>
              <a:ext uri="{FF2B5EF4-FFF2-40B4-BE49-F238E27FC236}">
                <a16:creationId xmlns:a16="http://schemas.microsoft.com/office/drawing/2014/main" id="{9FB98E4D-D7D8-F98B-209A-9007CAB0E4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4575" y="3079750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AutoShape 90">
            <a:extLst>
              <a:ext uri="{FF2B5EF4-FFF2-40B4-BE49-F238E27FC236}">
                <a16:creationId xmlns:a16="http://schemas.microsoft.com/office/drawing/2014/main" id="{5A3A1309-6ABA-AD5A-35DF-3DDA92403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425" y="5362575"/>
            <a:ext cx="468313" cy="504825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2" name="Line 27">
            <a:extLst>
              <a:ext uri="{FF2B5EF4-FFF2-40B4-BE49-F238E27FC236}">
                <a16:creationId xmlns:a16="http://schemas.microsoft.com/office/drawing/2014/main" id="{F42ED891-C139-5D12-A5D6-D0425D1517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5525" y="5708650"/>
            <a:ext cx="3413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27">
            <a:extLst>
              <a:ext uri="{FF2B5EF4-FFF2-40B4-BE49-F238E27FC236}">
                <a16:creationId xmlns:a16="http://schemas.microsoft.com/office/drawing/2014/main" id="{0CC8AD97-7C44-095B-7C3F-6CCFD91AB5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8" y="5516563"/>
            <a:ext cx="49530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27">
            <a:extLst>
              <a:ext uri="{FF2B5EF4-FFF2-40B4-BE49-F238E27FC236}">
                <a16:creationId xmlns:a16="http://schemas.microsoft.com/office/drawing/2014/main" id="{3D7454A2-0089-0A57-4E2B-694873FCD4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1500" y="5610225"/>
            <a:ext cx="493713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AutoShape 90">
            <a:extLst>
              <a:ext uri="{FF2B5EF4-FFF2-40B4-BE49-F238E27FC236}">
                <a16:creationId xmlns:a16="http://schemas.microsoft.com/office/drawing/2014/main" id="{631011AC-C28C-138C-3387-747297309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5" y="4897438"/>
            <a:ext cx="468313" cy="504825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6" name="Line 58">
            <a:extLst>
              <a:ext uri="{FF2B5EF4-FFF2-40B4-BE49-F238E27FC236}">
                <a16:creationId xmlns:a16="http://schemas.microsoft.com/office/drawing/2014/main" id="{A89A84F9-81B4-F9A7-2323-87968E4262B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84575" y="5260975"/>
            <a:ext cx="215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Text Box 21">
            <a:extLst>
              <a:ext uri="{FF2B5EF4-FFF2-40B4-BE49-F238E27FC236}">
                <a16:creationId xmlns:a16="http://schemas.microsoft.com/office/drawing/2014/main" id="{642311B0-D8B6-33A4-C263-C0BC562A3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33416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kumimoji="1" lang="zh-CN" altLang="en-US" sz="1800">
              <a:ea typeface="楷体_GB2312" pitchFamily="49" charset="-122"/>
            </a:endParaRPr>
          </a:p>
        </p:txBody>
      </p:sp>
      <p:sp>
        <p:nvSpPr>
          <p:cNvPr id="88" name="Line 39">
            <a:extLst>
              <a:ext uri="{FF2B5EF4-FFF2-40B4-BE49-F238E27FC236}">
                <a16:creationId xmlns:a16="http://schemas.microsoft.com/office/drawing/2014/main" id="{9F04B3DE-3E9B-2F12-A5E2-640B44CB73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1325" y="3557588"/>
            <a:ext cx="555625" cy="7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AutoShape 90">
            <a:extLst>
              <a:ext uri="{FF2B5EF4-FFF2-40B4-BE49-F238E27FC236}">
                <a16:creationId xmlns:a16="http://schemas.microsoft.com/office/drawing/2014/main" id="{01686CA9-684E-20AB-77ED-960489184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3650" y="3311525"/>
            <a:ext cx="468313" cy="504825"/>
          </a:xfrm>
          <a:prstGeom prst="flowChartDelay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0" name="Line 58">
            <a:extLst>
              <a:ext uri="{FF2B5EF4-FFF2-40B4-BE49-F238E27FC236}">
                <a16:creationId xmlns:a16="http://schemas.microsoft.com/office/drawing/2014/main" id="{AE39D36E-CC43-9053-7D7E-3E8F6B9F4B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5688" y="3673475"/>
            <a:ext cx="215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Line 58">
            <a:extLst>
              <a:ext uri="{FF2B5EF4-FFF2-40B4-BE49-F238E27FC236}">
                <a16:creationId xmlns:a16="http://schemas.microsoft.com/office/drawing/2014/main" id="{B04E11AC-6E72-6DEE-A1FA-DABFE89D24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5688" y="3471863"/>
            <a:ext cx="215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Line 58">
            <a:extLst>
              <a:ext uri="{FF2B5EF4-FFF2-40B4-BE49-F238E27FC236}">
                <a16:creationId xmlns:a16="http://schemas.microsoft.com/office/drawing/2014/main" id="{D3EF9AFD-799E-A8BE-EA17-6B9A4F4DF7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87148" y="5019675"/>
            <a:ext cx="215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Line 37">
            <a:extLst>
              <a:ext uri="{FF2B5EF4-FFF2-40B4-BE49-F238E27FC236}">
                <a16:creationId xmlns:a16="http://schemas.microsoft.com/office/drawing/2014/main" id="{EB5BD42E-3AB5-786C-2FF9-DBABFF255B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2613" y="5013325"/>
            <a:ext cx="454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Line 38">
            <a:extLst>
              <a:ext uri="{FF2B5EF4-FFF2-40B4-BE49-F238E27FC236}">
                <a16:creationId xmlns:a16="http://schemas.microsoft.com/office/drawing/2014/main" id="{7BF2A53A-2269-5454-3AB1-3C856BA6DE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4574" y="3667123"/>
            <a:ext cx="12699" cy="134967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Text Box 28">
            <a:extLst>
              <a:ext uri="{FF2B5EF4-FFF2-40B4-BE49-F238E27FC236}">
                <a16:creationId xmlns:a16="http://schemas.microsoft.com/office/drawing/2014/main" id="{7EDCAE3D-37AD-274F-4AA1-2485781A7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638" y="5443538"/>
            <a:ext cx="488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CP</a:t>
            </a:r>
          </a:p>
        </p:txBody>
      </p:sp>
      <p:sp>
        <p:nvSpPr>
          <p:cNvPr id="96" name="Line 37">
            <a:extLst>
              <a:ext uri="{FF2B5EF4-FFF2-40B4-BE49-F238E27FC236}">
                <a16:creationId xmlns:a16="http://schemas.microsoft.com/office/drawing/2014/main" id="{2AE46188-B2F2-B09B-DBED-E098D0BF18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5188" y="4860925"/>
            <a:ext cx="6350" cy="655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Text Box 28">
            <a:extLst>
              <a:ext uri="{FF2B5EF4-FFF2-40B4-BE49-F238E27FC236}">
                <a16:creationId xmlns:a16="http://schemas.microsoft.com/office/drawing/2014/main" id="{476BF048-C1CF-EBD5-FDB9-0EF7A5EF1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5264150"/>
            <a:ext cx="338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1800">
                <a:ea typeface="楷体_GB2312" pitchFamily="49" charset="-122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493775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14F7E-F835-334F-FD27-211EDB912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检查时序图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197BBC-544F-5014-D70E-B5C7201E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14. </a:t>
            </a:r>
            <a:r>
              <a:rPr lang="zh-CN" altLang="en-US"/>
              <a:t>时序逻辑电路</a:t>
            </a:r>
            <a:r>
              <a:rPr lang="en-US" altLang="zh-CN"/>
              <a:t>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026D1A-8012-A7F7-31F1-7E5CE551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40</a:t>
            </a:fld>
            <a:r>
              <a:rPr lang="en-US" altLang="zh-CN" dirty="0"/>
              <a:t>/40</a:t>
            </a:r>
            <a:endParaRPr lang="en-US" dirty="0"/>
          </a:p>
        </p:txBody>
      </p:sp>
      <p:cxnSp>
        <p:nvCxnSpPr>
          <p:cNvPr id="6" name="直接连接符 82">
            <a:extLst>
              <a:ext uri="{FF2B5EF4-FFF2-40B4-BE49-F238E27FC236}">
                <a16:creationId xmlns:a16="http://schemas.microsoft.com/office/drawing/2014/main" id="{983FF3BE-6A5E-AA00-4007-8E2C132CAC60}"/>
              </a:ext>
            </a:extLst>
          </p:cNvPr>
          <p:cNvCxnSpPr/>
          <p:nvPr/>
        </p:nvCxnSpPr>
        <p:spPr>
          <a:xfrm>
            <a:off x="1179513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83">
            <a:extLst>
              <a:ext uri="{FF2B5EF4-FFF2-40B4-BE49-F238E27FC236}">
                <a16:creationId xmlns:a16="http://schemas.microsoft.com/office/drawing/2014/main" id="{82C3A4C9-1E31-713C-10B1-AF9F2D00D4C1}"/>
              </a:ext>
            </a:extLst>
          </p:cNvPr>
          <p:cNvCxnSpPr/>
          <p:nvPr/>
        </p:nvCxnSpPr>
        <p:spPr>
          <a:xfrm>
            <a:off x="928688" y="2421247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84">
            <a:extLst>
              <a:ext uri="{FF2B5EF4-FFF2-40B4-BE49-F238E27FC236}">
                <a16:creationId xmlns:a16="http://schemas.microsoft.com/office/drawing/2014/main" id="{5326CBC8-2BF2-D009-DC69-B8F7084AB64D}"/>
              </a:ext>
            </a:extLst>
          </p:cNvPr>
          <p:cNvCxnSpPr/>
          <p:nvPr/>
        </p:nvCxnSpPr>
        <p:spPr>
          <a:xfrm flipV="1">
            <a:off x="1179513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5">
            <a:extLst>
              <a:ext uri="{FF2B5EF4-FFF2-40B4-BE49-F238E27FC236}">
                <a16:creationId xmlns:a16="http://schemas.microsoft.com/office/drawing/2014/main" id="{71DB9A28-9563-8634-5D49-819B3E923B91}"/>
              </a:ext>
            </a:extLst>
          </p:cNvPr>
          <p:cNvCxnSpPr/>
          <p:nvPr/>
        </p:nvCxnSpPr>
        <p:spPr>
          <a:xfrm flipV="1">
            <a:off x="1431925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6">
            <a:extLst>
              <a:ext uri="{FF2B5EF4-FFF2-40B4-BE49-F238E27FC236}">
                <a16:creationId xmlns:a16="http://schemas.microsoft.com/office/drawing/2014/main" id="{AABC13A0-4DED-4070-66B3-E6E84E7491E1}"/>
              </a:ext>
            </a:extLst>
          </p:cNvPr>
          <p:cNvCxnSpPr/>
          <p:nvPr/>
        </p:nvCxnSpPr>
        <p:spPr>
          <a:xfrm>
            <a:off x="1179513" y="2097397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87">
            <a:extLst>
              <a:ext uri="{FF2B5EF4-FFF2-40B4-BE49-F238E27FC236}">
                <a16:creationId xmlns:a16="http://schemas.microsoft.com/office/drawing/2014/main" id="{4128332F-73C4-038F-F8B0-38CA0A7AF3DF}"/>
              </a:ext>
            </a:extLst>
          </p:cNvPr>
          <p:cNvCxnSpPr/>
          <p:nvPr/>
        </p:nvCxnSpPr>
        <p:spPr>
          <a:xfrm>
            <a:off x="1431925" y="2421247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88">
            <a:extLst>
              <a:ext uri="{FF2B5EF4-FFF2-40B4-BE49-F238E27FC236}">
                <a16:creationId xmlns:a16="http://schemas.microsoft.com/office/drawing/2014/main" id="{31F4A5BC-43E7-C12C-A2B5-97E42DAD255E}"/>
              </a:ext>
            </a:extLst>
          </p:cNvPr>
          <p:cNvCxnSpPr/>
          <p:nvPr/>
        </p:nvCxnSpPr>
        <p:spPr>
          <a:xfrm flipV="1">
            <a:off x="1684338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89">
            <a:extLst>
              <a:ext uri="{FF2B5EF4-FFF2-40B4-BE49-F238E27FC236}">
                <a16:creationId xmlns:a16="http://schemas.microsoft.com/office/drawing/2014/main" id="{49EA5ABB-93AE-51EF-79C7-16D617B26E05}"/>
              </a:ext>
            </a:extLst>
          </p:cNvPr>
          <p:cNvCxnSpPr/>
          <p:nvPr/>
        </p:nvCxnSpPr>
        <p:spPr>
          <a:xfrm flipV="1">
            <a:off x="1936750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90">
            <a:extLst>
              <a:ext uri="{FF2B5EF4-FFF2-40B4-BE49-F238E27FC236}">
                <a16:creationId xmlns:a16="http://schemas.microsoft.com/office/drawing/2014/main" id="{05A502BA-252F-F026-5D8F-03C158D789AC}"/>
              </a:ext>
            </a:extLst>
          </p:cNvPr>
          <p:cNvCxnSpPr/>
          <p:nvPr/>
        </p:nvCxnSpPr>
        <p:spPr>
          <a:xfrm>
            <a:off x="1684338" y="2097397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91">
            <a:extLst>
              <a:ext uri="{FF2B5EF4-FFF2-40B4-BE49-F238E27FC236}">
                <a16:creationId xmlns:a16="http://schemas.microsoft.com/office/drawing/2014/main" id="{4785263C-B515-43E1-AE28-370052E0B9F7}"/>
              </a:ext>
            </a:extLst>
          </p:cNvPr>
          <p:cNvCxnSpPr/>
          <p:nvPr/>
        </p:nvCxnSpPr>
        <p:spPr>
          <a:xfrm>
            <a:off x="1936750" y="2421247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92">
            <a:extLst>
              <a:ext uri="{FF2B5EF4-FFF2-40B4-BE49-F238E27FC236}">
                <a16:creationId xmlns:a16="http://schemas.microsoft.com/office/drawing/2014/main" id="{E0D3A74C-03B8-5DB7-B366-18DC6C09E9F8}"/>
              </a:ext>
            </a:extLst>
          </p:cNvPr>
          <p:cNvCxnSpPr/>
          <p:nvPr/>
        </p:nvCxnSpPr>
        <p:spPr>
          <a:xfrm flipV="1">
            <a:off x="2187575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93">
            <a:extLst>
              <a:ext uri="{FF2B5EF4-FFF2-40B4-BE49-F238E27FC236}">
                <a16:creationId xmlns:a16="http://schemas.microsoft.com/office/drawing/2014/main" id="{95FB47C8-E345-5604-5E5A-693050921BD4}"/>
              </a:ext>
            </a:extLst>
          </p:cNvPr>
          <p:cNvCxnSpPr/>
          <p:nvPr/>
        </p:nvCxnSpPr>
        <p:spPr>
          <a:xfrm flipV="1">
            <a:off x="2439988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94">
            <a:extLst>
              <a:ext uri="{FF2B5EF4-FFF2-40B4-BE49-F238E27FC236}">
                <a16:creationId xmlns:a16="http://schemas.microsoft.com/office/drawing/2014/main" id="{B1445C7B-C59F-3EEB-2563-68A4ED73FD41}"/>
              </a:ext>
            </a:extLst>
          </p:cNvPr>
          <p:cNvCxnSpPr/>
          <p:nvPr/>
        </p:nvCxnSpPr>
        <p:spPr>
          <a:xfrm>
            <a:off x="2187575" y="2097397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95">
            <a:extLst>
              <a:ext uri="{FF2B5EF4-FFF2-40B4-BE49-F238E27FC236}">
                <a16:creationId xmlns:a16="http://schemas.microsoft.com/office/drawing/2014/main" id="{CB77D2F0-88F8-D4F5-700A-0DDACF3290E7}"/>
              </a:ext>
            </a:extLst>
          </p:cNvPr>
          <p:cNvCxnSpPr/>
          <p:nvPr/>
        </p:nvCxnSpPr>
        <p:spPr>
          <a:xfrm>
            <a:off x="2439988" y="2421247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96">
            <a:extLst>
              <a:ext uri="{FF2B5EF4-FFF2-40B4-BE49-F238E27FC236}">
                <a16:creationId xmlns:a16="http://schemas.microsoft.com/office/drawing/2014/main" id="{D990A4EA-6CF0-E5BC-FA9D-B839970BD1BE}"/>
              </a:ext>
            </a:extLst>
          </p:cNvPr>
          <p:cNvCxnSpPr/>
          <p:nvPr/>
        </p:nvCxnSpPr>
        <p:spPr>
          <a:xfrm flipV="1">
            <a:off x="2692400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97">
            <a:extLst>
              <a:ext uri="{FF2B5EF4-FFF2-40B4-BE49-F238E27FC236}">
                <a16:creationId xmlns:a16="http://schemas.microsoft.com/office/drawing/2014/main" id="{B1D9F0EF-DD9C-AFD9-6D28-B1022831907A}"/>
              </a:ext>
            </a:extLst>
          </p:cNvPr>
          <p:cNvCxnSpPr/>
          <p:nvPr/>
        </p:nvCxnSpPr>
        <p:spPr>
          <a:xfrm flipV="1">
            <a:off x="2944813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98">
            <a:extLst>
              <a:ext uri="{FF2B5EF4-FFF2-40B4-BE49-F238E27FC236}">
                <a16:creationId xmlns:a16="http://schemas.microsoft.com/office/drawing/2014/main" id="{FDAFD16A-7093-C3FF-D438-843747DF3F54}"/>
              </a:ext>
            </a:extLst>
          </p:cNvPr>
          <p:cNvCxnSpPr/>
          <p:nvPr/>
        </p:nvCxnSpPr>
        <p:spPr>
          <a:xfrm>
            <a:off x="2692400" y="2097397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99">
            <a:extLst>
              <a:ext uri="{FF2B5EF4-FFF2-40B4-BE49-F238E27FC236}">
                <a16:creationId xmlns:a16="http://schemas.microsoft.com/office/drawing/2014/main" id="{CE5E33BC-69AE-C446-AD7E-7496A6A81025}"/>
              </a:ext>
            </a:extLst>
          </p:cNvPr>
          <p:cNvCxnSpPr/>
          <p:nvPr/>
        </p:nvCxnSpPr>
        <p:spPr>
          <a:xfrm>
            <a:off x="2944813" y="2421247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100">
            <a:extLst>
              <a:ext uri="{FF2B5EF4-FFF2-40B4-BE49-F238E27FC236}">
                <a16:creationId xmlns:a16="http://schemas.microsoft.com/office/drawing/2014/main" id="{59F04A41-B323-34E6-653D-56FF9E6EDDCF}"/>
              </a:ext>
            </a:extLst>
          </p:cNvPr>
          <p:cNvCxnSpPr/>
          <p:nvPr/>
        </p:nvCxnSpPr>
        <p:spPr>
          <a:xfrm flipV="1">
            <a:off x="3195638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101">
            <a:extLst>
              <a:ext uri="{FF2B5EF4-FFF2-40B4-BE49-F238E27FC236}">
                <a16:creationId xmlns:a16="http://schemas.microsoft.com/office/drawing/2014/main" id="{D7017893-12DA-E62D-5A1B-186C7F745C70}"/>
              </a:ext>
            </a:extLst>
          </p:cNvPr>
          <p:cNvCxnSpPr/>
          <p:nvPr/>
        </p:nvCxnSpPr>
        <p:spPr>
          <a:xfrm flipV="1">
            <a:off x="3448050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102">
            <a:extLst>
              <a:ext uri="{FF2B5EF4-FFF2-40B4-BE49-F238E27FC236}">
                <a16:creationId xmlns:a16="http://schemas.microsoft.com/office/drawing/2014/main" id="{945C292A-450A-1CCB-E547-4D02CCDC66AB}"/>
              </a:ext>
            </a:extLst>
          </p:cNvPr>
          <p:cNvCxnSpPr/>
          <p:nvPr/>
        </p:nvCxnSpPr>
        <p:spPr>
          <a:xfrm>
            <a:off x="3195638" y="2097397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103">
            <a:extLst>
              <a:ext uri="{FF2B5EF4-FFF2-40B4-BE49-F238E27FC236}">
                <a16:creationId xmlns:a16="http://schemas.microsoft.com/office/drawing/2014/main" id="{1F897860-C35E-5B31-6E46-A0023A8D1EF9}"/>
              </a:ext>
            </a:extLst>
          </p:cNvPr>
          <p:cNvCxnSpPr/>
          <p:nvPr/>
        </p:nvCxnSpPr>
        <p:spPr>
          <a:xfrm>
            <a:off x="3448050" y="2421247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104">
            <a:extLst>
              <a:ext uri="{FF2B5EF4-FFF2-40B4-BE49-F238E27FC236}">
                <a16:creationId xmlns:a16="http://schemas.microsoft.com/office/drawing/2014/main" id="{6051FB88-266A-0872-BC88-9A2B4F55A7C1}"/>
              </a:ext>
            </a:extLst>
          </p:cNvPr>
          <p:cNvCxnSpPr/>
          <p:nvPr/>
        </p:nvCxnSpPr>
        <p:spPr>
          <a:xfrm flipV="1">
            <a:off x="3700463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105">
            <a:extLst>
              <a:ext uri="{FF2B5EF4-FFF2-40B4-BE49-F238E27FC236}">
                <a16:creationId xmlns:a16="http://schemas.microsoft.com/office/drawing/2014/main" id="{1C66239A-0F5E-57F6-4C60-7F73CCD5C2FA}"/>
              </a:ext>
            </a:extLst>
          </p:cNvPr>
          <p:cNvCxnSpPr/>
          <p:nvPr/>
        </p:nvCxnSpPr>
        <p:spPr>
          <a:xfrm flipV="1">
            <a:off x="3952875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106">
            <a:extLst>
              <a:ext uri="{FF2B5EF4-FFF2-40B4-BE49-F238E27FC236}">
                <a16:creationId xmlns:a16="http://schemas.microsoft.com/office/drawing/2014/main" id="{30965065-9AE5-BED6-6E42-35B116397AC4}"/>
              </a:ext>
            </a:extLst>
          </p:cNvPr>
          <p:cNvCxnSpPr/>
          <p:nvPr/>
        </p:nvCxnSpPr>
        <p:spPr>
          <a:xfrm>
            <a:off x="3700463" y="2097397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107">
            <a:extLst>
              <a:ext uri="{FF2B5EF4-FFF2-40B4-BE49-F238E27FC236}">
                <a16:creationId xmlns:a16="http://schemas.microsoft.com/office/drawing/2014/main" id="{782A3993-E9F9-B727-EE82-B91088C9339B}"/>
              </a:ext>
            </a:extLst>
          </p:cNvPr>
          <p:cNvCxnSpPr/>
          <p:nvPr/>
        </p:nvCxnSpPr>
        <p:spPr>
          <a:xfrm>
            <a:off x="3952875" y="2421247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108">
            <a:extLst>
              <a:ext uri="{FF2B5EF4-FFF2-40B4-BE49-F238E27FC236}">
                <a16:creationId xmlns:a16="http://schemas.microsoft.com/office/drawing/2014/main" id="{06C41DF8-A08D-9FE5-E7D5-E38240A68037}"/>
              </a:ext>
            </a:extLst>
          </p:cNvPr>
          <p:cNvCxnSpPr/>
          <p:nvPr/>
        </p:nvCxnSpPr>
        <p:spPr>
          <a:xfrm flipV="1">
            <a:off x="4203700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109">
            <a:extLst>
              <a:ext uri="{FF2B5EF4-FFF2-40B4-BE49-F238E27FC236}">
                <a16:creationId xmlns:a16="http://schemas.microsoft.com/office/drawing/2014/main" id="{8DC6D782-ED99-22BE-1C0C-3434AC5A046F}"/>
              </a:ext>
            </a:extLst>
          </p:cNvPr>
          <p:cNvCxnSpPr/>
          <p:nvPr/>
        </p:nvCxnSpPr>
        <p:spPr>
          <a:xfrm flipV="1">
            <a:off x="4456113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10">
            <a:extLst>
              <a:ext uri="{FF2B5EF4-FFF2-40B4-BE49-F238E27FC236}">
                <a16:creationId xmlns:a16="http://schemas.microsoft.com/office/drawing/2014/main" id="{043241A9-E24E-4144-19DB-5CD9237C64E5}"/>
              </a:ext>
            </a:extLst>
          </p:cNvPr>
          <p:cNvCxnSpPr/>
          <p:nvPr/>
        </p:nvCxnSpPr>
        <p:spPr>
          <a:xfrm>
            <a:off x="4203700" y="2097397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111">
            <a:extLst>
              <a:ext uri="{FF2B5EF4-FFF2-40B4-BE49-F238E27FC236}">
                <a16:creationId xmlns:a16="http://schemas.microsoft.com/office/drawing/2014/main" id="{BC6A82A3-7545-118A-6801-643E81A4ED46}"/>
              </a:ext>
            </a:extLst>
          </p:cNvPr>
          <p:cNvCxnSpPr/>
          <p:nvPr/>
        </p:nvCxnSpPr>
        <p:spPr>
          <a:xfrm>
            <a:off x="4456113" y="2421247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112">
            <a:extLst>
              <a:ext uri="{FF2B5EF4-FFF2-40B4-BE49-F238E27FC236}">
                <a16:creationId xmlns:a16="http://schemas.microsoft.com/office/drawing/2014/main" id="{E1E12DD4-4895-2F9B-8816-3D95148DC0C9}"/>
              </a:ext>
            </a:extLst>
          </p:cNvPr>
          <p:cNvCxnSpPr/>
          <p:nvPr/>
        </p:nvCxnSpPr>
        <p:spPr>
          <a:xfrm flipV="1">
            <a:off x="4708525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113">
            <a:extLst>
              <a:ext uri="{FF2B5EF4-FFF2-40B4-BE49-F238E27FC236}">
                <a16:creationId xmlns:a16="http://schemas.microsoft.com/office/drawing/2014/main" id="{A235343D-2B24-DB64-D0C3-C3F165EB3BF0}"/>
              </a:ext>
            </a:extLst>
          </p:cNvPr>
          <p:cNvCxnSpPr/>
          <p:nvPr/>
        </p:nvCxnSpPr>
        <p:spPr>
          <a:xfrm flipV="1">
            <a:off x="4960938" y="209739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114">
            <a:extLst>
              <a:ext uri="{FF2B5EF4-FFF2-40B4-BE49-F238E27FC236}">
                <a16:creationId xmlns:a16="http://schemas.microsoft.com/office/drawing/2014/main" id="{A76B1CD3-F71E-05B5-77A3-6C0F115A0AA8}"/>
              </a:ext>
            </a:extLst>
          </p:cNvPr>
          <p:cNvCxnSpPr/>
          <p:nvPr/>
        </p:nvCxnSpPr>
        <p:spPr>
          <a:xfrm>
            <a:off x="4708525" y="2097397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115">
            <a:extLst>
              <a:ext uri="{FF2B5EF4-FFF2-40B4-BE49-F238E27FC236}">
                <a16:creationId xmlns:a16="http://schemas.microsoft.com/office/drawing/2014/main" id="{1880B620-9CF1-3ED2-D889-D9693F12A3AF}"/>
              </a:ext>
            </a:extLst>
          </p:cNvPr>
          <p:cNvCxnSpPr/>
          <p:nvPr/>
        </p:nvCxnSpPr>
        <p:spPr>
          <a:xfrm>
            <a:off x="4960938" y="2426010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116">
            <a:extLst>
              <a:ext uri="{FF2B5EF4-FFF2-40B4-BE49-F238E27FC236}">
                <a16:creationId xmlns:a16="http://schemas.microsoft.com/office/drawing/2014/main" id="{7A08B4C5-1D71-234C-3F66-8C2818DFA669}"/>
              </a:ext>
            </a:extLst>
          </p:cNvPr>
          <p:cNvCxnSpPr/>
          <p:nvPr/>
        </p:nvCxnSpPr>
        <p:spPr>
          <a:xfrm flipV="1">
            <a:off x="5211763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117">
            <a:extLst>
              <a:ext uri="{FF2B5EF4-FFF2-40B4-BE49-F238E27FC236}">
                <a16:creationId xmlns:a16="http://schemas.microsoft.com/office/drawing/2014/main" id="{2473A6C5-A87B-2CDE-C37F-5653D0CB0FAB}"/>
              </a:ext>
            </a:extLst>
          </p:cNvPr>
          <p:cNvCxnSpPr/>
          <p:nvPr/>
        </p:nvCxnSpPr>
        <p:spPr>
          <a:xfrm flipV="1">
            <a:off x="5464175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118">
            <a:extLst>
              <a:ext uri="{FF2B5EF4-FFF2-40B4-BE49-F238E27FC236}">
                <a16:creationId xmlns:a16="http://schemas.microsoft.com/office/drawing/2014/main" id="{C7B6990D-DD99-4247-81FD-B17DC3E12E51}"/>
              </a:ext>
            </a:extLst>
          </p:cNvPr>
          <p:cNvCxnSpPr/>
          <p:nvPr/>
        </p:nvCxnSpPr>
        <p:spPr>
          <a:xfrm>
            <a:off x="5211763" y="2102160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119">
            <a:extLst>
              <a:ext uri="{FF2B5EF4-FFF2-40B4-BE49-F238E27FC236}">
                <a16:creationId xmlns:a16="http://schemas.microsoft.com/office/drawing/2014/main" id="{A5D64D26-DA9F-D921-9951-EC61395E1337}"/>
              </a:ext>
            </a:extLst>
          </p:cNvPr>
          <p:cNvCxnSpPr/>
          <p:nvPr/>
        </p:nvCxnSpPr>
        <p:spPr>
          <a:xfrm>
            <a:off x="5464175" y="2426010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120">
            <a:extLst>
              <a:ext uri="{FF2B5EF4-FFF2-40B4-BE49-F238E27FC236}">
                <a16:creationId xmlns:a16="http://schemas.microsoft.com/office/drawing/2014/main" id="{5D23A770-5E70-E357-7790-8634BBB7214E}"/>
              </a:ext>
            </a:extLst>
          </p:cNvPr>
          <p:cNvCxnSpPr/>
          <p:nvPr/>
        </p:nvCxnSpPr>
        <p:spPr>
          <a:xfrm flipV="1">
            <a:off x="5716588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21">
            <a:extLst>
              <a:ext uri="{FF2B5EF4-FFF2-40B4-BE49-F238E27FC236}">
                <a16:creationId xmlns:a16="http://schemas.microsoft.com/office/drawing/2014/main" id="{CAD39892-15CF-BEB5-E931-6891F2FDB005}"/>
              </a:ext>
            </a:extLst>
          </p:cNvPr>
          <p:cNvCxnSpPr/>
          <p:nvPr/>
        </p:nvCxnSpPr>
        <p:spPr>
          <a:xfrm flipV="1">
            <a:off x="5969000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122">
            <a:extLst>
              <a:ext uri="{FF2B5EF4-FFF2-40B4-BE49-F238E27FC236}">
                <a16:creationId xmlns:a16="http://schemas.microsoft.com/office/drawing/2014/main" id="{82772B21-DB21-71F3-B493-79BA63F1360E}"/>
              </a:ext>
            </a:extLst>
          </p:cNvPr>
          <p:cNvCxnSpPr/>
          <p:nvPr/>
        </p:nvCxnSpPr>
        <p:spPr>
          <a:xfrm>
            <a:off x="5716588" y="2102160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123">
            <a:extLst>
              <a:ext uri="{FF2B5EF4-FFF2-40B4-BE49-F238E27FC236}">
                <a16:creationId xmlns:a16="http://schemas.microsoft.com/office/drawing/2014/main" id="{AFDA3C95-D5C9-7E17-1413-31B1FDE90B03}"/>
              </a:ext>
            </a:extLst>
          </p:cNvPr>
          <p:cNvCxnSpPr/>
          <p:nvPr/>
        </p:nvCxnSpPr>
        <p:spPr>
          <a:xfrm>
            <a:off x="5969000" y="2426010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124">
            <a:extLst>
              <a:ext uri="{FF2B5EF4-FFF2-40B4-BE49-F238E27FC236}">
                <a16:creationId xmlns:a16="http://schemas.microsoft.com/office/drawing/2014/main" id="{788B519D-AC7F-0243-1705-7DD5C80BC0AC}"/>
              </a:ext>
            </a:extLst>
          </p:cNvPr>
          <p:cNvCxnSpPr/>
          <p:nvPr/>
        </p:nvCxnSpPr>
        <p:spPr>
          <a:xfrm flipV="1">
            <a:off x="6219825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125">
            <a:extLst>
              <a:ext uri="{FF2B5EF4-FFF2-40B4-BE49-F238E27FC236}">
                <a16:creationId xmlns:a16="http://schemas.microsoft.com/office/drawing/2014/main" id="{C03E9679-5B45-9C09-93C1-D9A081F13887}"/>
              </a:ext>
            </a:extLst>
          </p:cNvPr>
          <p:cNvCxnSpPr/>
          <p:nvPr/>
        </p:nvCxnSpPr>
        <p:spPr>
          <a:xfrm flipV="1">
            <a:off x="6472238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126">
            <a:extLst>
              <a:ext uri="{FF2B5EF4-FFF2-40B4-BE49-F238E27FC236}">
                <a16:creationId xmlns:a16="http://schemas.microsoft.com/office/drawing/2014/main" id="{211C7687-6355-3251-86B1-5C6E329D83B0}"/>
              </a:ext>
            </a:extLst>
          </p:cNvPr>
          <p:cNvCxnSpPr/>
          <p:nvPr/>
        </p:nvCxnSpPr>
        <p:spPr>
          <a:xfrm>
            <a:off x="6219825" y="2102160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127">
            <a:extLst>
              <a:ext uri="{FF2B5EF4-FFF2-40B4-BE49-F238E27FC236}">
                <a16:creationId xmlns:a16="http://schemas.microsoft.com/office/drawing/2014/main" id="{751CFDD7-F01B-1849-4987-6FE50C8D76A4}"/>
              </a:ext>
            </a:extLst>
          </p:cNvPr>
          <p:cNvCxnSpPr/>
          <p:nvPr/>
        </p:nvCxnSpPr>
        <p:spPr>
          <a:xfrm>
            <a:off x="6472238" y="2426010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128">
            <a:extLst>
              <a:ext uri="{FF2B5EF4-FFF2-40B4-BE49-F238E27FC236}">
                <a16:creationId xmlns:a16="http://schemas.microsoft.com/office/drawing/2014/main" id="{7C6D07AE-F439-B1BA-BF86-0F66586FAC46}"/>
              </a:ext>
            </a:extLst>
          </p:cNvPr>
          <p:cNvCxnSpPr/>
          <p:nvPr/>
        </p:nvCxnSpPr>
        <p:spPr>
          <a:xfrm flipV="1">
            <a:off x="6724650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129">
            <a:extLst>
              <a:ext uri="{FF2B5EF4-FFF2-40B4-BE49-F238E27FC236}">
                <a16:creationId xmlns:a16="http://schemas.microsoft.com/office/drawing/2014/main" id="{782510B9-6024-0554-DF52-E97E22FF0366}"/>
              </a:ext>
            </a:extLst>
          </p:cNvPr>
          <p:cNvCxnSpPr/>
          <p:nvPr/>
        </p:nvCxnSpPr>
        <p:spPr>
          <a:xfrm flipV="1">
            <a:off x="6977063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30">
            <a:extLst>
              <a:ext uri="{FF2B5EF4-FFF2-40B4-BE49-F238E27FC236}">
                <a16:creationId xmlns:a16="http://schemas.microsoft.com/office/drawing/2014/main" id="{11D35F8A-8653-81B4-A222-CB499D297E95}"/>
              </a:ext>
            </a:extLst>
          </p:cNvPr>
          <p:cNvCxnSpPr/>
          <p:nvPr/>
        </p:nvCxnSpPr>
        <p:spPr>
          <a:xfrm>
            <a:off x="6724650" y="2102160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31">
            <a:extLst>
              <a:ext uri="{FF2B5EF4-FFF2-40B4-BE49-F238E27FC236}">
                <a16:creationId xmlns:a16="http://schemas.microsoft.com/office/drawing/2014/main" id="{CCBA8048-813C-19AA-868F-6F9BEAE71AA9}"/>
              </a:ext>
            </a:extLst>
          </p:cNvPr>
          <p:cNvCxnSpPr/>
          <p:nvPr/>
        </p:nvCxnSpPr>
        <p:spPr>
          <a:xfrm>
            <a:off x="6977063" y="2426010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132">
            <a:extLst>
              <a:ext uri="{FF2B5EF4-FFF2-40B4-BE49-F238E27FC236}">
                <a16:creationId xmlns:a16="http://schemas.microsoft.com/office/drawing/2014/main" id="{0A70545C-0E4D-A997-5BF3-E013E7757420}"/>
              </a:ext>
            </a:extLst>
          </p:cNvPr>
          <p:cNvCxnSpPr/>
          <p:nvPr/>
        </p:nvCxnSpPr>
        <p:spPr>
          <a:xfrm flipV="1">
            <a:off x="7229475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133">
            <a:extLst>
              <a:ext uri="{FF2B5EF4-FFF2-40B4-BE49-F238E27FC236}">
                <a16:creationId xmlns:a16="http://schemas.microsoft.com/office/drawing/2014/main" id="{FAA57194-B1EE-D994-8113-AF683964948C}"/>
              </a:ext>
            </a:extLst>
          </p:cNvPr>
          <p:cNvCxnSpPr/>
          <p:nvPr/>
        </p:nvCxnSpPr>
        <p:spPr>
          <a:xfrm flipV="1">
            <a:off x="7480300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134">
            <a:extLst>
              <a:ext uri="{FF2B5EF4-FFF2-40B4-BE49-F238E27FC236}">
                <a16:creationId xmlns:a16="http://schemas.microsoft.com/office/drawing/2014/main" id="{DAF9C3BB-3EA5-B0D5-6DBC-6FFDFE9D21A4}"/>
              </a:ext>
            </a:extLst>
          </p:cNvPr>
          <p:cNvCxnSpPr/>
          <p:nvPr/>
        </p:nvCxnSpPr>
        <p:spPr>
          <a:xfrm>
            <a:off x="7229475" y="2102160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135">
            <a:extLst>
              <a:ext uri="{FF2B5EF4-FFF2-40B4-BE49-F238E27FC236}">
                <a16:creationId xmlns:a16="http://schemas.microsoft.com/office/drawing/2014/main" id="{2C3C7475-1D0A-72C2-ADE9-E469E0670B45}"/>
              </a:ext>
            </a:extLst>
          </p:cNvPr>
          <p:cNvCxnSpPr/>
          <p:nvPr/>
        </p:nvCxnSpPr>
        <p:spPr>
          <a:xfrm>
            <a:off x="7480300" y="2426010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136">
            <a:extLst>
              <a:ext uri="{FF2B5EF4-FFF2-40B4-BE49-F238E27FC236}">
                <a16:creationId xmlns:a16="http://schemas.microsoft.com/office/drawing/2014/main" id="{66674CE2-F66C-5126-D174-38404038CA04}"/>
              </a:ext>
            </a:extLst>
          </p:cNvPr>
          <p:cNvCxnSpPr/>
          <p:nvPr/>
        </p:nvCxnSpPr>
        <p:spPr>
          <a:xfrm flipV="1">
            <a:off x="7732713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137">
            <a:extLst>
              <a:ext uri="{FF2B5EF4-FFF2-40B4-BE49-F238E27FC236}">
                <a16:creationId xmlns:a16="http://schemas.microsoft.com/office/drawing/2014/main" id="{C88426C1-52E8-A841-3D3D-81CE72BD2B8F}"/>
              </a:ext>
            </a:extLst>
          </p:cNvPr>
          <p:cNvCxnSpPr/>
          <p:nvPr/>
        </p:nvCxnSpPr>
        <p:spPr>
          <a:xfrm flipV="1">
            <a:off x="7985125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138">
            <a:extLst>
              <a:ext uri="{FF2B5EF4-FFF2-40B4-BE49-F238E27FC236}">
                <a16:creationId xmlns:a16="http://schemas.microsoft.com/office/drawing/2014/main" id="{B817A8D3-9EB0-6543-FB2E-EC29D5209363}"/>
              </a:ext>
            </a:extLst>
          </p:cNvPr>
          <p:cNvCxnSpPr/>
          <p:nvPr/>
        </p:nvCxnSpPr>
        <p:spPr>
          <a:xfrm>
            <a:off x="7732713" y="2102160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139">
            <a:extLst>
              <a:ext uri="{FF2B5EF4-FFF2-40B4-BE49-F238E27FC236}">
                <a16:creationId xmlns:a16="http://schemas.microsoft.com/office/drawing/2014/main" id="{C69B8F04-6C74-1DEC-7327-3B11550BEA5C}"/>
              </a:ext>
            </a:extLst>
          </p:cNvPr>
          <p:cNvCxnSpPr/>
          <p:nvPr/>
        </p:nvCxnSpPr>
        <p:spPr>
          <a:xfrm>
            <a:off x="7985125" y="2426010"/>
            <a:ext cx="252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140">
            <a:extLst>
              <a:ext uri="{FF2B5EF4-FFF2-40B4-BE49-F238E27FC236}">
                <a16:creationId xmlns:a16="http://schemas.microsoft.com/office/drawing/2014/main" id="{79460908-1885-8AC4-C84D-8BE51F81B9CC}"/>
              </a:ext>
            </a:extLst>
          </p:cNvPr>
          <p:cNvCxnSpPr/>
          <p:nvPr/>
        </p:nvCxnSpPr>
        <p:spPr>
          <a:xfrm flipV="1">
            <a:off x="8237538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141">
            <a:extLst>
              <a:ext uri="{FF2B5EF4-FFF2-40B4-BE49-F238E27FC236}">
                <a16:creationId xmlns:a16="http://schemas.microsoft.com/office/drawing/2014/main" id="{6518A6F6-169F-26F3-3DD7-4600DE10CCFF}"/>
              </a:ext>
            </a:extLst>
          </p:cNvPr>
          <p:cNvCxnSpPr/>
          <p:nvPr/>
        </p:nvCxnSpPr>
        <p:spPr>
          <a:xfrm flipV="1">
            <a:off x="8488363" y="210216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142">
            <a:extLst>
              <a:ext uri="{FF2B5EF4-FFF2-40B4-BE49-F238E27FC236}">
                <a16:creationId xmlns:a16="http://schemas.microsoft.com/office/drawing/2014/main" id="{CD4EEEF5-E232-C0B7-F3BA-EFC49B1FC20D}"/>
              </a:ext>
            </a:extLst>
          </p:cNvPr>
          <p:cNvCxnSpPr/>
          <p:nvPr/>
        </p:nvCxnSpPr>
        <p:spPr>
          <a:xfrm>
            <a:off x="8237538" y="2102160"/>
            <a:ext cx="250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143">
            <a:extLst>
              <a:ext uri="{FF2B5EF4-FFF2-40B4-BE49-F238E27FC236}">
                <a16:creationId xmlns:a16="http://schemas.microsoft.com/office/drawing/2014/main" id="{BA30BD1B-FA28-714E-222B-FF3A7B6D8601}"/>
              </a:ext>
            </a:extLst>
          </p:cNvPr>
          <p:cNvCxnSpPr/>
          <p:nvPr/>
        </p:nvCxnSpPr>
        <p:spPr>
          <a:xfrm>
            <a:off x="8488363" y="2426010"/>
            <a:ext cx="252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148">
            <a:extLst>
              <a:ext uri="{FF2B5EF4-FFF2-40B4-BE49-F238E27FC236}">
                <a16:creationId xmlns:a16="http://schemas.microsoft.com/office/drawing/2014/main" id="{AD7F9F4F-CE2B-677C-4EAC-7838B3EAAFB4}"/>
              </a:ext>
            </a:extLst>
          </p:cNvPr>
          <p:cNvCxnSpPr/>
          <p:nvPr/>
        </p:nvCxnSpPr>
        <p:spPr>
          <a:xfrm>
            <a:off x="1685925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149">
            <a:extLst>
              <a:ext uri="{FF2B5EF4-FFF2-40B4-BE49-F238E27FC236}">
                <a16:creationId xmlns:a16="http://schemas.microsoft.com/office/drawing/2014/main" id="{88D36AA9-DEB1-C830-43C5-A8E0115353B5}"/>
              </a:ext>
            </a:extLst>
          </p:cNvPr>
          <p:cNvCxnSpPr/>
          <p:nvPr/>
        </p:nvCxnSpPr>
        <p:spPr>
          <a:xfrm>
            <a:off x="2178050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150">
            <a:extLst>
              <a:ext uri="{FF2B5EF4-FFF2-40B4-BE49-F238E27FC236}">
                <a16:creationId xmlns:a16="http://schemas.microsoft.com/office/drawing/2014/main" id="{23380639-9E5F-A3C9-D322-5A65B30A42EF}"/>
              </a:ext>
            </a:extLst>
          </p:cNvPr>
          <p:cNvCxnSpPr/>
          <p:nvPr/>
        </p:nvCxnSpPr>
        <p:spPr>
          <a:xfrm>
            <a:off x="2684463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151">
            <a:extLst>
              <a:ext uri="{FF2B5EF4-FFF2-40B4-BE49-F238E27FC236}">
                <a16:creationId xmlns:a16="http://schemas.microsoft.com/office/drawing/2014/main" id="{BDD88267-F156-C528-2DC3-A1E43661ABE0}"/>
              </a:ext>
            </a:extLst>
          </p:cNvPr>
          <p:cNvCxnSpPr/>
          <p:nvPr/>
        </p:nvCxnSpPr>
        <p:spPr>
          <a:xfrm>
            <a:off x="3203575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152">
            <a:extLst>
              <a:ext uri="{FF2B5EF4-FFF2-40B4-BE49-F238E27FC236}">
                <a16:creationId xmlns:a16="http://schemas.microsoft.com/office/drawing/2014/main" id="{1B21996C-9442-A3FA-F8CE-981110DF75E5}"/>
              </a:ext>
            </a:extLst>
          </p:cNvPr>
          <p:cNvCxnSpPr/>
          <p:nvPr/>
        </p:nvCxnSpPr>
        <p:spPr>
          <a:xfrm>
            <a:off x="3709988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53">
            <a:extLst>
              <a:ext uri="{FF2B5EF4-FFF2-40B4-BE49-F238E27FC236}">
                <a16:creationId xmlns:a16="http://schemas.microsoft.com/office/drawing/2014/main" id="{01667E84-6B50-194D-7A59-7A856C67B78E}"/>
              </a:ext>
            </a:extLst>
          </p:cNvPr>
          <p:cNvCxnSpPr/>
          <p:nvPr/>
        </p:nvCxnSpPr>
        <p:spPr>
          <a:xfrm>
            <a:off x="4202113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154">
            <a:extLst>
              <a:ext uri="{FF2B5EF4-FFF2-40B4-BE49-F238E27FC236}">
                <a16:creationId xmlns:a16="http://schemas.microsoft.com/office/drawing/2014/main" id="{AC379650-51F5-21C4-E05C-72E29871F440}"/>
              </a:ext>
            </a:extLst>
          </p:cNvPr>
          <p:cNvCxnSpPr/>
          <p:nvPr/>
        </p:nvCxnSpPr>
        <p:spPr>
          <a:xfrm>
            <a:off x="4708525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159">
            <a:extLst>
              <a:ext uri="{FF2B5EF4-FFF2-40B4-BE49-F238E27FC236}">
                <a16:creationId xmlns:a16="http://schemas.microsoft.com/office/drawing/2014/main" id="{57085844-6911-9101-ABC0-1CF3E9F9C62C}"/>
              </a:ext>
            </a:extLst>
          </p:cNvPr>
          <p:cNvCxnSpPr/>
          <p:nvPr/>
        </p:nvCxnSpPr>
        <p:spPr>
          <a:xfrm>
            <a:off x="5219700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160">
            <a:extLst>
              <a:ext uri="{FF2B5EF4-FFF2-40B4-BE49-F238E27FC236}">
                <a16:creationId xmlns:a16="http://schemas.microsoft.com/office/drawing/2014/main" id="{1408A6D8-0765-BF32-E6AF-DFD24C7AF47C}"/>
              </a:ext>
            </a:extLst>
          </p:cNvPr>
          <p:cNvCxnSpPr/>
          <p:nvPr/>
        </p:nvCxnSpPr>
        <p:spPr>
          <a:xfrm>
            <a:off x="5726113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161">
            <a:extLst>
              <a:ext uri="{FF2B5EF4-FFF2-40B4-BE49-F238E27FC236}">
                <a16:creationId xmlns:a16="http://schemas.microsoft.com/office/drawing/2014/main" id="{97E0F366-1C61-53FA-7E53-C209727A3646}"/>
              </a:ext>
            </a:extLst>
          </p:cNvPr>
          <p:cNvCxnSpPr/>
          <p:nvPr/>
        </p:nvCxnSpPr>
        <p:spPr>
          <a:xfrm>
            <a:off x="6218238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162">
            <a:extLst>
              <a:ext uri="{FF2B5EF4-FFF2-40B4-BE49-F238E27FC236}">
                <a16:creationId xmlns:a16="http://schemas.microsoft.com/office/drawing/2014/main" id="{5ED2C662-D1C1-DB81-D120-1586DAB1BD6C}"/>
              </a:ext>
            </a:extLst>
          </p:cNvPr>
          <p:cNvCxnSpPr/>
          <p:nvPr/>
        </p:nvCxnSpPr>
        <p:spPr>
          <a:xfrm>
            <a:off x="6724650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163">
            <a:extLst>
              <a:ext uri="{FF2B5EF4-FFF2-40B4-BE49-F238E27FC236}">
                <a16:creationId xmlns:a16="http://schemas.microsoft.com/office/drawing/2014/main" id="{A48B113D-A945-B6B6-5DF7-97FE41D43B94}"/>
              </a:ext>
            </a:extLst>
          </p:cNvPr>
          <p:cNvCxnSpPr/>
          <p:nvPr/>
        </p:nvCxnSpPr>
        <p:spPr>
          <a:xfrm>
            <a:off x="7235825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164">
            <a:extLst>
              <a:ext uri="{FF2B5EF4-FFF2-40B4-BE49-F238E27FC236}">
                <a16:creationId xmlns:a16="http://schemas.microsoft.com/office/drawing/2014/main" id="{710D88D7-BE54-BAD9-5B24-23161CD6E13C}"/>
              </a:ext>
            </a:extLst>
          </p:cNvPr>
          <p:cNvCxnSpPr/>
          <p:nvPr/>
        </p:nvCxnSpPr>
        <p:spPr>
          <a:xfrm>
            <a:off x="7742238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165">
            <a:extLst>
              <a:ext uri="{FF2B5EF4-FFF2-40B4-BE49-F238E27FC236}">
                <a16:creationId xmlns:a16="http://schemas.microsoft.com/office/drawing/2014/main" id="{6F30D47A-14BD-3B85-40BE-D37C59FCD14C}"/>
              </a:ext>
            </a:extLst>
          </p:cNvPr>
          <p:cNvCxnSpPr/>
          <p:nvPr/>
        </p:nvCxnSpPr>
        <p:spPr>
          <a:xfrm>
            <a:off x="8234363" y="1989993"/>
            <a:ext cx="0" cy="38512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167">
            <a:extLst>
              <a:ext uri="{FF2B5EF4-FFF2-40B4-BE49-F238E27FC236}">
                <a16:creationId xmlns:a16="http://schemas.microsoft.com/office/drawing/2014/main" id="{EA9B0590-5A68-A669-E360-43C3CB1CB503}"/>
              </a:ext>
            </a:extLst>
          </p:cNvPr>
          <p:cNvCxnSpPr/>
          <p:nvPr/>
        </p:nvCxnSpPr>
        <p:spPr>
          <a:xfrm>
            <a:off x="928688" y="3254685"/>
            <a:ext cx="8953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169">
            <a:extLst>
              <a:ext uri="{FF2B5EF4-FFF2-40B4-BE49-F238E27FC236}">
                <a16:creationId xmlns:a16="http://schemas.microsoft.com/office/drawing/2014/main" id="{13EA82D5-DA78-F0AE-42D2-4D8CE833F2F9}"/>
              </a:ext>
            </a:extLst>
          </p:cNvPr>
          <p:cNvCxnSpPr/>
          <p:nvPr/>
        </p:nvCxnSpPr>
        <p:spPr>
          <a:xfrm flipV="1">
            <a:off x="1824038" y="2929247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171">
            <a:extLst>
              <a:ext uri="{FF2B5EF4-FFF2-40B4-BE49-F238E27FC236}">
                <a16:creationId xmlns:a16="http://schemas.microsoft.com/office/drawing/2014/main" id="{31F7D4AA-E252-D2CE-140D-1DD441DD2269}"/>
              </a:ext>
            </a:extLst>
          </p:cNvPr>
          <p:cNvCxnSpPr/>
          <p:nvPr/>
        </p:nvCxnSpPr>
        <p:spPr>
          <a:xfrm>
            <a:off x="1824038" y="2929247"/>
            <a:ext cx="16240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173">
            <a:extLst>
              <a:ext uri="{FF2B5EF4-FFF2-40B4-BE49-F238E27FC236}">
                <a16:creationId xmlns:a16="http://schemas.microsoft.com/office/drawing/2014/main" id="{CF1765B1-ADCC-A79D-01B7-C7E44B95CD26}"/>
              </a:ext>
            </a:extLst>
          </p:cNvPr>
          <p:cNvCxnSpPr/>
          <p:nvPr/>
        </p:nvCxnSpPr>
        <p:spPr>
          <a:xfrm flipV="1">
            <a:off x="3448050" y="2929247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174">
            <a:extLst>
              <a:ext uri="{FF2B5EF4-FFF2-40B4-BE49-F238E27FC236}">
                <a16:creationId xmlns:a16="http://schemas.microsoft.com/office/drawing/2014/main" id="{0320C171-C3CC-9F79-8D9F-B85B32DD4A4E}"/>
              </a:ext>
            </a:extLst>
          </p:cNvPr>
          <p:cNvCxnSpPr/>
          <p:nvPr/>
        </p:nvCxnSpPr>
        <p:spPr>
          <a:xfrm>
            <a:off x="3448050" y="3254685"/>
            <a:ext cx="504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176">
            <a:extLst>
              <a:ext uri="{FF2B5EF4-FFF2-40B4-BE49-F238E27FC236}">
                <a16:creationId xmlns:a16="http://schemas.microsoft.com/office/drawing/2014/main" id="{CDB28907-C499-ECA0-5D20-E2702BEC3124}"/>
              </a:ext>
            </a:extLst>
          </p:cNvPr>
          <p:cNvCxnSpPr/>
          <p:nvPr/>
        </p:nvCxnSpPr>
        <p:spPr>
          <a:xfrm flipV="1">
            <a:off x="3952875" y="2929247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177">
            <a:extLst>
              <a:ext uri="{FF2B5EF4-FFF2-40B4-BE49-F238E27FC236}">
                <a16:creationId xmlns:a16="http://schemas.microsoft.com/office/drawing/2014/main" id="{B7B6FBF1-1671-4649-81B2-40A130204392}"/>
              </a:ext>
            </a:extLst>
          </p:cNvPr>
          <p:cNvCxnSpPr/>
          <p:nvPr/>
        </p:nvCxnSpPr>
        <p:spPr>
          <a:xfrm>
            <a:off x="3952875" y="2929247"/>
            <a:ext cx="10080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179">
            <a:extLst>
              <a:ext uri="{FF2B5EF4-FFF2-40B4-BE49-F238E27FC236}">
                <a16:creationId xmlns:a16="http://schemas.microsoft.com/office/drawing/2014/main" id="{0B9B3E09-17FF-AD54-E7F9-490F316EF0EA}"/>
              </a:ext>
            </a:extLst>
          </p:cNvPr>
          <p:cNvCxnSpPr/>
          <p:nvPr/>
        </p:nvCxnSpPr>
        <p:spPr>
          <a:xfrm flipV="1">
            <a:off x="4960938" y="2929247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180">
            <a:extLst>
              <a:ext uri="{FF2B5EF4-FFF2-40B4-BE49-F238E27FC236}">
                <a16:creationId xmlns:a16="http://schemas.microsoft.com/office/drawing/2014/main" id="{B9AC2B64-6F12-3A3E-7236-0940BA6A244F}"/>
              </a:ext>
            </a:extLst>
          </p:cNvPr>
          <p:cNvCxnSpPr/>
          <p:nvPr/>
        </p:nvCxnSpPr>
        <p:spPr>
          <a:xfrm>
            <a:off x="4967288" y="3254685"/>
            <a:ext cx="6238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181">
            <a:extLst>
              <a:ext uri="{FF2B5EF4-FFF2-40B4-BE49-F238E27FC236}">
                <a16:creationId xmlns:a16="http://schemas.microsoft.com/office/drawing/2014/main" id="{F242B430-84E5-E70A-238A-DE825CA532A1}"/>
              </a:ext>
            </a:extLst>
          </p:cNvPr>
          <p:cNvCxnSpPr/>
          <p:nvPr/>
        </p:nvCxnSpPr>
        <p:spPr>
          <a:xfrm flipV="1">
            <a:off x="5591175" y="2929247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183">
            <a:extLst>
              <a:ext uri="{FF2B5EF4-FFF2-40B4-BE49-F238E27FC236}">
                <a16:creationId xmlns:a16="http://schemas.microsoft.com/office/drawing/2014/main" id="{F149F676-83F4-7A5B-6FD8-929F3A4BEFB8}"/>
              </a:ext>
            </a:extLst>
          </p:cNvPr>
          <p:cNvCxnSpPr/>
          <p:nvPr/>
        </p:nvCxnSpPr>
        <p:spPr>
          <a:xfrm>
            <a:off x="5591175" y="2929247"/>
            <a:ext cx="20161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187">
            <a:extLst>
              <a:ext uri="{FF2B5EF4-FFF2-40B4-BE49-F238E27FC236}">
                <a16:creationId xmlns:a16="http://schemas.microsoft.com/office/drawing/2014/main" id="{644E5297-529E-34B5-10CD-EE026B88C11F}"/>
              </a:ext>
            </a:extLst>
          </p:cNvPr>
          <p:cNvCxnSpPr/>
          <p:nvPr/>
        </p:nvCxnSpPr>
        <p:spPr>
          <a:xfrm flipV="1">
            <a:off x="7599363" y="2929247"/>
            <a:ext cx="0" cy="325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188">
            <a:extLst>
              <a:ext uri="{FF2B5EF4-FFF2-40B4-BE49-F238E27FC236}">
                <a16:creationId xmlns:a16="http://schemas.microsoft.com/office/drawing/2014/main" id="{CCD249A8-3BE9-B47B-9113-7D4180F0EA4B}"/>
              </a:ext>
            </a:extLst>
          </p:cNvPr>
          <p:cNvCxnSpPr/>
          <p:nvPr/>
        </p:nvCxnSpPr>
        <p:spPr>
          <a:xfrm>
            <a:off x="7599363" y="3254685"/>
            <a:ext cx="11414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192">
            <a:extLst>
              <a:ext uri="{FF2B5EF4-FFF2-40B4-BE49-F238E27FC236}">
                <a16:creationId xmlns:a16="http://schemas.microsoft.com/office/drawing/2014/main" id="{3078500A-06B7-F377-A415-3CBB83B21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75" y="2605397"/>
            <a:ext cx="749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0      0      1      1      1      0      1      1      0      1      1      1      1      0      0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6" name="文本框 193">
            <a:extLst>
              <a:ext uri="{FF2B5EF4-FFF2-40B4-BE49-F238E27FC236}">
                <a16:creationId xmlns:a16="http://schemas.microsoft.com/office/drawing/2014/main" id="{01E91F40-0EB1-00D5-1619-F55CF709B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26122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异步：</a:t>
            </a:r>
            <a:r>
              <a:rPr lang="en-US" altLang="zh-CN" sz="1800" b="0">
                <a:latin typeface="Arial" panose="020B0604020202020204" pitchFamily="34" charset="0"/>
              </a:rPr>
              <a:t>S0     S0   S1   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S2    S2    </a:t>
            </a:r>
            <a:r>
              <a:rPr lang="en-US" altLang="zh-CN" sz="1800" b="0">
                <a:latin typeface="Arial" panose="020B0604020202020204" pitchFamily="34" charset="0"/>
              </a:rPr>
              <a:t>S0    S1   S2   S0     S1   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S2    S2   S2   </a:t>
            </a:r>
            <a:r>
              <a:rPr lang="en-US" altLang="zh-CN" sz="1800" b="0">
                <a:latin typeface="Arial" panose="020B0604020202020204" pitchFamily="34" charset="0"/>
              </a:rPr>
              <a:t>S0    S0    </a:t>
            </a:r>
            <a:endParaRPr lang="zh-CN" altLang="en-US" sz="1800" b="0">
              <a:latin typeface="Arial" panose="020B0604020202020204" pitchFamily="34" charset="0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同步：</a:t>
            </a:r>
            <a:r>
              <a:rPr lang="en-US" altLang="zh-CN" sz="1800" b="0">
                <a:latin typeface="Arial" panose="020B0604020202020204" pitchFamily="34" charset="0"/>
              </a:rPr>
              <a:t>S0     S0   S1   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S2    S3    </a:t>
            </a:r>
            <a:r>
              <a:rPr lang="en-US" altLang="zh-CN" sz="1800" b="0">
                <a:latin typeface="Arial" panose="020B0604020202020204" pitchFamily="34" charset="0"/>
              </a:rPr>
              <a:t>S0    S1   S2   S0     S1   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</a:rPr>
              <a:t>S2    S3   S3   </a:t>
            </a:r>
            <a:r>
              <a:rPr lang="en-US" altLang="zh-CN" sz="1800" b="0">
                <a:latin typeface="Arial" panose="020B0604020202020204" pitchFamily="34" charset="0"/>
              </a:rPr>
              <a:t>S0    S0    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cxnSp>
        <p:nvCxnSpPr>
          <p:cNvPr id="97" name="直接连接符 205">
            <a:extLst>
              <a:ext uri="{FF2B5EF4-FFF2-40B4-BE49-F238E27FC236}">
                <a16:creationId xmlns:a16="http://schemas.microsoft.com/office/drawing/2014/main" id="{C34D41DB-07FC-870F-CAA8-43AB81F611B6}"/>
              </a:ext>
            </a:extLst>
          </p:cNvPr>
          <p:cNvCxnSpPr/>
          <p:nvPr/>
        </p:nvCxnSpPr>
        <p:spPr>
          <a:xfrm>
            <a:off x="935038" y="5709480"/>
            <a:ext cx="22764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206">
            <a:extLst>
              <a:ext uri="{FF2B5EF4-FFF2-40B4-BE49-F238E27FC236}">
                <a16:creationId xmlns:a16="http://schemas.microsoft.com/office/drawing/2014/main" id="{E32A86C5-B76D-6D39-4042-D6A7454BE644}"/>
              </a:ext>
            </a:extLst>
          </p:cNvPr>
          <p:cNvCxnSpPr/>
          <p:nvPr/>
        </p:nvCxnSpPr>
        <p:spPr>
          <a:xfrm flipV="1">
            <a:off x="3216275" y="538563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208">
            <a:extLst>
              <a:ext uri="{FF2B5EF4-FFF2-40B4-BE49-F238E27FC236}">
                <a16:creationId xmlns:a16="http://schemas.microsoft.com/office/drawing/2014/main" id="{7CDB8494-5C62-E943-DB77-7A7D36D8CDC6}"/>
              </a:ext>
            </a:extLst>
          </p:cNvPr>
          <p:cNvCxnSpPr/>
          <p:nvPr/>
        </p:nvCxnSpPr>
        <p:spPr>
          <a:xfrm flipV="1">
            <a:off x="3709988" y="539833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209">
            <a:extLst>
              <a:ext uri="{FF2B5EF4-FFF2-40B4-BE49-F238E27FC236}">
                <a16:creationId xmlns:a16="http://schemas.microsoft.com/office/drawing/2014/main" id="{32C60519-CDCB-579D-5D6B-0E83EC07C5E3}"/>
              </a:ext>
            </a:extLst>
          </p:cNvPr>
          <p:cNvCxnSpPr/>
          <p:nvPr/>
        </p:nvCxnSpPr>
        <p:spPr>
          <a:xfrm flipV="1">
            <a:off x="3709988" y="5709480"/>
            <a:ext cx="3022600" cy="12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210">
            <a:extLst>
              <a:ext uri="{FF2B5EF4-FFF2-40B4-BE49-F238E27FC236}">
                <a16:creationId xmlns:a16="http://schemas.microsoft.com/office/drawing/2014/main" id="{1A376B07-B0ED-8604-5D2E-C0DF56AF85B5}"/>
              </a:ext>
            </a:extLst>
          </p:cNvPr>
          <p:cNvCxnSpPr/>
          <p:nvPr/>
        </p:nvCxnSpPr>
        <p:spPr>
          <a:xfrm flipV="1">
            <a:off x="6732588" y="5385630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213">
            <a:extLst>
              <a:ext uri="{FF2B5EF4-FFF2-40B4-BE49-F238E27FC236}">
                <a16:creationId xmlns:a16="http://schemas.microsoft.com/office/drawing/2014/main" id="{A2B7ECFB-B7AD-D2FE-3D2B-33317A637A9A}"/>
              </a:ext>
            </a:extLst>
          </p:cNvPr>
          <p:cNvCxnSpPr/>
          <p:nvPr/>
        </p:nvCxnSpPr>
        <p:spPr>
          <a:xfrm>
            <a:off x="7732713" y="5695192"/>
            <a:ext cx="1016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220">
            <a:extLst>
              <a:ext uri="{FF2B5EF4-FFF2-40B4-BE49-F238E27FC236}">
                <a16:creationId xmlns:a16="http://schemas.microsoft.com/office/drawing/2014/main" id="{EB0DCCE2-AC51-C3AE-AF33-30708F4E8770}"/>
              </a:ext>
            </a:extLst>
          </p:cNvPr>
          <p:cNvCxnSpPr/>
          <p:nvPr/>
        </p:nvCxnSpPr>
        <p:spPr>
          <a:xfrm flipV="1">
            <a:off x="7745413" y="5371342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223">
            <a:extLst>
              <a:ext uri="{FF2B5EF4-FFF2-40B4-BE49-F238E27FC236}">
                <a16:creationId xmlns:a16="http://schemas.microsoft.com/office/drawing/2014/main" id="{8529BEA4-413F-DCC3-DA7B-699582068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5399917"/>
            <a:ext cx="852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Z </a:t>
            </a:r>
            <a:r>
              <a:rPr lang="zh-CN" altLang="en-US" sz="1800" b="0">
                <a:latin typeface="Arial" panose="020B0604020202020204" pitchFamily="34" charset="0"/>
              </a:rPr>
              <a:t>同步</a:t>
            </a:r>
          </a:p>
        </p:txBody>
      </p:sp>
      <p:sp>
        <p:nvSpPr>
          <p:cNvPr id="105" name="矩形 224">
            <a:extLst>
              <a:ext uri="{FF2B5EF4-FFF2-40B4-BE49-F238E27FC236}">
                <a16:creationId xmlns:a16="http://schemas.microsoft.com/office/drawing/2014/main" id="{3A109058-C738-0867-6C1B-9EF21A64E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2956235"/>
            <a:ext cx="3381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X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6" name="矩形 225">
            <a:extLst>
              <a:ext uri="{FF2B5EF4-FFF2-40B4-BE49-F238E27FC236}">
                <a16:creationId xmlns:a16="http://schemas.microsoft.com/office/drawing/2014/main" id="{1A002974-7D6B-7739-AB12-D76AB9F8B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106922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latin typeface="Arial" panose="020B0604020202020204" pitchFamily="34" charset="0"/>
              </a:rPr>
              <a:t>CP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cxnSp>
        <p:nvCxnSpPr>
          <p:cNvPr id="107" name="直接连接符 209">
            <a:extLst>
              <a:ext uri="{FF2B5EF4-FFF2-40B4-BE49-F238E27FC236}">
                <a16:creationId xmlns:a16="http://schemas.microsoft.com/office/drawing/2014/main" id="{64B553C0-9E9F-EC2D-BC4A-A85C83BB3418}"/>
              </a:ext>
            </a:extLst>
          </p:cNvPr>
          <p:cNvCxnSpPr>
            <a:cxnSpLocks/>
          </p:cNvCxnSpPr>
          <p:nvPr/>
        </p:nvCxnSpPr>
        <p:spPr>
          <a:xfrm>
            <a:off x="3211513" y="5397735"/>
            <a:ext cx="511174" cy="93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209">
            <a:extLst>
              <a:ext uri="{FF2B5EF4-FFF2-40B4-BE49-F238E27FC236}">
                <a16:creationId xmlns:a16="http://schemas.microsoft.com/office/drawing/2014/main" id="{C3E8DF6B-D688-929D-0429-C7891C1386D4}"/>
              </a:ext>
            </a:extLst>
          </p:cNvPr>
          <p:cNvCxnSpPr>
            <a:cxnSpLocks/>
          </p:cNvCxnSpPr>
          <p:nvPr/>
        </p:nvCxnSpPr>
        <p:spPr>
          <a:xfrm flipV="1">
            <a:off x="6745290" y="5390492"/>
            <a:ext cx="1003298" cy="1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67">
            <a:extLst>
              <a:ext uri="{FF2B5EF4-FFF2-40B4-BE49-F238E27FC236}">
                <a16:creationId xmlns:a16="http://schemas.microsoft.com/office/drawing/2014/main" id="{A8287C37-D0C9-C212-20BD-6E36768C2490}"/>
              </a:ext>
            </a:extLst>
          </p:cNvPr>
          <p:cNvCxnSpPr>
            <a:cxnSpLocks/>
          </p:cNvCxnSpPr>
          <p:nvPr/>
        </p:nvCxnSpPr>
        <p:spPr>
          <a:xfrm>
            <a:off x="998538" y="4509120"/>
            <a:ext cx="16859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67">
            <a:extLst>
              <a:ext uri="{FF2B5EF4-FFF2-40B4-BE49-F238E27FC236}">
                <a16:creationId xmlns:a16="http://schemas.microsoft.com/office/drawing/2014/main" id="{5C1C9B5C-38F3-EA8B-8445-13163C987289}"/>
              </a:ext>
            </a:extLst>
          </p:cNvPr>
          <p:cNvCxnSpPr>
            <a:cxnSpLocks/>
          </p:cNvCxnSpPr>
          <p:nvPr/>
        </p:nvCxnSpPr>
        <p:spPr>
          <a:xfrm>
            <a:off x="1007604" y="5085184"/>
            <a:ext cx="11704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DD776EA2-934B-42B0-EE2B-FCD20811D497}"/>
              </a:ext>
            </a:extLst>
          </p:cNvPr>
          <p:cNvSpPr/>
          <p:nvPr/>
        </p:nvSpPr>
        <p:spPr>
          <a:xfrm>
            <a:off x="454025" y="4849713"/>
            <a:ext cx="449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ea typeface="楷体_GB2312" pitchFamily="49" charset="-122"/>
              </a:rPr>
              <a:t>Q</a:t>
            </a:r>
            <a:r>
              <a:rPr kumimoji="1" lang="en-US" altLang="zh-CN" baseline="-15000" dirty="0">
                <a:ea typeface="楷体_GB2312" pitchFamily="49" charset="-122"/>
              </a:rPr>
              <a:t>0</a:t>
            </a:r>
            <a:endParaRPr lang="zh-CN" altLang="en-US" dirty="0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E1F5F3A7-7712-8D36-7631-BE347C73E414}"/>
              </a:ext>
            </a:extLst>
          </p:cNvPr>
          <p:cNvSpPr/>
          <p:nvPr/>
        </p:nvSpPr>
        <p:spPr>
          <a:xfrm>
            <a:off x="477146" y="4226233"/>
            <a:ext cx="449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ea typeface="楷体_GB2312" pitchFamily="49" charset="-122"/>
              </a:rPr>
              <a:t>Q</a:t>
            </a:r>
            <a:r>
              <a:rPr kumimoji="1" lang="en-US" altLang="zh-CN" baseline="-15000" dirty="0">
                <a:ea typeface="楷体_GB2312" pitchFamily="49" charset="-122"/>
              </a:rPr>
              <a:t>1</a:t>
            </a:r>
            <a:endParaRPr lang="zh-CN" altLang="en-US" dirty="0"/>
          </a:p>
        </p:txBody>
      </p:sp>
      <p:cxnSp>
        <p:nvCxnSpPr>
          <p:cNvPr id="113" name="直接连接符 206">
            <a:extLst>
              <a:ext uri="{FF2B5EF4-FFF2-40B4-BE49-F238E27FC236}">
                <a16:creationId xmlns:a16="http://schemas.microsoft.com/office/drawing/2014/main" id="{5E562C4E-3403-F061-3D84-A8D5B2D046CA}"/>
              </a:ext>
            </a:extLst>
          </p:cNvPr>
          <p:cNvCxnSpPr/>
          <p:nvPr/>
        </p:nvCxnSpPr>
        <p:spPr>
          <a:xfrm flipV="1">
            <a:off x="2195736" y="476114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209">
            <a:extLst>
              <a:ext uri="{FF2B5EF4-FFF2-40B4-BE49-F238E27FC236}">
                <a16:creationId xmlns:a16="http://schemas.microsoft.com/office/drawing/2014/main" id="{E4B58F97-7B06-E8AB-4B01-3875A538C8DD}"/>
              </a:ext>
            </a:extLst>
          </p:cNvPr>
          <p:cNvCxnSpPr>
            <a:cxnSpLocks/>
          </p:cNvCxnSpPr>
          <p:nvPr/>
        </p:nvCxnSpPr>
        <p:spPr>
          <a:xfrm>
            <a:off x="2188618" y="4761148"/>
            <a:ext cx="5006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206">
            <a:extLst>
              <a:ext uri="{FF2B5EF4-FFF2-40B4-BE49-F238E27FC236}">
                <a16:creationId xmlns:a16="http://schemas.microsoft.com/office/drawing/2014/main" id="{F99E98DD-C65C-1D47-03EE-AF60180E336B}"/>
              </a:ext>
            </a:extLst>
          </p:cNvPr>
          <p:cNvCxnSpPr/>
          <p:nvPr/>
        </p:nvCxnSpPr>
        <p:spPr>
          <a:xfrm flipV="1">
            <a:off x="2691581" y="4185084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209">
            <a:extLst>
              <a:ext uri="{FF2B5EF4-FFF2-40B4-BE49-F238E27FC236}">
                <a16:creationId xmlns:a16="http://schemas.microsoft.com/office/drawing/2014/main" id="{8B27C5F6-7E76-9AC0-6023-2E423F0BF242}"/>
              </a:ext>
            </a:extLst>
          </p:cNvPr>
          <p:cNvCxnSpPr>
            <a:cxnSpLocks/>
          </p:cNvCxnSpPr>
          <p:nvPr/>
        </p:nvCxnSpPr>
        <p:spPr>
          <a:xfrm>
            <a:off x="2684463" y="4185084"/>
            <a:ext cx="101599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206">
            <a:extLst>
              <a:ext uri="{FF2B5EF4-FFF2-40B4-BE49-F238E27FC236}">
                <a16:creationId xmlns:a16="http://schemas.microsoft.com/office/drawing/2014/main" id="{EDFAED07-27CF-C1ED-2904-064C84758B43}"/>
              </a:ext>
            </a:extLst>
          </p:cNvPr>
          <p:cNvCxnSpPr/>
          <p:nvPr/>
        </p:nvCxnSpPr>
        <p:spPr>
          <a:xfrm flipV="1">
            <a:off x="2691581" y="476114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67">
            <a:extLst>
              <a:ext uri="{FF2B5EF4-FFF2-40B4-BE49-F238E27FC236}">
                <a16:creationId xmlns:a16="http://schemas.microsoft.com/office/drawing/2014/main" id="{3C6B52E4-EBBC-33B4-3A38-B8CC78B29F95}"/>
              </a:ext>
            </a:extLst>
          </p:cNvPr>
          <p:cNvCxnSpPr>
            <a:cxnSpLocks/>
          </p:cNvCxnSpPr>
          <p:nvPr/>
        </p:nvCxnSpPr>
        <p:spPr>
          <a:xfrm>
            <a:off x="2691581" y="5084998"/>
            <a:ext cx="5119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206">
            <a:extLst>
              <a:ext uri="{FF2B5EF4-FFF2-40B4-BE49-F238E27FC236}">
                <a16:creationId xmlns:a16="http://schemas.microsoft.com/office/drawing/2014/main" id="{4EF3CCC6-7AC1-96ED-8F45-9630FA3713D6}"/>
              </a:ext>
            </a:extLst>
          </p:cNvPr>
          <p:cNvCxnSpPr/>
          <p:nvPr/>
        </p:nvCxnSpPr>
        <p:spPr>
          <a:xfrm flipV="1">
            <a:off x="3192462" y="476114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209">
            <a:extLst>
              <a:ext uri="{FF2B5EF4-FFF2-40B4-BE49-F238E27FC236}">
                <a16:creationId xmlns:a16="http://schemas.microsoft.com/office/drawing/2014/main" id="{D098DD30-2CC9-9074-A350-662F1E3E77A7}"/>
              </a:ext>
            </a:extLst>
          </p:cNvPr>
          <p:cNvCxnSpPr>
            <a:cxnSpLocks/>
          </p:cNvCxnSpPr>
          <p:nvPr/>
        </p:nvCxnSpPr>
        <p:spPr>
          <a:xfrm>
            <a:off x="3185344" y="4761148"/>
            <a:ext cx="5373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206">
            <a:extLst>
              <a:ext uri="{FF2B5EF4-FFF2-40B4-BE49-F238E27FC236}">
                <a16:creationId xmlns:a16="http://schemas.microsoft.com/office/drawing/2014/main" id="{24791B54-8F5B-CE45-1DB5-7546E9A059D2}"/>
              </a:ext>
            </a:extLst>
          </p:cNvPr>
          <p:cNvCxnSpPr/>
          <p:nvPr/>
        </p:nvCxnSpPr>
        <p:spPr>
          <a:xfrm flipV="1">
            <a:off x="3709988" y="4763937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67">
            <a:extLst>
              <a:ext uri="{FF2B5EF4-FFF2-40B4-BE49-F238E27FC236}">
                <a16:creationId xmlns:a16="http://schemas.microsoft.com/office/drawing/2014/main" id="{865A2EBF-EF28-160E-30D1-518A78AE7CBB}"/>
              </a:ext>
            </a:extLst>
          </p:cNvPr>
          <p:cNvCxnSpPr>
            <a:cxnSpLocks/>
          </p:cNvCxnSpPr>
          <p:nvPr/>
        </p:nvCxnSpPr>
        <p:spPr>
          <a:xfrm>
            <a:off x="3709988" y="5087787"/>
            <a:ext cx="5119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206">
            <a:extLst>
              <a:ext uri="{FF2B5EF4-FFF2-40B4-BE49-F238E27FC236}">
                <a16:creationId xmlns:a16="http://schemas.microsoft.com/office/drawing/2014/main" id="{0745D147-13C1-06CF-F943-0CBCDB59D387}"/>
              </a:ext>
            </a:extLst>
          </p:cNvPr>
          <p:cNvCxnSpPr/>
          <p:nvPr/>
        </p:nvCxnSpPr>
        <p:spPr>
          <a:xfrm flipV="1">
            <a:off x="3707904" y="4185084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67">
            <a:extLst>
              <a:ext uri="{FF2B5EF4-FFF2-40B4-BE49-F238E27FC236}">
                <a16:creationId xmlns:a16="http://schemas.microsoft.com/office/drawing/2014/main" id="{F34E39FD-F0A0-47F9-1767-F9E49768347B}"/>
              </a:ext>
            </a:extLst>
          </p:cNvPr>
          <p:cNvCxnSpPr>
            <a:cxnSpLocks/>
          </p:cNvCxnSpPr>
          <p:nvPr/>
        </p:nvCxnSpPr>
        <p:spPr>
          <a:xfrm>
            <a:off x="3707904" y="4508934"/>
            <a:ext cx="10029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206">
            <a:extLst>
              <a:ext uri="{FF2B5EF4-FFF2-40B4-BE49-F238E27FC236}">
                <a16:creationId xmlns:a16="http://schemas.microsoft.com/office/drawing/2014/main" id="{D9571ED6-9348-14B7-F055-8388102813DB}"/>
              </a:ext>
            </a:extLst>
          </p:cNvPr>
          <p:cNvCxnSpPr/>
          <p:nvPr/>
        </p:nvCxnSpPr>
        <p:spPr>
          <a:xfrm flipV="1">
            <a:off x="4215036" y="476114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209">
            <a:extLst>
              <a:ext uri="{FF2B5EF4-FFF2-40B4-BE49-F238E27FC236}">
                <a16:creationId xmlns:a16="http://schemas.microsoft.com/office/drawing/2014/main" id="{873EB65E-D933-3C8B-01A9-9A97BEFFC420}"/>
              </a:ext>
            </a:extLst>
          </p:cNvPr>
          <p:cNvCxnSpPr>
            <a:cxnSpLocks/>
          </p:cNvCxnSpPr>
          <p:nvPr/>
        </p:nvCxnSpPr>
        <p:spPr>
          <a:xfrm>
            <a:off x="4207918" y="4761148"/>
            <a:ext cx="5006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206">
            <a:extLst>
              <a:ext uri="{FF2B5EF4-FFF2-40B4-BE49-F238E27FC236}">
                <a16:creationId xmlns:a16="http://schemas.microsoft.com/office/drawing/2014/main" id="{C5A615CE-A192-E11D-FA1D-511AD2D19506}"/>
              </a:ext>
            </a:extLst>
          </p:cNvPr>
          <p:cNvCxnSpPr/>
          <p:nvPr/>
        </p:nvCxnSpPr>
        <p:spPr>
          <a:xfrm flipV="1">
            <a:off x="4710881" y="4185084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209">
            <a:extLst>
              <a:ext uri="{FF2B5EF4-FFF2-40B4-BE49-F238E27FC236}">
                <a16:creationId xmlns:a16="http://schemas.microsoft.com/office/drawing/2014/main" id="{EC2C4B12-214B-E417-B3CE-5A79112C9496}"/>
              </a:ext>
            </a:extLst>
          </p:cNvPr>
          <p:cNvCxnSpPr>
            <a:cxnSpLocks/>
          </p:cNvCxnSpPr>
          <p:nvPr/>
        </p:nvCxnSpPr>
        <p:spPr>
          <a:xfrm>
            <a:off x="4703763" y="4185084"/>
            <a:ext cx="5159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206">
            <a:extLst>
              <a:ext uri="{FF2B5EF4-FFF2-40B4-BE49-F238E27FC236}">
                <a16:creationId xmlns:a16="http://schemas.microsoft.com/office/drawing/2014/main" id="{968704C0-7522-5C31-66C0-D5179B0206CB}"/>
              </a:ext>
            </a:extLst>
          </p:cNvPr>
          <p:cNvCxnSpPr/>
          <p:nvPr/>
        </p:nvCxnSpPr>
        <p:spPr>
          <a:xfrm flipV="1">
            <a:off x="4710881" y="476114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67">
            <a:extLst>
              <a:ext uri="{FF2B5EF4-FFF2-40B4-BE49-F238E27FC236}">
                <a16:creationId xmlns:a16="http://schemas.microsoft.com/office/drawing/2014/main" id="{4972EB82-FD8E-79E9-2970-B6265D3138AE}"/>
              </a:ext>
            </a:extLst>
          </p:cNvPr>
          <p:cNvCxnSpPr>
            <a:cxnSpLocks/>
          </p:cNvCxnSpPr>
          <p:nvPr/>
        </p:nvCxnSpPr>
        <p:spPr>
          <a:xfrm>
            <a:off x="4710881" y="5084998"/>
            <a:ext cx="101523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206">
            <a:extLst>
              <a:ext uri="{FF2B5EF4-FFF2-40B4-BE49-F238E27FC236}">
                <a16:creationId xmlns:a16="http://schemas.microsoft.com/office/drawing/2014/main" id="{7488A222-FC39-A6A1-57B3-E92971A5A520}"/>
              </a:ext>
            </a:extLst>
          </p:cNvPr>
          <p:cNvCxnSpPr/>
          <p:nvPr/>
        </p:nvCxnSpPr>
        <p:spPr>
          <a:xfrm flipV="1">
            <a:off x="5224624" y="419490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67">
            <a:extLst>
              <a:ext uri="{FF2B5EF4-FFF2-40B4-BE49-F238E27FC236}">
                <a16:creationId xmlns:a16="http://schemas.microsoft.com/office/drawing/2014/main" id="{D52C54F2-0A99-4A4F-8DD2-4403A1BEE6AE}"/>
              </a:ext>
            </a:extLst>
          </p:cNvPr>
          <p:cNvCxnSpPr>
            <a:cxnSpLocks/>
          </p:cNvCxnSpPr>
          <p:nvPr/>
        </p:nvCxnSpPr>
        <p:spPr>
          <a:xfrm>
            <a:off x="5224624" y="4518755"/>
            <a:ext cx="10029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206">
            <a:extLst>
              <a:ext uri="{FF2B5EF4-FFF2-40B4-BE49-F238E27FC236}">
                <a16:creationId xmlns:a16="http://schemas.microsoft.com/office/drawing/2014/main" id="{18E6C49F-DC02-CC3E-87CF-6ABD26A4588B}"/>
              </a:ext>
            </a:extLst>
          </p:cNvPr>
          <p:cNvCxnSpPr/>
          <p:nvPr/>
        </p:nvCxnSpPr>
        <p:spPr>
          <a:xfrm flipV="1">
            <a:off x="5742213" y="475854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209">
            <a:extLst>
              <a:ext uri="{FF2B5EF4-FFF2-40B4-BE49-F238E27FC236}">
                <a16:creationId xmlns:a16="http://schemas.microsoft.com/office/drawing/2014/main" id="{51174E24-45B1-FEAD-B807-E78EB7E0583B}"/>
              </a:ext>
            </a:extLst>
          </p:cNvPr>
          <p:cNvCxnSpPr>
            <a:cxnSpLocks/>
          </p:cNvCxnSpPr>
          <p:nvPr/>
        </p:nvCxnSpPr>
        <p:spPr>
          <a:xfrm>
            <a:off x="5735095" y="4758545"/>
            <a:ext cx="5006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206">
            <a:extLst>
              <a:ext uri="{FF2B5EF4-FFF2-40B4-BE49-F238E27FC236}">
                <a16:creationId xmlns:a16="http://schemas.microsoft.com/office/drawing/2014/main" id="{09E67662-E88A-46AB-3051-8A2D99C88A3D}"/>
              </a:ext>
            </a:extLst>
          </p:cNvPr>
          <p:cNvCxnSpPr/>
          <p:nvPr/>
        </p:nvCxnSpPr>
        <p:spPr>
          <a:xfrm flipV="1">
            <a:off x="6238058" y="4182481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209">
            <a:extLst>
              <a:ext uri="{FF2B5EF4-FFF2-40B4-BE49-F238E27FC236}">
                <a16:creationId xmlns:a16="http://schemas.microsoft.com/office/drawing/2014/main" id="{C04D2F78-749F-357D-701E-F2B4562916E0}"/>
              </a:ext>
            </a:extLst>
          </p:cNvPr>
          <p:cNvCxnSpPr>
            <a:cxnSpLocks/>
          </p:cNvCxnSpPr>
          <p:nvPr/>
        </p:nvCxnSpPr>
        <p:spPr>
          <a:xfrm flipV="1">
            <a:off x="6230940" y="4175830"/>
            <a:ext cx="1514473" cy="6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206">
            <a:extLst>
              <a:ext uri="{FF2B5EF4-FFF2-40B4-BE49-F238E27FC236}">
                <a16:creationId xmlns:a16="http://schemas.microsoft.com/office/drawing/2014/main" id="{05B8B93F-9DEF-E746-3D3A-3ABD1E19BE00}"/>
              </a:ext>
            </a:extLst>
          </p:cNvPr>
          <p:cNvCxnSpPr/>
          <p:nvPr/>
        </p:nvCxnSpPr>
        <p:spPr>
          <a:xfrm flipV="1">
            <a:off x="6238058" y="475854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67">
            <a:extLst>
              <a:ext uri="{FF2B5EF4-FFF2-40B4-BE49-F238E27FC236}">
                <a16:creationId xmlns:a16="http://schemas.microsoft.com/office/drawing/2014/main" id="{B7B68BC0-ED97-BF95-100B-8BB790936900}"/>
              </a:ext>
            </a:extLst>
          </p:cNvPr>
          <p:cNvCxnSpPr>
            <a:cxnSpLocks/>
          </p:cNvCxnSpPr>
          <p:nvPr/>
        </p:nvCxnSpPr>
        <p:spPr>
          <a:xfrm>
            <a:off x="6238058" y="5082395"/>
            <a:ext cx="5119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209">
            <a:extLst>
              <a:ext uri="{FF2B5EF4-FFF2-40B4-BE49-F238E27FC236}">
                <a16:creationId xmlns:a16="http://schemas.microsoft.com/office/drawing/2014/main" id="{9110E877-C5F8-EA44-EDAD-757AFA2ED885}"/>
              </a:ext>
            </a:extLst>
          </p:cNvPr>
          <p:cNvCxnSpPr>
            <a:cxnSpLocks/>
          </p:cNvCxnSpPr>
          <p:nvPr/>
        </p:nvCxnSpPr>
        <p:spPr>
          <a:xfrm>
            <a:off x="6731821" y="4758545"/>
            <a:ext cx="1016767" cy="26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206">
            <a:extLst>
              <a:ext uri="{FF2B5EF4-FFF2-40B4-BE49-F238E27FC236}">
                <a16:creationId xmlns:a16="http://schemas.microsoft.com/office/drawing/2014/main" id="{F8696D22-81A7-0493-B2E5-500DC3B81639}"/>
              </a:ext>
            </a:extLst>
          </p:cNvPr>
          <p:cNvCxnSpPr/>
          <p:nvPr/>
        </p:nvCxnSpPr>
        <p:spPr>
          <a:xfrm flipV="1">
            <a:off x="7732713" y="4761148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67">
            <a:extLst>
              <a:ext uri="{FF2B5EF4-FFF2-40B4-BE49-F238E27FC236}">
                <a16:creationId xmlns:a16="http://schemas.microsoft.com/office/drawing/2014/main" id="{54B61CFF-B2CF-F120-EFC2-F5BF496AF9BF}"/>
              </a:ext>
            </a:extLst>
          </p:cNvPr>
          <p:cNvCxnSpPr>
            <a:cxnSpLocks/>
          </p:cNvCxnSpPr>
          <p:nvPr/>
        </p:nvCxnSpPr>
        <p:spPr>
          <a:xfrm>
            <a:off x="7732713" y="5085184"/>
            <a:ext cx="100806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206">
            <a:extLst>
              <a:ext uri="{FF2B5EF4-FFF2-40B4-BE49-F238E27FC236}">
                <a16:creationId xmlns:a16="http://schemas.microsoft.com/office/drawing/2014/main" id="{C1A662BA-9DA5-E242-DA98-617481BA6DD5}"/>
              </a:ext>
            </a:extLst>
          </p:cNvPr>
          <p:cNvCxnSpPr/>
          <p:nvPr/>
        </p:nvCxnSpPr>
        <p:spPr>
          <a:xfrm flipV="1">
            <a:off x="7748588" y="4169525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67">
            <a:extLst>
              <a:ext uri="{FF2B5EF4-FFF2-40B4-BE49-F238E27FC236}">
                <a16:creationId xmlns:a16="http://schemas.microsoft.com/office/drawing/2014/main" id="{44436EFE-467F-E4CD-1243-6C9BFF4258A7}"/>
              </a:ext>
            </a:extLst>
          </p:cNvPr>
          <p:cNvCxnSpPr>
            <a:cxnSpLocks/>
          </p:cNvCxnSpPr>
          <p:nvPr/>
        </p:nvCxnSpPr>
        <p:spPr>
          <a:xfrm>
            <a:off x="7739063" y="4508934"/>
            <a:ext cx="10017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206">
            <a:extLst>
              <a:ext uri="{FF2B5EF4-FFF2-40B4-BE49-F238E27FC236}">
                <a16:creationId xmlns:a16="http://schemas.microsoft.com/office/drawing/2014/main" id="{0DE2ACD3-1B95-7D3F-9636-55EDC7594669}"/>
              </a:ext>
            </a:extLst>
          </p:cNvPr>
          <p:cNvCxnSpPr>
            <a:cxnSpLocks/>
          </p:cNvCxnSpPr>
          <p:nvPr/>
        </p:nvCxnSpPr>
        <p:spPr>
          <a:xfrm flipV="1">
            <a:off x="6733485" y="4753939"/>
            <a:ext cx="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41B48E11-6A93-371A-CA9D-023AB49BE7EA}"/>
              </a:ext>
            </a:extLst>
          </p:cNvPr>
          <p:cNvSpPr txBox="1"/>
          <p:nvPr/>
        </p:nvSpPr>
        <p:spPr>
          <a:xfrm>
            <a:off x="525916" y="1283352"/>
            <a:ext cx="145959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无误！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40484CCB-02A5-AC99-F883-C111E7E664BC}"/>
              </a:ext>
            </a:extLst>
          </p:cNvPr>
          <p:cNvSpPr txBox="1"/>
          <p:nvPr/>
        </p:nvSpPr>
        <p:spPr>
          <a:xfrm>
            <a:off x="485773" y="5807005"/>
            <a:ext cx="800258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Moore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型，仅在时钟边沿考察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输出与时钟严格同步，至少持续一个周期，不会产生“毛刺”</a:t>
            </a:r>
          </a:p>
        </p:txBody>
      </p: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014AAE16-4839-BFA3-455C-519F2473DB19}"/>
              </a:ext>
            </a:extLst>
          </p:cNvPr>
          <p:cNvCxnSpPr>
            <a:cxnSpLocks/>
          </p:cNvCxnSpPr>
          <p:nvPr/>
        </p:nvCxnSpPr>
        <p:spPr>
          <a:xfrm>
            <a:off x="5086350" y="6277286"/>
            <a:ext cx="189071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Group 81">
            <a:extLst>
              <a:ext uri="{FF2B5EF4-FFF2-40B4-BE49-F238E27FC236}">
                <a16:creationId xmlns:a16="http://schemas.microsoft.com/office/drawing/2014/main" id="{6D3E0212-B138-F087-3D49-6AF5CD84476A}"/>
              </a:ext>
            </a:extLst>
          </p:cNvPr>
          <p:cNvGrpSpPr>
            <a:grpSpLocks/>
          </p:cNvGrpSpPr>
          <p:nvPr/>
        </p:nvGrpSpPr>
        <p:grpSpPr bwMode="auto">
          <a:xfrm>
            <a:off x="7607300" y="590267"/>
            <a:ext cx="1631950" cy="563562"/>
            <a:chOff x="4014" y="3713"/>
            <a:chExt cx="1028" cy="355"/>
          </a:xfrm>
        </p:grpSpPr>
        <p:sp>
          <p:nvSpPr>
            <p:cNvPr id="149" name="Text Box 82">
              <a:extLst>
                <a:ext uri="{FF2B5EF4-FFF2-40B4-BE49-F238E27FC236}">
                  <a16:creationId xmlns:a16="http://schemas.microsoft.com/office/drawing/2014/main" id="{17948914-9A37-3057-2971-703F7A1E6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777"/>
              <a:ext cx="10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  </a:t>
              </a:r>
              <a:r>
                <a:rPr kumimoji="1" lang="en-US" altLang="zh-CN" sz="2400">
                  <a:ea typeface="楷体_GB2312" pitchFamily="49" charset="-122"/>
                </a:rPr>
                <a:t>Z = Q</a:t>
              </a:r>
              <a:r>
                <a:rPr kumimoji="1" lang="en-US" altLang="zh-CN" sz="2400" baseline="-25000">
                  <a:ea typeface="楷体_GB2312" pitchFamily="49" charset="-122"/>
                </a:rPr>
                <a:t>0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25000">
                  <a:ea typeface="楷体_GB2312" pitchFamily="49" charset="-122"/>
                </a:rPr>
                <a:t>1</a:t>
              </a:r>
              <a:endParaRPr kumimoji="1" lang="en-US" altLang="zh-CN" sz="2400">
                <a:ea typeface="楷体_GB2312" pitchFamily="49" charset="-122"/>
              </a:endParaRPr>
            </a:p>
          </p:txBody>
        </p:sp>
        <p:sp>
          <p:nvSpPr>
            <p:cNvPr id="150" name="Text Box 83">
              <a:extLst>
                <a:ext uri="{FF2B5EF4-FFF2-40B4-BE49-F238E27FC236}">
                  <a16:creationId xmlns:a16="http://schemas.microsoft.com/office/drawing/2014/main" id="{4853C6D0-92FF-8D34-1BA5-F429185A3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" y="3713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kumimoji="1" lang="en-US" altLang="zh-CN" sz="1800" dirty="0">
                <a:ea typeface="楷体_GB2312" pitchFamily="49" charset="-122"/>
              </a:endParaRPr>
            </a:p>
          </p:txBody>
        </p:sp>
      </p:grpSp>
      <p:grpSp>
        <p:nvGrpSpPr>
          <p:cNvPr id="151" name="Group 93">
            <a:extLst>
              <a:ext uri="{FF2B5EF4-FFF2-40B4-BE49-F238E27FC236}">
                <a16:creationId xmlns:a16="http://schemas.microsoft.com/office/drawing/2014/main" id="{BC02CB11-D5B5-55FB-A195-04B5AE17D091}"/>
              </a:ext>
            </a:extLst>
          </p:cNvPr>
          <p:cNvGrpSpPr>
            <a:grpSpLocks/>
          </p:cNvGrpSpPr>
          <p:nvPr/>
        </p:nvGrpSpPr>
        <p:grpSpPr bwMode="auto">
          <a:xfrm>
            <a:off x="4719859" y="575902"/>
            <a:ext cx="2679700" cy="527050"/>
            <a:chOff x="839" y="1162"/>
            <a:chExt cx="1688" cy="333"/>
          </a:xfrm>
        </p:grpSpPr>
        <p:sp>
          <p:nvSpPr>
            <p:cNvPr id="152" name="Text Box 94">
              <a:extLst>
                <a:ext uri="{FF2B5EF4-FFF2-40B4-BE49-F238E27FC236}">
                  <a16:creationId xmlns:a16="http://schemas.microsoft.com/office/drawing/2014/main" id="{F1638892-4DE8-8D69-9E72-67A2C843F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207"/>
              <a:ext cx="16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1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>
                  <a:ea typeface="楷体_GB2312" pitchFamily="49" charset="-122"/>
                </a:rPr>
                <a:t> = X(Q</a:t>
              </a:r>
              <a:r>
                <a:rPr kumimoji="1" lang="en-US" altLang="zh-CN" sz="2400" baseline="-25000">
                  <a:ea typeface="楷体_GB2312" pitchFamily="49" charset="-122"/>
                </a:rPr>
                <a:t>0 </a:t>
              </a:r>
              <a:r>
                <a:rPr kumimoji="1" lang="en-US" altLang="zh-CN" sz="2400">
                  <a:ea typeface="楷体_GB2312" pitchFamily="49" charset="-122"/>
                </a:rPr>
                <a:t>+ Q</a:t>
              </a:r>
              <a:r>
                <a:rPr kumimoji="1" lang="en-US" altLang="zh-CN" sz="2400" baseline="-25000">
                  <a:ea typeface="楷体_GB2312" pitchFamily="49" charset="-122"/>
                </a:rPr>
                <a:t>1  </a:t>
              </a:r>
              <a:r>
                <a:rPr kumimoji="1" lang="en-US" altLang="zh-CN" sz="2400">
                  <a:ea typeface="楷体_GB2312" pitchFamily="49" charset="-122"/>
                </a:rPr>
                <a:t>)</a:t>
              </a:r>
            </a:p>
          </p:txBody>
        </p:sp>
        <p:sp>
          <p:nvSpPr>
            <p:cNvPr id="153" name="Text Box 95">
              <a:extLst>
                <a:ext uri="{FF2B5EF4-FFF2-40B4-BE49-F238E27FC236}">
                  <a16:creationId xmlns:a16="http://schemas.microsoft.com/office/drawing/2014/main" id="{FD63FD49-7F57-65D2-84DD-98559569F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154" name="Text Box 96">
              <a:extLst>
                <a:ext uri="{FF2B5EF4-FFF2-40B4-BE49-F238E27FC236}">
                  <a16:creationId xmlns:a16="http://schemas.microsoft.com/office/drawing/2014/main" id="{E997D76D-6980-58B4-4F74-E8AD7EA71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1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</p:grpSp>
      <p:grpSp>
        <p:nvGrpSpPr>
          <p:cNvPr id="155" name="Group 97">
            <a:extLst>
              <a:ext uri="{FF2B5EF4-FFF2-40B4-BE49-F238E27FC236}">
                <a16:creationId xmlns:a16="http://schemas.microsoft.com/office/drawing/2014/main" id="{613D2701-ACA6-7A5B-84C2-EE83ECB76170}"/>
              </a:ext>
            </a:extLst>
          </p:cNvPr>
          <p:cNvGrpSpPr>
            <a:grpSpLocks/>
          </p:cNvGrpSpPr>
          <p:nvPr/>
        </p:nvGrpSpPr>
        <p:grpSpPr bwMode="auto">
          <a:xfrm>
            <a:off x="4640484" y="1126764"/>
            <a:ext cx="2755900" cy="533400"/>
            <a:chOff x="862" y="1548"/>
            <a:chExt cx="1736" cy="336"/>
          </a:xfrm>
        </p:grpSpPr>
        <p:sp>
          <p:nvSpPr>
            <p:cNvPr id="156" name="Text Box 98">
              <a:extLst>
                <a:ext uri="{FF2B5EF4-FFF2-40B4-BE49-F238E27FC236}">
                  <a16:creationId xmlns:a16="http://schemas.microsoft.com/office/drawing/2014/main" id="{4821B1E4-D81A-2F07-44E9-A16B08E9C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93"/>
              <a:ext cx="1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Q</a:t>
              </a:r>
              <a:r>
                <a:rPr kumimoji="1" lang="en-US" altLang="zh-CN" sz="2400" baseline="-15000">
                  <a:ea typeface="楷体_GB2312" pitchFamily="49" charset="-122"/>
                </a:rPr>
                <a:t>0</a:t>
              </a:r>
              <a:r>
                <a:rPr kumimoji="1" lang="en-US" altLang="zh-CN" sz="2400" baseline="35000">
                  <a:ea typeface="楷体_GB2312" pitchFamily="49" charset="-122"/>
                </a:rPr>
                <a:t>n+1</a:t>
              </a:r>
              <a:r>
                <a:rPr kumimoji="1" lang="en-US" altLang="zh-CN" sz="2400" baseline="-25000">
                  <a:ea typeface="楷体_GB2312" pitchFamily="49" charset="-122"/>
                </a:rPr>
                <a:t> </a:t>
              </a:r>
              <a:r>
                <a:rPr kumimoji="1" lang="en-US" altLang="zh-CN" sz="2400">
                  <a:ea typeface="楷体_GB2312" pitchFamily="49" charset="-122"/>
                </a:rPr>
                <a:t>= X (Q</a:t>
              </a:r>
              <a:r>
                <a:rPr kumimoji="1" lang="en-US" altLang="zh-CN" sz="2400" baseline="-25000">
                  <a:ea typeface="楷体_GB2312" pitchFamily="49" charset="-122"/>
                </a:rPr>
                <a:t>0  </a:t>
              </a:r>
              <a:r>
                <a:rPr kumimoji="1" lang="en-US" altLang="zh-CN" sz="2400">
                  <a:ea typeface="楷体_GB2312" pitchFamily="49" charset="-122"/>
                </a:rPr>
                <a:t>+Q</a:t>
              </a:r>
              <a:r>
                <a:rPr kumimoji="1" lang="en-US" altLang="zh-CN" sz="2400" baseline="-25000">
                  <a:ea typeface="楷体_GB2312" pitchFamily="49" charset="-122"/>
                </a:rPr>
                <a:t>1 </a:t>
              </a:r>
              <a:r>
                <a:rPr kumimoji="1" lang="en-US" altLang="zh-CN" sz="2400">
                  <a:ea typeface="楷体_GB2312" pitchFamily="49" charset="-122"/>
                </a:rPr>
                <a:t>)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157" name="Text Box 99">
              <a:extLst>
                <a:ext uri="{FF2B5EF4-FFF2-40B4-BE49-F238E27FC236}">
                  <a16:creationId xmlns:a16="http://schemas.microsoft.com/office/drawing/2014/main" id="{C6D61D29-1B83-EEB5-7DB8-7B2B0F933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5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158" name="Text Box 100">
              <a:extLst>
                <a:ext uri="{FF2B5EF4-FFF2-40B4-BE49-F238E27FC236}">
                  <a16:creationId xmlns:a16="http://schemas.microsoft.com/office/drawing/2014/main" id="{8373DDE4-450E-FBCD-7005-5BA4CA92A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" y="154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n</a:t>
              </a:r>
            </a:p>
          </p:txBody>
        </p:sp>
        <p:sp>
          <p:nvSpPr>
            <p:cNvPr id="159" name="Line 102">
              <a:extLst>
                <a:ext uri="{FF2B5EF4-FFF2-40B4-BE49-F238E27FC236}">
                  <a16:creationId xmlns:a16="http://schemas.microsoft.com/office/drawing/2014/main" id="{9DB07D00-BACE-0F0C-43EA-5E2F0A531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1593"/>
              <a:ext cx="1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441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</p:bldLst>
  </p:timing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19204</TotalTime>
  <Words>6017</Words>
  <Application>Microsoft Macintosh PowerPoint</Application>
  <PresentationFormat>A4 纸张(210x297 毫米)</PresentationFormat>
  <Paragraphs>2337</Paragraphs>
  <Slides>40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等线</vt:lpstr>
      <vt:lpstr>黑体</vt:lpstr>
      <vt:lpstr>宋体</vt:lpstr>
      <vt:lpstr>Microsoft YaHei</vt:lpstr>
      <vt:lpstr>Microsoft YaHei</vt:lpstr>
      <vt:lpstr>ＭＳ ゴシック</vt:lpstr>
      <vt:lpstr>Arial</vt:lpstr>
      <vt:lpstr>Arial Black</vt:lpstr>
      <vt:lpstr>Cambria Math</vt:lpstr>
      <vt:lpstr>Courier New</vt:lpstr>
      <vt:lpstr>Times New Roman</vt:lpstr>
      <vt:lpstr>Office-Design</vt:lpstr>
      <vt:lpstr>公式</vt:lpstr>
      <vt:lpstr>  模拟与数字电路 Analog and Digital Circuits</vt:lpstr>
      <vt:lpstr>内容提纲</vt:lpstr>
      <vt:lpstr>同步时序电路的设计</vt:lpstr>
      <vt:lpstr>示例1：序列检测器</vt:lpstr>
      <vt:lpstr>示例1：序列检测器（按Mealy型时序电路分析）</vt:lpstr>
      <vt:lpstr>示例1：序列检测器（按Mealy型时序电路分析）</vt:lpstr>
      <vt:lpstr>示例1：序列检测器（按Mealy型时序电路分析）</vt:lpstr>
      <vt:lpstr>示例1：序列检测器（按Mealy型时序电路分析）</vt:lpstr>
      <vt:lpstr>示例1：序列检测器（按Mealy型时序电路分析）</vt:lpstr>
      <vt:lpstr>示例1：序列检测器（按Mealy型时序电路分析）</vt:lpstr>
      <vt:lpstr>设计的一般步骤 (1)</vt:lpstr>
      <vt:lpstr>设计的一般步骤 (2)</vt:lpstr>
      <vt:lpstr>设计的一般步骤 (3)</vt:lpstr>
      <vt:lpstr>设计的一般步骤 (4)</vt:lpstr>
      <vt:lpstr>示例2：可逆六进制计数器</vt:lpstr>
      <vt:lpstr>示例2：可逆六进制计数器</vt:lpstr>
      <vt:lpstr>示例2：可逆六进制计数器</vt:lpstr>
      <vt:lpstr>示例2：可逆六进制计数器</vt:lpstr>
      <vt:lpstr>示例2：可逆六进制计数器</vt:lpstr>
      <vt:lpstr>示例2：可逆六进制计数器</vt:lpstr>
      <vt:lpstr>示例2：可逆六进制计数器</vt:lpstr>
      <vt:lpstr>示例2：可逆六进制计数器</vt:lpstr>
      <vt:lpstr>示例2：可逆六进制计数器</vt:lpstr>
      <vt:lpstr>示例2：可逆六进制计数器</vt:lpstr>
      <vt:lpstr>求激励方程的另一种方法</vt:lpstr>
      <vt:lpstr>激励表和状态表求激励方程</vt:lpstr>
      <vt:lpstr>画出卡诺图求JK（J2K2）</vt:lpstr>
      <vt:lpstr>画出卡诺图求JK（J1K1）</vt:lpstr>
      <vt:lpstr>画出卡诺图求JK（J0K0）</vt:lpstr>
      <vt:lpstr>示例2: 可逆六进制计数器</vt:lpstr>
      <vt:lpstr>PowerPoint 演示文稿</vt:lpstr>
      <vt:lpstr>PowerPoint 演示文稿</vt:lpstr>
      <vt:lpstr>PowerPoint 演示文稿</vt:lpstr>
      <vt:lpstr>作业</vt:lpstr>
      <vt:lpstr>补充内容，建议自学并思考两种实现的区别</vt:lpstr>
      <vt:lpstr>按Moore型时序电路分析</vt:lpstr>
      <vt:lpstr>按Moore型时序电路分析</vt:lpstr>
      <vt:lpstr>按Moore型时序电路分析</vt:lpstr>
      <vt:lpstr>按Moore型时序电路分析</vt:lpstr>
      <vt:lpstr>检查时序图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2548</cp:revision>
  <cp:lastPrinted>2020-05-26T13:24:01Z</cp:lastPrinted>
  <dcterms:created xsi:type="dcterms:W3CDTF">2020-04-07T12:23:01Z</dcterms:created>
  <dcterms:modified xsi:type="dcterms:W3CDTF">2023-10-26T01:53:59Z</dcterms:modified>
</cp:coreProperties>
</file>