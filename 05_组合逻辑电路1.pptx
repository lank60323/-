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512" r:id="rId3"/>
    <p:sldId id="513" r:id="rId4"/>
    <p:sldId id="514" r:id="rId5"/>
    <p:sldId id="515" r:id="rId6"/>
    <p:sldId id="516" r:id="rId7"/>
    <p:sldId id="517" r:id="rId8"/>
    <p:sldId id="518" r:id="rId9"/>
    <p:sldId id="523" r:id="rId10"/>
    <p:sldId id="519" r:id="rId11"/>
    <p:sldId id="520" r:id="rId12"/>
    <p:sldId id="521" r:id="rId13"/>
    <p:sldId id="511" r:id="rId14"/>
  </p:sldIdLst>
  <p:sldSz cx="9906000" cy="6858000" type="A4"/>
  <p:notesSz cx="9144000" cy="6858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07"/>
    <p:restoredTop sz="96413"/>
  </p:normalViewPr>
  <p:slideViewPr>
    <p:cSldViewPr snapToGrid="0" snapToObjects="1">
      <p:cViewPr varScale="1">
        <p:scale>
          <a:sx n="139" d="100"/>
          <a:sy n="139" d="100"/>
        </p:scale>
        <p:origin x="192" y="1312"/>
      </p:cViewPr>
      <p:guideLst>
        <p:guide orient="horz" pos="2160"/>
        <p:guide pos="288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11" d="100"/>
          <a:sy n="111" d="100"/>
        </p:scale>
        <p:origin x="160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8FAB7-9DA6-42E2-BB80-6EB4D83E2AE8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D08B7-D15B-4122-BED5-76961CE891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7159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6F516-474B-49E6-8B3A-4C2D69386E26}" type="datetimeFigureOut">
              <a:rPr lang="zh-CN" altLang="en-US" smtClean="0"/>
              <a:t>2023/9/19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7EB77-94AC-4128-8DFB-759E46F1AD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672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0238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>
                <a:solidFill>
                  <a:srgbClr val="000000"/>
                </a:solidFill>
              </a:rPr>
              <a:t>逻辑问题是层出不穷的，为解决这些逻辑问题而设计的逻辑电路也是无穷尽的。然而其中有些逻辑电路会经常、大量地出现在各种数字系统中，为了使用方便，这些逻辑电路被制作成了标准化的中规模集成电路（</a:t>
            </a:r>
            <a:r>
              <a:rPr kumimoji="1" lang="en-US" altLang="zh-CN" dirty="0">
                <a:solidFill>
                  <a:srgbClr val="000000"/>
                </a:solidFill>
              </a:rPr>
              <a:t>MSI</a:t>
            </a:r>
            <a:r>
              <a:rPr kumimoji="1" lang="zh-CN" altLang="en-US" dirty="0">
                <a:solidFill>
                  <a:srgbClr val="000000"/>
                </a:solidFill>
              </a:rPr>
              <a:t>）产品。本节将讨论数字系统中经常使用到的几种组合部件，即：编码器、译码器、数据分配器、数据选择器、数值比较器、算术运算电路和奇偶校验器，分析它们的逻辑功能和使用方法。</a:t>
            </a:r>
            <a:endParaRPr kumimoji="1" lang="en-US" altLang="zh-CN" dirty="0">
              <a:solidFill>
                <a:srgbClr val="000000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088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b="1" dirty="0">
                <a:solidFill>
                  <a:srgbClr val="FFCC66"/>
                </a:solidFill>
              </a:rPr>
              <a:t>所谓逻辑电路分析，是指对已有电路分析其功用和性能。</a:t>
            </a:r>
          </a:p>
          <a:p>
            <a:pPr eaLnBrk="1" hangingPunct="1"/>
            <a:r>
              <a:rPr kumimoji="1" lang="zh-CN" altLang="en-US" dirty="0"/>
              <a:t>分析是研究数字系统的一种基本技能。其目的是了解给定逻辑电路的功能，评价设计方案的优劣，吸取优秀的设计思想，改进和完善不合理方案等。</a:t>
            </a:r>
          </a:p>
          <a:p>
            <a:pPr eaLnBrk="1" hangingPunct="1"/>
            <a:r>
              <a:rPr kumimoji="1" lang="en-US" altLang="zh-CN" b="1" dirty="0">
                <a:solidFill>
                  <a:srgbClr val="FFCC66"/>
                </a:solidFill>
              </a:rPr>
              <a:t>1.  </a:t>
            </a:r>
            <a:r>
              <a:rPr kumimoji="1" lang="zh-CN" altLang="en-US" b="1" dirty="0">
                <a:solidFill>
                  <a:srgbClr val="FFCC66"/>
                </a:solidFill>
              </a:rPr>
              <a:t>根据逻辑电路图写出输出函数表达式  </a:t>
            </a:r>
          </a:p>
          <a:p>
            <a:pPr eaLnBrk="1" hangingPunct="1"/>
            <a:r>
              <a:rPr kumimoji="1" lang="zh-CN" altLang="en-US" dirty="0"/>
              <a:t>       写输出函数表达式时，一般从输入端开始往输出端逐级推导，直至得到所有与输入变量相关的输出函数表达式为止。</a:t>
            </a:r>
          </a:p>
          <a:p>
            <a:pPr eaLnBrk="1" hangingPunct="1"/>
            <a:r>
              <a:rPr kumimoji="1" lang="en-US" altLang="zh-CN" b="1" dirty="0">
                <a:solidFill>
                  <a:srgbClr val="FFCC66"/>
                </a:solidFill>
              </a:rPr>
              <a:t>2. </a:t>
            </a:r>
            <a:r>
              <a:rPr kumimoji="1" lang="zh-CN" altLang="en-US" b="1" dirty="0">
                <a:solidFill>
                  <a:srgbClr val="FFCC66"/>
                </a:solidFill>
              </a:rPr>
              <a:t>化简输出函数表达式   </a:t>
            </a:r>
          </a:p>
          <a:p>
            <a:pPr eaLnBrk="1" hangingPunct="1"/>
            <a:r>
              <a:rPr kumimoji="1" lang="zh-CN" altLang="en-US" dirty="0"/>
              <a:t>    为了简单、清晰地反映输入和输出之间的逻辑关系，应对逻辑表达式进行化简。描述一个电路功能的逻辑表达式是否达到最简，是评定该电路经济技术指标的依据。</a:t>
            </a:r>
          </a:p>
          <a:p>
            <a:pPr eaLnBrk="1" hangingPunct="1"/>
            <a:r>
              <a:rPr kumimoji="1" lang="en-US" altLang="zh-CN" b="1" dirty="0">
                <a:solidFill>
                  <a:srgbClr val="FFCC66"/>
                </a:solidFill>
              </a:rPr>
              <a:t>3. </a:t>
            </a:r>
            <a:r>
              <a:rPr kumimoji="1" lang="zh-CN" altLang="en-US" b="1" dirty="0">
                <a:solidFill>
                  <a:srgbClr val="FFCC66"/>
                </a:solidFill>
              </a:rPr>
              <a:t>列出输出函数真值表</a:t>
            </a:r>
            <a:r>
              <a:rPr kumimoji="1" lang="zh-CN" altLang="en-US" dirty="0"/>
              <a:t>   </a:t>
            </a:r>
          </a:p>
          <a:p>
            <a:pPr eaLnBrk="1" hangingPunct="1"/>
            <a:r>
              <a:rPr kumimoji="1" lang="zh-CN" altLang="en-US" dirty="0"/>
              <a:t>    根据输出函数最简表达式，列出输出函数真值表。真值表详尽地给出了输入、输出取值关系，它直观地描述了电路的逻辑功能。</a:t>
            </a:r>
          </a:p>
          <a:p>
            <a:pPr eaLnBrk="1" hangingPunct="1"/>
            <a:r>
              <a:rPr kumimoji="1" lang="en-US" altLang="zh-CN" b="1" dirty="0">
                <a:solidFill>
                  <a:srgbClr val="FFCC66"/>
                </a:solidFill>
              </a:rPr>
              <a:t>4. </a:t>
            </a:r>
            <a:r>
              <a:rPr kumimoji="1" lang="zh-CN" altLang="en-US" b="1" dirty="0">
                <a:solidFill>
                  <a:srgbClr val="FFCC66"/>
                </a:solidFill>
              </a:rPr>
              <a:t>功能评述</a:t>
            </a:r>
            <a:r>
              <a:rPr kumimoji="1" lang="zh-CN" altLang="en-US" dirty="0"/>
              <a:t>   </a:t>
            </a:r>
          </a:p>
          <a:p>
            <a:pPr eaLnBrk="1" hangingPunct="1"/>
            <a:r>
              <a:rPr kumimoji="1" lang="zh-CN" altLang="en-US" dirty="0"/>
              <a:t>    根据真值表和化简后的函数表达式，概括出对电路逻辑功能的文字描述，并对原电路的设计方案进行评定，必要时提出改进意见和改进方案。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303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dirty="0">
                <a:effectLst/>
                <a:latin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⊕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r>
              <a:rPr lang="zh-CN" altLang="zh-CN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定义在</a:t>
            </a:r>
            <a:r>
              <a:rPr lang="en-US" altLang="zh-CN" sz="18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PPT 3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异或：不同得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，相同得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sz="1800" dirty="0"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283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4645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1" lang="zh-CN" altLang="en-US" b="1" dirty="0">
                <a:solidFill>
                  <a:srgbClr val="FFCC66"/>
                </a:solidFill>
              </a:rPr>
              <a:t>根据问题要求完成的逻辑功能，求出在特定条件下实现给定功能的逻辑电路，称为逻辑设计，又叫做逻辑综合。</a:t>
            </a:r>
            <a:r>
              <a:rPr kumimoji="1" lang="zh-CN" altLang="en-US" dirty="0"/>
              <a:t>显然，逻辑设计是逻辑分析的逆过程。</a:t>
            </a:r>
          </a:p>
          <a:p>
            <a:pPr eaLnBrk="1" hangingPunct="1"/>
            <a:r>
              <a:rPr kumimoji="1" lang="zh-CN" altLang="en-US" dirty="0"/>
              <a:t>由于实际应用中提出的各种设计要求一般是用文字形式描述的，所以，逻辑设计的首要任务是将文字描述的设计要求抽象为一种逻辑关系。</a:t>
            </a:r>
          </a:p>
          <a:p>
            <a:pPr eaLnBrk="1" hangingPunct="1"/>
            <a:r>
              <a:rPr kumimoji="1" lang="zh-CN" altLang="en-US" b="1" dirty="0"/>
              <a:t>设计的一般步骤：</a:t>
            </a:r>
          </a:p>
          <a:p>
            <a:pPr eaLnBrk="1" hangingPunct="1"/>
            <a:r>
              <a:rPr kumimoji="1" lang="zh-CN" altLang="en-US" dirty="0"/>
              <a:t>     </a:t>
            </a:r>
            <a:r>
              <a:rPr kumimoji="1" lang="en-US" altLang="zh-CN" b="1" dirty="0">
                <a:solidFill>
                  <a:srgbClr val="FFCC66"/>
                </a:solidFill>
              </a:rPr>
              <a:t>1. </a:t>
            </a:r>
            <a:r>
              <a:rPr kumimoji="1" lang="zh-CN" altLang="en-US" b="1" dirty="0">
                <a:solidFill>
                  <a:srgbClr val="FFCC66"/>
                </a:solidFill>
              </a:rPr>
              <a:t>建立给定问题的逻辑描述</a:t>
            </a:r>
            <a:r>
              <a:rPr kumimoji="1" lang="zh-CN" altLang="en-US" dirty="0"/>
              <a:t>   </a:t>
            </a:r>
          </a:p>
          <a:p>
            <a:pPr eaLnBrk="1" hangingPunct="1"/>
            <a:r>
              <a:rPr kumimoji="1" lang="zh-CN" altLang="en-US" dirty="0"/>
              <a:t>     这一步的关键是正确理解设计要求，弄清楚与给定问题相关的变量及函数，即电路的输入和输出，建立函数与变量之间的逻辑关系，得到描述给定问题的逻辑表达式。求逻辑表达式有两种常用方法，即</a:t>
            </a:r>
            <a:r>
              <a:rPr kumimoji="1" lang="zh-CN" altLang="en-US" b="1" dirty="0">
                <a:solidFill>
                  <a:schemeClr val="accent1"/>
                </a:solidFill>
              </a:rPr>
              <a:t>真值表法</a:t>
            </a:r>
            <a:r>
              <a:rPr kumimoji="1" lang="zh-CN" altLang="en-US" dirty="0"/>
              <a:t>和</a:t>
            </a:r>
            <a:r>
              <a:rPr kumimoji="1" lang="zh-CN" altLang="en-US" b="1" dirty="0">
                <a:solidFill>
                  <a:schemeClr val="accent1"/>
                </a:solidFill>
              </a:rPr>
              <a:t>分析法</a:t>
            </a:r>
            <a:r>
              <a:rPr kumimoji="1" lang="zh-CN" altLang="en-US" dirty="0"/>
              <a:t>。</a:t>
            </a:r>
            <a:br>
              <a:rPr kumimoji="1" lang="zh-CN" altLang="en-US" dirty="0"/>
            </a:br>
            <a:r>
              <a:rPr kumimoji="1" lang="zh-CN" altLang="en-US" dirty="0"/>
              <a:t>     </a:t>
            </a:r>
            <a:r>
              <a:rPr kumimoji="1" lang="en-US" altLang="zh-CN" b="1" dirty="0">
                <a:solidFill>
                  <a:srgbClr val="FFCC66"/>
                </a:solidFill>
              </a:rPr>
              <a:t>2. </a:t>
            </a:r>
            <a:r>
              <a:rPr kumimoji="1" lang="zh-CN" altLang="en-US" b="1" dirty="0">
                <a:solidFill>
                  <a:srgbClr val="FFCC66"/>
                </a:solidFill>
              </a:rPr>
              <a:t>求出逻辑函数的最简表达式</a:t>
            </a:r>
            <a:r>
              <a:rPr kumimoji="1" lang="zh-CN" altLang="en-US" dirty="0"/>
              <a:t>   </a:t>
            </a:r>
          </a:p>
          <a:p>
            <a:pPr eaLnBrk="1" hangingPunct="1"/>
            <a:r>
              <a:rPr kumimoji="1" lang="zh-CN" altLang="en-US" dirty="0"/>
              <a:t>     为了使逻辑电路中包含的逻辑门最少且连线最少，要对逻辑表达式进行化简，求出描述设计问题的最简表达式 。</a:t>
            </a:r>
            <a:br>
              <a:rPr kumimoji="1" lang="zh-CN" altLang="en-US" dirty="0"/>
            </a:br>
            <a:r>
              <a:rPr kumimoji="1" lang="zh-CN" altLang="en-US" dirty="0"/>
              <a:t>     </a:t>
            </a:r>
            <a:r>
              <a:rPr kumimoji="1" lang="en-US" altLang="zh-CN" b="1" dirty="0">
                <a:solidFill>
                  <a:srgbClr val="FFCC66"/>
                </a:solidFill>
              </a:rPr>
              <a:t>3. </a:t>
            </a:r>
            <a:r>
              <a:rPr kumimoji="1" lang="zh-CN" altLang="en-US" b="1" dirty="0">
                <a:solidFill>
                  <a:srgbClr val="FFCC66"/>
                </a:solidFill>
              </a:rPr>
              <a:t>选择逻辑门类型并将逻辑函数变换成相应形式</a:t>
            </a:r>
            <a:r>
              <a:rPr kumimoji="1" lang="zh-CN" altLang="en-US" dirty="0"/>
              <a:t>    </a:t>
            </a:r>
          </a:p>
          <a:p>
            <a:pPr eaLnBrk="1" hangingPunct="1"/>
            <a:r>
              <a:rPr kumimoji="1" lang="zh-CN" altLang="en-US" dirty="0"/>
              <a:t>    根据简化后的逻辑表达式及问题的具体要求，选择合适的逻辑门，并将逻辑表达式变换成与所选逻辑门对应的形式。</a:t>
            </a:r>
            <a:br>
              <a:rPr kumimoji="1" lang="zh-CN" altLang="en-US" dirty="0"/>
            </a:br>
            <a:r>
              <a:rPr kumimoji="1" lang="zh-CN" altLang="en-US" dirty="0"/>
              <a:t>     </a:t>
            </a:r>
            <a:r>
              <a:rPr kumimoji="1" lang="en-US" altLang="zh-CN" b="1" dirty="0">
                <a:solidFill>
                  <a:srgbClr val="FFCC66"/>
                </a:solidFill>
              </a:rPr>
              <a:t>4. </a:t>
            </a:r>
            <a:r>
              <a:rPr kumimoji="1" lang="zh-CN" altLang="en-US" b="1" dirty="0">
                <a:solidFill>
                  <a:srgbClr val="FFCC66"/>
                </a:solidFill>
              </a:rPr>
              <a:t>画出逻辑电路图</a:t>
            </a:r>
            <a:r>
              <a:rPr kumimoji="1" lang="zh-CN" altLang="en-US" dirty="0"/>
              <a:t> </a:t>
            </a:r>
            <a:br>
              <a:rPr kumimoji="1" lang="zh-CN" altLang="en-US" dirty="0"/>
            </a:br>
            <a:endParaRPr kumimoji="1" lang="zh-CN" altLang="en-US" dirty="0"/>
          </a:p>
          <a:p>
            <a:pPr eaLnBrk="1" hangingPunct="1"/>
            <a:r>
              <a:rPr kumimoji="1" lang="zh-CN" altLang="en-US" dirty="0">
                <a:solidFill>
                  <a:schemeClr val="accent1"/>
                </a:solidFill>
              </a:rPr>
              <a:t>设计过程可视具体情况灵活掌握。根据实际问题的难易程度和设计者熟练程度，有时可跳过其中的某些步骤。</a:t>
            </a:r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一、逻辑抽象</a:t>
            </a:r>
          </a:p>
          <a:p>
            <a:pPr lvl="1" eaLnBrk="1" hangingPunct="1"/>
            <a:r>
              <a:rPr lang="zh-CN" altLang="en-US" dirty="0"/>
              <a:t>分析因果关系，确定输入</a:t>
            </a:r>
            <a:r>
              <a:rPr lang="en-US" altLang="zh-CN" dirty="0"/>
              <a:t>/</a:t>
            </a:r>
            <a:r>
              <a:rPr lang="zh-CN" altLang="en-US" dirty="0"/>
              <a:t>输出变量</a:t>
            </a:r>
          </a:p>
          <a:p>
            <a:pPr lvl="1" eaLnBrk="1" hangingPunct="1"/>
            <a:r>
              <a:rPr lang="zh-CN" altLang="en-US" dirty="0"/>
              <a:t>定义逻辑状态的含意（赋值）</a:t>
            </a:r>
          </a:p>
          <a:p>
            <a:pPr lvl="1" eaLnBrk="1" hangingPunct="1"/>
            <a:r>
              <a:rPr lang="zh-CN" altLang="en-US" dirty="0"/>
              <a:t>列出真值表</a:t>
            </a:r>
          </a:p>
          <a:p>
            <a:pPr eaLnBrk="1" hangingPunct="1"/>
            <a:r>
              <a:rPr lang="zh-CN" altLang="en-US" dirty="0"/>
              <a:t>二、写出函数式</a:t>
            </a:r>
          </a:p>
          <a:p>
            <a:pPr eaLnBrk="1" hangingPunct="1"/>
            <a:r>
              <a:rPr lang="zh-CN" altLang="en-US" dirty="0"/>
              <a:t>三、选定器件类型</a:t>
            </a:r>
          </a:p>
          <a:p>
            <a:pPr eaLnBrk="1" hangingPunct="1"/>
            <a:r>
              <a:rPr lang="zh-CN" altLang="en-US" dirty="0"/>
              <a:t>四、根据所选器件：对逻辑式化简（用门）</a:t>
            </a:r>
          </a:p>
          <a:p>
            <a:pPr eaLnBrk="1" hangingPunct="1"/>
            <a:r>
              <a:rPr lang="zh-CN" altLang="en-US" dirty="0"/>
              <a:t>				变换（用</a:t>
            </a:r>
            <a:r>
              <a:rPr lang="en-US" altLang="zh-CN" dirty="0"/>
              <a:t>MSI</a:t>
            </a:r>
            <a:r>
              <a:rPr lang="zh-CN" altLang="en-US" dirty="0"/>
              <a:t>）</a:t>
            </a:r>
          </a:p>
          <a:p>
            <a:pPr eaLnBrk="1" hangingPunct="1"/>
            <a:r>
              <a:rPr lang="zh-CN" altLang="en-US" dirty="0"/>
              <a:t>				或进行相应的描述（</a:t>
            </a:r>
            <a:r>
              <a:rPr lang="en-US" altLang="zh-CN" dirty="0"/>
              <a:t>PLD</a:t>
            </a:r>
            <a:r>
              <a:rPr lang="zh-CN" altLang="en-US" dirty="0"/>
              <a:t>）</a:t>
            </a:r>
          </a:p>
          <a:p>
            <a:pPr eaLnBrk="1" hangingPunct="1"/>
            <a:r>
              <a:rPr lang="zh-CN" altLang="en-US" dirty="0"/>
              <a:t>五、画出逻辑电路图，或下载到</a:t>
            </a:r>
            <a:r>
              <a:rPr lang="en-US" altLang="zh-CN" dirty="0"/>
              <a:t>PLD</a:t>
            </a:r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9977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简单记忆：加一个总非，然后逐级附加求反符号，将逻辑门求反（与</a:t>
            </a:r>
            <a:r>
              <a:rPr lang="en-US" altLang="zh-CN" dirty="0"/>
              <a:t>《--》</a:t>
            </a:r>
            <a:r>
              <a:rPr lang="zh-CN" altLang="en-US" dirty="0"/>
              <a:t>或，传输不变）；非两次等于传输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7EB77-94AC-4128-8DFB-759E46F1AD9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476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Master-Untertitelformat bearbeiten</a:t>
            </a:r>
            <a:endParaRPr lang="en-US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AD0EE8D-9D56-A393-A0B6-B1D464FF8959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906000" cy="5106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/>
              <a:t>计算机科学与技术学院本科课程</a:t>
            </a:r>
            <a:endParaRPr lang="en-US" altLang="zh-CN" sz="2800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2A6DDD0-4B5B-3901-545E-2EAC257EF17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216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0"/>
            <a:ext cx="9906000" cy="510639"/>
          </a:xfrm>
          <a:solidFill>
            <a:schemeClr val="accent1"/>
          </a:solidFill>
          <a:ln>
            <a:noFill/>
          </a:ln>
        </p:spPr>
        <p:txBody>
          <a:bodyPr>
            <a:normAutofit/>
          </a:bodyPr>
          <a:lstStyle>
            <a:lvl1pPr algn="ctr">
              <a:defRPr sz="3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err="1"/>
              <a:t>Mastertitelformat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7780" y="585760"/>
            <a:ext cx="9888220" cy="5947119"/>
          </a:xfrm>
        </p:spPr>
        <p:txBody>
          <a:bodyPr/>
          <a:lstStyle>
            <a:lvl1pPr>
              <a:defRPr sz="280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defRPr>
            </a:lvl1pPr>
            <a:lvl2pPr>
              <a:defRPr sz="240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defRPr>
            </a:lvl2pPr>
            <a:lvl3pPr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 err="1"/>
              <a:t>Mastertextformat</a:t>
            </a:r>
            <a:r>
              <a:rPr lang="en-US" altLang="zh-CN" dirty="0"/>
              <a:t> </a:t>
            </a:r>
            <a:r>
              <a:rPr lang="en-US" altLang="zh-CN" dirty="0" err="1"/>
              <a:t>bearbeiten</a:t>
            </a:r>
            <a:endParaRPr lang="en-US" altLang="zh-CN" dirty="0"/>
          </a:p>
          <a:p>
            <a:pPr lvl="1"/>
            <a:r>
              <a:rPr lang="en-US" altLang="zh-CN" dirty="0" err="1"/>
              <a:t>Zweite</a:t>
            </a:r>
            <a:r>
              <a:rPr lang="en-US" altLang="zh-CN" dirty="0"/>
              <a:t> Ebene</a:t>
            </a:r>
          </a:p>
          <a:p>
            <a:pPr lvl="2"/>
            <a:r>
              <a:rPr lang="en-US" altLang="zh-CN" dirty="0" err="1"/>
              <a:t>Dritte</a:t>
            </a:r>
            <a:r>
              <a:rPr lang="en-US" altLang="zh-CN" dirty="0"/>
              <a:t> Ebene</a:t>
            </a:r>
          </a:p>
          <a:p>
            <a:pPr lvl="3"/>
            <a:r>
              <a:rPr lang="en-US" altLang="zh-CN" dirty="0" err="1"/>
              <a:t>Vierte</a:t>
            </a:r>
            <a:r>
              <a:rPr lang="en-US" altLang="zh-CN" dirty="0"/>
              <a:t> Ebene</a:t>
            </a:r>
          </a:p>
          <a:p>
            <a:pPr lvl="4"/>
            <a:r>
              <a:rPr lang="en-US" altLang="zh-CN" dirty="0" err="1"/>
              <a:t>Fünfte</a:t>
            </a:r>
            <a:r>
              <a:rPr lang="en-US" altLang="zh-CN" dirty="0"/>
              <a:t> Ebene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384550" y="6532880"/>
            <a:ext cx="31369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5. </a:t>
            </a:r>
            <a:r>
              <a:rPr lang="zh-CN" altLang="en-US"/>
              <a:t>组合逻辑电路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7475220" y="6543040"/>
            <a:ext cx="2311400" cy="188596"/>
          </a:xfrm>
        </p:spPr>
        <p:txBody>
          <a:bodyPr/>
          <a:lstStyle>
            <a:lvl1pPr>
              <a:defRPr sz="1000">
                <a:solidFill>
                  <a:srgbClr val="0070C0"/>
                </a:solidFill>
              </a:defRPr>
            </a:lvl1pPr>
          </a:lstStyle>
          <a:p>
            <a:fld id="{9E260BC5-5BF3-8746-862B-DC45E9CAA88B}" type="slidenum">
              <a:rPr lang="en-US" smtClean="0"/>
              <a:pPr/>
              <a:t>‹#›</a:t>
            </a:fld>
            <a:r>
              <a:rPr lang="en-US" altLang="zh-CN" dirty="0"/>
              <a:t>/</a:t>
            </a:r>
            <a:endParaRPr lang="en-US" dirty="0"/>
          </a:p>
        </p:txBody>
      </p:sp>
      <p:pic>
        <p:nvPicPr>
          <p:cNvPr id="7" name="Bild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58354" y="575599"/>
            <a:ext cx="629866" cy="574907"/>
          </a:xfrm>
          <a:prstGeom prst="rect">
            <a:avLst/>
          </a:prstGeom>
        </p:spPr>
      </p:pic>
      <p:sp>
        <p:nvSpPr>
          <p:cNvPr id="11" name="Titel 1">
            <a:extLst>
              <a:ext uri="{FF2B5EF4-FFF2-40B4-BE49-F238E27FC236}">
                <a16:creationId xmlns:a16="http://schemas.microsoft.com/office/drawing/2014/main" id="{8A49508E-0CBC-36CF-BE0A-9CFE928D5051}"/>
              </a:ext>
            </a:extLst>
          </p:cNvPr>
          <p:cNvSpPr txBox="1">
            <a:spLocks/>
          </p:cNvSpPr>
          <p:nvPr userDrawn="1"/>
        </p:nvSpPr>
        <p:spPr>
          <a:xfrm>
            <a:off x="0" y="6741796"/>
            <a:ext cx="9906000" cy="116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6482FF6C-9411-92E7-7DED-EBDB23C92E35}"/>
              </a:ext>
            </a:extLst>
          </p:cNvPr>
          <p:cNvSpPr txBox="1">
            <a:spLocks/>
          </p:cNvSpPr>
          <p:nvPr userDrawn="1"/>
        </p:nvSpPr>
        <p:spPr>
          <a:xfrm>
            <a:off x="17780" y="6522719"/>
            <a:ext cx="1684560" cy="2089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ctr" defTabSz="457200" rtl="0" eaLnBrk="1" latinLnBrk="0" hangingPunct="1">
              <a:defRPr sz="10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2023</a:t>
            </a:r>
            <a:r>
              <a:rPr lang="zh-CN" altLang="en-US" dirty="0"/>
              <a:t>年秋季学期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37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5. </a:t>
            </a:r>
            <a:r>
              <a:rPr lang="zh-CN" altLang="en-US"/>
              <a:t>组合逻辑电路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70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5. </a:t>
            </a:r>
            <a:r>
              <a:rPr lang="zh-CN" altLang="en-US"/>
              <a:t>组合逻辑电路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307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5. </a:t>
            </a:r>
            <a:r>
              <a:rPr lang="zh-CN" altLang="en-US"/>
              <a:t>组合逻辑电路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05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5. </a:t>
            </a:r>
            <a:r>
              <a:rPr lang="zh-CN" altLang="en-US"/>
              <a:t>组合逻辑电路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821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5. </a:t>
            </a:r>
            <a:r>
              <a:rPr lang="zh-CN" altLang="en-US"/>
              <a:t>组合逻辑电路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65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5. </a:t>
            </a:r>
            <a:r>
              <a:rPr lang="zh-CN" altLang="en-US"/>
              <a:t>组合逻辑电路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35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5. </a:t>
            </a:r>
            <a:r>
              <a:rPr lang="zh-CN" altLang="en-US"/>
              <a:t>组合逻辑电路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037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5. </a:t>
            </a:r>
            <a:r>
              <a:rPr lang="zh-CN" altLang="en-US"/>
              <a:t>组合逻辑电路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57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5. </a:t>
            </a:r>
            <a:r>
              <a:rPr lang="zh-CN" altLang="en-US"/>
              <a:t>组合逻辑电路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33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Mastertitelformat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模拟与数字电路：</a:t>
            </a:r>
            <a:r>
              <a:rPr lang="en-US" altLang="zh-CN"/>
              <a:t>5. </a:t>
            </a:r>
            <a:r>
              <a:rPr lang="zh-CN" altLang="en-US"/>
              <a:t>组合逻辑电路</a:t>
            </a:r>
            <a:r>
              <a:rPr lang="en-US" altLang="zh-CN"/>
              <a:t>1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60BC5-5BF3-8746-862B-DC45E9CAA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0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7" Type="http://schemas.openxmlformats.org/officeDocument/2006/relationships/image" Target="../media/image12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0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3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15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1077976"/>
            <a:ext cx="8420100" cy="1470025"/>
          </a:xfrm>
        </p:spPr>
        <p:txBody>
          <a:bodyPr>
            <a:normAutofit fontScale="90000"/>
          </a:bodyPr>
          <a:lstStyle/>
          <a:p>
            <a:br>
              <a:rPr lang="en-US" altLang="zh-CN" sz="2400" b="1" dirty="0">
                <a:latin typeface="黑体"/>
                <a:ea typeface="黑体"/>
                <a:cs typeface="黑体"/>
              </a:rPr>
            </a:br>
            <a:br>
              <a:rPr lang="en-US" altLang="zh-CN" b="1" dirty="0">
                <a:latin typeface="黑体"/>
                <a:ea typeface="黑体"/>
                <a:cs typeface="黑体"/>
              </a:rPr>
            </a:br>
            <a: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  <a:t>模拟与数字电路</a:t>
            </a:r>
            <a:br>
              <a:rPr lang="zh-CN" altLang="en-US" sz="2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altLang="zh-CN" sz="2200" dirty="0">
                <a:solidFill>
                  <a:schemeClr val="accent1">
                    <a:lumMod val="50000"/>
                  </a:schemeClr>
                </a:solidFill>
                <a:latin typeface="+mj-ea"/>
              </a:rPr>
              <a:t>Analog and Digital Circuits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2546991"/>
            <a:ext cx="6934200" cy="1752600"/>
          </a:xfrm>
        </p:spPr>
        <p:txBody>
          <a:bodyPr>
            <a:noAutofit/>
          </a:bodyPr>
          <a:lstStyle/>
          <a:p>
            <a:endParaRPr lang="en-US" altLang="zh-CN" sz="1600" b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br>
              <a:rPr lang="en-US" altLang="zh-CN" sz="1600" b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05_</a:t>
            </a:r>
            <a:r>
              <a:rPr lang="zh-CN" altLang="en-US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组合逻辑电路（</a:t>
            </a:r>
            <a:r>
              <a:rPr lang="en-US" altLang="zh-CN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3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36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（数电</a:t>
            </a:r>
            <a:r>
              <a:rPr lang="en-US" altLang="zh-CN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P140-149</a:t>
            </a:r>
            <a:r>
              <a:rPr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br>
              <a:rPr lang="en-US" sz="2000" dirty="0">
                <a:solidFill>
                  <a:srgbClr val="0070C0"/>
                </a:solidFill>
              </a:rPr>
            </a:br>
            <a:endParaRPr lang="en-US" sz="2000" dirty="0">
              <a:solidFill>
                <a:srgbClr val="0070C0"/>
              </a:solidFill>
            </a:endParaRPr>
          </a:p>
        </p:txBody>
      </p:sp>
      <p:pic>
        <p:nvPicPr>
          <p:cNvPr id="4" name="Bild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004" y="5093353"/>
            <a:ext cx="1727992" cy="157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77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2D3FB7-370D-B485-0EBC-40BC66CF9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内容提纲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68D863-D8BC-FA0E-CC71-AF6BB3AE0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ct val="30000"/>
              </a:spcAft>
            </a:pPr>
            <a:r>
              <a:rPr lang="zh-CN" altLang="en-US" dirty="0"/>
              <a:t>组合逻辑电路特点</a:t>
            </a:r>
            <a:endParaRPr lang="en-US" altLang="zh-CN" dirty="0"/>
          </a:p>
          <a:p>
            <a:pPr>
              <a:spcAft>
                <a:spcPct val="30000"/>
              </a:spcAft>
            </a:pPr>
            <a:r>
              <a:rPr lang="zh-CN" altLang="en-US" dirty="0"/>
              <a:t>组合逻辑电路分析</a:t>
            </a:r>
            <a:endParaRPr lang="en-US" altLang="zh-CN" dirty="0"/>
          </a:p>
          <a:p>
            <a:pPr>
              <a:spcAft>
                <a:spcPct val="30000"/>
              </a:spcAft>
            </a:pPr>
            <a:r>
              <a:rPr kumimoji="1" lang="zh-CN" altLang="en-US" dirty="0"/>
              <a:t>组合逻辑电路设计</a:t>
            </a:r>
            <a:endParaRPr lang="en-US" altLang="zh-CN" dirty="0"/>
          </a:p>
          <a:p>
            <a:pPr>
              <a:spcAft>
                <a:spcPct val="30000"/>
              </a:spcAft>
            </a:pPr>
            <a:endParaRPr kumimoji="1" lang="zh-CN" altLang="en-US" dirty="0">
              <a:latin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52A780-783E-3943-B829-54C8C620D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5. </a:t>
            </a:r>
            <a:r>
              <a:rPr lang="zh-CN" altLang="en-US"/>
              <a:t>组合逻辑电路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EDF919-7945-28CD-2CB7-68E47598E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2</a:t>
            </a:fld>
            <a:r>
              <a:rPr lang="en-US" altLang="zh-CN"/>
              <a:t>/13</a:t>
            </a:r>
            <a:endParaRPr lang="en-US" dirty="0"/>
          </a:p>
        </p:txBody>
      </p:sp>
      <p:sp>
        <p:nvSpPr>
          <p:cNvPr id="6" name="文本框 1">
            <a:extLst>
              <a:ext uri="{FF2B5EF4-FFF2-40B4-BE49-F238E27FC236}">
                <a16:creationId xmlns:a16="http://schemas.microsoft.com/office/drawing/2014/main" id="{7AEF2C90-B686-C7FD-18C4-FEE220AC8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7076" y="4710010"/>
            <a:ext cx="699384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P78-139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MOS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管和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Verilog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以后会讲，这里的内容是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P140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页开始</a:t>
            </a:r>
          </a:p>
        </p:txBody>
      </p:sp>
    </p:spTree>
    <p:extLst>
      <p:ext uri="{BB962C8B-B14F-4D97-AF65-F5344CB8AC3E}">
        <p14:creationId xmlns:p14="http://schemas.microsoft.com/office/powerpoint/2010/main" val="3352824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894E44-27F3-F837-FE68-1D0294D2A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err="1"/>
              <a:t>组合</a:t>
            </a:r>
            <a:r>
              <a:rPr lang="en-US" altLang="en-US" dirty="0" err="1"/>
              <a:t>逻辑</a:t>
            </a:r>
            <a:r>
              <a:rPr lang="en-US" altLang="zh-CN" dirty="0" err="1"/>
              <a:t>电路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70C22E-309C-44CD-D081-5D871CA32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在任意时刻，电路的输出仅取决于该时刻的输入，与电路原来所处的状态无关，即输出是输入的组合，简称组合电路</a:t>
            </a:r>
          </a:p>
          <a:p>
            <a:r>
              <a:rPr lang="zh-CN" altLang="en-US" dirty="0"/>
              <a:t>组合电路结构特点</a:t>
            </a:r>
          </a:p>
          <a:p>
            <a:pPr lvl="1"/>
            <a:r>
              <a:rPr lang="zh-CN" altLang="en-US" dirty="0"/>
              <a:t>仅由逻辑门电路组成，不含记忆元件</a:t>
            </a:r>
          </a:p>
          <a:p>
            <a:pPr lvl="1"/>
            <a:r>
              <a:rPr lang="zh-CN" altLang="en-US" dirty="0"/>
              <a:t>信号单向传输，不存在从输出到输入的反馈路径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5083F19-919E-E6D7-4DD0-3715B63F3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5. </a:t>
            </a:r>
            <a:r>
              <a:rPr lang="zh-CN" altLang="en-US"/>
              <a:t>组合逻辑电路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6C53DA-C2D7-F3ED-A908-1A7AD74EB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3</a:t>
            </a:fld>
            <a:r>
              <a:rPr lang="en-US" altLang="zh-CN" dirty="0"/>
              <a:t>/13</a:t>
            </a:r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258B5F9-7B47-578E-A5CC-B7164EE5D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7857" y="5311486"/>
            <a:ext cx="5597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400" baseline="-1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= f</a:t>
            </a:r>
            <a:r>
              <a:rPr lang="en-US" altLang="zh-CN" sz="2400" baseline="-2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 (A</a:t>
            </a:r>
            <a:r>
              <a:rPr lang="en-US" altLang="zh-CN" sz="2400" baseline="-1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, A</a:t>
            </a:r>
            <a:r>
              <a:rPr lang="en-US" altLang="zh-CN" sz="2400" baseline="-1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400" baseline="-300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, …, A</a:t>
            </a:r>
            <a:r>
              <a:rPr lang="en-US" altLang="zh-CN" sz="2400" baseline="-10000">
                <a:latin typeface="Times New Roman" panose="02020603050405020304" pitchFamily="18" charset="0"/>
                <a:ea typeface="楷体_GB2312" pitchFamily="49" charset="-122"/>
              </a:rPr>
              <a:t>m-1</a:t>
            </a:r>
            <a:r>
              <a:rPr lang="en-US" altLang="zh-CN" sz="2400" baseline="-300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ea typeface="楷体_GB2312" pitchFamily="49" charset="-122"/>
              </a:rPr>
              <a:t>),  (i =0, 1, …, n-1)</a:t>
            </a:r>
          </a:p>
        </p:txBody>
      </p:sp>
      <p:grpSp>
        <p:nvGrpSpPr>
          <p:cNvPr id="7" name="Group 22">
            <a:extLst>
              <a:ext uri="{FF2B5EF4-FFF2-40B4-BE49-F238E27FC236}">
                <a16:creationId xmlns:a16="http://schemas.microsoft.com/office/drawing/2014/main" id="{B8324837-AF6A-C790-EDE3-CC5475D67180}"/>
              </a:ext>
            </a:extLst>
          </p:cNvPr>
          <p:cNvGrpSpPr>
            <a:grpSpLocks/>
          </p:cNvGrpSpPr>
          <p:nvPr/>
        </p:nvGrpSpPr>
        <p:grpSpPr bwMode="auto">
          <a:xfrm>
            <a:off x="2514745" y="3787486"/>
            <a:ext cx="4219575" cy="1316038"/>
            <a:chOff x="1379" y="2700"/>
            <a:chExt cx="2658" cy="829"/>
          </a:xfrm>
        </p:grpSpPr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AF1AB7DF-82BD-AAE4-8FD0-5D3F3BBB61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4" y="3229"/>
              <a:ext cx="4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Y</a:t>
              </a:r>
              <a:r>
                <a:rPr lang="en-US" altLang="zh-CN" sz="1600">
                  <a:latin typeface="Times New Roman" panose="02020603050405020304" pitchFamily="18" charset="0"/>
                </a:rPr>
                <a:t>n-1</a:t>
              </a:r>
            </a:p>
          </p:txBody>
        </p:sp>
        <p:sp>
          <p:nvSpPr>
            <p:cNvPr id="9" name="Text Box 8">
              <a:extLst>
                <a:ext uri="{FF2B5EF4-FFF2-40B4-BE49-F238E27FC236}">
                  <a16:creationId xmlns:a16="http://schemas.microsoft.com/office/drawing/2014/main" id="{C122131B-6C48-74A8-C428-73F98A442B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784" y="2937"/>
              <a:ext cx="320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4000" b="0"/>
                <a:t>…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B300998-92B5-B550-1A8F-38FC39008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" y="2712"/>
              <a:ext cx="839" cy="81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 anchorCtr="1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组合</a:t>
              </a:r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en-US" sz="2400"/>
                <a:t>逻辑</a:t>
              </a:r>
              <a:endParaRPr lang="en-US" altLang="zh-CN" sz="2400"/>
            </a:p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/>
                <a:t>电路</a:t>
              </a:r>
              <a:endParaRPr lang="zh-CN" altLang="en-US" sz="2400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B49E18BC-0175-3B5A-FF91-7EB3655E99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9" y="2867"/>
              <a:ext cx="4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DF03B54F-343C-A6E5-3B9F-C8617F29B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9" y="3374"/>
              <a:ext cx="4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6B40112C-2522-7AFB-3DD3-E5E2517538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3094" y="2935"/>
              <a:ext cx="320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4000" b="0"/>
                <a:t>…</a:t>
              </a:r>
            </a:p>
          </p:txBody>
        </p: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D7435040-4488-05E4-962B-44CBEB96B9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1" y="2865"/>
              <a:ext cx="4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5EDE5F3A-B5EA-B91E-05B5-7B4F805825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1" y="3372"/>
              <a:ext cx="4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B90C62EF-C5D7-9C35-13A5-5E55499F89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4" y="2700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Y</a:t>
              </a:r>
              <a:r>
                <a:rPr lang="en-US" altLang="zh-CN" sz="16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7" name="Text Box 18">
              <a:extLst>
                <a:ext uri="{FF2B5EF4-FFF2-40B4-BE49-F238E27FC236}">
                  <a16:creationId xmlns:a16="http://schemas.microsoft.com/office/drawing/2014/main" id="{5F07EC4B-96B6-1C11-E909-EF2045D8A3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3" y="2700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A</a:t>
              </a:r>
              <a:r>
                <a:rPr lang="en-US" altLang="zh-CN" sz="16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8" name="Text Box 20">
              <a:extLst>
                <a:ext uri="{FF2B5EF4-FFF2-40B4-BE49-F238E27FC236}">
                  <a16:creationId xmlns:a16="http://schemas.microsoft.com/office/drawing/2014/main" id="{3861E655-7881-531B-9F02-096CBFE5FB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9" y="3229"/>
              <a:ext cx="46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A</a:t>
              </a:r>
              <a:r>
                <a:rPr lang="en-US" altLang="zh-CN" sz="1600">
                  <a:latin typeface="Times New Roman" panose="02020603050405020304" pitchFamily="18" charset="0"/>
                </a:rPr>
                <a:t>m-1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201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2EC8EB-F3C1-9006-957D-DD84DC508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组合逻辑电路分析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25ADB0-499C-73E8-2339-31C8E29E2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根据已知逻辑电路图，确定其逻辑功能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一般步骤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按照逻辑图结构，写出逻辑函数式</a:t>
            </a:r>
          </a:p>
          <a:p>
            <a:pPr lvl="1"/>
            <a:r>
              <a:rPr lang="zh-CN" altLang="en-US" dirty="0"/>
              <a:t>化简和变换逻辑</a:t>
            </a:r>
            <a:r>
              <a:rPr kumimoji="1" lang="zh-CN" altLang="en-US" dirty="0"/>
              <a:t>函数</a:t>
            </a:r>
            <a:r>
              <a:rPr lang="zh-CN" altLang="en-US" dirty="0"/>
              <a:t>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列出真值表</a:t>
            </a:r>
          </a:p>
          <a:p>
            <a:pPr lvl="1"/>
            <a:r>
              <a:rPr kumimoji="1" lang="zh-CN" altLang="en-US" dirty="0"/>
              <a:t>由真值表，概括电路的逻辑功能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4B4268-8B08-E98E-11A2-8AB24E600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5. </a:t>
            </a:r>
            <a:r>
              <a:rPr lang="zh-CN" altLang="en-US"/>
              <a:t>组合逻辑电路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B7E817-2100-CCAA-5243-05DB5B48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4</a:t>
            </a:fld>
            <a:r>
              <a:rPr lang="en-US" altLang="zh-CN" dirty="0"/>
              <a:t>/13</a:t>
            </a:r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92DEE59-F707-61E7-1850-76BE1FBF5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75" y="1337397"/>
            <a:ext cx="1250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b="0">
                <a:latin typeface="+mj-ea"/>
                <a:ea typeface="+mj-ea"/>
              </a:rPr>
              <a:t>逻辑图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9A8FBF2-9DB7-6D1C-A332-0BC02D0CF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4900" y="1338984"/>
            <a:ext cx="1606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b="0" dirty="0">
                <a:latin typeface="+mj-ea"/>
                <a:ea typeface="+mj-ea"/>
              </a:rPr>
              <a:t>逻辑功能</a:t>
            </a: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C278C2C5-177B-D89B-09F0-EFBB6A492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200" y="1499322"/>
            <a:ext cx="612775" cy="287337"/>
          </a:xfrm>
          <a:prstGeom prst="rightArrow">
            <a:avLst>
              <a:gd name="adj1" fmla="val 50278"/>
              <a:gd name="adj2" fmla="val 95029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57779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654E20-B731-730E-5495-620B91159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示例：给定电路分析功能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9D53BC-9F8E-A26B-F995-05571CEB6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写出各输出端的逻辑函数式，并进行化简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06916D1-64B2-AA86-474C-1F5AF4DB8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5. </a:t>
            </a:r>
            <a:r>
              <a:rPr lang="zh-CN" altLang="en-US"/>
              <a:t>组合逻辑电路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DB451C-9DE2-0CA4-EC6D-B78F47E4E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5</a:t>
            </a:fld>
            <a:r>
              <a:rPr lang="en-US" altLang="zh-CN" dirty="0"/>
              <a:t>/13</a:t>
            </a:r>
            <a:endParaRPr lang="en-US" dirty="0"/>
          </a:p>
        </p:txBody>
      </p:sp>
      <p:grpSp>
        <p:nvGrpSpPr>
          <p:cNvPr id="6" name="Group 71">
            <a:extLst>
              <a:ext uri="{FF2B5EF4-FFF2-40B4-BE49-F238E27FC236}">
                <a16:creationId xmlns:a16="http://schemas.microsoft.com/office/drawing/2014/main" id="{CB8C2AFA-8291-7248-259A-2D5CB47AD17B}"/>
              </a:ext>
            </a:extLst>
          </p:cNvPr>
          <p:cNvGrpSpPr>
            <a:grpSpLocks/>
          </p:cNvGrpSpPr>
          <p:nvPr/>
        </p:nvGrpSpPr>
        <p:grpSpPr bwMode="auto">
          <a:xfrm>
            <a:off x="3779838" y="1555750"/>
            <a:ext cx="4932362" cy="3205163"/>
            <a:chOff x="2336" y="980"/>
            <a:chExt cx="3107" cy="2019"/>
          </a:xfrm>
        </p:grpSpPr>
        <p:sp>
          <p:nvSpPr>
            <p:cNvPr id="7" name="Line 13">
              <a:extLst>
                <a:ext uri="{FF2B5EF4-FFF2-40B4-BE49-F238E27FC236}">
                  <a16:creationId xmlns:a16="http://schemas.microsoft.com/office/drawing/2014/main" id="{85EA2C8A-CBF3-4560-3445-48F7C39BDB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5" y="2863"/>
              <a:ext cx="11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14">
              <a:extLst>
                <a:ext uri="{FF2B5EF4-FFF2-40B4-BE49-F238E27FC236}">
                  <a16:creationId xmlns:a16="http://schemas.microsoft.com/office/drawing/2014/main" id="{4587851E-0CF4-7E18-9536-D5A0042B95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5" y="1341"/>
              <a:ext cx="74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AutoShape 15">
              <a:extLst>
                <a:ext uri="{FF2B5EF4-FFF2-40B4-BE49-F238E27FC236}">
                  <a16:creationId xmlns:a16="http://schemas.microsoft.com/office/drawing/2014/main" id="{AE6B78EE-4572-46F6-1F71-5D280FBF6C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885" y="1225"/>
              <a:ext cx="270" cy="23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0" name="Oval 16">
              <a:extLst>
                <a:ext uri="{FF2B5EF4-FFF2-40B4-BE49-F238E27FC236}">
                  <a16:creationId xmlns:a16="http://schemas.microsoft.com/office/drawing/2014/main" id="{37243B06-FBEA-9B61-90C4-993B6C94F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1" y="1297"/>
              <a:ext cx="90" cy="8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1" name="Line 17">
              <a:extLst>
                <a:ext uri="{FF2B5EF4-FFF2-40B4-BE49-F238E27FC236}">
                  <a16:creationId xmlns:a16="http://schemas.microsoft.com/office/drawing/2014/main" id="{CF6DE47F-2F62-3D90-9F9B-968937D101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3" y="1341"/>
              <a:ext cx="25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8">
              <a:extLst>
                <a:ext uri="{FF2B5EF4-FFF2-40B4-BE49-F238E27FC236}">
                  <a16:creationId xmlns:a16="http://schemas.microsoft.com/office/drawing/2014/main" id="{B3E6F82E-AEEC-AFD2-D62E-78E733F507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5" y="1505"/>
              <a:ext cx="56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AutoShape 19">
              <a:extLst>
                <a:ext uri="{FF2B5EF4-FFF2-40B4-BE49-F238E27FC236}">
                  <a16:creationId xmlns:a16="http://schemas.microsoft.com/office/drawing/2014/main" id="{6C6FBC93-88F4-070F-F8DD-735452AA2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4" y="1230"/>
              <a:ext cx="340" cy="374"/>
            </a:xfrm>
            <a:prstGeom prst="flowChartDelay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4" name="Oval 20">
              <a:extLst>
                <a:ext uri="{FF2B5EF4-FFF2-40B4-BE49-F238E27FC236}">
                  <a16:creationId xmlns:a16="http://schemas.microsoft.com/office/drawing/2014/main" id="{96236B6F-3CA7-B31F-2289-C93D20E88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377"/>
              <a:ext cx="90" cy="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5" name="Line 21">
              <a:extLst>
                <a:ext uri="{FF2B5EF4-FFF2-40B4-BE49-F238E27FC236}">
                  <a16:creationId xmlns:a16="http://schemas.microsoft.com/office/drawing/2014/main" id="{E07CC596-3FAD-8214-C71A-761F2D44E5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7" y="1794"/>
              <a:ext cx="137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22">
              <a:extLst>
                <a:ext uri="{FF2B5EF4-FFF2-40B4-BE49-F238E27FC236}">
                  <a16:creationId xmlns:a16="http://schemas.microsoft.com/office/drawing/2014/main" id="{69FACFA0-19A4-5F5C-226F-1334456ABD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4" y="1955"/>
              <a:ext cx="41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AutoShape 23">
              <a:extLst>
                <a:ext uri="{FF2B5EF4-FFF2-40B4-BE49-F238E27FC236}">
                  <a16:creationId xmlns:a16="http://schemas.microsoft.com/office/drawing/2014/main" id="{F4A5A3E4-34B7-48E7-92A1-F743753358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4" y="1683"/>
              <a:ext cx="340" cy="374"/>
            </a:xfrm>
            <a:prstGeom prst="flowChartDelay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8" name="Oval 24">
              <a:extLst>
                <a:ext uri="{FF2B5EF4-FFF2-40B4-BE49-F238E27FC236}">
                  <a16:creationId xmlns:a16="http://schemas.microsoft.com/office/drawing/2014/main" id="{24B2BDD6-7A7E-2C36-BF2B-2F8F739EA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830"/>
              <a:ext cx="90" cy="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9" name="Line 25">
              <a:extLst>
                <a:ext uri="{FF2B5EF4-FFF2-40B4-BE49-F238E27FC236}">
                  <a16:creationId xmlns:a16="http://schemas.microsoft.com/office/drawing/2014/main" id="{7F0112EF-86DE-D1FB-5A51-14F2EAE816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4" y="2248"/>
              <a:ext cx="41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26">
              <a:extLst>
                <a:ext uri="{FF2B5EF4-FFF2-40B4-BE49-F238E27FC236}">
                  <a16:creationId xmlns:a16="http://schemas.microsoft.com/office/drawing/2014/main" id="{017E8EE6-8EEB-85B7-179B-3943D0BC6E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7" y="2412"/>
              <a:ext cx="137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AutoShape 27">
              <a:extLst>
                <a:ext uri="{FF2B5EF4-FFF2-40B4-BE49-F238E27FC236}">
                  <a16:creationId xmlns:a16="http://schemas.microsoft.com/office/drawing/2014/main" id="{0EF1ED53-A14F-61A9-7033-DACE1B058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4" y="2137"/>
              <a:ext cx="340" cy="374"/>
            </a:xfrm>
            <a:prstGeom prst="flowChartDelay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2" name="Oval 28">
              <a:extLst>
                <a:ext uri="{FF2B5EF4-FFF2-40B4-BE49-F238E27FC236}">
                  <a16:creationId xmlns:a16="http://schemas.microsoft.com/office/drawing/2014/main" id="{23A8A736-61A2-9E53-4C01-35595798E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284"/>
              <a:ext cx="90" cy="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3" name="Line 29">
              <a:extLst>
                <a:ext uri="{FF2B5EF4-FFF2-40B4-BE49-F238E27FC236}">
                  <a16:creationId xmlns:a16="http://schemas.microsoft.com/office/drawing/2014/main" id="{27D4D4C9-BE54-9204-0D06-B9A53010BB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3" y="2701"/>
              <a:ext cx="25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30">
              <a:extLst>
                <a:ext uri="{FF2B5EF4-FFF2-40B4-BE49-F238E27FC236}">
                  <a16:creationId xmlns:a16="http://schemas.microsoft.com/office/drawing/2014/main" id="{98304807-C0D8-9518-5A35-73F4B00EAE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6" y="1422"/>
              <a:ext cx="1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31">
              <a:extLst>
                <a:ext uri="{FF2B5EF4-FFF2-40B4-BE49-F238E27FC236}">
                  <a16:creationId xmlns:a16="http://schemas.microsoft.com/office/drawing/2014/main" id="{4B086335-4718-A83F-5DFB-38E35F8628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6" y="1875"/>
              <a:ext cx="1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32">
              <a:extLst>
                <a:ext uri="{FF2B5EF4-FFF2-40B4-BE49-F238E27FC236}">
                  <a16:creationId xmlns:a16="http://schemas.microsoft.com/office/drawing/2014/main" id="{43100C32-806E-354E-A10E-BA5AAD4661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6" y="2329"/>
              <a:ext cx="1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33">
              <a:extLst>
                <a:ext uri="{FF2B5EF4-FFF2-40B4-BE49-F238E27FC236}">
                  <a16:creationId xmlns:a16="http://schemas.microsoft.com/office/drawing/2014/main" id="{916A41A1-FBAC-D3D3-43E4-CC7313CF6E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6" y="2782"/>
              <a:ext cx="1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AutoShape 34">
              <a:extLst>
                <a:ext uri="{FF2B5EF4-FFF2-40B4-BE49-F238E27FC236}">
                  <a16:creationId xmlns:a16="http://schemas.microsoft.com/office/drawing/2014/main" id="{F04FC076-5686-BEB1-01BF-6E4EFE5B88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4" y="2590"/>
              <a:ext cx="340" cy="374"/>
            </a:xfrm>
            <a:prstGeom prst="flowChartDelay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9" name="Oval 35">
              <a:extLst>
                <a:ext uri="{FF2B5EF4-FFF2-40B4-BE49-F238E27FC236}">
                  <a16:creationId xmlns:a16="http://schemas.microsoft.com/office/drawing/2014/main" id="{02C5E69A-5B15-1DD3-A04E-814A55D02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737"/>
              <a:ext cx="90" cy="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30" name="AutoShape 36">
              <a:extLst>
                <a:ext uri="{FF2B5EF4-FFF2-40B4-BE49-F238E27FC236}">
                  <a16:creationId xmlns:a16="http://schemas.microsoft.com/office/drawing/2014/main" id="{6AFB0BEB-1D4F-4D16-40B4-72D058EF4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6" y="1456"/>
              <a:ext cx="340" cy="374"/>
            </a:xfrm>
            <a:prstGeom prst="flowChartDelay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31" name="Oval 37">
              <a:extLst>
                <a:ext uri="{FF2B5EF4-FFF2-40B4-BE49-F238E27FC236}">
                  <a16:creationId xmlns:a16="http://schemas.microsoft.com/office/drawing/2014/main" id="{877FD98A-337F-F117-9E83-23894F905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8" y="1603"/>
              <a:ext cx="90" cy="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grpSp>
          <p:nvGrpSpPr>
            <p:cNvPr id="32" name="Group 38">
              <a:extLst>
                <a:ext uri="{FF2B5EF4-FFF2-40B4-BE49-F238E27FC236}">
                  <a16:creationId xmlns:a16="http://schemas.microsoft.com/office/drawing/2014/main" id="{92CB3CB6-22CE-1DA8-4D89-26DDCA19A1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5" y="1567"/>
              <a:ext cx="182" cy="1071"/>
              <a:chOff x="2085" y="1318"/>
              <a:chExt cx="251" cy="1071"/>
            </a:xfrm>
          </p:grpSpPr>
          <p:sp>
            <p:nvSpPr>
              <p:cNvPr id="60" name="Line 39">
                <a:extLst>
                  <a:ext uri="{FF2B5EF4-FFF2-40B4-BE49-F238E27FC236}">
                    <a16:creationId xmlns:a16="http://schemas.microsoft.com/office/drawing/2014/main" id="{D31DE31C-F580-F05B-BC32-8CAF090243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85" y="1318"/>
                <a:ext cx="25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Line 40">
                <a:extLst>
                  <a:ext uri="{FF2B5EF4-FFF2-40B4-BE49-F238E27FC236}">
                    <a16:creationId xmlns:a16="http://schemas.microsoft.com/office/drawing/2014/main" id="{8443CA6C-BA53-C749-16B8-7FD39A42E9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85" y="1482"/>
                <a:ext cx="25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Line 41">
                <a:extLst>
                  <a:ext uri="{FF2B5EF4-FFF2-40B4-BE49-F238E27FC236}">
                    <a16:creationId xmlns:a16="http://schemas.microsoft.com/office/drawing/2014/main" id="{F7A16095-81CB-DA35-2D23-F35FA16C1A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85" y="2225"/>
                <a:ext cx="25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Line 42">
                <a:extLst>
                  <a:ext uri="{FF2B5EF4-FFF2-40B4-BE49-F238E27FC236}">
                    <a16:creationId xmlns:a16="http://schemas.microsoft.com/office/drawing/2014/main" id="{39E65BC2-EB30-BD34-D664-1E12E6ACD4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85" y="2389"/>
                <a:ext cx="25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3" name="Line 43">
              <a:extLst>
                <a:ext uri="{FF2B5EF4-FFF2-40B4-BE49-F238E27FC236}">
                  <a16:creationId xmlns:a16="http://schemas.microsoft.com/office/drawing/2014/main" id="{FF35B32C-B3FB-4A99-4041-4707B37822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8" y="1648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44">
              <a:extLst>
                <a:ext uri="{FF2B5EF4-FFF2-40B4-BE49-F238E27FC236}">
                  <a16:creationId xmlns:a16="http://schemas.microsoft.com/office/drawing/2014/main" id="{93785729-2A3C-3E8A-F3A3-B8CE1DD665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8" y="2555"/>
              <a:ext cx="1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AutoShape 45">
              <a:extLst>
                <a:ext uri="{FF2B5EF4-FFF2-40B4-BE49-F238E27FC236}">
                  <a16:creationId xmlns:a16="http://schemas.microsoft.com/office/drawing/2014/main" id="{D603C228-E2B4-69C2-B759-0026BAC9E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6" y="2363"/>
              <a:ext cx="340" cy="374"/>
            </a:xfrm>
            <a:prstGeom prst="flowChartDelay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36" name="Oval 46">
              <a:extLst>
                <a:ext uri="{FF2B5EF4-FFF2-40B4-BE49-F238E27FC236}">
                  <a16:creationId xmlns:a16="http://schemas.microsoft.com/office/drawing/2014/main" id="{007C5B93-D4D2-CD3B-58E0-DF5B872D5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8" y="2510"/>
              <a:ext cx="90" cy="9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grpSp>
          <p:nvGrpSpPr>
            <p:cNvPr id="37" name="Group 47">
              <a:extLst>
                <a:ext uri="{FF2B5EF4-FFF2-40B4-BE49-F238E27FC236}">
                  <a16:creationId xmlns:a16="http://schemas.microsoft.com/office/drawing/2014/main" id="{6A6D6FED-9305-A559-08A6-7198AF8D86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4" y="1958"/>
              <a:ext cx="590" cy="270"/>
              <a:chOff x="816" y="3514"/>
              <a:chExt cx="590" cy="270"/>
            </a:xfrm>
          </p:grpSpPr>
          <p:sp>
            <p:nvSpPr>
              <p:cNvPr id="57" name="Line 48">
                <a:extLst>
                  <a:ext uri="{FF2B5EF4-FFF2-40B4-BE49-F238E27FC236}">
                    <a16:creationId xmlns:a16="http://schemas.microsoft.com/office/drawing/2014/main" id="{3540F887-62DF-7F78-13E4-0D517EFE31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3648"/>
                <a:ext cx="5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" name="AutoShape 49">
                <a:extLst>
                  <a:ext uri="{FF2B5EF4-FFF2-40B4-BE49-F238E27FC236}">
                    <a16:creationId xmlns:a16="http://schemas.microsoft.com/office/drawing/2014/main" id="{75D3C161-224B-DBB2-ECC1-70F918E8AD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966" y="3532"/>
                <a:ext cx="270" cy="234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/>
              </a:p>
            </p:txBody>
          </p:sp>
          <p:sp>
            <p:nvSpPr>
              <p:cNvPr id="59" name="Oval 50">
                <a:extLst>
                  <a:ext uri="{FF2B5EF4-FFF2-40B4-BE49-F238E27FC236}">
                    <a16:creationId xmlns:a16="http://schemas.microsoft.com/office/drawing/2014/main" id="{800EFE67-B7F5-5435-1D02-E4F85018D3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2" y="3604"/>
                <a:ext cx="90" cy="89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endParaRPr lang="zh-CN" altLang="en-US" sz="1800" b="0"/>
              </a:p>
            </p:txBody>
          </p:sp>
        </p:grpSp>
        <p:sp>
          <p:nvSpPr>
            <p:cNvPr id="38" name="AutoShape 51">
              <a:extLst>
                <a:ext uri="{FF2B5EF4-FFF2-40B4-BE49-F238E27FC236}">
                  <a16:creationId xmlns:a16="http://schemas.microsoft.com/office/drawing/2014/main" id="{CA2F67CF-B2D3-0184-CE3D-7B22CB499D1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885" y="2747"/>
              <a:ext cx="270" cy="23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39" name="Oval 52">
              <a:extLst>
                <a:ext uri="{FF2B5EF4-FFF2-40B4-BE49-F238E27FC236}">
                  <a16:creationId xmlns:a16="http://schemas.microsoft.com/office/drawing/2014/main" id="{36A43A03-F468-A0FB-AAA0-F07AC05F1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1" y="2819"/>
              <a:ext cx="90" cy="8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40" name="Line 53">
              <a:extLst>
                <a:ext uri="{FF2B5EF4-FFF2-40B4-BE49-F238E27FC236}">
                  <a16:creationId xmlns:a16="http://schemas.microsoft.com/office/drawing/2014/main" id="{290B8BAF-D864-2719-B39E-38A8CC13FC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7" y="1094"/>
              <a:ext cx="272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54">
              <a:extLst>
                <a:ext uri="{FF2B5EF4-FFF2-40B4-BE49-F238E27FC236}">
                  <a16:creationId xmlns:a16="http://schemas.microsoft.com/office/drawing/2014/main" id="{912241C5-1EA8-2B00-63C2-38A98588FB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2" y="1094"/>
              <a:ext cx="0" cy="16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55">
              <a:extLst>
                <a:ext uri="{FF2B5EF4-FFF2-40B4-BE49-F238E27FC236}">
                  <a16:creationId xmlns:a16="http://schemas.microsoft.com/office/drawing/2014/main" id="{694FA530-E13D-05B1-BECD-5BB6180296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84" y="1343"/>
              <a:ext cx="0" cy="9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56">
              <a:extLst>
                <a:ext uri="{FF2B5EF4-FFF2-40B4-BE49-F238E27FC236}">
                  <a16:creationId xmlns:a16="http://schemas.microsoft.com/office/drawing/2014/main" id="{F11A5295-E2F8-4F64-955B-56A282EBF8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5" y="1502"/>
              <a:ext cx="0" cy="5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57">
              <a:extLst>
                <a:ext uri="{FF2B5EF4-FFF2-40B4-BE49-F238E27FC236}">
                  <a16:creationId xmlns:a16="http://schemas.microsoft.com/office/drawing/2014/main" id="{2EE197CB-89F6-6032-9BD6-4A676E6C08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5" y="2409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58">
              <a:extLst>
                <a:ext uri="{FF2B5EF4-FFF2-40B4-BE49-F238E27FC236}">
                  <a16:creationId xmlns:a16="http://schemas.microsoft.com/office/drawing/2014/main" id="{9FF74419-ED89-4072-D8D9-0070786743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5" y="1797"/>
              <a:ext cx="0" cy="2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59">
              <a:extLst>
                <a:ext uri="{FF2B5EF4-FFF2-40B4-BE49-F238E27FC236}">
                  <a16:creationId xmlns:a16="http://schemas.microsoft.com/office/drawing/2014/main" id="{5C6240EC-F020-3733-5637-51A405BFC1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5" y="1094"/>
              <a:ext cx="0" cy="2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60">
              <a:extLst>
                <a:ext uri="{FF2B5EF4-FFF2-40B4-BE49-F238E27FC236}">
                  <a16:creationId xmlns:a16="http://schemas.microsoft.com/office/drawing/2014/main" id="{805E0479-76F4-CF47-E916-78560400BC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5" y="2636"/>
              <a:ext cx="0" cy="1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61">
              <a:extLst>
                <a:ext uri="{FF2B5EF4-FFF2-40B4-BE49-F238E27FC236}">
                  <a16:creationId xmlns:a16="http://schemas.microsoft.com/office/drawing/2014/main" id="{AB360B43-187D-1C0D-7B3F-4D9FDADB85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5" y="2324"/>
              <a:ext cx="0" cy="1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62">
              <a:extLst>
                <a:ext uri="{FF2B5EF4-FFF2-40B4-BE49-F238E27FC236}">
                  <a16:creationId xmlns:a16="http://schemas.microsoft.com/office/drawing/2014/main" id="{7AE6EBC5-4643-1A8B-09AC-2E6A9744DD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5" y="1723"/>
              <a:ext cx="0" cy="1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63">
              <a:extLst>
                <a:ext uri="{FF2B5EF4-FFF2-40B4-BE49-F238E27FC236}">
                  <a16:creationId xmlns:a16="http://schemas.microsoft.com/office/drawing/2014/main" id="{F27A02EA-18D7-987F-F5CA-EE41E47931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5" y="1417"/>
              <a:ext cx="0" cy="1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Rectangle 64">
              <a:extLst>
                <a:ext uri="{FF2B5EF4-FFF2-40B4-BE49-F238E27FC236}">
                  <a16:creationId xmlns:a16="http://schemas.microsoft.com/office/drawing/2014/main" id="{CAD5AAD6-1B3F-1DF0-45EB-51A62A710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6" y="1683"/>
              <a:ext cx="117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20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1800" b="0"/>
            </a:p>
          </p:txBody>
        </p:sp>
        <p:sp>
          <p:nvSpPr>
            <p:cNvPr id="52" name="Rectangle 65">
              <a:extLst>
                <a:ext uri="{FF2B5EF4-FFF2-40B4-BE49-F238E27FC236}">
                  <a16:creationId xmlns:a16="http://schemas.microsoft.com/office/drawing/2014/main" id="{48AA598A-2231-F7B8-423E-9C4C0B6EA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5" y="980"/>
              <a:ext cx="127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20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1800" b="0"/>
            </a:p>
          </p:txBody>
        </p:sp>
        <p:sp>
          <p:nvSpPr>
            <p:cNvPr id="53" name="Rectangle 66">
              <a:extLst>
                <a:ext uri="{FF2B5EF4-FFF2-40B4-BE49-F238E27FC236}">
                  <a16:creationId xmlns:a16="http://schemas.microsoft.com/office/drawing/2014/main" id="{3DF01DA5-9217-99B9-DE1B-B491B8E78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5" y="2311"/>
              <a:ext cx="127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20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1800" b="0"/>
            </a:p>
          </p:txBody>
        </p:sp>
        <p:sp>
          <p:nvSpPr>
            <p:cNvPr id="54" name="Rectangle 67">
              <a:extLst>
                <a:ext uri="{FF2B5EF4-FFF2-40B4-BE49-F238E27FC236}">
                  <a16:creationId xmlns:a16="http://schemas.microsoft.com/office/drawing/2014/main" id="{A413776C-D8B6-C655-071E-76BD1D1B7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3" y="1540"/>
              <a:ext cx="127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200">
                  <a:solidFill>
                    <a:srgbClr val="000000"/>
                  </a:solidFill>
                  <a:latin typeface="Times New Roman" panose="02020603050405020304" pitchFamily="18" charset="0"/>
                </a:rPr>
                <a:t>Y</a:t>
              </a:r>
              <a:endParaRPr lang="en-US" altLang="zh-CN" sz="1800" b="0"/>
            </a:p>
          </p:txBody>
        </p:sp>
        <p:sp>
          <p:nvSpPr>
            <p:cNvPr id="55" name="Rectangle 68">
              <a:extLst>
                <a:ext uri="{FF2B5EF4-FFF2-40B4-BE49-F238E27FC236}">
                  <a16:creationId xmlns:a16="http://schemas.microsoft.com/office/drawing/2014/main" id="{695F18B5-492F-4A7C-E0C2-25B6655487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6" y="980"/>
              <a:ext cx="127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200">
                  <a:solidFill>
                    <a:srgbClr val="000000"/>
                  </a:solidFill>
                  <a:latin typeface="Times New Roman" panose="02020603050405020304" pitchFamily="18" charset="0"/>
                </a:rPr>
                <a:t>X</a:t>
              </a:r>
              <a:endParaRPr lang="en-US" altLang="zh-CN" sz="1800" b="0"/>
            </a:p>
          </p:txBody>
        </p:sp>
        <p:sp>
          <p:nvSpPr>
            <p:cNvPr id="56" name="Rectangle 69">
              <a:extLst>
                <a:ext uri="{FF2B5EF4-FFF2-40B4-BE49-F238E27FC236}">
                  <a16:creationId xmlns:a16="http://schemas.microsoft.com/office/drawing/2014/main" id="{862C0526-E0A2-1209-F454-1248DEC0F3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0" y="2454"/>
              <a:ext cx="117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 sz="2200">
                  <a:solidFill>
                    <a:srgbClr val="000000"/>
                  </a:solidFill>
                  <a:latin typeface="Times New Roman" panose="02020603050405020304" pitchFamily="18" charset="0"/>
                </a:rPr>
                <a:t>Z</a:t>
              </a:r>
              <a:endParaRPr lang="en-US" altLang="zh-CN" sz="1800" b="0"/>
            </a:p>
          </p:txBody>
        </p:sp>
      </p:grpSp>
      <p:sp>
        <p:nvSpPr>
          <p:cNvPr id="64" name="Rectangle 5">
            <a:extLst>
              <a:ext uri="{FF2B5EF4-FFF2-40B4-BE49-F238E27FC236}">
                <a16:creationId xmlns:a16="http://schemas.microsoft.com/office/drawing/2014/main" id="{145454E4-D548-7D20-D760-CA244D19B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554" y="2800351"/>
            <a:ext cx="1076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b="0" dirty="0">
                <a:latin typeface="Times New Roman" panose="02020603050405020304" pitchFamily="18" charset="0"/>
              </a:rPr>
              <a:t>X = A</a:t>
            </a:r>
          </a:p>
        </p:txBody>
      </p:sp>
      <p:graphicFrame>
        <p:nvGraphicFramePr>
          <p:cNvPr id="65" name="Object 6">
            <a:extLst>
              <a:ext uri="{FF2B5EF4-FFF2-40B4-BE49-F238E27FC236}">
                <a16:creationId xmlns:a16="http://schemas.microsoft.com/office/drawing/2014/main" id="{3B864781-2F38-5704-97B9-AE4AC25671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5087006"/>
              </p:ext>
            </p:extLst>
          </p:nvPr>
        </p:nvGraphicFramePr>
        <p:xfrm>
          <a:off x="548554" y="3462338"/>
          <a:ext cx="2087563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812447" imgH="241195" progId="Equation.3">
                  <p:embed/>
                </p:oleObj>
              </mc:Choice>
              <mc:Fallback>
                <p:oleObj name="公式" r:id="rId3" imgW="812447" imgH="241195" progId="Equation.3">
                  <p:embed/>
                  <p:pic>
                    <p:nvPicPr>
                      <p:cNvPr id="1229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554" y="3462338"/>
                        <a:ext cx="2087563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7">
            <a:extLst>
              <a:ext uri="{FF2B5EF4-FFF2-40B4-BE49-F238E27FC236}">
                <a16:creationId xmlns:a16="http://schemas.microsoft.com/office/drawing/2014/main" id="{22C94F06-FF33-6574-27F6-ACB33A2101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776761"/>
              </p:ext>
            </p:extLst>
          </p:nvPr>
        </p:nvGraphicFramePr>
        <p:xfrm>
          <a:off x="615229" y="5407026"/>
          <a:ext cx="1804988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799753" imgH="253890" progId="Equation.3">
                  <p:embed/>
                </p:oleObj>
              </mc:Choice>
              <mc:Fallback>
                <p:oleObj name="公式" r:id="rId5" imgW="799753" imgH="253890" progId="Equation.3">
                  <p:embed/>
                  <p:pic>
                    <p:nvPicPr>
                      <p:cNvPr id="1229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229" y="5407026"/>
                        <a:ext cx="1804988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8">
            <a:extLst>
              <a:ext uri="{FF2B5EF4-FFF2-40B4-BE49-F238E27FC236}">
                <a16:creationId xmlns:a16="http://schemas.microsoft.com/office/drawing/2014/main" id="{DE454DF6-567D-1FB4-E774-84C941E163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1812591"/>
              </p:ext>
            </p:extLst>
          </p:nvPr>
        </p:nvGraphicFramePr>
        <p:xfrm>
          <a:off x="902567" y="4146551"/>
          <a:ext cx="1712912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723586" imgH="190417" progId="Equation.3">
                  <p:embed/>
                </p:oleObj>
              </mc:Choice>
              <mc:Fallback>
                <p:oleObj name="公式" r:id="rId7" imgW="723586" imgH="190417" progId="Equation.3">
                  <p:embed/>
                  <p:pic>
                    <p:nvPicPr>
                      <p:cNvPr id="1229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567" y="4146551"/>
                        <a:ext cx="1712912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9">
            <a:extLst>
              <a:ext uri="{FF2B5EF4-FFF2-40B4-BE49-F238E27FC236}">
                <a16:creationId xmlns:a16="http://schemas.microsoft.com/office/drawing/2014/main" id="{8D4C9586-4BDD-A31C-ACE4-2CB52D7159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0894430"/>
              </p:ext>
            </p:extLst>
          </p:nvPr>
        </p:nvGraphicFramePr>
        <p:xfrm>
          <a:off x="2447204" y="5497513"/>
          <a:ext cx="163036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736600" imgH="203200" progId="Equation.3">
                  <p:embed/>
                </p:oleObj>
              </mc:Choice>
              <mc:Fallback>
                <p:oleObj name="公式" r:id="rId9" imgW="736600" imgH="203200" progId="Equation.3">
                  <p:embed/>
                  <p:pic>
                    <p:nvPicPr>
                      <p:cNvPr id="1229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204" y="5497513"/>
                        <a:ext cx="163036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10">
            <a:extLst>
              <a:ext uri="{FF2B5EF4-FFF2-40B4-BE49-F238E27FC236}">
                <a16:creationId xmlns:a16="http://schemas.microsoft.com/office/drawing/2014/main" id="{69F6553E-377B-6988-3187-99D1B15E01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7183820"/>
              </p:ext>
            </p:extLst>
          </p:nvPr>
        </p:nvGraphicFramePr>
        <p:xfrm>
          <a:off x="908917" y="4773613"/>
          <a:ext cx="129222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545626" imgH="177646" progId="Equation.3">
                  <p:embed/>
                </p:oleObj>
              </mc:Choice>
              <mc:Fallback>
                <p:oleObj name="公式" r:id="rId11" imgW="545626" imgH="177646" progId="Equation.3">
                  <p:embed/>
                  <p:pic>
                    <p:nvPicPr>
                      <p:cNvPr id="1230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917" y="4773613"/>
                        <a:ext cx="1292225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11">
            <a:extLst>
              <a:ext uri="{FF2B5EF4-FFF2-40B4-BE49-F238E27FC236}">
                <a16:creationId xmlns:a16="http://schemas.microsoft.com/office/drawing/2014/main" id="{A2B74D5F-3F51-8D3A-C355-96CA4B5177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0479919"/>
              </p:ext>
            </p:extLst>
          </p:nvPr>
        </p:nvGraphicFramePr>
        <p:xfrm>
          <a:off x="4220442" y="5551488"/>
          <a:ext cx="129222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545626" imgH="177646" progId="Equation.3">
                  <p:embed/>
                </p:oleObj>
              </mc:Choice>
              <mc:Fallback>
                <p:oleObj name="公式" r:id="rId13" imgW="545626" imgH="177646" progId="Equation.3">
                  <p:embed/>
                  <p:pic>
                    <p:nvPicPr>
                      <p:cNvPr id="1230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0442" y="5551488"/>
                        <a:ext cx="1292225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4129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26BCD7-EFFC-7AE9-3E6A-7EF56F6AC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示例─给定电路分析功能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E17E9D-7789-046B-952E-4B308E480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列写真值表</a:t>
            </a:r>
          </a:p>
          <a:p>
            <a:r>
              <a:rPr lang="zh-CN" altLang="en-US" dirty="0"/>
              <a:t>确定电路逻辑功能</a:t>
            </a:r>
            <a:endParaRPr lang="en-US" altLang="zh-CN" dirty="0"/>
          </a:p>
          <a:p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5C082F6-F279-B845-47E7-420B0B6E5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5. </a:t>
            </a:r>
            <a:r>
              <a:rPr lang="zh-CN" altLang="en-US"/>
              <a:t>组合逻辑电路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090BCC-FB1B-B6B6-DA9D-51921CD2C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6</a:t>
            </a:fld>
            <a:r>
              <a:rPr lang="en-US" altLang="zh-CN" dirty="0"/>
              <a:t>/13</a:t>
            </a:r>
            <a:endParaRPr lang="en-US" dirty="0"/>
          </a:p>
        </p:txBody>
      </p:sp>
      <p:sp>
        <p:nvSpPr>
          <p:cNvPr id="6" name="Rectangle 140">
            <a:extLst>
              <a:ext uri="{FF2B5EF4-FFF2-40B4-BE49-F238E27FC236}">
                <a16:creationId xmlns:a16="http://schemas.microsoft.com/office/drawing/2014/main" id="{C510117D-4D80-F2C7-7AD7-8DDDBC6CF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7" y="1922535"/>
            <a:ext cx="107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X = A</a:t>
            </a:r>
          </a:p>
        </p:txBody>
      </p:sp>
      <p:graphicFrame>
        <p:nvGraphicFramePr>
          <p:cNvPr id="7" name="Object 142">
            <a:extLst>
              <a:ext uri="{FF2B5EF4-FFF2-40B4-BE49-F238E27FC236}">
                <a16:creationId xmlns:a16="http://schemas.microsoft.com/office/drawing/2014/main" id="{798EDDC7-00A6-6FD6-68A4-6CCD56F9B0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1454250"/>
              </p:ext>
            </p:extLst>
          </p:nvPr>
        </p:nvGraphicFramePr>
        <p:xfrm>
          <a:off x="701674" y="2601985"/>
          <a:ext cx="165258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698197" imgH="177723" progId="Equation.3">
                  <p:embed/>
                </p:oleObj>
              </mc:Choice>
              <mc:Fallback>
                <p:oleObj name="公式" r:id="rId3" imgW="698197" imgH="177723" progId="Equation.3">
                  <p:embed/>
                  <p:pic>
                    <p:nvPicPr>
                      <p:cNvPr id="13417" name="Object 1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4" y="2601985"/>
                        <a:ext cx="1652588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43">
            <a:extLst>
              <a:ext uri="{FF2B5EF4-FFF2-40B4-BE49-F238E27FC236}">
                <a16:creationId xmlns:a16="http://schemas.microsoft.com/office/drawing/2014/main" id="{F048FC36-E070-76B5-9990-4C515EFED3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268430"/>
              </p:ext>
            </p:extLst>
          </p:nvPr>
        </p:nvGraphicFramePr>
        <p:xfrm>
          <a:off x="727074" y="3178248"/>
          <a:ext cx="1592263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672516" imgH="177646" progId="Equation.3">
                  <p:embed/>
                </p:oleObj>
              </mc:Choice>
              <mc:Fallback>
                <p:oleObj name="公式" r:id="rId5" imgW="672516" imgH="177646" progId="Equation.3">
                  <p:embed/>
                  <p:pic>
                    <p:nvPicPr>
                      <p:cNvPr id="13418" name="Object 1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074" y="3178248"/>
                        <a:ext cx="1592263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Group 4">
            <a:extLst>
              <a:ext uri="{FF2B5EF4-FFF2-40B4-BE49-F238E27FC236}">
                <a16:creationId xmlns:a16="http://schemas.microsoft.com/office/drawing/2014/main" id="{F6E66864-EF75-4F4B-7EFC-DDDE6CAF5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502203"/>
              </p:ext>
            </p:extLst>
          </p:nvPr>
        </p:nvGraphicFramePr>
        <p:xfrm>
          <a:off x="4588323" y="1815223"/>
          <a:ext cx="3646488" cy="3929064"/>
        </p:xfrm>
        <a:graphic>
          <a:graphicData uri="http://schemas.openxmlformats.org/drawingml/2006/table">
            <a:tbl>
              <a:tblPr/>
              <a:tblGrid>
                <a:gridCol w="608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6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80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8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A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B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C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X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Y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Z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Rectangle 92">
            <a:extLst>
              <a:ext uri="{FF2B5EF4-FFF2-40B4-BE49-F238E27FC236}">
                <a16:creationId xmlns:a16="http://schemas.microsoft.com/office/drawing/2014/main" id="{F1F4C8A8-2900-44E6-4703-C8FDD9139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9869" y="1298854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ct val="0"/>
              </a:spcAft>
              <a:buFontTx/>
              <a:buNone/>
            </a:pPr>
            <a:r>
              <a:rPr lang="zh-CN" altLang="en-US" sz="24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真值表</a:t>
            </a:r>
          </a:p>
        </p:txBody>
      </p:sp>
      <p:graphicFrame>
        <p:nvGraphicFramePr>
          <p:cNvPr id="11" name="Group 93">
            <a:extLst>
              <a:ext uri="{FF2B5EF4-FFF2-40B4-BE49-F238E27FC236}">
                <a16:creationId xmlns:a16="http://schemas.microsoft.com/office/drawing/2014/main" id="{C6BE7234-6D2C-8824-BAA6-661750876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613804"/>
              </p:ext>
            </p:extLst>
          </p:nvPr>
        </p:nvGraphicFramePr>
        <p:xfrm>
          <a:off x="6564530" y="2323222"/>
          <a:ext cx="1765300" cy="3421065"/>
        </p:xfrm>
        <a:graphic>
          <a:graphicData uri="http://schemas.openxmlformats.org/drawingml/2006/table">
            <a:tbl>
              <a:tblPr/>
              <a:tblGrid>
                <a:gridCol w="58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CF008520-E537-7190-05D1-9B4F076B9DE3}"/>
              </a:ext>
            </a:extLst>
          </p:cNvPr>
          <p:cNvSpPr txBox="1"/>
          <p:nvPr/>
        </p:nvSpPr>
        <p:spPr>
          <a:xfrm>
            <a:off x="4200498" y="5858098"/>
            <a:ext cx="5001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将三位二进制原码转换为三位二进制反码</a:t>
            </a:r>
          </a:p>
        </p:txBody>
      </p:sp>
    </p:spTree>
    <p:extLst>
      <p:ext uri="{BB962C8B-B14F-4D97-AF65-F5344CB8AC3E}">
        <p14:creationId xmlns:p14="http://schemas.microsoft.com/office/powerpoint/2010/main" val="2574151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20A0F4-57BD-70AC-2EC2-863964E1D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组合逻辑电路设计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2CA345-A697-3DF7-7292-1D10FBD97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" y="585760"/>
            <a:ext cx="9250911" cy="5947119"/>
          </a:xfrm>
        </p:spPr>
        <p:txBody>
          <a:bodyPr/>
          <a:lstStyle/>
          <a:p>
            <a:r>
              <a:rPr lang="zh-CN" altLang="en-US" dirty="0"/>
              <a:t>根据实际逻辑问题，求出实现所要求逻辑功能的最简逻辑电路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设计步骤 </a:t>
            </a:r>
          </a:p>
          <a:p>
            <a:pPr lvl="1"/>
            <a:r>
              <a:rPr lang="zh-CN" altLang="en-US" sz="2000" dirty="0"/>
              <a:t>分析实际逻辑问题的因果关系，确定输入</a:t>
            </a:r>
            <a:r>
              <a:rPr lang="en-US" altLang="zh-CN" sz="2000" dirty="0"/>
              <a:t>/</a:t>
            </a:r>
            <a:r>
              <a:rPr lang="zh-CN" altLang="en-US" sz="2000" dirty="0"/>
              <a:t>输出变量，定义逻辑状态含义，列出真值表</a:t>
            </a:r>
          </a:p>
          <a:p>
            <a:pPr lvl="1"/>
            <a:r>
              <a:rPr lang="zh-CN" altLang="en-US" sz="2000" dirty="0"/>
              <a:t>由真值表写出逻辑</a:t>
            </a:r>
            <a:r>
              <a:rPr kumimoji="1" lang="zh-CN" altLang="en-US" sz="2000" dirty="0"/>
              <a:t>函数</a:t>
            </a:r>
            <a:r>
              <a:rPr lang="zh-CN" altLang="en-US" sz="2000" dirty="0"/>
              <a:t>式</a:t>
            </a:r>
          </a:p>
          <a:p>
            <a:pPr lvl="1"/>
            <a:r>
              <a:rPr lang="zh-CN" altLang="en-US" sz="2000" dirty="0"/>
              <a:t>根据选用器件类型，化简和变换逻辑</a:t>
            </a:r>
            <a:r>
              <a:rPr kumimoji="1" lang="zh-CN" altLang="en-US" sz="2000" dirty="0"/>
              <a:t>函数</a:t>
            </a:r>
            <a:r>
              <a:rPr lang="zh-CN" altLang="en-US" sz="2000" dirty="0"/>
              <a:t>式</a:t>
            </a:r>
          </a:p>
          <a:p>
            <a:pPr lvl="1"/>
            <a:r>
              <a:rPr lang="zh-CN" altLang="en-US" sz="2000" dirty="0"/>
              <a:t>画出逻辑电路图</a:t>
            </a:r>
          </a:p>
          <a:p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CF146CC-074B-A3E0-FF16-E6C8DDE89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5. </a:t>
            </a:r>
            <a:r>
              <a:rPr lang="zh-CN" altLang="en-US"/>
              <a:t>组合逻辑电路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6A98EF2-C9DD-D7B9-9B88-5912138AD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7</a:t>
            </a:fld>
            <a:r>
              <a:rPr lang="en-US" altLang="zh-CN" dirty="0"/>
              <a:t>/13</a:t>
            </a:r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2F29E69-7E1F-B410-E355-583375172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0" y="1711614"/>
            <a:ext cx="1250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b="0">
                <a:latin typeface="Microsoft YaHei" panose="020B0503020204020204" pitchFamily="34" charset="-122"/>
                <a:ea typeface="Microsoft YaHei" panose="020B0503020204020204" pitchFamily="34" charset="-122"/>
              </a:rPr>
              <a:t>逻辑图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9772BB2-FD21-9BAA-3E2B-D00E12A48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4262" y="1713202"/>
            <a:ext cx="1606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b="0">
                <a:latin typeface="Microsoft YaHei" panose="020B0503020204020204" pitchFamily="34" charset="-122"/>
                <a:ea typeface="Microsoft YaHei" panose="020B0503020204020204" pitchFamily="34" charset="-122"/>
              </a:rPr>
              <a:t>逻辑功能</a:t>
            </a: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1A64E33B-1DAC-FE86-2C17-19900374E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75" y="1873539"/>
            <a:ext cx="612775" cy="287338"/>
          </a:xfrm>
          <a:prstGeom prst="rightArrow">
            <a:avLst>
              <a:gd name="adj1" fmla="val 50278"/>
              <a:gd name="adj2" fmla="val 95029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0794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BF979-8A49-B771-1B18-A79CD1EA0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示例：给定逻辑问题设计电路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8E8AA9-6F13-9AA0-3870-C8D2FFEFA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ct val="10000"/>
              </a:spcAft>
            </a:pPr>
            <a:r>
              <a:rPr kumimoji="1" lang="zh-CN" altLang="en-US" dirty="0">
                <a:latin typeface="Times New Roman" panose="02020603050405020304" pitchFamily="18" charset="0"/>
              </a:rPr>
              <a:t>设计三人多数表决电路</a:t>
            </a:r>
            <a:endParaRPr kumimoji="1" lang="en-US" altLang="zh-CN" dirty="0">
              <a:latin typeface="Times New Roman" panose="02020603050405020304" pitchFamily="18" charset="0"/>
            </a:endParaRPr>
          </a:p>
          <a:p>
            <a:pPr lvl="1">
              <a:spcAft>
                <a:spcPct val="10000"/>
              </a:spcAft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假设输入变量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1--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赞成，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0--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否决；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spcAft>
                <a:spcPct val="10000"/>
              </a:spcAft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输出变量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1--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通过，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0--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未通过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4702721-5E88-8DC8-4235-D2ED1E19D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5. </a:t>
            </a:r>
            <a:r>
              <a:rPr lang="zh-CN" altLang="en-US"/>
              <a:t>组合逻辑电路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20C2B9-EA44-AC73-059D-DB758F187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8</a:t>
            </a:fld>
            <a:r>
              <a:rPr lang="en-US" altLang="zh-CN" dirty="0"/>
              <a:t>/13</a:t>
            </a:r>
            <a:endParaRPr lang="en-US" dirty="0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6B380114-59C7-A021-C026-687DC76A9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6937" y="2007711"/>
            <a:ext cx="1295400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kumimoji="1" lang="zh-CN" altLang="en-US" sz="2400" dirty="0">
                <a:latin typeface="宋体" panose="02010600030101010101" pitchFamily="2" charset="-122"/>
              </a:rPr>
              <a:t>真值表</a:t>
            </a:r>
          </a:p>
        </p:txBody>
      </p:sp>
      <p:graphicFrame>
        <p:nvGraphicFramePr>
          <p:cNvPr id="7" name="Group 5">
            <a:extLst>
              <a:ext uri="{FF2B5EF4-FFF2-40B4-BE49-F238E27FC236}">
                <a16:creationId xmlns:a16="http://schemas.microsoft.com/office/drawing/2014/main" id="{BDD76741-C40D-656B-E1D7-AE371F8A4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73274"/>
              </p:ext>
            </p:extLst>
          </p:nvPr>
        </p:nvGraphicFramePr>
        <p:xfrm>
          <a:off x="1155387" y="2389504"/>
          <a:ext cx="3167063" cy="3422653"/>
        </p:xfrm>
        <a:graphic>
          <a:graphicData uri="http://schemas.openxmlformats.org/drawingml/2006/table">
            <a:tbl>
              <a:tblPr/>
              <a:tblGrid>
                <a:gridCol w="719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50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A</a:t>
                      </a:r>
                    </a:p>
                  </a:txBody>
                  <a:tcPr marL="90000" marR="90000" marT="46800" marB="4680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B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C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Y</a:t>
                      </a: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0"/>
                        <a:cs typeface="宋体" charset="0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Object 100">
            <a:extLst>
              <a:ext uri="{FF2B5EF4-FFF2-40B4-BE49-F238E27FC236}">
                <a16:creationId xmlns:a16="http://schemas.microsoft.com/office/drawing/2014/main" id="{E9E704A0-9C2E-1912-5BEA-4DBE2FBC58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7393751"/>
              </p:ext>
            </p:extLst>
          </p:nvPr>
        </p:nvGraphicFramePr>
        <p:xfrm>
          <a:off x="758512" y="5993129"/>
          <a:ext cx="38354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07955" imgH="205740" progId="Equation.3">
                  <p:embed/>
                </p:oleObj>
              </mc:Choice>
              <mc:Fallback>
                <p:oleObj name="公式" r:id="rId2" imgW="1607955" imgH="205740" progId="Equation.3">
                  <p:embed/>
                  <p:pic>
                    <p:nvPicPr>
                      <p:cNvPr id="17475" name="Object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512" y="5993129"/>
                        <a:ext cx="38354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Group 73">
            <a:extLst>
              <a:ext uri="{FF2B5EF4-FFF2-40B4-BE49-F238E27FC236}">
                <a16:creationId xmlns:a16="http://schemas.microsoft.com/office/drawing/2014/main" id="{577A086E-41EA-2984-DC06-6F18CD078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152462"/>
              </p:ext>
            </p:extLst>
          </p:nvPr>
        </p:nvGraphicFramePr>
        <p:xfrm>
          <a:off x="3422337" y="2824479"/>
          <a:ext cx="935038" cy="2987678"/>
        </p:xfrm>
        <a:graphic>
          <a:graphicData uri="http://schemas.openxmlformats.org/drawingml/2006/table">
            <a:tbl>
              <a:tblPr/>
              <a:tblGrid>
                <a:gridCol w="935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0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Object 101">
            <a:extLst>
              <a:ext uri="{FF2B5EF4-FFF2-40B4-BE49-F238E27FC236}">
                <a16:creationId xmlns:a16="http://schemas.microsoft.com/office/drawing/2014/main" id="{54C9911D-3874-3002-A9B6-F1A0957BE2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6049598"/>
              </p:ext>
            </p:extLst>
          </p:nvPr>
        </p:nvGraphicFramePr>
        <p:xfrm>
          <a:off x="5532916" y="4609490"/>
          <a:ext cx="280193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58342" imgH="129649" progId="Equation.3">
                  <p:embed/>
                </p:oleObj>
              </mc:Choice>
              <mc:Fallback>
                <p:oleObj name="公式" r:id="rId4" imgW="1158342" imgH="129649" progId="Equation.3">
                  <p:embed/>
                  <p:pic>
                    <p:nvPicPr>
                      <p:cNvPr id="17476" name="Object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2916" y="4609490"/>
                        <a:ext cx="2801937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3">
            <a:extLst>
              <a:ext uri="{FF2B5EF4-FFF2-40B4-BE49-F238E27FC236}">
                <a16:creationId xmlns:a16="http://schemas.microsoft.com/office/drawing/2014/main" id="{8BA1E3A5-374D-842D-3E45-80BE3E0BBE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03267"/>
              </p:ext>
            </p:extLst>
          </p:nvPr>
        </p:nvGraphicFramePr>
        <p:xfrm>
          <a:off x="5515453" y="5149240"/>
          <a:ext cx="38338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07955" imgH="160020" progId="Equation.3">
                  <p:embed/>
                </p:oleObj>
              </mc:Choice>
              <mc:Fallback>
                <p:oleObj name="公式" r:id="rId6" imgW="1607955" imgH="160020" progId="Equation.3">
                  <p:embed/>
                  <p:pic>
                    <p:nvPicPr>
                      <p:cNvPr id="17477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5453" y="5149240"/>
                        <a:ext cx="38338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Group 104">
            <a:extLst>
              <a:ext uri="{FF2B5EF4-FFF2-40B4-BE49-F238E27FC236}">
                <a16:creationId xmlns:a16="http://schemas.microsoft.com/office/drawing/2014/main" id="{E17459A0-585B-0F80-5228-9A45D7489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314131"/>
              </p:ext>
            </p:extLst>
          </p:nvPr>
        </p:nvGraphicFramePr>
        <p:xfrm>
          <a:off x="5856766" y="2988653"/>
          <a:ext cx="2735262" cy="1404936"/>
        </p:xfrm>
        <a:graphic>
          <a:graphicData uri="http://schemas.openxmlformats.org/drawingml/2006/table">
            <a:tbl>
              <a:tblPr/>
              <a:tblGrid>
                <a:gridCol w="547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7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83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charset="0"/>
                        <a:cs typeface="宋体" charset="0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3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3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3" name="Group 138">
            <a:extLst>
              <a:ext uri="{FF2B5EF4-FFF2-40B4-BE49-F238E27FC236}">
                <a16:creationId xmlns:a16="http://schemas.microsoft.com/office/drawing/2014/main" id="{59B69D86-9BA1-9E2C-4B01-1A153402254E}"/>
              </a:ext>
            </a:extLst>
          </p:cNvPr>
          <p:cNvGrpSpPr>
            <a:grpSpLocks/>
          </p:cNvGrpSpPr>
          <p:nvPr/>
        </p:nvGrpSpPr>
        <p:grpSpPr bwMode="auto">
          <a:xfrm>
            <a:off x="5459891" y="2772753"/>
            <a:ext cx="1058862" cy="815975"/>
            <a:chOff x="521" y="2273"/>
            <a:chExt cx="667" cy="514"/>
          </a:xfrm>
        </p:grpSpPr>
        <p:sp>
          <p:nvSpPr>
            <p:cNvPr id="14" name="Line 139">
              <a:extLst>
                <a:ext uri="{FF2B5EF4-FFF2-40B4-BE49-F238E27FC236}">
                  <a16:creationId xmlns:a16="http://schemas.microsoft.com/office/drawing/2014/main" id="{0C42045A-763B-0708-9B2C-423D60D593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2453"/>
              <a:ext cx="363" cy="2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Text Box 140">
              <a:extLst>
                <a:ext uri="{FF2B5EF4-FFF2-40B4-BE49-F238E27FC236}">
                  <a16:creationId xmlns:a16="http://schemas.microsoft.com/office/drawing/2014/main" id="{D71052E7-AEC6-7067-953F-7116BEF2EF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" y="2499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Times New Roman" panose="02020603050405020304" pitchFamily="18" charset="0"/>
                </a:rPr>
                <a:t>A</a:t>
              </a:r>
              <a:endParaRPr kumimoji="1" lang="en-US" altLang="zh-CN" sz="3600" b="0">
                <a:latin typeface="Times New Roman" panose="02020603050405020304" pitchFamily="18" charset="0"/>
              </a:endParaRPr>
            </a:p>
          </p:txBody>
        </p:sp>
        <p:sp>
          <p:nvSpPr>
            <p:cNvPr id="16" name="Text Box 141">
              <a:extLst>
                <a:ext uri="{FF2B5EF4-FFF2-40B4-BE49-F238E27FC236}">
                  <a16:creationId xmlns:a16="http://schemas.microsoft.com/office/drawing/2014/main" id="{1B744953-717B-E860-3C42-ADDC04C1B0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273"/>
              <a:ext cx="3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Times New Roman" panose="02020603050405020304" pitchFamily="18" charset="0"/>
                </a:rPr>
                <a:t>BC</a:t>
              </a:r>
              <a:endParaRPr kumimoji="1" lang="en-US" altLang="zh-CN" sz="3600" b="0">
                <a:latin typeface="Times New Roman" panose="02020603050405020304" pitchFamily="18" charset="0"/>
              </a:endParaRPr>
            </a:p>
          </p:txBody>
        </p:sp>
        <p:sp>
          <p:nvSpPr>
            <p:cNvPr id="17" name="Text Box 142">
              <a:extLst>
                <a:ext uri="{FF2B5EF4-FFF2-40B4-BE49-F238E27FC236}">
                  <a16:creationId xmlns:a16="http://schemas.microsoft.com/office/drawing/2014/main" id="{95E70755-26AA-474F-3A0A-F30A7637A6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273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0"/>
                </a:spcAft>
                <a:buFontTx/>
                <a:buNone/>
              </a:pPr>
              <a:r>
                <a:rPr kumimoji="1" lang="en-US" altLang="zh-CN" sz="2400" b="0">
                  <a:latin typeface="Times New Roman" panose="02020603050405020304" pitchFamily="18" charset="0"/>
                </a:rPr>
                <a:t>Y</a:t>
              </a:r>
              <a:endParaRPr kumimoji="1" lang="en-US" altLang="zh-CN" sz="3600" b="0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4054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BF979-8A49-B771-1B18-A79CD1EA0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示例：给定逻辑问题设计电路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8E8AA9-6F13-9AA0-3870-C8D2FFEFA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ct val="10000"/>
              </a:spcAft>
            </a:pPr>
            <a:r>
              <a:rPr kumimoji="1" lang="zh-CN" altLang="en-US" dirty="0">
                <a:latin typeface="Times New Roman" panose="02020603050405020304" pitchFamily="18" charset="0"/>
              </a:rPr>
              <a:t>设计三人多数表决电路</a:t>
            </a:r>
            <a:endParaRPr kumimoji="1" lang="en-US" altLang="zh-CN" dirty="0">
              <a:latin typeface="Times New Roman" panose="02020603050405020304" pitchFamily="18" charset="0"/>
            </a:endParaRPr>
          </a:p>
          <a:p>
            <a:pPr lvl="1">
              <a:spcAft>
                <a:spcPct val="10000"/>
              </a:spcAft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假设输入变量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1--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赞成，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0--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否决；</a:t>
            </a:r>
            <a:endParaRPr kumimoji="1"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spcAft>
                <a:spcPct val="10000"/>
              </a:spcAft>
            </a:pP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输出变量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Y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1--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通过，</a:t>
            </a:r>
            <a:r>
              <a:rPr kumimoji="1"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0--</a:t>
            </a:r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未通过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4702721-5E88-8DC8-4235-D2ED1E19D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5. </a:t>
            </a:r>
            <a:r>
              <a:rPr lang="zh-CN" altLang="en-US"/>
              <a:t>组合逻辑电路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20C2B9-EA44-AC73-059D-DB758F187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9</a:t>
            </a:fld>
            <a:r>
              <a:rPr lang="en-US" altLang="zh-CN" dirty="0"/>
              <a:t>/13</a:t>
            </a:r>
            <a:endParaRPr lang="en-US" dirty="0"/>
          </a:p>
        </p:txBody>
      </p:sp>
      <p:grpSp>
        <p:nvGrpSpPr>
          <p:cNvPr id="18" name="Group 3">
            <a:extLst>
              <a:ext uri="{FF2B5EF4-FFF2-40B4-BE49-F238E27FC236}">
                <a16:creationId xmlns:a16="http://schemas.microsoft.com/office/drawing/2014/main" id="{726A45A4-EF10-0059-1A28-0BC39CAE5C1D}"/>
              </a:ext>
            </a:extLst>
          </p:cNvPr>
          <p:cNvGrpSpPr>
            <a:grpSpLocks/>
          </p:cNvGrpSpPr>
          <p:nvPr/>
        </p:nvGrpSpPr>
        <p:grpSpPr bwMode="auto">
          <a:xfrm>
            <a:off x="678819" y="2556851"/>
            <a:ext cx="3581400" cy="1836738"/>
            <a:chOff x="3115" y="818"/>
            <a:chExt cx="2256" cy="1157"/>
          </a:xfrm>
        </p:grpSpPr>
        <p:grpSp>
          <p:nvGrpSpPr>
            <p:cNvPr id="19" name="Group 4">
              <a:extLst>
                <a:ext uri="{FF2B5EF4-FFF2-40B4-BE49-F238E27FC236}">
                  <a16:creationId xmlns:a16="http://schemas.microsoft.com/office/drawing/2014/main" id="{F8C0D49F-2DE2-441F-0FDD-40657D3A4A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17" y="1249"/>
              <a:ext cx="771" cy="363"/>
              <a:chOff x="986" y="3158"/>
              <a:chExt cx="1671" cy="658"/>
            </a:xfrm>
          </p:grpSpPr>
          <p:sp>
            <p:nvSpPr>
              <p:cNvPr id="47" name="Arc 5">
                <a:extLst>
                  <a:ext uri="{FF2B5EF4-FFF2-40B4-BE49-F238E27FC236}">
                    <a16:creationId xmlns:a16="http://schemas.microsoft.com/office/drawing/2014/main" id="{4D9ACA6D-E854-09D4-82AC-A6C65B0598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7" y="3159"/>
                <a:ext cx="480" cy="657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Arc 6">
                <a:extLst>
                  <a:ext uri="{FF2B5EF4-FFF2-40B4-BE49-F238E27FC236}">
                    <a16:creationId xmlns:a16="http://schemas.microsoft.com/office/drawing/2014/main" id="{DA9D7617-E8F6-1F36-5EF4-5939E27A0C0D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183" y="3159"/>
                <a:ext cx="470" cy="657"/>
              </a:xfrm>
              <a:custGeom>
                <a:avLst/>
                <a:gdLst>
                  <a:gd name="T0" fmla="*/ 0 w 18607"/>
                  <a:gd name="T1" fmla="*/ 0 h 21600"/>
                  <a:gd name="T2" fmla="*/ 0 w 18607"/>
                  <a:gd name="T3" fmla="*/ 0 h 21600"/>
                  <a:gd name="T4" fmla="*/ 0 w 1860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8607"/>
                  <a:gd name="T10" fmla="*/ 0 h 21600"/>
                  <a:gd name="T11" fmla="*/ 18607 w 1860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607" h="21600" fill="none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</a:path>
                  <a:path w="18607" h="21600" stroke="0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" name="Arc 7">
                <a:extLst>
                  <a:ext uri="{FF2B5EF4-FFF2-40B4-BE49-F238E27FC236}">
                    <a16:creationId xmlns:a16="http://schemas.microsoft.com/office/drawing/2014/main" id="{9710A7EF-17EF-7BAB-09E9-119F0B867A1F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174" y="2973"/>
                <a:ext cx="655" cy="1032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" name="Line 8">
                <a:extLst>
                  <a:ext uri="{FF2B5EF4-FFF2-40B4-BE49-F238E27FC236}">
                    <a16:creationId xmlns:a16="http://schemas.microsoft.com/office/drawing/2014/main" id="{270F0341-F6C2-B626-879B-4E6275DD53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816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Line 9">
                <a:extLst>
                  <a:ext uri="{FF2B5EF4-FFF2-40B4-BE49-F238E27FC236}">
                    <a16:creationId xmlns:a16="http://schemas.microsoft.com/office/drawing/2014/main" id="{89D23726-1D68-8EC4-933E-E8E8A9021E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158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" name="Line 10">
              <a:extLst>
                <a:ext uri="{FF2B5EF4-FFF2-40B4-BE49-F238E27FC236}">
                  <a16:creationId xmlns:a16="http://schemas.microsoft.com/office/drawing/2014/main" id="{F5FB9710-9FFD-1992-94E9-AEE44ADEB8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1" y="112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Line 11">
              <a:extLst>
                <a:ext uri="{FF2B5EF4-FFF2-40B4-BE49-F238E27FC236}">
                  <a16:creationId xmlns:a16="http://schemas.microsoft.com/office/drawing/2014/main" id="{FC086ED4-A6CA-7AA2-3C9B-1B463FE0BE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4" y="1504"/>
              <a:ext cx="2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" name="Line 12">
              <a:extLst>
                <a:ext uri="{FF2B5EF4-FFF2-40B4-BE49-F238E27FC236}">
                  <a16:creationId xmlns:a16="http://schemas.microsoft.com/office/drawing/2014/main" id="{D8E9D9BC-E49E-83EB-376B-C8519C02D3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4" y="1532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Line 13">
              <a:extLst>
                <a:ext uri="{FF2B5EF4-FFF2-40B4-BE49-F238E27FC236}">
                  <a16:creationId xmlns:a16="http://schemas.microsoft.com/office/drawing/2014/main" id="{77B9116D-B47C-17F9-0C47-BF5DD5B51D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4" y="1332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Line 14">
              <a:extLst>
                <a:ext uri="{FF2B5EF4-FFF2-40B4-BE49-F238E27FC236}">
                  <a16:creationId xmlns:a16="http://schemas.microsoft.com/office/drawing/2014/main" id="{F85D14CF-DA66-179F-2E7B-C14F3BAEBE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4" y="1049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Line 15">
              <a:extLst>
                <a:ext uri="{FF2B5EF4-FFF2-40B4-BE49-F238E27FC236}">
                  <a16:creationId xmlns:a16="http://schemas.microsoft.com/office/drawing/2014/main" id="{2ADEF008-D3A4-C5FC-5840-C6C5B00C6E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4" y="1537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Line 16">
              <a:extLst>
                <a:ext uri="{FF2B5EF4-FFF2-40B4-BE49-F238E27FC236}">
                  <a16:creationId xmlns:a16="http://schemas.microsoft.com/office/drawing/2014/main" id="{A703CF23-0980-974B-B32B-D65DC6ADDC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9" y="112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Line 17">
              <a:extLst>
                <a:ext uri="{FF2B5EF4-FFF2-40B4-BE49-F238E27FC236}">
                  <a16:creationId xmlns:a16="http://schemas.microsoft.com/office/drawing/2014/main" id="{E9B915AB-3CA4-15BD-A156-13D74B602D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9" y="150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Line 18">
              <a:extLst>
                <a:ext uri="{FF2B5EF4-FFF2-40B4-BE49-F238E27FC236}">
                  <a16:creationId xmlns:a16="http://schemas.microsoft.com/office/drawing/2014/main" id="{41541F38-BB3B-EDD2-D01C-8540F8D80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" y="1888"/>
              <a:ext cx="4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Line 19">
              <a:extLst>
                <a:ext uri="{FF2B5EF4-FFF2-40B4-BE49-F238E27FC236}">
                  <a16:creationId xmlns:a16="http://schemas.microsoft.com/office/drawing/2014/main" id="{86C2EB3B-60F3-9E13-DA40-D23E8F11A9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7" y="976"/>
              <a:ext cx="6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Line 20">
              <a:extLst>
                <a:ext uri="{FF2B5EF4-FFF2-40B4-BE49-F238E27FC236}">
                  <a16:creationId xmlns:a16="http://schemas.microsoft.com/office/drawing/2014/main" id="{8762C060-5AE5-D304-DE4C-29D86DE045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7" y="1360"/>
              <a:ext cx="6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Line 21">
              <a:extLst>
                <a:ext uri="{FF2B5EF4-FFF2-40B4-BE49-F238E27FC236}">
                  <a16:creationId xmlns:a16="http://schemas.microsoft.com/office/drawing/2014/main" id="{BFD68EE2-346D-2F25-26A1-87989BFACF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7" y="1744"/>
              <a:ext cx="6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Line 22">
              <a:extLst>
                <a:ext uri="{FF2B5EF4-FFF2-40B4-BE49-F238E27FC236}">
                  <a16:creationId xmlns:a16="http://schemas.microsoft.com/office/drawing/2014/main" id="{9B1226D3-F36A-2072-8337-A229C7D448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2" y="976"/>
              <a:ext cx="0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" name="Oval 23">
              <a:extLst>
                <a:ext uri="{FF2B5EF4-FFF2-40B4-BE49-F238E27FC236}">
                  <a16:creationId xmlns:a16="http://schemas.microsoft.com/office/drawing/2014/main" id="{D7537F98-3F3E-94E1-CA7B-264F8AEFC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" y="1714"/>
              <a:ext cx="48" cy="48"/>
            </a:xfrm>
            <a:prstGeom prst="ellipse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34" name="Oval 24">
              <a:extLst>
                <a:ext uri="{FF2B5EF4-FFF2-40B4-BE49-F238E27FC236}">
                  <a16:creationId xmlns:a16="http://schemas.microsoft.com/office/drawing/2014/main" id="{85622E1E-7BD6-089A-B4DB-C83F9803F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4" y="1330"/>
              <a:ext cx="48" cy="48"/>
            </a:xfrm>
            <a:prstGeom prst="ellipse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35" name="Oval 25">
              <a:extLst>
                <a:ext uri="{FF2B5EF4-FFF2-40B4-BE49-F238E27FC236}">
                  <a16:creationId xmlns:a16="http://schemas.microsoft.com/office/drawing/2014/main" id="{D81476FA-E792-47D1-8F0C-2BA3B180A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9" y="953"/>
              <a:ext cx="48" cy="48"/>
            </a:xfrm>
            <a:prstGeom prst="ellipse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36" name="Text Box 26">
              <a:extLst>
                <a:ext uri="{FF2B5EF4-FFF2-40B4-BE49-F238E27FC236}">
                  <a16:creationId xmlns:a16="http://schemas.microsoft.com/office/drawing/2014/main" id="{01D0A4DB-0B91-E75B-7DC2-1C0C446E41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5" y="818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7" name="Text Box 27">
              <a:extLst>
                <a:ext uri="{FF2B5EF4-FFF2-40B4-BE49-F238E27FC236}">
                  <a16:creationId xmlns:a16="http://schemas.microsoft.com/office/drawing/2014/main" id="{BBA16944-6F2D-142F-B5FB-101AC02BA5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5" y="1209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8" name="Text Box 28">
              <a:extLst>
                <a:ext uri="{FF2B5EF4-FFF2-40B4-BE49-F238E27FC236}">
                  <a16:creationId xmlns:a16="http://schemas.microsoft.com/office/drawing/2014/main" id="{C2AC89D7-6BE5-FE13-00ED-2F2479FD5D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5" y="1600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9" name="Text Box 29">
              <a:extLst>
                <a:ext uri="{FF2B5EF4-FFF2-40B4-BE49-F238E27FC236}">
                  <a16:creationId xmlns:a16="http://schemas.microsoft.com/office/drawing/2014/main" id="{E0DB6BF4-2D8E-327F-8C4B-9D1C0CFA1A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6" y="1158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40" name="Line 30">
              <a:extLst>
                <a:ext uri="{FF2B5EF4-FFF2-40B4-BE49-F238E27FC236}">
                  <a16:creationId xmlns:a16="http://schemas.microsoft.com/office/drawing/2014/main" id="{34D7107F-83F8-F0AF-E6B5-F9613EF39F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9" y="1049"/>
              <a:ext cx="23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Line 31">
              <a:extLst>
                <a:ext uri="{FF2B5EF4-FFF2-40B4-BE49-F238E27FC236}">
                  <a16:creationId xmlns:a16="http://schemas.microsoft.com/office/drawing/2014/main" id="{BB007B27-C729-A958-984D-BD461E91B3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09" y="1438"/>
              <a:ext cx="4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Line 32">
              <a:extLst>
                <a:ext uri="{FF2B5EF4-FFF2-40B4-BE49-F238E27FC236}">
                  <a16:creationId xmlns:a16="http://schemas.microsoft.com/office/drawing/2014/main" id="{A9291012-E428-3FBF-4996-EE7039D8F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4" y="1820"/>
              <a:ext cx="2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Line 33">
              <a:extLst>
                <a:ext uri="{FF2B5EF4-FFF2-40B4-BE49-F238E27FC236}">
                  <a16:creationId xmlns:a16="http://schemas.microsoft.com/office/drawing/2014/main" id="{A2F66CAD-4635-C292-EA20-3BA3F27E9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7" y="1431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AutoShape 34">
              <a:extLst>
                <a:ext uri="{FF2B5EF4-FFF2-40B4-BE49-F238E27FC236}">
                  <a16:creationId xmlns:a16="http://schemas.microsoft.com/office/drawing/2014/main" id="{CAD1BB58-A6CA-0519-0CAD-9332B8E77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0" y="909"/>
              <a:ext cx="268" cy="295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45" name="AutoShape 35">
              <a:extLst>
                <a:ext uri="{FF2B5EF4-FFF2-40B4-BE49-F238E27FC236}">
                  <a16:creationId xmlns:a16="http://schemas.microsoft.com/office/drawing/2014/main" id="{74286DA1-AD60-019C-7968-C33DE305B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0" y="1294"/>
              <a:ext cx="268" cy="295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46" name="AutoShape 36">
              <a:extLst>
                <a:ext uri="{FF2B5EF4-FFF2-40B4-BE49-F238E27FC236}">
                  <a16:creationId xmlns:a16="http://schemas.microsoft.com/office/drawing/2014/main" id="{F6994D9A-DA5E-BA17-B4F2-4115413C1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0" y="1680"/>
              <a:ext cx="268" cy="295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</p:grpSp>
      <p:sp>
        <p:nvSpPr>
          <p:cNvPr id="52" name="Rectangle 167">
            <a:extLst>
              <a:ext uri="{FF2B5EF4-FFF2-40B4-BE49-F238E27FC236}">
                <a16:creationId xmlns:a16="http://schemas.microsoft.com/office/drawing/2014/main" id="{C81A2048-B4BE-B2AB-757D-CB0A8558E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3032" y="4552339"/>
            <a:ext cx="18351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600" b="0"/>
              <a:t>与或式实现</a:t>
            </a:r>
            <a:endParaRPr kumimoji="1" lang="zh-CN" altLang="en-US" sz="2600" b="0"/>
          </a:p>
        </p:txBody>
      </p:sp>
      <p:graphicFrame>
        <p:nvGraphicFramePr>
          <p:cNvPr id="53" name="Object 101">
            <a:extLst>
              <a:ext uri="{FF2B5EF4-FFF2-40B4-BE49-F238E27FC236}">
                <a16:creationId xmlns:a16="http://schemas.microsoft.com/office/drawing/2014/main" id="{B02FFDBC-AEA2-1F1F-AD6B-FACD6CF967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4946476"/>
              </p:ext>
            </p:extLst>
          </p:nvPr>
        </p:nvGraphicFramePr>
        <p:xfrm>
          <a:off x="832807" y="5101614"/>
          <a:ext cx="280193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58342" imgH="129649" progId="Equation.3">
                  <p:embed/>
                </p:oleObj>
              </mc:Choice>
              <mc:Fallback>
                <p:oleObj name="公式" r:id="rId2" imgW="1158342" imgH="129649" progId="Equation.3">
                  <p:embed/>
                  <p:pic>
                    <p:nvPicPr>
                      <p:cNvPr id="18442" name="Object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807" y="5101614"/>
                        <a:ext cx="2801937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" name="Group 37">
            <a:extLst>
              <a:ext uri="{FF2B5EF4-FFF2-40B4-BE49-F238E27FC236}">
                <a16:creationId xmlns:a16="http://schemas.microsoft.com/office/drawing/2014/main" id="{B612794F-E7C9-A57F-1648-33B064BDB4E6}"/>
              </a:ext>
            </a:extLst>
          </p:cNvPr>
          <p:cNvGrpSpPr>
            <a:grpSpLocks/>
          </p:cNvGrpSpPr>
          <p:nvPr/>
        </p:nvGrpSpPr>
        <p:grpSpPr bwMode="auto">
          <a:xfrm>
            <a:off x="5168269" y="2556851"/>
            <a:ext cx="3581400" cy="1800225"/>
            <a:chOff x="521" y="1502"/>
            <a:chExt cx="2256" cy="1134"/>
          </a:xfrm>
        </p:grpSpPr>
        <p:sp>
          <p:nvSpPr>
            <p:cNvPr id="55" name="AutoShape 38">
              <a:extLst>
                <a:ext uri="{FF2B5EF4-FFF2-40B4-BE49-F238E27FC236}">
                  <a16:creationId xmlns:a16="http://schemas.microsoft.com/office/drawing/2014/main" id="{4A6977F4-71D1-D86A-D2CC-BABB96CFA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1" y="1933"/>
              <a:ext cx="268" cy="363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56" name="Line 39">
              <a:extLst>
                <a:ext uri="{FF2B5EF4-FFF2-40B4-BE49-F238E27FC236}">
                  <a16:creationId xmlns:a16="http://schemas.microsoft.com/office/drawing/2014/main" id="{5455A1AB-B54D-50B2-CFFD-64B9D83210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27" y="1804"/>
              <a:ext cx="20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7" name="Line 40">
              <a:extLst>
                <a:ext uri="{FF2B5EF4-FFF2-40B4-BE49-F238E27FC236}">
                  <a16:creationId xmlns:a16="http://schemas.microsoft.com/office/drawing/2014/main" id="{37F7B956-407B-F7E7-AD99-C3420B5E6E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30" y="2188"/>
              <a:ext cx="1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" name="Line 41">
              <a:extLst>
                <a:ext uri="{FF2B5EF4-FFF2-40B4-BE49-F238E27FC236}">
                  <a16:creationId xmlns:a16="http://schemas.microsoft.com/office/drawing/2014/main" id="{03DF4DF4-474B-472B-6DA4-006688776A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50" y="2216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" name="Line 42">
              <a:extLst>
                <a:ext uri="{FF2B5EF4-FFF2-40B4-BE49-F238E27FC236}">
                  <a16:creationId xmlns:a16="http://schemas.microsoft.com/office/drawing/2014/main" id="{8C519F24-4118-B931-8E5B-CB70BA2A7D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50" y="2016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0" name="Line 43">
              <a:extLst>
                <a:ext uri="{FF2B5EF4-FFF2-40B4-BE49-F238E27FC236}">
                  <a16:creationId xmlns:a16="http://schemas.microsoft.com/office/drawing/2014/main" id="{0ACC5D98-C584-84BC-0796-C82CDCAB73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0" y="1733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" name="Line 44">
              <a:extLst>
                <a:ext uri="{FF2B5EF4-FFF2-40B4-BE49-F238E27FC236}">
                  <a16:creationId xmlns:a16="http://schemas.microsoft.com/office/drawing/2014/main" id="{8F215DAC-88A2-003F-B213-C73AC15EEA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0" y="2221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2" name="Line 45">
              <a:extLst>
                <a:ext uri="{FF2B5EF4-FFF2-40B4-BE49-F238E27FC236}">
                  <a16:creationId xmlns:a16="http://schemas.microsoft.com/office/drawing/2014/main" id="{68D529B7-27EA-537C-FB54-40779F8808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5" y="180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" name="Line 46">
              <a:extLst>
                <a:ext uri="{FF2B5EF4-FFF2-40B4-BE49-F238E27FC236}">
                  <a16:creationId xmlns:a16="http://schemas.microsoft.com/office/drawing/2014/main" id="{9421553C-27D5-925F-85FF-F0E3D03C89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5" y="218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4" name="Line 47">
              <a:extLst>
                <a:ext uri="{FF2B5EF4-FFF2-40B4-BE49-F238E27FC236}">
                  <a16:creationId xmlns:a16="http://schemas.microsoft.com/office/drawing/2014/main" id="{18CEB453-C4B3-D9B9-D6AB-A7D50B22F3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3" y="2572"/>
              <a:ext cx="3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" name="Line 48">
              <a:extLst>
                <a:ext uri="{FF2B5EF4-FFF2-40B4-BE49-F238E27FC236}">
                  <a16:creationId xmlns:a16="http://schemas.microsoft.com/office/drawing/2014/main" id="{A8F49AD9-75BC-3036-2432-5BE04B14EB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3" y="1660"/>
              <a:ext cx="6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6" name="Line 49">
              <a:extLst>
                <a:ext uri="{FF2B5EF4-FFF2-40B4-BE49-F238E27FC236}">
                  <a16:creationId xmlns:a16="http://schemas.microsoft.com/office/drawing/2014/main" id="{B0AB8183-F8DE-EC0B-B63D-95077770C6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3" y="2044"/>
              <a:ext cx="6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7" name="Line 50">
              <a:extLst>
                <a:ext uri="{FF2B5EF4-FFF2-40B4-BE49-F238E27FC236}">
                  <a16:creationId xmlns:a16="http://schemas.microsoft.com/office/drawing/2014/main" id="{B1A5CD5B-9452-AA2F-87E8-DC767DB7E4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3" y="2428"/>
              <a:ext cx="6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8" name="Line 51">
              <a:extLst>
                <a:ext uri="{FF2B5EF4-FFF2-40B4-BE49-F238E27FC236}">
                  <a16:creationId xmlns:a16="http://schemas.microsoft.com/office/drawing/2014/main" id="{529077C1-7C51-E63B-AB70-491BC54F36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8" y="1660"/>
              <a:ext cx="0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9" name="Oval 52">
              <a:extLst>
                <a:ext uri="{FF2B5EF4-FFF2-40B4-BE49-F238E27FC236}">
                  <a16:creationId xmlns:a16="http://schemas.microsoft.com/office/drawing/2014/main" id="{C65FE278-4F7A-4D0B-83EE-8560E57E1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5" y="2398"/>
              <a:ext cx="48" cy="48"/>
            </a:xfrm>
            <a:prstGeom prst="ellipse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70" name="Oval 53">
              <a:extLst>
                <a:ext uri="{FF2B5EF4-FFF2-40B4-BE49-F238E27FC236}">
                  <a16:creationId xmlns:a16="http://schemas.microsoft.com/office/drawing/2014/main" id="{04FFB38D-42BC-979E-935A-A940C60A0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0" y="2014"/>
              <a:ext cx="48" cy="48"/>
            </a:xfrm>
            <a:prstGeom prst="ellipse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71" name="Oval 54">
              <a:extLst>
                <a:ext uri="{FF2B5EF4-FFF2-40B4-BE49-F238E27FC236}">
                  <a16:creationId xmlns:a16="http://schemas.microsoft.com/office/drawing/2014/main" id="{1048E73A-C350-8711-47E0-C8662670BC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5" y="1637"/>
              <a:ext cx="48" cy="48"/>
            </a:xfrm>
            <a:prstGeom prst="ellipse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72" name="Text Box 55">
              <a:extLst>
                <a:ext uri="{FF2B5EF4-FFF2-40B4-BE49-F238E27FC236}">
                  <a16:creationId xmlns:a16="http://schemas.microsoft.com/office/drawing/2014/main" id="{0F31BF71-95EB-8687-8233-9BFE26DD0D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1502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73" name="Text Box 56">
              <a:extLst>
                <a:ext uri="{FF2B5EF4-FFF2-40B4-BE49-F238E27FC236}">
                  <a16:creationId xmlns:a16="http://schemas.microsoft.com/office/drawing/2014/main" id="{48461BC2-EA59-0E09-924A-7648D7C12A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1893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74" name="Text Box 57">
              <a:extLst>
                <a:ext uri="{FF2B5EF4-FFF2-40B4-BE49-F238E27FC236}">
                  <a16:creationId xmlns:a16="http://schemas.microsoft.com/office/drawing/2014/main" id="{ACFDBDEA-E129-252C-1964-B1D84258E0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284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75" name="Text Box 58">
              <a:extLst>
                <a:ext uri="{FF2B5EF4-FFF2-40B4-BE49-F238E27FC236}">
                  <a16:creationId xmlns:a16="http://schemas.microsoft.com/office/drawing/2014/main" id="{5BFEA5C6-5715-5998-4091-97322D9C7F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2" y="1842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76" name="Line 59">
              <a:extLst>
                <a:ext uri="{FF2B5EF4-FFF2-40B4-BE49-F238E27FC236}">
                  <a16:creationId xmlns:a16="http://schemas.microsoft.com/office/drawing/2014/main" id="{DB4CCF50-7294-3BF7-6C7B-4A5C6B45C7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5" y="1733"/>
              <a:ext cx="23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7" name="Line 60">
              <a:extLst>
                <a:ext uri="{FF2B5EF4-FFF2-40B4-BE49-F238E27FC236}">
                  <a16:creationId xmlns:a16="http://schemas.microsoft.com/office/drawing/2014/main" id="{614925B9-AC6C-3784-4044-0CE2EE11D8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5" y="2122"/>
              <a:ext cx="4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8" name="Line 61">
              <a:extLst>
                <a:ext uri="{FF2B5EF4-FFF2-40B4-BE49-F238E27FC236}">
                  <a16:creationId xmlns:a16="http://schemas.microsoft.com/office/drawing/2014/main" id="{626B30EA-B061-8822-BD47-7B26B782EA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0" y="2504"/>
              <a:ext cx="2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9" name="Line 62">
              <a:extLst>
                <a:ext uri="{FF2B5EF4-FFF2-40B4-BE49-F238E27FC236}">
                  <a16:creationId xmlns:a16="http://schemas.microsoft.com/office/drawing/2014/main" id="{6595C0E4-6551-49DE-9C75-BFCE155D34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9" y="2115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80" name="Group 63">
              <a:extLst>
                <a:ext uri="{FF2B5EF4-FFF2-40B4-BE49-F238E27FC236}">
                  <a16:creationId xmlns:a16="http://schemas.microsoft.com/office/drawing/2014/main" id="{CFB6025C-E480-9F88-D201-2C136FD9D7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8" y="1593"/>
              <a:ext cx="725" cy="272"/>
              <a:chOff x="986" y="3158"/>
              <a:chExt cx="1671" cy="658"/>
            </a:xfrm>
          </p:grpSpPr>
          <p:sp>
            <p:nvSpPr>
              <p:cNvPr id="93" name="Arc 64">
                <a:extLst>
                  <a:ext uri="{FF2B5EF4-FFF2-40B4-BE49-F238E27FC236}">
                    <a16:creationId xmlns:a16="http://schemas.microsoft.com/office/drawing/2014/main" id="{93321CFB-F9EF-D587-5953-683EDF9BF6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7" y="3159"/>
                <a:ext cx="480" cy="657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" name="Arc 65">
                <a:extLst>
                  <a:ext uri="{FF2B5EF4-FFF2-40B4-BE49-F238E27FC236}">
                    <a16:creationId xmlns:a16="http://schemas.microsoft.com/office/drawing/2014/main" id="{D4573C0C-051A-B9C6-34F4-741F259610EB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183" y="3159"/>
                <a:ext cx="470" cy="657"/>
              </a:xfrm>
              <a:custGeom>
                <a:avLst/>
                <a:gdLst>
                  <a:gd name="T0" fmla="*/ 0 w 18607"/>
                  <a:gd name="T1" fmla="*/ 0 h 21600"/>
                  <a:gd name="T2" fmla="*/ 0 w 18607"/>
                  <a:gd name="T3" fmla="*/ 0 h 21600"/>
                  <a:gd name="T4" fmla="*/ 0 w 1860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8607"/>
                  <a:gd name="T10" fmla="*/ 0 h 21600"/>
                  <a:gd name="T11" fmla="*/ 18607 w 1860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607" h="21600" fill="none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</a:path>
                  <a:path w="18607" h="21600" stroke="0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5" name="Arc 66">
                <a:extLst>
                  <a:ext uri="{FF2B5EF4-FFF2-40B4-BE49-F238E27FC236}">
                    <a16:creationId xmlns:a16="http://schemas.microsoft.com/office/drawing/2014/main" id="{C5CB77A0-5F02-9513-2B7E-23AD647DC156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174" y="2973"/>
                <a:ext cx="655" cy="1032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" name="Line 67">
                <a:extLst>
                  <a:ext uri="{FF2B5EF4-FFF2-40B4-BE49-F238E27FC236}">
                    <a16:creationId xmlns:a16="http://schemas.microsoft.com/office/drawing/2014/main" id="{B71E1B2F-9555-E499-4143-3E671770BC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816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Line 68">
                <a:extLst>
                  <a:ext uri="{FF2B5EF4-FFF2-40B4-BE49-F238E27FC236}">
                    <a16:creationId xmlns:a16="http://schemas.microsoft.com/office/drawing/2014/main" id="{03C48914-D757-95D4-942C-2EDE8C07B5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158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1" name="Group 69">
              <a:extLst>
                <a:ext uri="{FF2B5EF4-FFF2-40B4-BE49-F238E27FC236}">
                  <a16:creationId xmlns:a16="http://schemas.microsoft.com/office/drawing/2014/main" id="{8D9B23F0-C1BD-868D-D2FD-E219A84746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8" y="1979"/>
              <a:ext cx="725" cy="272"/>
              <a:chOff x="986" y="3158"/>
              <a:chExt cx="1671" cy="658"/>
            </a:xfrm>
          </p:grpSpPr>
          <p:sp>
            <p:nvSpPr>
              <p:cNvPr id="88" name="Arc 70">
                <a:extLst>
                  <a:ext uri="{FF2B5EF4-FFF2-40B4-BE49-F238E27FC236}">
                    <a16:creationId xmlns:a16="http://schemas.microsoft.com/office/drawing/2014/main" id="{9958CE8A-B9BB-9234-E2B5-07CBAD6A4F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7" y="3159"/>
                <a:ext cx="480" cy="657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9" name="Arc 71">
                <a:extLst>
                  <a:ext uri="{FF2B5EF4-FFF2-40B4-BE49-F238E27FC236}">
                    <a16:creationId xmlns:a16="http://schemas.microsoft.com/office/drawing/2014/main" id="{FA5A988E-BB01-D0EC-7E1C-617EB37857B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183" y="3159"/>
                <a:ext cx="470" cy="657"/>
              </a:xfrm>
              <a:custGeom>
                <a:avLst/>
                <a:gdLst>
                  <a:gd name="T0" fmla="*/ 0 w 18607"/>
                  <a:gd name="T1" fmla="*/ 0 h 21600"/>
                  <a:gd name="T2" fmla="*/ 0 w 18607"/>
                  <a:gd name="T3" fmla="*/ 0 h 21600"/>
                  <a:gd name="T4" fmla="*/ 0 w 1860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8607"/>
                  <a:gd name="T10" fmla="*/ 0 h 21600"/>
                  <a:gd name="T11" fmla="*/ 18607 w 1860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607" h="21600" fill="none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</a:path>
                  <a:path w="18607" h="21600" stroke="0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" name="Arc 72">
                <a:extLst>
                  <a:ext uri="{FF2B5EF4-FFF2-40B4-BE49-F238E27FC236}">
                    <a16:creationId xmlns:a16="http://schemas.microsoft.com/office/drawing/2014/main" id="{DC292033-8825-85FC-D94B-044D05893B1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174" y="2973"/>
                <a:ext cx="655" cy="1032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" name="Line 73">
                <a:extLst>
                  <a:ext uri="{FF2B5EF4-FFF2-40B4-BE49-F238E27FC236}">
                    <a16:creationId xmlns:a16="http://schemas.microsoft.com/office/drawing/2014/main" id="{F6132654-F76B-7FD0-7E8E-B90F39DE30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816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Line 74">
                <a:extLst>
                  <a:ext uri="{FF2B5EF4-FFF2-40B4-BE49-F238E27FC236}">
                    <a16:creationId xmlns:a16="http://schemas.microsoft.com/office/drawing/2014/main" id="{F00CA07B-DE9A-94B0-F46D-07C88271BE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158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2" name="Group 75">
              <a:extLst>
                <a:ext uri="{FF2B5EF4-FFF2-40B4-BE49-F238E27FC236}">
                  <a16:creationId xmlns:a16="http://schemas.microsoft.com/office/drawing/2014/main" id="{66E69211-E370-1FB7-AE06-A1DE6E9619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8" y="2364"/>
              <a:ext cx="725" cy="272"/>
              <a:chOff x="986" y="3158"/>
              <a:chExt cx="1671" cy="658"/>
            </a:xfrm>
          </p:grpSpPr>
          <p:sp>
            <p:nvSpPr>
              <p:cNvPr id="83" name="Arc 76">
                <a:extLst>
                  <a:ext uri="{FF2B5EF4-FFF2-40B4-BE49-F238E27FC236}">
                    <a16:creationId xmlns:a16="http://schemas.microsoft.com/office/drawing/2014/main" id="{362BEDD5-830F-643D-FD00-71574B8B90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7" y="3159"/>
                <a:ext cx="480" cy="657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" name="Arc 77">
                <a:extLst>
                  <a:ext uri="{FF2B5EF4-FFF2-40B4-BE49-F238E27FC236}">
                    <a16:creationId xmlns:a16="http://schemas.microsoft.com/office/drawing/2014/main" id="{8210F5C7-9425-B3ED-E53D-B9097434EFB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183" y="3159"/>
                <a:ext cx="470" cy="657"/>
              </a:xfrm>
              <a:custGeom>
                <a:avLst/>
                <a:gdLst>
                  <a:gd name="T0" fmla="*/ 0 w 18607"/>
                  <a:gd name="T1" fmla="*/ 0 h 21600"/>
                  <a:gd name="T2" fmla="*/ 0 w 18607"/>
                  <a:gd name="T3" fmla="*/ 0 h 21600"/>
                  <a:gd name="T4" fmla="*/ 0 w 1860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8607"/>
                  <a:gd name="T10" fmla="*/ 0 h 21600"/>
                  <a:gd name="T11" fmla="*/ 18607 w 1860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607" h="21600" fill="none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</a:path>
                  <a:path w="18607" h="21600" stroke="0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" name="Arc 78">
                <a:extLst>
                  <a:ext uri="{FF2B5EF4-FFF2-40B4-BE49-F238E27FC236}">
                    <a16:creationId xmlns:a16="http://schemas.microsoft.com/office/drawing/2014/main" id="{66CCFCF3-3CB4-28B6-A3A4-6FE0297B08BA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174" y="2973"/>
                <a:ext cx="655" cy="1032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6" name="Line 79">
                <a:extLst>
                  <a:ext uri="{FF2B5EF4-FFF2-40B4-BE49-F238E27FC236}">
                    <a16:creationId xmlns:a16="http://schemas.microsoft.com/office/drawing/2014/main" id="{0C8CB451-E81C-61BC-6945-F780A24D4D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816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Line 80">
                <a:extLst>
                  <a:ext uri="{FF2B5EF4-FFF2-40B4-BE49-F238E27FC236}">
                    <a16:creationId xmlns:a16="http://schemas.microsoft.com/office/drawing/2014/main" id="{60B9DC22-634C-E27E-3C6E-3A318510E1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158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98" name="Rectangle 169">
            <a:extLst>
              <a:ext uri="{FF2B5EF4-FFF2-40B4-BE49-F238E27FC236}">
                <a16:creationId xmlns:a16="http://schemas.microsoft.com/office/drawing/2014/main" id="{CCECAD7A-3F21-D922-C38D-55AC8C936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4069" y="4552339"/>
            <a:ext cx="18351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600" b="0"/>
              <a:t>或与式实现</a:t>
            </a:r>
          </a:p>
        </p:txBody>
      </p:sp>
      <p:graphicFrame>
        <p:nvGraphicFramePr>
          <p:cNvPr id="99" name="Object 103">
            <a:extLst>
              <a:ext uri="{FF2B5EF4-FFF2-40B4-BE49-F238E27FC236}">
                <a16:creationId xmlns:a16="http://schemas.microsoft.com/office/drawing/2014/main" id="{6D0DEC8A-2AB4-2F1F-1A32-34848F2853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1591392"/>
              </p:ext>
            </p:extLst>
          </p:nvPr>
        </p:nvGraphicFramePr>
        <p:xfrm>
          <a:off x="4844419" y="5046051"/>
          <a:ext cx="38338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07955" imgH="160020" progId="Equation.3">
                  <p:embed/>
                </p:oleObj>
              </mc:Choice>
              <mc:Fallback>
                <p:oleObj name="公式" r:id="rId4" imgW="1607955" imgH="160020" progId="Equation.3">
                  <p:embed/>
                  <p:pic>
                    <p:nvPicPr>
                      <p:cNvPr id="18443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4419" y="5046051"/>
                        <a:ext cx="38338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1484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F44928-35A4-B6F0-A203-76230AB9C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逻辑门等效符号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95685E8-AE94-E78C-1330-E5AFEE705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5. </a:t>
            </a:r>
            <a:r>
              <a:rPr lang="zh-CN" altLang="en-US"/>
              <a:t>组合逻辑电路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B56C6E-3651-D443-F9EC-F1D22316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10</a:t>
            </a:fld>
            <a:r>
              <a:rPr lang="en-US" altLang="zh-CN" dirty="0"/>
              <a:t>/13</a:t>
            </a:r>
            <a:endParaRPr lang="en-US" dirty="0"/>
          </a:p>
        </p:txBody>
      </p:sp>
      <p:grpSp>
        <p:nvGrpSpPr>
          <p:cNvPr id="6" name="Group 104">
            <a:extLst>
              <a:ext uri="{FF2B5EF4-FFF2-40B4-BE49-F238E27FC236}">
                <a16:creationId xmlns:a16="http://schemas.microsoft.com/office/drawing/2014/main" id="{1B084FB1-AD72-E88B-E0AC-3CC7FECC20A7}"/>
              </a:ext>
            </a:extLst>
          </p:cNvPr>
          <p:cNvGrpSpPr>
            <a:grpSpLocks/>
          </p:cNvGrpSpPr>
          <p:nvPr/>
        </p:nvGrpSpPr>
        <p:grpSpPr bwMode="auto">
          <a:xfrm>
            <a:off x="2822143" y="3306177"/>
            <a:ext cx="2752725" cy="593725"/>
            <a:chOff x="1769" y="2301"/>
            <a:chExt cx="1734" cy="374"/>
          </a:xfrm>
        </p:grpSpPr>
        <p:sp>
          <p:nvSpPr>
            <p:cNvPr id="7" name="Line 3">
              <a:extLst>
                <a:ext uri="{FF2B5EF4-FFF2-40B4-BE49-F238E27FC236}">
                  <a16:creationId xmlns:a16="http://schemas.microsoft.com/office/drawing/2014/main" id="{6DDBC8EE-A324-F5CB-0C17-0C275A1E09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4" y="2420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4">
              <a:extLst>
                <a:ext uri="{FF2B5EF4-FFF2-40B4-BE49-F238E27FC236}">
                  <a16:creationId xmlns:a16="http://schemas.microsoft.com/office/drawing/2014/main" id="{C5026FB3-E902-DA81-BEDE-E07B484880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4" y="2568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5">
              <a:extLst>
                <a:ext uri="{FF2B5EF4-FFF2-40B4-BE49-F238E27FC236}">
                  <a16:creationId xmlns:a16="http://schemas.microsoft.com/office/drawing/2014/main" id="{60078740-C9E1-9103-C408-CE13665AFB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54" y="2493"/>
              <a:ext cx="2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AutoShape 6">
              <a:extLst>
                <a:ext uri="{FF2B5EF4-FFF2-40B4-BE49-F238E27FC236}">
                  <a16:creationId xmlns:a16="http://schemas.microsoft.com/office/drawing/2014/main" id="{600A4453-0AAD-9E02-2161-6D80F2D8A3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4" y="2301"/>
              <a:ext cx="340" cy="374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1" name="Oval 7">
              <a:extLst>
                <a:ext uri="{FF2B5EF4-FFF2-40B4-BE49-F238E27FC236}">
                  <a16:creationId xmlns:a16="http://schemas.microsoft.com/office/drawing/2014/main" id="{8150BB3B-4748-41E3-06E1-4F27EA5A6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2375"/>
              <a:ext cx="90" cy="8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2" name="AutoShape 12">
              <a:extLst>
                <a:ext uri="{FF2B5EF4-FFF2-40B4-BE49-F238E27FC236}">
                  <a16:creationId xmlns:a16="http://schemas.microsoft.com/office/drawing/2014/main" id="{819494EC-477E-111A-6242-EA113EB19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9" y="2403"/>
              <a:ext cx="499" cy="204"/>
            </a:xfrm>
            <a:prstGeom prst="leftRightArrow">
              <a:avLst>
                <a:gd name="adj1" fmla="val 50000"/>
                <a:gd name="adj2" fmla="val 48922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3" name="Oval 13">
              <a:extLst>
                <a:ext uri="{FF2B5EF4-FFF2-40B4-BE49-F238E27FC236}">
                  <a16:creationId xmlns:a16="http://schemas.microsoft.com/office/drawing/2014/main" id="{E232C069-13ED-029A-D53F-7396C40E5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4" y="2517"/>
              <a:ext cx="90" cy="8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</p:grpSp>
      <p:grpSp>
        <p:nvGrpSpPr>
          <p:cNvPr id="14" name="Group 30">
            <a:extLst>
              <a:ext uri="{FF2B5EF4-FFF2-40B4-BE49-F238E27FC236}">
                <a16:creationId xmlns:a16="http://schemas.microsoft.com/office/drawing/2014/main" id="{A348957A-5BB3-D0EE-AC51-4127AFB41094}"/>
              </a:ext>
            </a:extLst>
          </p:cNvPr>
          <p:cNvGrpSpPr>
            <a:grpSpLocks/>
          </p:cNvGrpSpPr>
          <p:nvPr/>
        </p:nvGrpSpPr>
        <p:grpSpPr bwMode="auto">
          <a:xfrm>
            <a:off x="6200343" y="3344277"/>
            <a:ext cx="2022475" cy="519112"/>
            <a:chOff x="476" y="2183"/>
            <a:chExt cx="1274" cy="327"/>
          </a:xfrm>
        </p:grpSpPr>
        <p:sp>
          <p:nvSpPr>
            <p:cNvPr id="15" name="Text Box 31">
              <a:extLst>
                <a:ext uri="{FF2B5EF4-FFF2-40B4-BE49-F238E27FC236}">
                  <a16:creationId xmlns:a16="http://schemas.microsoft.com/office/drawing/2014/main" id="{A3BFB835-E375-038B-94E9-3707E373EA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2183"/>
              <a:ext cx="127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A+B = A </a:t>
              </a:r>
              <a:r>
                <a:rPr kumimoji="1" lang="en-US" altLang="zh-CN" sz="2000"/>
                <a:t>•</a:t>
              </a:r>
              <a:r>
                <a:rPr lang="en-US" altLang="zh-CN">
                  <a:latin typeface="Times New Roman" panose="02020603050405020304" pitchFamily="18" charset="0"/>
                </a:rPr>
                <a:t> B</a:t>
              </a:r>
            </a:p>
          </p:txBody>
        </p:sp>
        <p:sp>
          <p:nvSpPr>
            <p:cNvPr id="16" name="Line 32">
              <a:extLst>
                <a:ext uri="{FF2B5EF4-FFF2-40B4-BE49-F238E27FC236}">
                  <a16:creationId xmlns:a16="http://schemas.microsoft.com/office/drawing/2014/main" id="{129E214E-2885-BCDC-F2B4-7D9F383FD6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4" y="2248"/>
              <a:ext cx="1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33">
              <a:extLst>
                <a:ext uri="{FF2B5EF4-FFF2-40B4-BE49-F238E27FC236}">
                  <a16:creationId xmlns:a16="http://schemas.microsoft.com/office/drawing/2014/main" id="{1A2F51ED-7B0F-92F5-F8E1-23EAD98A19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0" y="2248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34">
              <a:extLst>
                <a:ext uri="{FF2B5EF4-FFF2-40B4-BE49-F238E27FC236}">
                  <a16:creationId xmlns:a16="http://schemas.microsoft.com/office/drawing/2014/main" id="{E265B225-31F6-A15A-25F0-71F4D79934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" y="2228"/>
              <a:ext cx="4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107">
            <a:extLst>
              <a:ext uri="{FF2B5EF4-FFF2-40B4-BE49-F238E27FC236}">
                <a16:creationId xmlns:a16="http://schemas.microsoft.com/office/drawing/2014/main" id="{B5921276-FFB1-B201-047E-2A861EDE6CD4}"/>
              </a:ext>
            </a:extLst>
          </p:cNvPr>
          <p:cNvGrpSpPr>
            <a:grpSpLocks/>
          </p:cNvGrpSpPr>
          <p:nvPr/>
        </p:nvGrpSpPr>
        <p:grpSpPr bwMode="auto">
          <a:xfrm>
            <a:off x="1042555" y="5181014"/>
            <a:ext cx="6278563" cy="519113"/>
            <a:chOff x="648" y="3482"/>
            <a:chExt cx="3955" cy="327"/>
          </a:xfrm>
        </p:grpSpPr>
        <p:sp>
          <p:nvSpPr>
            <p:cNvPr id="20" name="Line 35">
              <a:extLst>
                <a:ext uri="{FF2B5EF4-FFF2-40B4-BE49-F238E27FC236}">
                  <a16:creationId xmlns:a16="http://schemas.microsoft.com/office/drawing/2014/main" id="{B0931BF4-6878-A9E3-ED3E-EB9B8AE001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" y="3648"/>
              <a:ext cx="9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AutoShape 36">
              <a:extLst>
                <a:ext uri="{FF2B5EF4-FFF2-40B4-BE49-F238E27FC236}">
                  <a16:creationId xmlns:a16="http://schemas.microsoft.com/office/drawing/2014/main" id="{D8D1146D-B040-464E-E265-54ED9A4E209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966" y="3532"/>
              <a:ext cx="270" cy="23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2" name="Oval 37">
              <a:extLst>
                <a:ext uri="{FF2B5EF4-FFF2-40B4-BE49-F238E27FC236}">
                  <a16:creationId xmlns:a16="http://schemas.microsoft.com/office/drawing/2014/main" id="{27714750-AC47-84DD-2ACE-62A0E4E54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7" y="3604"/>
              <a:ext cx="90" cy="89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3" name="Line 38">
              <a:extLst>
                <a:ext uri="{FF2B5EF4-FFF2-40B4-BE49-F238E27FC236}">
                  <a16:creationId xmlns:a16="http://schemas.microsoft.com/office/drawing/2014/main" id="{201D3279-BC22-3520-59D0-EE1EDDD53B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5" y="3672"/>
              <a:ext cx="9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AutoShape 39">
              <a:extLst>
                <a:ext uri="{FF2B5EF4-FFF2-40B4-BE49-F238E27FC236}">
                  <a16:creationId xmlns:a16="http://schemas.microsoft.com/office/drawing/2014/main" id="{AF0C96A0-DB8C-329C-5C10-EC99FA68E4D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910" y="3556"/>
              <a:ext cx="271" cy="23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5" name="Oval 40">
              <a:extLst>
                <a:ext uri="{FF2B5EF4-FFF2-40B4-BE49-F238E27FC236}">
                  <a16:creationId xmlns:a16="http://schemas.microsoft.com/office/drawing/2014/main" id="{445FAC46-001F-C469-D947-894E61DAD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9" y="3628"/>
              <a:ext cx="90" cy="89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6" name="AutoShape 41">
              <a:extLst>
                <a:ext uri="{FF2B5EF4-FFF2-40B4-BE49-F238E27FC236}">
                  <a16:creationId xmlns:a16="http://schemas.microsoft.com/office/drawing/2014/main" id="{792364F6-E044-C7CF-18C2-DE0325879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7" y="3559"/>
              <a:ext cx="499" cy="204"/>
            </a:xfrm>
            <a:prstGeom prst="leftRightArrow">
              <a:avLst>
                <a:gd name="adj1" fmla="val 50000"/>
                <a:gd name="adj2" fmla="val 48922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grpSp>
          <p:nvGrpSpPr>
            <p:cNvPr id="27" name="Group 42">
              <a:extLst>
                <a:ext uri="{FF2B5EF4-FFF2-40B4-BE49-F238E27FC236}">
                  <a16:creationId xmlns:a16="http://schemas.microsoft.com/office/drawing/2014/main" id="{FACB22CD-80A7-2D12-4209-D08B9D3919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3" y="3482"/>
              <a:ext cx="680" cy="327"/>
              <a:chOff x="521" y="3657"/>
              <a:chExt cx="680" cy="327"/>
            </a:xfrm>
          </p:grpSpPr>
          <p:sp>
            <p:nvSpPr>
              <p:cNvPr id="28" name="Text Box 43">
                <a:extLst>
                  <a:ext uri="{FF2B5EF4-FFF2-40B4-BE49-F238E27FC236}">
                    <a16:creationId xmlns:a16="http://schemas.microsoft.com/office/drawing/2014/main" id="{E8A69FB9-DA38-2982-3449-D9E7E21111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" y="3657"/>
                <a:ext cx="68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>
                    <a:latin typeface="Times New Roman" panose="02020603050405020304" pitchFamily="18" charset="0"/>
                  </a:rPr>
                  <a:t>A = A</a:t>
                </a:r>
              </a:p>
            </p:txBody>
          </p:sp>
          <p:sp>
            <p:nvSpPr>
              <p:cNvPr id="29" name="Line 44">
                <a:extLst>
                  <a:ext uri="{FF2B5EF4-FFF2-40B4-BE49-F238E27FC236}">
                    <a16:creationId xmlns:a16="http://schemas.microsoft.com/office/drawing/2014/main" id="{1E8C1728-FF8C-6DDB-DB1F-B536511506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5" y="3702"/>
                <a:ext cx="15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Line 45">
                <a:extLst>
                  <a:ext uri="{FF2B5EF4-FFF2-40B4-BE49-F238E27FC236}">
                    <a16:creationId xmlns:a16="http://schemas.microsoft.com/office/drawing/2014/main" id="{8C8BD9B0-D4CA-7FD5-46E3-DA80056DA2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7" y="3702"/>
                <a:ext cx="15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1" name="Line 46">
            <a:extLst>
              <a:ext uri="{FF2B5EF4-FFF2-40B4-BE49-F238E27FC236}">
                <a16:creationId xmlns:a16="http://schemas.microsoft.com/office/drawing/2014/main" id="{5962EFAA-9ABD-0B80-9820-8894DA5DDF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4618" y="1529764"/>
            <a:ext cx="398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Line 47">
            <a:extLst>
              <a:ext uri="{FF2B5EF4-FFF2-40B4-BE49-F238E27FC236}">
                <a16:creationId xmlns:a16="http://schemas.microsoft.com/office/drawing/2014/main" id="{76A74186-E6D2-2DB7-9D7C-1E5067BCDD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4618" y="1790114"/>
            <a:ext cx="398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Line 48">
            <a:extLst>
              <a:ext uri="{FF2B5EF4-FFF2-40B4-BE49-F238E27FC236}">
                <a16:creationId xmlns:a16="http://schemas.microsoft.com/office/drawing/2014/main" id="{62CB67B7-AE4E-AF8F-0B7E-C0CF1E4CC6B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17293" y="1658352"/>
            <a:ext cx="3952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AutoShape 49">
            <a:extLst>
              <a:ext uri="{FF2B5EF4-FFF2-40B4-BE49-F238E27FC236}">
                <a16:creationId xmlns:a16="http://schemas.microsoft.com/office/drawing/2014/main" id="{79366962-4ED0-273D-4544-96C1A7D69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1493" y="1353552"/>
            <a:ext cx="539750" cy="593725"/>
          </a:xfrm>
          <a:prstGeom prst="flowChartDelay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/>
          </a:p>
        </p:txBody>
      </p:sp>
      <p:sp>
        <p:nvSpPr>
          <p:cNvPr id="35" name="Oval 54">
            <a:extLst>
              <a:ext uri="{FF2B5EF4-FFF2-40B4-BE49-F238E27FC236}">
                <a16:creationId xmlns:a16="http://schemas.microsoft.com/office/drawing/2014/main" id="{5247B772-A53E-BB1B-92D8-AFC955768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4418" y="1586914"/>
            <a:ext cx="142875" cy="14287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endParaRPr lang="zh-CN" altLang="en-US" sz="1800" b="0"/>
          </a:p>
        </p:txBody>
      </p:sp>
      <p:grpSp>
        <p:nvGrpSpPr>
          <p:cNvPr id="36" name="Group 67">
            <a:extLst>
              <a:ext uri="{FF2B5EF4-FFF2-40B4-BE49-F238E27FC236}">
                <a16:creationId xmlns:a16="http://schemas.microsoft.com/office/drawing/2014/main" id="{F30A909C-50B5-324C-5BB4-40ED982D5C9E}"/>
              </a:ext>
            </a:extLst>
          </p:cNvPr>
          <p:cNvGrpSpPr>
            <a:grpSpLocks/>
          </p:cNvGrpSpPr>
          <p:nvPr/>
        </p:nvGrpSpPr>
        <p:grpSpPr bwMode="auto">
          <a:xfrm>
            <a:off x="6220980" y="1391652"/>
            <a:ext cx="2181225" cy="519112"/>
            <a:chOff x="476" y="3421"/>
            <a:chExt cx="1374" cy="327"/>
          </a:xfrm>
        </p:grpSpPr>
        <p:sp>
          <p:nvSpPr>
            <p:cNvPr id="37" name="Text Box 68">
              <a:extLst>
                <a:ext uri="{FF2B5EF4-FFF2-40B4-BE49-F238E27FC236}">
                  <a16:creationId xmlns:a16="http://schemas.microsoft.com/office/drawing/2014/main" id="{B46D558B-725A-2BDB-E889-608CD6F7B4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3421"/>
              <a:ext cx="137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A </a:t>
              </a:r>
              <a:r>
                <a:rPr kumimoji="1" lang="en-US" altLang="zh-CN" sz="2000"/>
                <a:t>•</a:t>
              </a:r>
              <a:r>
                <a:rPr lang="en-US" altLang="zh-CN" sz="2000" b="0"/>
                <a:t> </a:t>
              </a:r>
              <a:r>
                <a:rPr lang="en-US" altLang="zh-CN">
                  <a:latin typeface="Times New Roman" panose="02020603050405020304" pitchFamily="18" charset="0"/>
                </a:rPr>
                <a:t>B = A + B</a:t>
              </a:r>
            </a:p>
          </p:txBody>
        </p:sp>
        <p:sp>
          <p:nvSpPr>
            <p:cNvPr id="38" name="Line 69">
              <a:extLst>
                <a:ext uri="{FF2B5EF4-FFF2-40B4-BE49-F238E27FC236}">
                  <a16:creationId xmlns:a16="http://schemas.microsoft.com/office/drawing/2014/main" id="{511C6A2C-0CCB-773A-0CAD-9CA34ECF01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8" y="3486"/>
              <a:ext cx="15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70">
              <a:extLst>
                <a:ext uri="{FF2B5EF4-FFF2-40B4-BE49-F238E27FC236}">
                  <a16:creationId xmlns:a16="http://schemas.microsoft.com/office/drawing/2014/main" id="{A0E49ED7-EA1E-8F47-57B3-87E5189410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8" y="3486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71">
              <a:extLst>
                <a:ext uri="{FF2B5EF4-FFF2-40B4-BE49-F238E27FC236}">
                  <a16:creationId xmlns:a16="http://schemas.microsoft.com/office/drawing/2014/main" id="{4A8AFBF2-0476-CE37-65E2-C9A83D2814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" y="3466"/>
              <a:ext cx="43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1" name="Group 102">
            <a:extLst>
              <a:ext uri="{FF2B5EF4-FFF2-40B4-BE49-F238E27FC236}">
                <a16:creationId xmlns:a16="http://schemas.microsoft.com/office/drawing/2014/main" id="{CBC2764B-FE8A-E896-6A6D-1C38B0EE1A88}"/>
              </a:ext>
            </a:extLst>
          </p:cNvPr>
          <p:cNvGrpSpPr>
            <a:grpSpLocks/>
          </p:cNvGrpSpPr>
          <p:nvPr/>
        </p:nvGrpSpPr>
        <p:grpSpPr bwMode="auto">
          <a:xfrm>
            <a:off x="2820555" y="1353552"/>
            <a:ext cx="2795588" cy="600075"/>
            <a:chOff x="1768" y="1071"/>
            <a:chExt cx="1761" cy="378"/>
          </a:xfrm>
        </p:grpSpPr>
        <p:sp>
          <p:nvSpPr>
            <p:cNvPr id="42" name="Oval 50">
              <a:extLst>
                <a:ext uri="{FF2B5EF4-FFF2-40B4-BE49-F238E27FC236}">
                  <a16:creationId xmlns:a16="http://schemas.microsoft.com/office/drawing/2014/main" id="{304659A7-EE72-E58F-F1C8-717946D61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2" y="1145"/>
              <a:ext cx="90" cy="8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43" name="Line 51">
              <a:extLst>
                <a:ext uri="{FF2B5EF4-FFF2-40B4-BE49-F238E27FC236}">
                  <a16:creationId xmlns:a16="http://schemas.microsoft.com/office/drawing/2014/main" id="{6B91747D-4FC2-1E57-59EB-318F7F14CD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5" y="1188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Line 52">
              <a:extLst>
                <a:ext uri="{FF2B5EF4-FFF2-40B4-BE49-F238E27FC236}">
                  <a16:creationId xmlns:a16="http://schemas.microsoft.com/office/drawing/2014/main" id="{646FBEDD-D9C1-9CD9-9AFA-E0E0E40F48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3" y="1339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53">
              <a:extLst>
                <a:ext uri="{FF2B5EF4-FFF2-40B4-BE49-F238E27FC236}">
                  <a16:creationId xmlns:a16="http://schemas.microsoft.com/office/drawing/2014/main" id="{CF8F59A0-3EAA-3038-D43C-815BCFDACD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0" y="1264"/>
              <a:ext cx="2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AutoShape 55">
              <a:extLst>
                <a:ext uri="{FF2B5EF4-FFF2-40B4-BE49-F238E27FC236}">
                  <a16:creationId xmlns:a16="http://schemas.microsoft.com/office/drawing/2014/main" id="{8792B9F6-B7D4-2939-872C-842475F0B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8" y="1150"/>
              <a:ext cx="499" cy="204"/>
            </a:xfrm>
            <a:prstGeom prst="leftRightArrow">
              <a:avLst>
                <a:gd name="adj1" fmla="val 50000"/>
                <a:gd name="adj2" fmla="val 48922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47" name="Oval 56">
              <a:extLst>
                <a:ext uri="{FF2B5EF4-FFF2-40B4-BE49-F238E27FC236}">
                  <a16:creationId xmlns:a16="http://schemas.microsoft.com/office/drawing/2014/main" id="{28C8B0FD-E916-A555-7B57-DA036D92A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1295"/>
              <a:ext cx="90" cy="8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grpSp>
          <p:nvGrpSpPr>
            <p:cNvPr id="48" name="Group 72">
              <a:extLst>
                <a:ext uri="{FF2B5EF4-FFF2-40B4-BE49-F238E27FC236}">
                  <a16:creationId xmlns:a16="http://schemas.microsoft.com/office/drawing/2014/main" id="{58444BAE-627A-763A-89EC-A77BA2C9F2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7" y="1071"/>
              <a:ext cx="904" cy="378"/>
              <a:chOff x="986" y="3158"/>
              <a:chExt cx="1671" cy="658"/>
            </a:xfrm>
          </p:grpSpPr>
          <p:sp>
            <p:nvSpPr>
              <p:cNvPr id="49" name="Arc 73">
                <a:extLst>
                  <a:ext uri="{FF2B5EF4-FFF2-40B4-BE49-F238E27FC236}">
                    <a16:creationId xmlns:a16="http://schemas.microsoft.com/office/drawing/2014/main" id="{E2488159-A079-8FC9-92A1-7C44B70524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7" y="3159"/>
                <a:ext cx="480" cy="657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" name="Arc 74">
                <a:extLst>
                  <a:ext uri="{FF2B5EF4-FFF2-40B4-BE49-F238E27FC236}">
                    <a16:creationId xmlns:a16="http://schemas.microsoft.com/office/drawing/2014/main" id="{B641EAFA-F55C-ABB9-2282-8280042722D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183" y="3159"/>
                <a:ext cx="470" cy="657"/>
              </a:xfrm>
              <a:custGeom>
                <a:avLst/>
                <a:gdLst>
                  <a:gd name="T0" fmla="*/ 0 w 18607"/>
                  <a:gd name="T1" fmla="*/ 0 h 21600"/>
                  <a:gd name="T2" fmla="*/ 0 w 18607"/>
                  <a:gd name="T3" fmla="*/ 0 h 21600"/>
                  <a:gd name="T4" fmla="*/ 0 w 1860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8607"/>
                  <a:gd name="T10" fmla="*/ 0 h 21600"/>
                  <a:gd name="T11" fmla="*/ 18607 w 1860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607" h="21600" fill="none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</a:path>
                  <a:path w="18607" h="21600" stroke="0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zh-CN" altLang="en-US"/>
              </a:p>
            </p:txBody>
          </p:sp>
          <p:sp>
            <p:nvSpPr>
              <p:cNvPr id="51" name="Arc 75">
                <a:extLst>
                  <a:ext uri="{FF2B5EF4-FFF2-40B4-BE49-F238E27FC236}">
                    <a16:creationId xmlns:a16="http://schemas.microsoft.com/office/drawing/2014/main" id="{E873BE75-F0A2-F96D-F797-E2DF7BA07C22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174" y="2973"/>
                <a:ext cx="655" cy="1032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" name="Line 76">
                <a:extLst>
                  <a:ext uri="{FF2B5EF4-FFF2-40B4-BE49-F238E27FC236}">
                    <a16:creationId xmlns:a16="http://schemas.microsoft.com/office/drawing/2014/main" id="{F5169A60-539C-5AAC-EDB4-ECDA772F65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816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Line 77">
                <a:extLst>
                  <a:ext uri="{FF2B5EF4-FFF2-40B4-BE49-F238E27FC236}">
                    <a16:creationId xmlns:a16="http://schemas.microsoft.com/office/drawing/2014/main" id="{3B674D3B-8005-862A-EB06-8B0D2849A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158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4" name="Group 105">
            <a:extLst>
              <a:ext uri="{FF2B5EF4-FFF2-40B4-BE49-F238E27FC236}">
                <a16:creationId xmlns:a16="http://schemas.microsoft.com/office/drawing/2014/main" id="{15B51BF7-9B2E-E748-F330-B7B27A4968FD}"/>
              </a:ext>
            </a:extLst>
          </p:cNvPr>
          <p:cNvGrpSpPr>
            <a:grpSpLocks/>
          </p:cNvGrpSpPr>
          <p:nvPr/>
        </p:nvGrpSpPr>
        <p:grpSpPr bwMode="auto">
          <a:xfrm>
            <a:off x="1037793" y="2360027"/>
            <a:ext cx="7364412" cy="619125"/>
            <a:chOff x="645" y="1705"/>
            <a:chExt cx="4639" cy="390"/>
          </a:xfrm>
        </p:grpSpPr>
        <p:sp>
          <p:nvSpPr>
            <p:cNvPr id="55" name="Line 57">
              <a:extLst>
                <a:ext uri="{FF2B5EF4-FFF2-40B4-BE49-F238E27FC236}">
                  <a16:creationId xmlns:a16="http://schemas.microsoft.com/office/drawing/2014/main" id="{5AF887EB-4E5E-93C6-DF4B-7271FC8FAA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" y="1832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Line 58">
              <a:extLst>
                <a:ext uri="{FF2B5EF4-FFF2-40B4-BE49-F238E27FC236}">
                  <a16:creationId xmlns:a16="http://schemas.microsoft.com/office/drawing/2014/main" id="{1EF2646A-FCFB-6EA6-0EF5-45DF04505F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" y="1996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Line 59">
              <a:extLst>
                <a:ext uri="{FF2B5EF4-FFF2-40B4-BE49-F238E27FC236}">
                  <a16:creationId xmlns:a16="http://schemas.microsoft.com/office/drawing/2014/main" id="{D07D94AB-64F5-A805-A965-1364160BEC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4" y="1913"/>
              <a:ext cx="2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AutoShape 60">
              <a:extLst>
                <a:ext uri="{FF2B5EF4-FFF2-40B4-BE49-F238E27FC236}">
                  <a16:creationId xmlns:a16="http://schemas.microsoft.com/office/drawing/2014/main" id="{15B32856-89BC-67C0-E31B-04BFDF308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" y="1721"/>
              <a:ext cx="340" cy="374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59" name="AutoShape 61">
              <a:extLst>
                <a:ext uri="{FF2B5EF4-FFF2-40B4-BE49-F238E27FC236}">
                  <a16:creationId xmlns:a16="http://schemas.microsoft.com/office/drawing/2014/main" id="{CCC9AC30-55B4-DCD0-A0D2-9B4CC6D92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8" y="1798"/>
              <a:ext cx="499" cy="204"/>
            </a:xfrm>
            <a:prstGeom prst="leftRightArrow">
              <a:avLst>
                <a:gd name="adj1" fmla="val 50000"/>
                <a:gd name="adj2" fmla="val 48922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grpSp>
          <p:nvGrpSpPr>
            <p:cNvPr id="60" name="Group 62">
              <a:extLst>
                <a:ext uri="{FF2B5EF4-FFF2-40B4-BE49-F238E27FC236}">
                  <a16:creationId xmlns:a16="http://schemas.microsoft.com/office/drawing/2014/main" id="{DD96D0F8-4923-9608-4FFA-2C055969CE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10" y="1741"/>
              <a:ext cx="1374" cy="330"/>
              <a:chOff x="476" y="2611"/>
              <a:chExt cx="1374" cy="330"/>
            </a:xfrm>
          </p:grpSpPr>
          <p:sp>
            <p:nvSpPr>
              <p:cNvPr id="73" name="Text Box 63">
                <a:extLst>
                  <a:ext uri="{FF2B5EF4-FFF2-40B4-BE49-F238E27FC236}">
                    <a16:creationId xmlns:a16="http://schemas.microsoft.com/office/drawing/2014/main" id="{725B379A-F171-D14E-1AC4-B186EF4914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" y="2614"/>
                <a:ext cx="137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>
                    <a:latin typeface="Times New Roman" panose="02020603050405020304" pitchFamily="18" charset="0"/>
                  </a:rPr>
                  <a:t>A </a:t>
                </a:r>
                <a:r>
                  <a:rPr kumimoji="1" lang="en-US" altLang="zh-CN" sz="2000"/>
                  <a:t>•</a:t>
                </a:r>
                <a:r>
                  <a:rPr lang="en-US" altLang="zh-CN" sz="2000" b="0"/>
                  <a:t> </a:t>
                </a:r>
                <a:r>
                  <a:rPr lang="en-US" altLang="zh-CN">
                    <a:latin typeface="Times New Roman" panose="02020603050405020304" pitchFamily="18" charset="0"/>
                  </a:rPr>
                  <a:t>B = A + B</a:t>
                </a:r>
              </a:p>
            </p:txBody>
          </p:sp>
          <p:sp>
            <p:nvSpPr>
              <p:cNvPr id="74" name="Line 64">
                <a:extLst>
                  <a:ext uri="{FF2B5EF4-FFF2-40B4-BE49-F238E27FC236}">
                    <a16:creationId xmlns:a16="http://schemas.microsoft.com/office/drawing/2014/main" id="{705A38FC-C91F-1EBF-A7B9-6CB21DF6E7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7" y="2679"/>
                <a:ext cx="15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Line 65">
                <a:extLst>
                  <a:ext uri="{FF2B5EF4-FFF2-40B4-BE49-F238E27FC236}">
                    <a16:creationId xmlns:a16="http://schemas.microsoft.com/office/drawing/2014/main" id="{9EF2C2FC-7055-0346-2EE1-642FDE6E07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01" y="2679"/>
                <a:ext cx="18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" name="Line 66">
                <a:extLst>
                  <a:ext uri="{FF2B5EF4-FFF2-40B4-BE49-F238E27FC236}">
                    <a16:creationId xmlns:a16="http://schemas.microsoft.com/office/drawing/2014/main" id="{97AAAB99-F06A-4F70-A977-B9211F0969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15" y="2611"/>
                <a:ext cx="56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" name="Oval 78">
              <a:extLst>
                <a:ext uri="{FF2B5EF4-FFF2-40B4-BE49-F238E27FC236}">
                  <a16:creationId xmlns:a16="http://schemas.microsoft.com/office/drawing/2014/main" id="{A7984D07-A758-4EF9-EC11-9022E38D3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4" y="1779"/>
              <a:ext cx="90" cy="8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62" name="Line 79">
              <a:extLst>
                <a:ext uri="{FF2B5EF4-FFF2-40B4-BE49-F238E27FC236}">
                  <a16:creationId xmlns:a16="http://schemas.microsoft.com/office/drawing/2014/main" id="{2F44A844-BFC1-EFF2-E6DF-CC498359A5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7" y="1822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80">
              <a:extLst>
                <a:ext uri="{FF2B5EF4-FFF2-40B4-BE49-F238E27FC236}">
                  <a16:creationId xmlns:a16="http://schemas.microsoft.com/office/drawing/2014/main" id="{D2711F17-87CD-8B4C-0599-E7E8CF0ADE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5" y="1973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81">
              <a:extLst>
                <a:ext uri="{FF2B5EF4-FFF2-40B4-BE49-F238E27FC236}">
                  <a16:creationId xmlns:a16="http://schemas.microsoft.com/office/drawing/2014/main" id="{E240F8ED-0FBA-C8FA-1FB4-0A164DE4CB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0" y="1898"/>
              <a:ext cx="2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Oval 82">
              <a:extLst>
                <a:ext uri="{FF2B5EF4-FFF2-40B4-BE49-F238E27FC236}">
                  <a16:creationId xmlns:a16="http://schemas.microsoft.com/office/drawing/2014/main" id="{11EBC256-8F18-4B5F-FF5E-1A6CD325D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5" y="1929"/>
              <a:ext cx="90" cy="8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grpSp>
          <p:nvGrpSpPr>
            <p:cNvPr id="66" name="Group 83">
              <a:extLst>
                <a:ext uri="{FF2B5EF4-FFF2-40B4-BE49-F238E27FC236}">
                  <a16:creationId xmlns:a16="http://schemas.microsoft.com/office/drawing/2014/main" id="{02293BCE-BC5E-68BA-DA05-8E0EC9046D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9" y="1705"/>
              <a:ext cx="904" cy="378"/>
              <a:chOff x="986" y="3158"/>
              <a:chExt cx="1671" cy="658"/>
            </a:xfrm>
          </p:grpSpPr>
          <p:sp>
            <p:nvSpPr>
              <p:cNvPr id="68" name="Arc 84">
                <a:extLst>
                  <a:ext uri="{FF2B5EF4-FFF2-40B4-BE49-F238E27FC236}">
                    <a16:creationId xmlns:a16="http://schemas.microsoft.com/office/drawing/2014/main" id="{AC6101A0-A4E0-93E1-6FF9-041562D4A9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7" y="3159"/>
                <a:ext cx="480" cy="657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" name="Arc 85">
                <a:extLst>
                  <a:ext uri="{FF2B5EF4-FFF2-40B4-BE49-F238E27FC236}">
                    <a16:creationId xmlns:a16="http://schemas.microsoft.com/office/drawing/2014/main" id="{15F2B271-3F20-49D0-2441-E071C0F37146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183" y="3159"/>
                <a:ext cx="470" cy="657"/>
              </a:xfrm>
              <a:custGeom>
                <a:avLst/>
                <a:gdLst>
                  <a:gd name="T0" fmla="*/ 0 w 18607"/>
                  <a:gd name="T1" fmla="*/ 0 h 21600"/>
                  <a:gd name="T2" fmla="*/ 0 w 18607"/>
                  <a:gd name="T3" fmla="*/ 0 h 21600"/>
                  <a:gd name="T4" fmla="*/ 0 w 1860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8607"/>
                  <a:gd name="T10" fmla="*/ 0 h 21600"/>
                  <a:gd name="T11" fmla="*/ 18607 w 1860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607" h="21600" fill="none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</a:path>
                  <a:path w="18607" h="21600" stroke="0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zh-CN" altLang="en-US"/>
              </a:p>
            </p:txBody>
          </p:sp>
          <p:sp>
            <p:nvSpPr>
              <p:cNvPr id="70" name="Arc 86">
                <a:extLst>
                  <a:ext uri="{FF2B5EF4-FFF2-40B4-BE49-F238E27FC236}">
                    <a16:creationId xmlns:a16="http://schemas.microsoft.com/office/drawing/2014/main" id="{6EB06A40-BF0D-A1E8-4091-9365E81D2F13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174" y="2973"/>
                <a:ext cx="655" cy="1032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" name="Line 87">
                <a:extLst>
                  <a:ext uri="{FF2B5EF4-FFF2-40B4-BE49-F238E27FC236}">
                    <a16:creationId xmlns:a16="http://schemas.microsoft.com/office/drawing/2014/main" id="{42DCF5B5-D1B3-C57E-CE16-6B6C1CD08E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816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" name="Line 88">
                <a:extLst>
                  <a:ext uri="{FF2B5EF4-FFF2-40B4-BE49-F238E27FC236}">
                    <a16:creationId xmlns:a16="http://schemas.microsoft.com/office/drawing/2014/main" id="{CAD3B131-6D89-E743-D683-DC7BF10932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158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7" name="Oval 89">
              <a:extLst>
                <a:ext uri="{FF2B5EF4-FFF2-40B4-BE49-F238E27FC236}">
                  <a16:creationId xmlns:a16="http://schemas.microsoft.com/office/drawing/2014/main" id="{1170D878-C771-5D5A-61A6-6DEBF7C09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8" y="1851"/>
              <a:ext cx="90" cy="9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</p:grpSp>
      <p:grpSp>
        <p:nvGrpSpPr>
          <p:cNvPr id="77" name="Group 103">
            <a:extLst>
              <a:ext uri="{FF2B5EF4-FFF2-40B4-BE49-F238E27FC236}">
                <a16:creationId xmlns:a16="http://schemas.microsoft.com/office/drawing/2014/main" id="{388ED7BD-0CF3-AA7F-BE85-BBA47FA715FE}"/>
              </a:ext>
            </a:extLst>
          </p:cNvPr>
          <p:cNvGrpSpPr>
            <a:grpSpLocks/>
          </p:cNvGrpSpPr>
          <p:nvPr/>
        </p:nvGrpSpPr>
        <p:grpSpPr bwMode="auto">
          <a:xfrm>
            <a:off x="572655" y="3287127"/>
            <a:ext cx="1860550" cy="600075"/>
            <a:chOff x="352" y="2289"/>
            <a:chExt cx="1172" cy="378"/>
          </a:xfrm>
        </p:grpSpPr>
        <p:sp>
          <p:nvSpPr>
            <p:cNvPr id="78" name="Line 8">
              <a:extLst>
                <a:ext uri="{FF2B5EF4-FFF2-40B4-BE49-F238E27FC236}">
                  <a16:creationId xmlns:a16="http://schemas.microsoft.com/office/drawing/2014/main" id="{3839A4EF-7165-2B90-AD33-9BD371A786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" y="2401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Line 9">
              <a:extLst>
                <a:ext uri="{FF2B5EF4-FFF2-40B4-BE49-F238E27FC236}">
                  <a16:creationId xmlns:a16="http://schemas.microsoft.com/office/drawing/2014/main" id="{39D78086-C32D-DB08-24B9-C729FE11FF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" y="2576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Line 10">
              <a:extLst>
                <a:ext uri="{FF2B5EF4-FFF2-40B4-BE49-F238E27FC236}">
                  <a16:creationId xmlns:a16="http://schemas.microsoft.com/office/drawing/2014/main" id="{BF3DF7DA-342C-27F5-41E2-76D64B5698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5" y="2482"/>
              <a:ext cx="2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Oval 11">
              <a:extLst>
                <a:ext uri="{FF2B5EF4-FFF2-40B4-BE49-F238E27FC236}">
                  <a16:creationId xmlns:a16="http://schemas.microsoft.com/office/drawing/2014/main" id="{190BAE5F-3D37-25BF-E8C7-8FC63E027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9" y="2437"/>
              <a:ext cx="90" cy="9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grpSp>
          <p:nvGrpSpPr>
            <p:cNvPr id="82" name="Group 90">
              <a:extLst>
                <a:ext uri="{FF2B5EF4-FFF2-40B4-BE49-F238E27FC236}">
                  <a16:creationId xmlns:a16="http://schemas.microsoft.com/office/drawing/2014/main" id="{CBD52D93-30AB-B46A-4EB9-7BEBFF6378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2" y="2289"/>
              <a:ext cx="904" cy="378"/>
              <a:chOff x="986" y="3158"/>
              <a:chExt cx="1671" cy="658"/>
            </a:xfrm>
          </p:grpSpPr>
          <p:sp>
            <p:nvSpPr>
              <p:cNvPr id="83" name="Arc 91">
                <a:extLst>
                  <a:ext uri="{FF2B5EF4-FFF2-40B4-BE49-F238E27FC236}">
                    <a16:creationId xmlns:a16="http://schemas.microsoft.com/office/drawing/2014/main" id="{0EF1F805-6710-462A-0150-4CA67172CA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7" y="3159"/>
                <a:ext cx="480" cy="657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4" name="Arc 92">
                <a:extLst>
                  <a:ext uri="{FF2B5EF4-FFF2-40B4-BE49-F238E27FC236}">
                    <a16:creationId xmlns:a16="http://schemas.microsoft.com/office/drawing/2014/main" id="{26807328-17F9-E25C-3C0C-45443644FE0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183" y="3159"/>
                <a:ext cx="470" cy="657"/>
              </a:xfrm>
              <a:custGeom>
                <a:avLst/>
                <a:gdLst>
                  <a:gd name="T0" fmla="*/ 0 w 18607"/>
                  <a:gd name="T1" fmla="*/ 0 h 21600"/>
                  <a:gd name="T2" fmla="*/ 0 w 18607"/>
                  <a:gd name="T3" fmla="*/ 0 h 21600"/>
                  <a:gd name="T4" fmla="*/ 0 w 1860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8607"/>
                  <a:gd name="T10" fmla="*/ 0 h 21600"/>
                  <a:gd name="T11" fmla="*/ 18607 w 1860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607" h="21600" fill="none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</a:path>
                  <a:path w="18607" h="21600" stroke="0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zh-CN" altLang="en-US"/>
              </a:p>
            </p:txBody>
          </p:sp>
          <p:sp>
            <p:nvSpPr>
              <p:cNvPr id="85" name="Arc 93">
                <a:extLst>
                  <a:ext uri="{FF2B5EF4-FFF2-40B4-BE49-F238E27FC236}">
                    <a16:creationId xmlns:a16="http://schemas.microsoft.com/office/drawing/2014/main" id="{B2BBC2EB-E29D-AAD0-DE55-B1B7536BDD95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174" y="2973"/>
                <a:ext cx="655" cy="1032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6" name="Line 94">
                <a:extLst>
                  <a:ext uri="{FF2B5EF4-FFF2-40B4-BE49-F238E27FC236}">
                    <a16:creationId xmlns:a16="http://schemas.microsoft.com/office/drawing/2014/main" id="{17ABA63D-1548-E065-E317-E326A107EA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816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Line 95">
                <a:extLst>
                  <a:ext uri="{FF2B5EF4-FFF2-40B4-BE49-F238E27FC236}">
                    <a16:creationId xmlns:a16="http://schemas.microsoft.com/office/drawing/2014/main" id="{91426264-F558-2051-EBC1-BA439B6DCE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158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88" name="Group 106">
            <a:extLst>
              <a:ext uri="{FF2B5EF4-FFF2-40B4-BE49-F238E27FC236}">
                <a16:creationId xmlns:a16="http://schemas.microsoft.com/office/drawing/2014/main" id="{47B911E0-0EDB-AA8C-F4B4-9065205F36A9}"/>
              </a:ext>
            </a:extLst>
          </p:cNvPr>
          <p:cNvGrpSpPr>
            <a:grpSpLocks/>
          </p:cNvGrpSpPr>
          <p:nvPr/>
        </p:nvGrpSpPr>
        <p:grpSpPr bwMode="auto">
          <a:xfrm>
            <a:off x="572655" y="4226927"/>
            <a:ext cx="7650163" cy="608012"/>
            <a:chOff x="352" y="2881"/>
            <a:chExt cx="4819" cy="383"/>
          </a:xfrm>
        </p:grpSpPr>
        <p:sp>
          <p:nvSpPr>
            <p:cNvPr id="89" name="Line 14">
              <a:extLst>
                <a:ext uri="{FF2B5EF4-FFF2-40B4-BE49-F238E27FC236}">
                  <a16:creationId xmlns:a16="http://schemas.microsoft.com/office/drawing/2014/main" id="{626F4139-DDF5-4C10-BCB2-0BCA6305AF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3" y="3009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Line 15">
              <a:extLst>
                <a:ext uri="{FF2B5EF4-FFF2-40B4-BE49-F238E27FC236}">
                  <a16:creationId xmlns:a16="http://schemas.microsoft.com/office/drawing/2014/main" id="{BBEAB2D0-95E0-93EB-B8DB-59874F0053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3" y="3157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16">
              <a:extLst>
                <a:ext uri="{FF2B5EF4-FFF2-40B4-BE49-F238E27FC236}">
                  <a16:creationId xmlns:a16="http://schemas.microsoft.com/office/drawing/2014/main" id="{6FD3A2B4-6613-239A-4FAE-2F9C660234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5" y="3082"/>
              <a:ext cx="2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AutoShape 17">
              <a:extLst>
                <a:ext uri="{FF2B5EF4-FFF2-40B4-BE49-F238E27FC236}">
                  <a16:creationId xmlns:a16="http://schemas.microsoft.com/office/drawing/2014/main" id="{DF0A6A46-7134-FD2C-9804-E79BC207D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3" y="2890"/>
              <a:ext cx="340" cy="374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93" name="Oval 18">
              <a:extLst>
                <a:ext uri="{FF2B5EF4-FFF2-40B4-BE49-F238E27FC236}">
                  <a16:creationId xmlns:a16="http://schemas.microsoft.com/office/drawing/2014/main" id="{7091DFFB-D5EB-88BD-8980-4470F8F28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2" y="2956"/>
              <a:ext cx="90" cy="8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94" name="Line 19">
              <a:extLst>
                <a:ext uri="{FF2B5EF4-FFF2-40B4-BE49-F238E27FC236}">
                  <a16:creationId xmlns:a16="http://schemas.microsoft.com/office/drawing/2014/main" id="{E934D6BB-42F2-53BC-E480-CC823FCF90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" y="2990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Line 20">
              <a:extLst>
                <a:ext uri="{FF2B5EF4-FFF2-40B4-BE49-F238E27FC236}">
                  <a16:creationId xmlns:a16="http://schemas.microsoft.com/office/drawing/2014/main" id="{AF76EF6E-CE46-F006-87EB-480A547C9B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" y="3165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21">
              <a:extLst>
                <a:ext uri="{FF2B5EF4-FFF2-40B4-BE49-F238E27FC236}">
                  <a16:creationId xmlns:a16="http://schemas.microsoft.com/office/drawing/2014/main" id="{B7329831-CE09-F226-53A5-2466966AF2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1" y="3082"/>
              <a:ext cx="2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Oval 22">
              <a:extLst>
                <a:ext uri="{FF2B5EF4-FFF2-40B4-BE49-F238E27FC236}">
                  <a16:creationId xmlns:a16="http://schemas.microsoft.com/office/drawing/2014/main" id="{5EF67556-DDB4-FA5C-711D-A7220DD7D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5" y="3037"/>
              <a:ext cx="90" cy="9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98" name="AutoShape 23">
              <a:extLst>
                <a:ext uri="{FF2B5EF4-FFF2-40B4-BE49-F238E27FC236}">
                  <a16:creationId xmlns:a16="http://schemas.microsoft.com/office/drawing/2014/main" id="{89E4E6C2-6BC3-4728-DC0D-2B80573DC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9" y="2970"/>
              <a:ext cx="499" cy="204"/>
            </a:xfrm>
            <a:prstGeom prst="leftRightArrow">
              <a:avLst>
                <a:gd name="adj1" fmla="val 50000"/>
                <a:gd name="adj2" fmla="val 48922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99" name="Oval 24">
              <a:extLst>
                <a:ext uri="{FF2B5EF4-FFF2-40B4-BE49-F238E27FC236}">
                  <a16:creationId xmlns:a16="http://schemas.microsoft.com/office/drawing/2014/main" id="{C810DD6D-D4B7-F851-7A96-C21606B98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106"/>
              <a:ext cx="90" cy="8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grpSp>
          <p:nvGrpSpPr>
            <p:cNvPr id="100" name="Group 25">
              <a:extLst>
                <a:ext uri="{FF2B5EF4-FFF2-40B4-BE49-F238E27FC236}">
                  <a16:creationId xmlns:a16="http://schemas.microsoft.com/office/drawing/2014/main" id="{B80FD62C-5F54-3BA3-29EE-96F458AE81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97" y="2912"/>
              <a:ext cx="1274" cy="330"/>
              <a:chOff x="509" y="1661"/>
              <a:chExt cx="1274" cy="330"/>
            </a:xfrm>
          </p:grpSpPr>
          <p:sp>
            <p:nvSpPr>
              <p:cNvPr id="107" name="Text Box 26">
                <a:extLst>
                  <a:ext uri="{FF2B5EF4-FFF2-40B4-BE49-F238E27FC236}">
                    <a16:creationId xmlns:a16="http://schemas.microsoft.com/office/drawing/2014/main" id="{5B2C4FF7-EC94-1533-47D7-C47AAA350B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9" y="1664"/>
                <a:ext cx="127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Aft>
                    <a:spcPct val="20000"/>
                  </a:spcAft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Aft>
                    <a:spcPct val="20000"/>
                  </a:spcAft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Aft>
                    <a:spcPct val="20000"/>
                  </a:spcAft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Aft>
                    <a:spcPct val="2000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2000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Aft>
                    <a:spcPct val="0"/>
                  </a:spcAft>
                  <a:buFontTx/>
                  <a:buNone/>
                </a:pPr>
                <a:r>
                  <a:rPr lang="en-US" altLang="zh-CN">
                    <a:latin typeface="Times New Roman" panose="02020603050405020304" pitchFamily="18" charset="0"/>
                  </a:rPr>
                  <a:t>A+B = A </a:t>
                </a:r>
                <a:r>
                  <a:rPr kumimoji="1" lang="en-US" altLang="zh-CN" sz="2000"/>
                  <a:t>•</a:t>
                </a:r>
                <a:r>
                  <a:rPr lang="en-US" altLang="zh-CN">
                    <a:latin typeface="Times New Roman" panose="02020603050405020304" pitchFamily="18" charset="0"/>
                  </a:rPr>
                  <a:t> B</a:t>
                </a:r>
              </a:p>
            </p:txBody>
          </p:sp>
          <p:sp>
            <p:nvSpPr>
              <p:cNvPr id="108" name="Line 27">
                <a:extLst>
                  <a:ext uri="{FF2B5EF4-FFF2-40B4-BE49-F238E27FC236}">
                    <a16:creationId xmlns:a16="http://schemas.microsoft.com/office/drawing/2014/main" id="{72A0DA26-8970-B394-192F-8F90C6EA80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7" y="1729"/>
                <a:ext cx="15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Line 28">
                <a:extLst>
                  <a:ext uri="{FF2B5EF4-FFF2-40B4-BE49-F238E27FC236}">
                    <a16:creationId xmlns:a16="http://schemas.microsoft.com/office/drawing/2014/main" id="{116ED4B1-F5EA-A047-C00B-C0107288CA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3" y="1729"/>
                <a:ext cx="18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Line 29">
                <a:extLst>
                  <a:ext uri="{FF2B5EF4-FFF2-40B4-BE49-F238E27FC236}">
                    <a16:creationId xmlns:a16="http://schemas.microsoft.com/office/drawing/2014/main" id="{C6BE4B90-1F57-367F-1850-AEFEEEAC53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8" y="1661"/>
                <a:ext cx="49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1" name="Group 96">
              <a:extLst>
                <a:ext uri="{FF2B5EF4-FFF2-40B4-BE49-F238E27FC236}">
                  <a16:creationId xmlns:a16="http://schemas.microsoft.com/office/drawing/2014/main" id="{7F8FE5D4-59AF-CCD5-BA9E-193A9F8B2F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2" y="2881"/>
              <a:ext cx="904" cy="378"/>
              <a:chOff x="986" y="3158"/>
              <a:chExt cx="1671" cy="658"/>
            </a:xfrm>
          </p:grpSpPr>
          <p:sp>
            <p:nvSpPr>
              <p:cNvPr id="102" name="Arc 97">
                <a:extLst>
                  <a:ext uri="{FF2B5EF4-FFF2-40B4-BE49-F238E27FC236}">
                    <a16:creationId xmlns:a16="http://schemas.microsoft.com/office/drawing/2014/main" id="{6795625B-0284-AC27-FD98-544C512461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7" y="3159"/>
                <a:ext cx="480" cy="657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" name="Arc 98">
                <a:extLst>
                  <a:ext uri="{FF2B5EF4-FFF2-40B4-BE49-F238E27FC236}">
                    <a16:creationId xmlns:a16="http://schemas.microsoft.com/office/drawing/2014/main" id="{AC808630-AB55-E5A7-CEC4-C320A834AAA9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183" y="3159"/>
                <a:ext cx="470" cy="657"/>
              </a:xfrm>
              <a:custGeom>
                <a:avLst/>
                <a:gdLst>
                  <a:gd name="T0" fmla="*/ 0 w 18607"/>
                  <a:gd name="T1" fmla="*/ 0 h 21600"/>
                  <a:gd name="T2" fmla="*/ 0 w 18607"/>
                  <a:gd name="T3" fmla="*/ 0 h 21600"/>
                  <a:gd name="T4" fmla="*/ 0 w 1860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8607"/>
                  <a:gd name="T10" fmla="*/ 0 h 21600"/>
                  <a:gd name="T11" fmla="*/ 18607 w 1860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607" h="21600" fill="none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</a:path>
                  <a:path w="18607" h="21600" stroke="0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zh-CN" altLang="en-US"/>
              </a:p>
            </p:txBody>
          </p:sp>
          <p:sp>
            <p:nvSpPr>
              <p:cNvPr id="104" name="Arc 99">
                <a:extLst>
                  <a:ext uri="{FF2B5EF4-FFF2-40B4-BE49-F238E27FC236}">
                    <a16:creationId xmlns:a16="http://schemas.microsoft.com/office/drawing/2014/main" id="{9359A574-60CF-EB27-F911-519D52097BDC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174" y="2973"/>
                <a:ext cx="655" cy="1032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" name="Line 100">
                <a:extLst>
                  <a:ext uri="{FF2B5EF4-FFF2-40B4-BE49-F238E27FC236}">
                    <a16:creationId xmlns:a16="http://schemas.microsoft.com/office/drawing/2014/main" id="{0CD45036-101F-8CAE-FEEC-ABB21C7313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816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Line 101">
                <a:extLst>
                  <a:ext uri="{FF2B5EF4-FFF2-40B4-BE49-F238E27FC236}">
                    <a16:creationId xmlns:a16="http://schemas.microsoft.com/office/drawing/2014/main" id="{AD749225-4BF4-EC03-1C20-239D00D2D7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158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60062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EE464C-373A-F346-ED2D-768EE70EF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逻辑电路等效变换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E07B67-B531-3E22-A7C2-D82C1DC7C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利用逻辑门的等效符号，对逻辑电路进行变换</a:t>
            </a:r>
            <a:endParaRPr lang="en-US" altLang="zh-CN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AFFC5B6-29E3-BC7C-9932-C80D3A0B5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5. </a:t>
            </a:r>
            <a:r>
              <a:rPr lang="zh-CN" altLang="en-US"/>
              <a:t>组合逻辑电路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24E7CF-B78B-6C25-AD0F-BFEAE1A1A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11</a:t>
            </a:fld>
            <a:r>
              <a:rPr lang="en-US" altLang="zh-CN" dirty="0"/>
              <a:t>/13</a:t>
            </a:r>
            <a:endParaRPr lang="en-US" dirty="0"/>
          </a:p>
        </p:txBody>
      </p:sp>
      <p:grpSp>
        <p:nvGrpSpPr>
          <p:cNvPr id="6" name="Group 31">
            <a:extLst>
              <a:ext uri="{FF2B5EF4-FFF2-40B4-BE49-F238E27FC236}">
                <a16:creationId xmlns:a16="http://schemas.microsoft.com/office/drawing/2014/main" id="{73737937-1889-3C8B-0002-810F7A7FDE9A}"/>
              </a:ext>
            </a:extLst>
          </p:cNvPr>
          <p:cNvGrpSpPr>
            <a:grpSpLocks/>
          </p:cNvGrpSpPr>
          <p:nvPr/>
        </p:nvGrpSpPr>
        <p:grpSpPr bwMode="auto">
          <a:xfrm>
            <a:off x="526773" y="1393059"/>
            <a:ext cx="3017838" cy="1655763"/>
            <a:chOff x="449" y="935"/>
            <a:chExt cx="1901" cy="1043"/>
          </a:xfrm>
        </p:grpSpPr>
        <p:sp>
          <p:nvSpPr>
            <p:cNvPr id="7" name="Line 32">
              <a:extLst>
                <a:ext uri="{FF2B5EF4-FFF2-40B4-BE49-F238E27FC236}">
                  <a16:creationId xmlns:a16="http://schemas.microsoft.com/office/drawing/2014/main" id="{242A03FD-2B94-A425-D27F-CCCA27FB39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" y="1061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33">
              <a:extLst>
                <a:ext uri="{FF2B5EF4-FFF2-40B4-BE49-F238E27FC236}">
                  <a16:creationId xmlns:a16="http://schemas.microsoft.com/office/drawing/2014/main" id="{8F0E9D00-66CF-2455-4C86-02946C179F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" y="1241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34">
              <a:extLst>
                <a:ext uri="{FF2B5EF4-FFF2-40B4-BE49-F238E27FC236}">
                  <a16:creationId xmlns:a16="http://schemas.microsoft.com/office/drawing/2014/main" id="{AF07F805-C697-5FD9-AEB8-0F063ECC4B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6" y="1150"/>
              <a:ext cx="2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AutoShape 35">
              <a:extLst>
                <a:ext uri="{FF2B5EF4-FFF2-40B4-BE49-F238E27FC236}">
                  <a16:creationId xmlns:a16="http://schemas.microsoft.com/office/drawing/2014/main" id="{15FFFF4D-FB42-C516-5ADA-6D401B6D1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" y="958"/>
              <a:ext cx="340" cy="374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1" name="Line 36">
              <a:extLst>
                <a:ext uri="{FF2B5EF4-FFF2-40B4-BE49-F238E27FC236}">
                  <a16:creationId xmlns:a16="http://schemas.microsoft.com/office/drawing/2014/main" id="{F1FC153B-6843-3660-ECEA-DE3B59EE66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8" y="1357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37">
              <a:extLst>
                <a:ext uri="{FF2B5EF4-FFF2-40B4-BE49-F238E27FC236}">
                  <a16:creationId xmlns:a16="http://schemas.microsoft.com/office/drawing/2014/main" id="{1D6D92A1-CD7A-B278-51BB-E75E8984E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6" y="1548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38">
              <a:extLst>
                <a:ext uri="{FF2B5EF4-FFF2-40B4-BE49-F238E27FC236}">
                  <a16:creationId xmlns:a16="http://schemas.microsoft.com/office/drawing/2014/main" id="{2BD956D0-1304-C893-84CD-986726BC6A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1" y="1457"/>
              <a:ext cx="2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39">
              <a:extLst>
                <a:ext uri="{FF2B5EF4-FFF2-40B4-BE49-F238E27FC236}">
                  <a16:creationId xmlns:a16="http://schemas.microsoft.com/office/drawing/2014/main" id="{5E98F407-C5A4-4C35-00A6-E27F6A9557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" y="1685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40">
              <a:extLst>
                <a:ext uri="{FF2B5EF4-FFF2-40B4-BE49-F238E27FC236}">
                  <a16:creationId xmlns:a16="http://schemas.microsoft.com/office/drawing/2014/main" id="{DB09114E-CD1A-EF02-ED28-CA9C6F43DE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" y="1865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41">
              <a:extLst>
                <a:ext uri="{FF2B5EF4-FFF2-40B4-BE49-F238E27FC236}">
                  <a16:creationId xmlns:a16="http://schemas.microsoft.com/office/drawing/2014/main" id="{F6417747-01E9-1EA0-D8B5-CA22EE80F8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6" y="1774"/>
              <a:ext cx="2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AutoShape 42">
              <a:extLst>
                <a:ext uri="{FF2B5EF4-FFF2-40B4-BE49-F238E27FC236}">
                  <a16:creationId xmlns:a16="http://schemas.microsoft.com/office/drawing/2014/main" id="{E586FB60-2BB8-8682-693D-ED21A49D97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" y="1582"/>
              <a:ext cx="340" cy="374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8" name="Line 43">
              <a:extLst>
                <a:ext uri="{FF2B5EF4-FFF2-40B4-BE49-F238E27FC236}">
                  <a16:creationId xmlns:a16="http://schemas.microsoft.com/office/drawing/2014/main" id="{6F0BFAD2-0D73-09AC-1F25-B6AC19126E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06" y="1547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44">
              <a:extLst>
                <a:ext uri="{FF2B5EF4-FFF2-40B4-BE49-F238E27FC236}">
                  <a16:creationId xmlns:a16="http://schemas.microsoft.com/office/drawing/2014/main" id="{0478137D-EE0C-F034-BEC9-DD20B23AD0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06" y="1139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 Box 45">
              <a:extLst>
                <a:ext uri="{FF2B5EF4-FFF2-40B4-BE49-F238E27FC236}">
                  <a16:creationId xmlns:a16="http://schemas.microsoft.com/office/drawing/2014/main" id="{1324AA8D-D53D-3F0A-7D2A-145C3CE0F5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935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endParaRPr kumimoji="1" lang="en-US" altLang="zh-CN" sz="240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1" name="Text Box 46">
              <a:extLst>
                <a:ext uri="{FF2B5EF4-FFF2-40B4-BE49-F238E27FC236}">
                  <a16:creationId xmlns:a16="http://schemas.microsoft.com/office/drawing/2014/main" id="{B3497868-6955-9139-E7D9-9483A58B43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1" y="1185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endParaRPr kumimoji="1" lang="en-US" altLang="zh-CN" sz="240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" name="Text Box 47">
              <a:extLst>
                <a:ext uri="{FF2B5EF4-FFF2-40B4-BE49-F238E27FC236}">
                  <a16:creationId xmlns:a16="http://schemas.microsoft.com/office/drawing/2014/main" id="{BDD9A8AC-E377-EFF0-F9ED-9E1D7C1C70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1139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kumimoji="1" lang="en-US" altLang="zh-CN" sz="240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3" name="Text Box 48">
              <a:extLst>
                <a:ext uri="{FF2B5EF4-FFF2-40B4-BE49-F238E27FC236}">
                  <a16:creationId xmlns:a16="http://schemas.microsoft.com/office/drawing/2014/main" id="{3EBFB334-1931-77B8-5213-F983764DB3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" y="1567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kumimoji="1" lang="en-US" altLang="zh-CN" sz="240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4" name="Text Box 49">
              <a:extLst>
                <a:ext uri="{FF2B5EF4-FFF2-40B4-BE49-F238E27FC236}">
                  <a16:creationId xmlns:a16="http://schemas.microsoft.com/office/drawing/2014/main" id="{6C1504D0-B907-60A9-27D7-AB05116540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" y="1771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endParaRPr kumimoji="1" lang="en-US" altLang="zh-CN" sz="240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25" name="Group 50">
              <a:extLst>
                <a:ext uri="{FF2B5EF4-FFF2-40B4-BE49-F238E27FC236}">
                  <a16:creationId xmlns:a16="http://schemas.microsoft.com/office/drawing/2014/main" id="{DFA9169A-6FA0-5518-409B-38C094C633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4" y="1248"/>
              <a:ext cx="904" cy="412"/>
              <a:chOff x="986" y="3158"/>
              <a:chExt cx="1671" cy="658"/>
            </a:xfrm>
          </p:grpSpPr>
          <p:sp>
            <p:nvSpPr>
              <p:cNvPr id="26" name="Arc 51">
                <a:extLst>
                  <a:ext uri="{FF2B5EF4-FFF2-40B4-BE49-F238E27FC236}">
                    <a16:creationId xmlns:a16="http://schemas.microsoft.com/office/drawing/2014/main" id="{5A03112B-86BA-A235-311B-D3C6A42D09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7" y="3159"/>
                <a:ext cx="480" cy="657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Arc 52">
                <a:extLst>
                  <a:ext uri="{FF2B5EF4-FFF2-40B4-BE49-F238E27FC236}">
                    <a16:creationId xmlns:a16="http://schemas.microsoft.com/office/drawing/2014/main" id="{631F44E4-AAF0-02C0-B745-6DC492947F3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183" y="3159"/>
                <a:ext cx="470" cy="657"/>
              </a:xfrm>
              <a:custGeom>
                <a:avLst/>
                <a:gdLst>
                  <a:gd name="T0" fmla="*/ 0 w 18607"/>
                  <a:gd name="T1" fmla="*/ 0 h 21600"/>
                  <a:gd name="T2" fmla="*/ 0 w 18607"/>
                  <a:gd name="T3" fmla="*/ 0 h 21600"/>
                  <a:gd name="T4" fmla="*/ 0 w 1860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8607"/>
                  <a:gd name="T10" fmla="*/ 0 h 21600"/>
                  <a:gd name="T11" fmla="*/ 18607 w 1860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607" h="21600" fill="none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</a:path>
                  <a:path w="18607" h="21600" stroke="0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zh-CN" altLang="en-US"/>
              </a:p>
            </p:txBody>
          </p:sp>
          <p:sp>
            <p:nvSpPr>
              <p:cNvPr id="28" name="Arc 53">
                <a:extLst>
                  <a:ext uri="{FF2B5EF4-FFF2-40B4-BE49-F238E27FC236}">
                    <a16:creationId xmlns:a16="http://schemas.microsoft.com/office/drawing/2014/main" id="{2672855A-31A2-17D5-EDEA-EDDA95A1B5B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174" y="2973"/>
                <a:ext cx="655" cy="1032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Line 54">
                <a:extLst>
                  <a:ext uri="{FF2B5EF4-FFF2-40B4-BE49-F238E27FC236}">
                    <a16:creationId xmlns:a16="http://schemas.microsoft.com/office/drawing/2014/main" id="{A30F7BA9-3274-A508-3323-6BC3F37767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816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Line 55">
                <a:extLst>
                  <a:ext uri="{FF2B5EF4-FFF2-40B4-BE49-F238E27FC236}">
                    <a16:creationId xmlns:a16="http://schemas.microsoft.com/office/drawing/2014/main" id="{830D84FC-0342-572C-AB26-667DF8AEB6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158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31" name="Group 56">
            <a:extLst>
              <a:ext uri="{FF2B5EF4-FFF2-40B4-BE49-F238E27FC236}">
                <a16:creationId xmlns:a16="http://schemas.microsoft.com/office/drawing/2014/main" id="{A88DF1EF-9A1E-FB10-0427-D8E80A50B4DA}"/>
              </a:ext>
            </a:extLst>
          </p:cNvPr>
          <p:cNvGrpSpPr>
            <a:grpSpLocks/>
          </p:cNvGrpSpPr>
          <p:nvPr/>
        </p:nvGrpSpPr>
        <p:grpSpPr bwMode="auto">
          <a:xfrm>
            <a:off x="5813171" y="1267535"/>
            <a:ext cx="3262312" cy="1655763"/>
            <a:chOff x="3016" y="1003"/>
            <a:chExt cx="2055" cy="1043"/>
          </a:xfrm>
        </p:grpSpPr>
        <p:sp>
          <p:nvSpPr>
            <p:cNvPr id="32" name="Oval 57">
              <a:extLst>
                <a:ext uri="{FF2B5EF4-FFF2-40B4-BE49-F238E27FC236}">
                  <a16:creationId xmlns:a16="http://schemas.microsoft.com/office/drawing/2014/main" id="{83E62434-A4EC-1E30-F98E-A9731A575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" y="1161"/>
              <a:ext cx="90" cy="8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33" name="Line 58">
              <a:extLst>
                <a:ext uri="{FF2B5EF4-FFF2-40B4-BE49-F238E27FC236}">
                  <a16:creationId xmlns:a16="http://schemas.microsoft.com/office/drawing/2014/main" id="{C9BAE161-A8AF-FD63-3254-DA91D7DF70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8" y="1126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59">
              <a:extLst>
                <a:ext uri="{FF2B5EF4-FFF2-40B4-BE49-F238E27FC236}">
                  <a16:creationId xmlns:a16="http://schemas.microsoft.com/office/drawing/2014/main" id="{E5493BF5-9EFE-3BF5-656C-9B614CCE66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8" y="1306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60">
              <a:extLst>
                <a:ext uri="{FF2B5EF4-FFF2-40B4-BE49-F238E27FC236}">
                  <a16:creationId xmlns:a16="http://schemas.microsoft.com/office/drawing/2014/main" id="{4EEDD350-3C30-977E-9B62-111C888B0B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0" y="1215"/>
              <a:ext cx="2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AutoShape 61">
              <a:extLst>
                <a:ext uri="{FF2B5EF4-FFF2-40B4-BE49-F238E27FC236}">
                  <a16:creationId xmlns:a16="http://schemas.microsoft.com/office/drawing/2014/main" id="{6B2417B4-BF0B-B9A5-D288-F6EEA50F2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9" y="1023"/>
              <a:ext cx="340" cy="374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37" name="Line 62">
              <a:extLst>
                <a:ext uri="{FF2B5EF4-FFF2-40B4-BE49-F238E27FC236}">
                  <a16:creationId xmlns:a16="http://schemas.microsoft.com/office/drawing/2014/main" id="{25905FA1-E4BA-E6E5-F04A-992BA5B350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2" y="1422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63">
              <a:extLst>
                <a:ext uri="{FF2B5EF4-FFF2-40B4-BE49-F238E27FC236}">
                  <a16:creationId xmlns:a16="http://schemas.microsoft.com/office/drawing/2014/main" id="{545F4717-F93A-A524-7334-0FE82169E6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1613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64">
              <a:extLst>
                <a:ext uri="{FF2B5EF4-FFF2-40B4-BE49-F238E27FC236}">
                  <a16:creationId xmlns:a16="http://schemas.microsoft.com/office/drawing/2014/main" id="{E7496E9D-F9E6-EE5F-414F-AF275BFC86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525"/>
              <a:ext cx="2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65">
              <a:extLst>
                <a:ext uri="{FF2B5EF4-FFF2-40B4-BE49-F238E27FC236}">
                  <a16:creationId xmlns:a16="http://schemas.microsoft.com/office/drawing/2014/main" id="{428225E7-4759-2093-073F-318ED0E639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8" y="1750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66">
              <a:extLst>
                <a:ext uri="{FF2B5EF4-FFF2-40B4-BE49-F238E27FC236}">
                  <a16:creationId xmlns:a16="http://schemas.microsoft.com/office/drawing/2014/main" id="{31404646-3678-B99B-A574-49C6CE3A60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8" y="1930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Line 67">
              <a:extLst>
                <a:ext uri="{FF2B5EF4-FFF2-40B4-BE49-F238E27FC236}">
                  <a16:creationId xmlns:a16="http://schemas.microsoft.com/office/drawing/2014/main" id="{D1F8D39D-3755-B2EB-0E1E-1927F20D6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0" y="1839"/>
              <a:ext cx="2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AutoShape 68">
              <a:extLst>
                <a:ext uri="{FF2B5EF4-FFF2-40B4-BE49-F238E27FC236}">
                  <a16:creationId xmlns:a16="http://schemas.microsoft.com/office/drawing/2014/main" id="{86DA28B8-E087-D91C-45C7-49420B591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9" y="1647"/>
              <a:ext cx="340" cy="374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44" name="Line 69">
              <a:extLst>
                <a:ext uri="{FF2B5EF4-FFF2-40B4-BE49-F238E27FC236}">
                  <a16:creationId xmlns:a16="http://schemas.microsoft.com/office/drawing/2014/main" id="{55D075CD-5BA1-2E43-66AF-95895387C1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50" y="1612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70">
              <a:extLst>
                <a:ext uri="{FF2B5EF4-FFF2-40B4-BE49-F238E27FC236}">
                  <a16:creationId xmlns:a16="http://schemas.microsoft.com/office/drawing/2014/main" id="{3D2946BE-B559-96D4-35C6-0E5D4B42D5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50" y="1204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Oval 71">
              <a:extLst>
                <a:ext uri="{FF2B5EF4-FFF2-40B4-BE49-F238E27FC236}">
                  <a16:creationId xmlns:a16="http://schemas.microsoft.com/office/drawing/2014/main" id="{9593D1D1-2ECC-83C5-003A-A435865EF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" y="1794"/>
              <a:ext cx="90" cy="8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47" name="Text Box 72">
              <a:extLst>
                <a:ext uri="{FF2B5EF4-FFF2-40B4-BE49-F238E27FC236}">
                  <a16:creationId xmlns:a16="http://schemas.microsoft.com/office/drawing/2014/main" id="{2D466B01-0856-B3CB-D838-EEA76E302A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9" y="1003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endParaRPr kumimoji="1" lang="en-US" altLang="zh-CN" sz="240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8" name="Text Box 73">
              <a:extLst>
                <a:ext uri="{FF2B5EF4-FFF2-40B4-BE49-F238E27FC236}">
                  <a16:creationId xmlns:a16="http://schemas.microsoft.com/office/drawing/2014/main" id="{FF19B773-337D-4DAE-BD65-96DE75C858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9" y="1207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kumimoji="1" lang="en-US" altLang="zh-CN" sz="240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9" name="Text Box 74">
              <a:extLst>
                <a:ext uri="{FF2B5EF4-FFF2-40B4-BE49-F238E27FC236}">
                  <a16:creationId xmlns:a16="http://schemas.microsoft.com/office/drawing/2014/main" id="{C13243E0-AA84-4D72-54EF-6186989787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6" y="1635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kumimoji="1" lang="en-US" altLang="zh-CN" sz="240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0" name="Text Box 75">
              <a:extLst>
                <a:ext uri="{FF2B5EF4-FFF2-40B4-BE49-F238E27FC236}">
                  <a16:creationId xmlns:a16="http://schemas.microsoft.com/office/drawing/2014/main" id="{1692DFC7-4A02-D311-4D41-C6F9EF9F1D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6" y="1839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endParaRPr kumimoji="1" lang="en-US" altLang="zh-CN" sz="240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1" name="Text Box 76">
              <a:extLst>
                <a:ext uri="{FF2B5EF4-FFF2-40B4-BE49-F238E27FC236}">
                  <a16:creationId xmlns:a16="http://schemas.microsoft.com/office/drawing/2014/main" id="{57DC1076-15FA-DEBC-DE08-8F54D0C6AA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9" y="1249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endParaRPr kumimoji="1" lang="en-US" altLang="zh-CN" sz="240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52" name="Group 77">
              <a:extLst>
                <a:ext uri="{FF2B5EF4-FFF2-40B4-BE49-F238E27FC236}">
                  <a16:creationId xmlns:a16="http://schemas.microsoft.com/office/drawing/2014/main" id="{EE27BEC1-565A-7AB8-397D-537FF2D2C4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98" y="1299"/>
              <a:ext cx="904" cy="428"/>
              <a:chOff x="986" y="3158"/>
              <a:chExt cx="1671" cy="658"/>
            </a:xfrm>
          </p:grpSpPr>
          <p:sp>
            <p:nvSpPr>
              <p:cNvPr id="55" name="Arc 78">
                <a:extLst>
                  <a:ext uri="{FF2B5EF4-FFF2-40B4-BE49-F238E27FC236}">
                    <a16:creationId xmlns:a16="http://schemas.microsoft.com/office/drawing/2014/main" id="{0ACDE2A7-912C-D064-0B7A-DC61B57D9A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7" y="3159"/>
                <a:ext cx="480" cy="657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" name="Arc 79">
                <a:extLst>
                  <a:ext uri="{FF2B5EF4-FFF2-40B4-BE49-F238E27FC236}">
                    <a16:creationId xmlns:a16="http://schemas.microsoft.com/office/drawing/2014/main" id="{E6C36FE1-74E7-3870-18EF-D8F13BB126C7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183" y="3159"/>
                <a:ext cx="470" cy="657"/>
              </a:xfrm>
              <a:custGeom>
                <a:avLst/>
                <a:gdLst>
                  <a:gd name="T0" fmla="*/ 0 w 18607"/>
                  <a:gd name="T1" fmla="*/ 0 h 21600"/>
                  <a:gd name="T2" fmla="*/ 0 w 18607"/>
                  <a:gd name="T3" fmla="*/ 0 h 21600"/>
                  <a:gd name="T4" fmla="*/ 0 w 1860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8607"/>
                  <a:gd name="T10" fmla="*/ 0 h 21600"/>
                  <a:gd name="T11" fmla="*/ 18607 w 1860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607" h="21600" fill="none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</a:path>
                  <a:path w="18607" h="21600" stroke="0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zh-CN" altLang="en-US"/>
              </a:p>
            </p:txBody>
          </p:sp>
          <p:sp>
            <p:nvSpPr>
              <p:cNvPr id="57" name="Arc 80">
                <a:extLst>
                  <a:ext uri="{FF2B5EF4-FFF2-40B4-BE49-F238E27FC236}">
                    <a16:creationId xmlns:a16="http://schemas.microsoft.com/office/drawing/2014/main" id="{D0316EA8-C4F1-FD3C-7753-B3D5AACC270A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174" y="2973"/>
                <a:ext cx="655" cy="1032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" name="Line 81">
                <a:extLst>
                  <a:ext uri="{FF2B5EF4-FFF2-40B4-BE49-F238E27FC236}">
                    <a16:creationId xmlns:a16="http://schemas.microsoft.com/office/drawing/2014/main" id="{9A1B897A-E6D4-923B-833E-B07294F378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816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Line 82">
                <a:extLst>
                  <a:ext uri="{FF2B5EF4-FFF2-40B4-BE49-F238E27FC236}">
                    <a16:creationId xmlns:a16="http://schemas.microsoft.com/office/drawing/2014/main" id="{7C4FBCE5-D9C2-26CA-8FB2-32A70C3005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158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" name="Oval 83">
              <a:extLst>
                <a:ext uri="{FF2B5EF4-FFF2-40B4-BE49-F238E27FC236}">
                  <a16:creationId xmlns:a16="http://schemas.microsoft.com/office/drawing/2014/main" id="{5C0F8B04-3843-8440-8867-A4A2F84BF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4" y="1374"/>
              <a:ext cx="90" cy="89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54" name="Oval 84">
              <a:extLst>
                <a:ext uri="{FF2B5EF4-FFF2-40B4-BE49-F238E27FC236}">
                  <a16:creationId xmlns:a16="http://schemas.microsoft.com/office/drawing/2014/main" id="{B40F1ACB-836E-3FF7-A600-34655D95E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" y="1570"/>
              <a:ext cx="90" cy="89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</p:grpSp>
      <p:grpSp>
        <p:nvGrpSpPr>
          <p:cNvPr id="60" name="Group 4">
            <a:extLst>
              <a:ext uri="{FF2B5EF4-FFF2-40B4-BE49-F238E27FC236}">
                <a16:creationId xmlns:a16="http://schemas.microsoft.com/office/drawing/2014/main" id="{F702F81F-D28F-6811-0EF7-409547EBA627}"/>
              </a:ext>
            </a:extLst>
          </p:cNvPr>
          <p:cNvGrpSpPr>
            <a:grpSpLocks/>
          </p:cNvGrpSpPr>
          <p:nvPr/>
        </p:nvGrpSpPr>
        <p:grpSpPr bwMode="auto">
          <a:xfrm>
            <a:off x="5578979" y="4524893"/>
            <a:ext cx="3279775" cy="1655763"/>
            <a:chOff x="385" y="2889"/>
            <a:chExt cx="2066" cy="1043"/>
          </a:xfrm>
        </p:grpSpPr>
        <p:sp>
          <p:nvSpPr>
            <p:cNvPr id="61" name="Oval 5">
              <a:extLst>
                <a:ext uri="{FF2B5EF4-FFF2-40B4-BE49-F238E27FC236}">
                  <a16:creationId xmlns:a16="http://schemas.microsoft.com/office/drawing/2014/main" id="{D24E6011-40C9-2F1C-EA60-527C3EAE0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8" y="3047"/>
              <a:ext cx="90" cy="8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62" name="Line 6">
              <a:extLst>
                <a:ext uri="{FF2B5EF4-FFF2-40B4-BE49-F238E27FC236}">
                  <a16:creationId xmlns:a16="http://schemas.microsoft.com/office/drawing/2014/main" id="{9E3081A3-0A43-6192-01FC-3CCB3F6D2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" y="3012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7">
              <a:extLst>
                <a:ext uri="{FF2B5EF4-FFF2-40B4-BE49-F238E27FC236}">
                  <a16:creationId xmlns:a16="http://schemas.microsoft.com/office/drawing/2014/main" id="{289B1845-0A1B-493F-69BF-FE63766C90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" y="3192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8">
              <a:extLst>
                <a:ext uri="{FF2B5EF4-FFF2-40B4-BE49-F238E27FC236}">
                  <a16:creationId xmlns:a16="http://schemas.microsoft.com/office/drawing/2014/main" id="{E5DEAC0E-E31E-7B21-2769-01A7706856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9" y="3101"/>
              <a:ext cx="2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AutoShape 9">
              <a:extLst>
                <a:ext uri="{FF2B5EF4-FFF2-40B4-BE49-F238E27FC236}">
                  <a16:creationId xmlns:a16="http://schemas.microsoft.com/office/drawing/2014/main" id="{6DBC4601-4D0E-BCCD-FC5B-27601A491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" y="2909"/>
              <a:ext cx="340" cy="374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66" name="Line 10">
              <a:extLst>
                <a:ext uri="{FF2B5EF4-FFF2-40B4-BE49-F238E27FC236}">
                  <a16:creationId xmlns:a16="http://schemas.microsoft.com/office/drawing/2014/main" id="{BAEB3C50-F916-22F5-C4A9-C966D3518A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1" y="3308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11">
              <a:extLst>
                <a:ext uri="{FF2B5EF4-FFF2-40B4-BE49-F238E27FC236}">
                  <a16:creationId xmlns:a16="http://schemas.microsoft.com/office/drawing/2014/main" id="{9AB98B69-B867-1298-62B2-731859748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3499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12">
              <a:extLst>
                <a:ext uri="{FF2B5EF4-FFF2-40B4-BE49-F238E27FC236}">
                  <a16:creationId xmlns:a16="http://schemas.microsoft.com/office/drawing/2014/main" id="{9A20AF56-6E46-6ABF-CCA1-A6183454C0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2" y="3408"/>
              <a:ext cx="2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13">
              <a:extLst>
                <a:ext uri="{FF2B5EF4-FFF2-40B4-BE49-F238E27FC236}">
                  <a16:creationId xmlns:a16="http://schemas.microsoft.com/office/drawing/2014/main" id="{D9113E75-A6FC-EADC-55AB-98445FD0B3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" y="3636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Line 14">
              <a:extLst>
                <a:ext uri="{FF2B5EF4-FFF2-40B4-BE49-F238E27FC236}">
                  <a16:creationId xmlns:a16="http://schemas.microsoft.com/office/drawing/2014/main" id="{4F136286-5308-73AD-9965-C2BB352F43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" y="3816"/>
              <a:ext cx="25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Line 15">
              <a:extLst>
                <a:ext uri="{FF2B5EF4-FFF2-40B4-BE49-F238E27FC236}">
                  <a16:creationId xmlns:a16="http://schemas.microsoft.com/office/drawing/2014/main" id="{40907126-2C19-6AEB-1AF9-D0593E9CB1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9" y="3725"/>
              <a:ext cx="2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AutoShape 16">
              <a:extLst>
                <a:ext uri="{FF2B5EF4-FFF2-40B4-BE49-F238E27FC236}">
                  <a16:creationId xmlns:a16="http://schemas.microsoft.com/office/drawing/2014/main" id="{17E45703-35ED-9046-ED51-DF9D8B461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" y="3533"/>
              <a:ext cx="340" cy="374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73" name="Line 17">
              <a:extLst>
                <a:ext uri="{FF2B5EF4-FFF2-40B4-BE49-F238E27FC236}">
                  <a16:creationId xmlns:a16="http://schemas.microsoft.com/office/drawing/2014/main" id="{18979048-252E-FDDD-D7F7-10F34EAE47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9" y="3498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18">
              <a:extLst>
                <a:ext uri="{FF2B5EF4-FFF2-40B4-BE49-F238E27FC236}">
                  <a16:creationId xmlns:a16="http://schemas.microsoft.com/office/drawing/2014/main" id="{8B1A1DCB-212A-B978-1F1F-7CACE40314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9" y="3090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Oval 19">
              <a:extLst>
                <a:ext uri="{FF2B5EF4-FFF2-40B4-BE49-F238E27FC236}">
                  <a16:creationId xmlns:a16="http://schemas.microsoft.com/office/drawing/2014/main" id="{152CFB08-B6E7-B038-05EA-B71E183FB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8" y="3680"/>
              <a:ext cx="90" cy="8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76" name="Oval 20">
              <a:extLst>
                <a:ext uri="{FF2B5EF4-FFF2-40B4-BE49-F238E27FC236}">
                  <a16:creationId xmlns:a16="http://schemas.microsoft.com/office/drawing/2014/main" id="{38E629A8-F03B-03BE-B980-86865C133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1" y="3363"/>
              <a:ext cx="90" cy="8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77" name="AutoShape 21">
              <a:extLst>
                <a:ext uri="{FF2B5EF4-FFF2-40B4-BE49-F238E27FC236}">
                  <a16:creationId xmlns:a16="http://schemas.microsoft.com/office/drawing/2014/main" id="{3C375500-366A-0045-B796-5FE44BC44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3216"/>
              <a:ext cx="340" cy="374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78" name="Text Box 22">
              <a:extLst>
                <a:ext uri="{FF2B5EF4-FFF2-40B4-BE49-F238E27FC236}">
                  <a16:creationId xmlns:a16="http://schemas.microsoft.com/office/drawing/2014/main" id="{1D0109C5-BAD0-B0B8-5C79-D2A78CB0C0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" y="2889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endParaRPr kumimoji="1" lang="en-US" altLang="zh-CN" sz="240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9" name="Text Box 23">
              <a:extLst>
                <a:ext uri="{FF2B5EF4-FFF2-40B4-BE49-F238E27FC236}">
                  <a16:creationId xmlns:a16="http://schemas.microsoft.com/office/drawing/2014/main" id="{15EEC280-11AF-3B73-C4B5-2C06E3BF72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" y="3093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  <a:endParaRPr kumimoji="1" lang="en-US" altLang="zh-CN" sz="240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0" name="Text Box 24">
              <a:extLst>
                <a:ext uri="{FF2B5EF4-FFF2-40B4-BE49-F238E27FC236}">
                  <a16:creationId xmlns:a16="http://schemas.microsoft.com/office/drawing/2014/main" id="{FE3E6076-D172-F9F3-40F2-B0BCBE4D93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3521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  <a:endParaRPr kumimoji="1" lang="en-US" altLang="zh-CN" sz="240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1" name="Text Box 25">
              <a:extLst>
                <a:ext uri="{FF2B5EF4-FFF2-40B4-BE49-F238E27FC236}">
                  <a16:creationId xmlns:a16="http://schemas.microsoft.com/office/drawing/2014/main" id="{D0D3A261-E674-FF66-748F-E94EE85ECF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3725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  <a:endParaRPr kumimoji="1" lang="en-US" altLang="zh-CN" sz="240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2" name="Text Box 26">
              <a:extLst>
                <a:ext uri="{FF2B5EF4-FFF2-40B4-BE49-F238E27FC236}">
                  <a16:creationId xmlns:a16="http://schemas.microsoft.com/office/drawing/2014/main" id="{09C899B7-1054-464B-0846-EBB8541AC9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" y="3135"/>
              <a:ext cx="172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endParaRPr kumimoji="1" lang="en-US" altLang="zh-CN" sz="2400" baseline="-250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87" name="文本框 86">
            <a:extLst>
              <a:ext uri="{FF2B5EF4-FFF2-40B4-BE49-F238E27FC236}">
                <a16:creationId xmlns:a16="http://schemas.microsoft.com/office/drawing/2014/main" id="{A471ECCC-C209-CCD8-7CA8-49D8AF5DE490}"/>
              </a:ext>
            </a:extLst>
          </p:cNvPr>
          <p:cNvSpPr txBox="1"/>
          <p:nvPr/>
        </p:nvSpPr>
        <p:spPr>
          <a:xfrm>
            <a:off x="3491026" y="1594233"/>
            <a:ext cx="30527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线两端非非：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相当于没变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6ADFCBD1-0290-B317-9DB0-4033FDBF001D}"/>
              </a:ext>
            </a:extLst>
          </p:cNvPr>
          <p:cNvSpPr txBox="1"/>
          <p:nvPr/>
        </p:nvSpPr>
        <p:spPr>
          <a:xfrm>
            <a:off x="4571313" y="3508236"/>
            <a:ext cx="2303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变量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门一起非：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相当于没变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0" name="右箭头 89">
            <a:extLst>
              <a:ext uri="{FF2B5EF4-FFF2-40B4-BE49-F238E27FC236}">
                <a16:creationId xmlns:a16="http://schemas.microsoft.com/office/drawing/2014/main" id="{F0F4FA61-9758-8242-8419-5622437501B0}"/>
              </a:ext>
            </a:extLst>
          </p:cNvPr>
          <p:cNvSpPr/>
          <p:nvPr/>
        </p:nvSpPr>
        <p:spPr>
          <a:xfrm>
            <a:off x="4336473" y="2396359"/>
            <a:ext cx="616527" cy="19753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1" name="右箭头 90">
            <a:extLst>
              <a:ext uri="{FF2B5EF4-FFF2-40B4-BE49-F238E27FC236}">
                <a16:creationId xmlns:a16="http://schemas.microsoft.com/office/drawing/2014/main" id="{8AA57C04-FDB1-2E05-15DC-00304F8C6845}"/>
              </a:ext>
            </a:extLst>
          </p:cNvPr>
          <p:cNvSpPr/>
          <p:nvPr/>
        </p:nvSpPr>
        <p:spPr>
          <a:xfrm rot="5400000">
            <a:off x="6665028" y="3724546"/>
            <a:ext cx="616527" cy="19753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2FCD51EB-28E0-7F7B-82C2-C485CAE1EB7D}"/>
              </a:ext>
            </a:extLst>
          </p:cNvPr>
          <p:cNvSpPr txBox="1"/>
          <p:nvPr/>
        </p:nvSpPr>
        <p:spPr>
          <a:xfrm>
            <a:off x="355572" y="4981492"/>
            <a:ext cx="4241879" cy="9803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</a:rPr>
              <a:t>套路：</a:t>
            </a:r>
            <a:endParaRPr lang="en-US" altLang="zh-C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</a:rPr>
              <a:t>求反小圈线上跑，两个小圈中和掉</a:t>
            </a:r>
            <a:endParaRPr lang="en-US" altLang="zh-CN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</a:rPr>
              <a:t>输入输出以及门，统统求反即等效</a:t>
            </a:r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195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926BF1-7962-6347-F14D-CE623E6BE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示例：给定逻辑问题设计电路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kumimoji="1"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381CAA-E3B5-1452-B944-38EFF9B42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5. </a:t>
            </a:r>
            <a:r>
              <a:rPr lang="zh-CN" altLang="en-US"/>
              <a:t>组合逻辑电路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EE94E9-C61A-69CC-8E41-A8ECDD66E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12</a:t>
            </a:fld>
            <a:r>
              <a:rPr lang="en-US" altLang="zh-CN" dirty="0"/>
              <a:t>/13</a:t>
            </a:r>
            <a:endParaRPr lang="en-US" dirty="0"/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11E2402F-1702-7221-0E76-F949C56B1613}"/>
              </a:ext>
            </a:extLst>
          </p:cNvPr>
          <p:cNvGrpSpPr>
            <a:grpSpLocks/>
          </p:cNvGrpSpPr>
          <p:nvPr/>
        </p:nvGrpSpPr>
        <p:grpSpPr bwMode="auto">
          <a:xfrm>
            <a:off x="761967" y="1505799"/>
            <a:ext cx="3581400" cy="1836737"/>
            <a:chOff x="3115" y="818"/>
            <a:chExt cx="2256" cy="1157"/>
          </a:xfrm>
        </p:grpSpPr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F5D7053A-26F6-4AEC-D885-EBA6A9A24F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17" y="1249"/>
              <a:ext cx="771" cy="363"/>
              <a:chOff x="986" y="3158"/>
              <a:chExt cx="1671" cy="658"/>
            </a:xfrm>
          </p:grpSpPr>
          <p:sp>
            <p:nvSpPr>
              <p:cNvPr id="35" name="Arc 5">
                <a:extLst>
                  <a:ext uri="{FF2B5EF4-FFF2-40B4-BE49-F238E27FC236}">
                    <a16:creationId xmlns:a16="http://schemas.microsoft.com/office/drawing/2014/main" id="{45911439-8C5E-4C4C-A7A9-A071F40CB9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7" y="3159"/>
                <a:ext cx="480" cy="657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" name="Arc 6">
                <a:extLst>
                  <a:ext uri="{FF2B5EF4-FFF2-40B4-BE49-F238E27FC236}">
                    <a16:creationId xmlns:a16="http://schemas.microsoft.com/office/drawing/2014/main" id="{98D342E5-EB81-AC0E-A789-19F8F9B4B711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183" y="3159"/>
                <a:ext cx="470" cy="657"/>
              </a:xfrm>
              <a:custGeom>
                <a:avLst/>
                <a:gdLst>
                  <a:gd name="T0" fmla="*/ 0 w 18607"/>
                  <a:gd name="T1" fmla="*/ 0 h 21600"/>
                  <a:gd name="T2" fmla="*/ 0 w 18607"/>
                  <a:gd name="T3" fmla="*/ 0 h 21600"/>
                  <a:gd name="T4" fmla="*/ 0 w 1860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8607"/>
                  <a:gd name="T10" fmla="*/ 0 h 21600"/>
                  <a:gd name="T11" fmla="*/ 18607 w 1860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607" h="21600" fill="none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</a:path>
                  <a:path w="18607" h="21600" stroke="0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Arc 7">
                <a:extLst>
                  <a:ext uri="{FF2B5EF4-FFF2-40B4-BE49-F238E27FC236}">
                    <a16:creationId xmlns:a16="http://schemas.microsoft.com/office/drawing/2014/main" id="{645A2C42-7842-66FA-69DD-9825DF2A1260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174" y="2973"/>
                <a:ext cx="655" cy="1032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Line 8">
                <a:extLst>
                  <a:ext uri="{FF2B5EF4-FFF2-40B4-BE49-F238E27FC236}">
                    <a16:creationId xmlns:a16="http://schemas.microsoft.com/office/drawing/2014/main" id="{B98A4F21-57C8-11B8-7399-A4D9D5AF7C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816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Line 9">
                <a:extLst>
                  <a:ext uri="{FF2B5EF4-FFF2-40B4-BE49-F238E27FC236}">
                    <a16:creationId xmlns:a16="http://schemas.microsoft.com/office/drawing/2014/main" id="{36108340-77FF-2798-1C0C-BFDBD9481E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158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60657015-9AD8-8C0A-4C23-62482D024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1" y="112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B03C09CE-7BDC-2BEB-9714-8DC8B284A8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4" y="1504"/>
              <a:ext cx="2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DA8F9AEB-A062-286C-329D-9F61D8CD87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4" y="1532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Line 13">
              <a:extLst>
                <a:ext uri="{FF2B5EF4-FFF2-40B4-BE49-F238E27FC236}">
                  <a16:creationId xmlns:a16="http://schemas.microsoft.com/office/drawing/2014/main" id="{CD293ACA-8D74-7A33-333E-1A6BCEA0A7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44" y="1332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14">
              <a:extLst>
                <a:ext uri="{FF2B5EF4-FFF2-40B4-BE49-F238E27FC236}">
                  <a16:creationId xmlns:a16="http://schemas.microsoft.com/office/drawing/2014/main" id="{533FC276-4AA4-C556-7C27-C8F1A9FBF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4" y="1049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Line 15">
              <a:extLst>
                <a:ext uri="{FF2B5EF4-FFF2-40B4-BE49-F238E27FC236}">
                  <a16:creationId xmlns:a16="http://schemas.microsoft.com/office/drawing/2014/main" id="{78972A6B-FE04-E996-0455-374B308B42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4" y="1537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Line 16">
              <a:extLst>
                <a:ext uri="{FF2B5EF4-FFF2-40B4-BE49-F238E27FC236}">
                  <a16:creationId xmlns:a16="http://schemas.microsoft.com/office/drawing/2014/main" id="{A5B1637F-2F6D-B4AB-793A-98DD017C2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9" y="112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Line 17">
              <a:extLst>
                <a:ext uri="{FF2B5EF4-FFF2-40B4-BE49-F238E27FC236}">
                  <a16:creationId xmlns:a16="http://schemas.microsoft.com/office/drawing/2014/main" id="{5991F369-69EE-7529-C01A-3A164FBAFD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9" y="150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Line 18">
              <a:extLst>
                <a:ext uri="{FF2B5EF4-FFF2-40B4-BE49-F238E27FC236}">
                  <a16:creationId xmlns:a16="http://schemas.microsoft.com/office/drawing/2014/main" id="{4BE7966A-CF78-B6C3-9C8D-6E9131D0EB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7" y="1888"/>
              <a:ext cx="4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Line 19">
              <a:extLst>
                <a:ext uri="{FF2B5EF4-FFF2-40B4-BE49-F238E27FC236}">
                  <a16:creationId xmlns:a16="http://schemas.microsoft.com/office/drawing/2014/main" id="{DE1147D9-D8A4-8C83-6D6E-D262EA03C4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7" y="976"/>
              <a:ext cx="6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Line 20">
              <a:extLst>
                <a:ext uri="{FF2B5EF4-FFF2-40B4-BE49-F238E27FC236}">
                  <a16:creationId xmlns:a16="http://schemas.microsoft.com/office/drawing/2014/main" id="{75A354EE-0646-5204-4E43-0E01E1A287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7" y="1360"/>
              <a:ext cx="6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Line 21">
              <a:extLst>
                <a:ext uri="{FF2B5EF4-FFF2-40B4-BE49-F238E27FC236}">
                  <a16:creationId xmlns:a16="http://schemas.microsoft.com/office/drawing/2014/main" id="{9C0B192F-912C-8A06-3B15-007BB2209B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7" y="1744"/>
              <a:ext cx="6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Line 22">
              <a:extLst>
                <a:ext uri="{FF2B5EF4-FFF2-40B4-BE49-F238E27FC236}">
                  <a16:creationId xmlns:a16="http://schemas.microsoft.com/office/drawing/2014/main" id="{30CFC5A0-F85F-452A-3A7B-386CFCD606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2" y="976"/>
              <a:ext cx="0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Oval 23">
              <a:extLst>
                <a:ext uri="{FF2B5EF4-FFF2-40B4-BE49-F238E27FC236}">
                  <a16:creationId xmlns:a16="http://schemas.microsoft.com/office/drawing/2014/main" id="{47D6E8A4-13ED-F12E-1BF9-AFD30AA8C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9" y="1714"/>
              <a:ext cx="48" cy="48"/>
            </a:xfrm>
            <a:prstGeom prst="ellipse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2" name="Oval 24">
              <a:extLst>
                <a:ext uri="{FF2B5EF4-FFF2-40B4-BE49-F238E27FC236}">
                  <a16:creationId xmlns:a16="http://schemas.microsoft.com/office/drawing/2014/main" id="{BF942734-64BF-D979-56D0-F49075645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4" y="1330"/>
              <a:ext cx="48" cy="48"/>
            </a:xfrm>
            <a:prstGeom prst="ellipse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3" name="Oval 25">
              <a:extLst>
                <a:ext uri="{FF2B5EF4-FFF2-40B4-BE49-F238E27FC236}">
                  <a16:creationId xmlns:a16="http://schemas.microsoft.com/office/drawing/2014/main" id="{7CEF8D56-D747-3DE6-F51E-CCCB25C14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9" y="953"/>
              <a:ext cx="48" cy="48"/>
            </a:xfrm>
            <a:prstGeom prst="ellipse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24" name="Text Box 26">
              <a:extLst>
                <a:ext uri="{FF2B5EF4-FFF2-40B4-BE49-F238E27FC236}">
                  <a16:creationId xmlns:a16="http://schemas.microsoft.com/office/drawing/2014/main" id="{312A3AD8-D33B-26F4-3948-CF4D2E397D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5" y="818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5" name="Text Box 27">
              <a:extLst>
                <a:ext uri="{FF2B5EF4-FFF2-40B4-BE49-F238E27FC236}">
                  <a16:creationId xmlns:a16="http://schemas.microsoft.com/office/drawing/2014/main" id="{341B112F-D147-39F3-3C34-84C5181E37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5" y="1209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6" name="Text Box 28">
              <a:extLst>
                <a:ext uri="{FF2B5EF4-FFF2-40B4-BE49-F238E27FC236}">
                  <a16:creationId xmlns:a16="http://schemas.microsoft.com/office/drawing/2014/main" id="{97423BB9-9C46-D6C1-0F00-D12A532F96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5" y="1600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7" name="Text Box 29">
              <a:extLst>
                <a:ext uri="{FF2B5EF4-FFF2-40B4-BE49-F238E27FC236}">
                  <a16:creationId xmlns:a16="http://schemas.microsoft.com/office/drawing/2014/main" id="{BF3E0932-0F87-8C8A-8602-4B4BC1B783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6" y="1158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8" name="Line 30">
              <a:extLst>
                <a:ext uri="{FF2B5EF4-FFF2-40B4-BE49-F238E27FC236}">
                  <a16:creationId xmlns:a16="http://schemas.microsoft.com/office/drawing/2014/main" id="{B60391CC-2DA1-57A2-067E-643F182E98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9" y="1049"/>
              <a:ext cx="23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Line 31">
              <a:extLst>
                <a:ext uri="{FF2B5EF4-FFF2-40B4-BE49-F238E27FC236}">
                  <a16:creationId xmlns:a16="http://schemas.microsoft.com/office/drawing/2014/main" id="{8DE81075-11D3-3C6B-68A9-C9A263A9E4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09" y="1438"/>
              <a:ext cx="48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Line 32">
              <a:extLst>
                <a:ext uri="{FF2B5EF4-FFF2-40B4-BE49-F238E27FC236}">
                  <a16:creationId xmlns:a16="http://schemas.microsoft.com/office/drawing/2014/main" id="{3E74562C-C893-4021-8F14-4378F6A508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4" y="1820"/>
              <a:ext cx="2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Line 33">
              <a:extLst>
                <a:ext uri="{FF2B5EF4-FFF2-40B4-BE49-F238E27FC236}">
                  <a16:creationId xmlns:a16="http://schemas.microsoft.com/office/drawing/2014/main" id="{0C51F81B-1AB5-A301-2E8E-D7DC124564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7" y="1431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AutoShape 34">
              <a:extLst>
                <a:ext uri="{FF2B5EF4-FFF2-40B4-BE49-F238E27FC236}">
                  <a16:creationId xmlns:a16="http://schemas.microsoft.com/office/drawing/2014/main" id="{C3B2BCE8-2247-4BB5-EAF4-86053B469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0" y="909"/>
              <a:ext cx="268" cy="295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33" name="AutoShape 35">
              <a:extLst>
                <a:ext uri="{FF2B5EF4-FFF2-40B4-BE49-F238E27FC236}">
                  <a16:creationId xmlns:a16="http://schemas.microsoft.com/office/drawing/2014/main" id="{8FCDCCEE-7DAB-F0B5-412E-F4EAC637C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0" y="1294"/>
              <a:ext cx="268" cy="295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34" name="AutoShape 36">
              <a:extLst>
                <a:ext uri="{FF2B5EF4-FFF2-40B4-BE49-F238E27FC236}">
                  <a16:creationId xmlns:a16="http://schemas.microsoft.com/office/drawing/2014/main" id="{76597B74-1645-5987-77E6-11D685C5A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0" y="1680"/>
              <a:ext cx="268" cy="295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</p:grpSp>
      <p:grpSp>
        <p:nvGrpSpPr>
          <p:cNvPr id="40" name="Group 37">
            <a:extLst>
              <a:ext uri="{FF2B5EF4-FFF2-40B4-BE49-F238E27FC236}">
                <a16:creationId xmlns:a16="http://schemas.microsoft.com/office/drawing/2014/main" id="{9B087F8F-0F02-F89A-88C3-CC5A51A97D53}"/>
              </a:ext>
            </a:extLst>
          </p:cNvPr>
          <p:cNvGrpSpPr>
            <a:grpSpLocks/>
          </p:cNvGrpSpPr>
          <p:nvPr/>
        </p:nvGrpSpPr>
        <p:grpSpPr bwMode="auto">
          <a:xfrm>
            <a:off x="4902167" y="1505799"/>
            <a:ext cx="3581400" cy="1800225"/>
            <a:chOff x="521" y="1502"/>
            <a:chExt cx="2256" cy="1134"/>
          </a:xfrm>
        </p:grpSpPr>
        <p:sp>
          <p:nvSpPr>
            <p:cNvPr id="41" name="AutoShape 38">
              <a:extLst>
                <a:ext uri="{FF2B5EF4-FFF2-40B4-BE49-F238E27FC236}">
                  <a16:creationId xmlns:a16="http://schemas.microsoft.com/office/drawing/2014/main" id="{44D3AA2F-9140-6056-3CDD-C321F2B82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1" y="1933"/>
              <a:ext cx="268" cy="363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42" name="Line 39">
              <a:extLst>
                <a:ext uri="{FF2B5EF4-FFF2-40B4-BE49-F238E27FC236}">
                  <a16:creationId xmlns:a16="http://schemas.microsoft.com/office/drawing/2014/main" id="{C25BB825-A614-DCF7-D6C3-AB8FF4836A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27" y="1804"/>
              <a:ext cx="20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Line 40">
              <a:extLst>
                <a:ext uri="{FF2B5EF4-FFF2-40B4-BE49-F238E27FC236}">
                  <a16:creationId xmlns:a16="http://schemas.microsoft.com/office/drawing/2014/main" id="{C75CB6FE-DC82-9A86-F149-6CC94E56B1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30" y="2188"/>
              <a:ext cx="1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41">
              <a:extLst>
                <a:ext uri="{FF2B5EF4-FFF2-40B4-BE49-F238E27FC236}">
                  <a16:creationId xmlns:a16="http://schemas.microsoft.com/office/drawing/2014/main" id="{6A4A33BA-1C59-E7ED-9BB8-6E6342F35B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50" y="2216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1EE1DAFC-A3DA-E7E0-CA92-9BFF62C087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50" y="2016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Line 43">
              <a:extLst>
                <a:ext uri="{FF2B5EF4-FFF2-40B4-BE49-F238E27FC236}">
                  <a16:creationId xmlns:a16="http://schemas.microsoft.com/office/drawing/2014/main" id="{78537FDB-872C-CFDA-0D72-2A9CA2EA22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0" y="1733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7" name="Line 44">
              <a:extLst>
                <a:ext uri="{FF2B5EF4-FFF2-40B4-BE49-F238E27FC236}">
                  <a16:creationId xmlns:a16="http://schemas.microsoft.com/office/drawing/2014/main" id="{AD3548E7-0B65-B57A-44E5-3D34F7589D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0" y="2221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" name="Line 45">
              <a:extLst>
                <a:ext uri="{FF2B5EF4-FFF2-40B4-BE49-F238E27FC236}">
                  <a16:creationId xmlns:a16="http://schemas.microsoft.com/office/drawing/2014/main" id="{95CC333D-96A3-1AED-55FE-D3C1BA499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5" y="180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" name="Line 46">
              <a:extLst>
                <a:ext uri="{FF2B5EF4-FFF2-40B4-BE49-F238E27FC236}">
                  <a16:creationId xmlns:a16="http://schemas.microsoft.com/office/drawing/2014/main" id="{75801AC5-A2B5-4F92-1A1B-97E487B24E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5" y="218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" name="Line 47">
              <a:extLst>
                <a:ext uri="{FF2B5EF4-FFF2-40B4-BE49-F238E27FC236}">
                  <a16:creationId xmlns:a16="http://schemas.microsoft.com/office/drawing/2014/main" id="{843E8606-156F-D56C-7020-6868262DC6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3" y="2572"/>
              <a:ext cx="3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" name="Line 48">
              <a:extLst>
                <a:ext uri="{FF2B5EF4-FFF2-40B4-BE49-F238E27FC236}">
                  <a16:creationId xmlns:a16="http://schemas.microsoft.com/office/drawing/2014/main" id="{60392D0A-E0E4-42B8-8792-6220CD669D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3" y="1660"/>
              <a:ext cx="6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" name="Line 49">
              <a:extLst>
                <a:ext uri="{FF2B5EF4-FFF2-40B4-BE49-F238E27FC236}">
                  <a16:creationId xmlns:a16="http://schemas.microsoft.com/office/drawing/2014/main" id="{45AF6307-67BB-C1D4-55AE-6CA87F926D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3" y="2044"/>
              <a:ext cx="6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" name="Line 50">
              <a:extLst>
                <a:ext uri="{FF2B5EF4-FFF2-40B4-BE49-F238E27FC236}">
                  <a16:creationId xmlns:a16="http://schemas.microsoft.com/office/drawing/2014/main" id="{DE80081B-8556-AC1B-2365-E3D8FFE704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3" y="2428"/>
              <a:ext cx="6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" name="Line 51">
              <a:extLst>
                <a:ext uri="{FF2B5EF4-FFF2-40B4-BE49-F238E27FC236}">
                  <a16:creationId xmlns:a16="http://schemas.microsoft.com/office/drawing/2014/main" id="{DC39A09C-5F20-9B3C-7BD9-20CC4835FC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8" y="1660"/>
              <a:ext cx="0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" name="Oval 52">
              <a:extLst>
                <a:ext uri="{FF2B5EF4-FFF2-40B4-BE49-F238E27FC236}">
                  <a16:creationId xmlns:a16="http://schemas.microsoft.com/office/drawing/2014/main" id="{850B71E8-8390-BE9C-30A1-6DB7551D7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5" y="2398"/>
              <a:ext cx="48" cy="48"/>
            </a:xfrm>
            <a:prstGeom prst="ellipse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56" name="Oval 53">
              <a:extLst>
                <a:ext uri="{FF2B5EF4-FFF2-40B4-BE49-F238E27FC236}">
                  <a16:creationId xmlns:a16="http://schemas.microsoft.com/office/drawing/2014/main" id="{260D549B-4167-6C48-DCFF-BC59B0348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0" y="2014"/>
              <a:ext cx="48" cy="48"/>
            </a:xfrm>
            <a:prstGeom prst="ellipse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57" name="Oval 54">
              <a:extLst>
                <a:ext uri="{FF2B5EF4-FFF2-40B4-BE49-F238E27FC236}">
                  <a16:creationId xmlns:a16="http://schemas.microsoft.com/office/drawing/2014/main" id="{80CA9065-6A70-412D-EBED-7898B87C8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5" y="1637"/>
              <a:ext cx="48" cy="48"/>
            </a:xfrm>
            <a:prstGeom prst="ellipse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58" name="Text Box 55">
              <a:extLst>
                <a:ext uri="{FF2B5EF4-FFF2-40B4-BE49-F238E27FC236}">
                  <a16:creationId xmlns:a16="http://schemas.microsoft.com/office/drawing/2014/main" id="{CA64343B-6E3D-CF31-3E9F-739165E3BC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1502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9" name="Text Box 56">
              <a:extLst>
                <a:ext uri="{FF2B5EF4-FFF2-40B4-BE49-F238E27FC236}">
                  <a16:creationId xmlns:a16="http://schemas.microsoft.com/office/drawing/2014/main" id="{A73C2CAC-3543-5226-A077-C2648B854C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1893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60" name="Text Box 57">
              <a:extLst>
                <a:ext uri="{FF2B5EF4-FFF2-40B4-BE49-F238E27FC236}">
                  <a16:creationId xmlns:a16="http://schemas.microsoft.com/office/drawing/2014/main" id="{1D360DC3-65FF-8911-BF99-B0ABC04769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2284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61" name="Text Box 58">
              <a:extLst>
                <a:ext uri="{FF2B5EF4-FFF2-40B4-BE49-F238E27FC236}">
                  <a16:creationId xmlns:a16="http://schemas.microsoft.com/office/drawing/2014/main" id="{370C5152-8789-49FE-99CC-0922A4D30A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2" y="1842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62" name="Line 59">
              <a:extLst>
                <a:ext uri="{FF2B5EF4-FFF2-40B4-BE49-F238E27FC236}">
                  <a16:creationId xmlns:a16="http://schemas.microsoft.com/office/drawing/2014/main" id="{6BC2500A-77DE-D1A7-B6FA-096ED79E8F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5" y="1733"/>
              <a:ext cx="23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" name="Line 60">
              <a:extLst>
                <a:ext uri="{FF2B5EF4-FFF2-40B4-BE49-F238E27FC236}">
                  <a16:creationId xmlns:a16="http://schemas.microsoft.com/office/drawing/2014/main" id="{83478B7D-2B7E-CFEE-3504-D18AEA9315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5" y="2122"/>
              <a:ext cx="4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4" name="Line 61">
              <a:extLst>
                <a:ext uri="{FF2B5EF4-FFF2-40B4-BE49-F238E27FC236}">
                  <a16:creationId xmlns:a16="http://schemas.microsoft.com/office/drawing/2014/main" id="{299A2565-15DB-6DF6-2C8A-5FB990C5C7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0" y="2504"/>
              <a:ext cx="2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" name="Line 62">
              <a:extLst>
                <a:ext uri="{FF2B5EF4-FFF2-40B4-BE49-F238E27FC236}">
                  <a16:creationId xmlns:a16="http://schemas.microsoft.com/office/drawing/2014/main" id="{8FBF6B44-8E6C-4F72-36F9-E3BAE1982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9" y="2115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66" name="Group 63">
              <a:extLst>
                <a:ext uri="{FF2B5EF4-FFF2-40B4-BE49-F238E27FC236}">
                  <a16:creationId xmlns:a16="http://schemas.microsoft.com/office/drawing/2014/main" id="{8E1B8889-7687-E44A-B092-9D0089A0E0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8" y="1593"/>
              <a:ext cx="725" cy="272"/>
              <a:chOff x="986" y="3158"/>
              <a:chExt cx="1671" cy="658"/>
            </a:xfrm>
          </p:grpSpPr>
          <p:sp>
            <p:nvSpPr>
              <p:cNvPr id="79" name="Arc 64">
                <a:extLst>
                  <a:ext uri="{FF2B5EF4-FFF2-40B4-BE49-F238E27FC236}">
                    <a16:creationId xmlns:a16="http://schemas.microsoft.com/office/drawing/2014/main" id="{D82981E7-0BD1-9A06-8480-30138F9D40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7" y="3159"/>
                <a:ext cx="480" cy="657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" name="Arc 65">
                <a:extLst>
                  <a:ext uri="{FF2B5EF4-FFF2-40B4-BE49-F238E27FC236}">
                    <a16:creationId xmlns:a16="http://schemas.microsoft.com/office/drawing/2014/main" id="{E6A2DC09-3767-FB49-31D9-98EDE74342A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183" y="3159"/>
                <a:ext cx="470" cy="657"/>
              </a:xfrm>
              <a:custGeom>
                <a:avLst/>
                <a:gdLst>
                  <a:gd name="T0" fmla="*/ 0 w 18607"/>
                  <a:gd name="T1" fmla="*/ 0 h 21600"/>
                  <a:gd name="T2" fmla="*/ 0 w 18607"/>
                  <a:gd name="T3" fmla="*/ 0 h 21600"/>
                  <a:gd name="T4" fmla="*/ 0 w 1860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8607"/>
                  <a:gd name="T10" fmla="*/ 0 h 21600"/>
                  <a:gd name="T11" fmla="*/ 18607 w 1860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607" h="21600" fill="none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</a:path>
                  <a:path w="18607" h="21600" stroke="0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" name="Arc 66">
                <a:extLst>
                  <a:ext uri="{FF2B5EF4-FFF2-40B4-BE49-F238E27FC236}">
                    <a16:creationId xmlns:a16="http://schemas.microsoft.com/office/drawing/2014/main" id="{88EEBBBE-0991-F4CF-3650-7CEA4A39E6B3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174" y="2973"/>
                <a:ext cx="655" cy="1032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" name="Line 67">
                <a:extLst>
                  <a:ext uri="{FF2B5EF4-FFF2-40B4-BE49-F238E27FC236}">
                    <a16:creationId xmlns:a16="http://schemas.microsoft.com/office/drawing/2014/main" id="{103C01AF-0925-D5E7-1CF6-3D430C687D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816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Line 68">
                <a:extLst>
                  <a:ext uri="{FF2B5EF4-FFF2-40B4-BE49-F238E27FC236}">
                    <a16:creationId xmlns:a16="http://schemas.microsoft.com/office/drawing/2014/main" id="{3091132D-2074-178F-F010-86588E477F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158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7" name="Group 69">
              <a:extLst>
                <a:ext uri="{FF2B5EF4-FFF2-40B4-BE49-F238E27FC236}">
                  <a16:creationId xmlns:a16="http://schemas.microsoft.com/office/drawing/2014/main" id="{364C4BE9-3769-772C-C2A4-280581A8C3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8" y="1979"/>
              <a:ext cx="725" cy="272"/>
              <a:chOff x="986" y="3158"/>
              <a:chExt cx="1671" cy="658"/>
            </a:xfrm>
          </p:grpSpPr>
          <p:sp>
            <p:nvSpPr>
              <p:cNvPr id="74" name="Arc 70">
                <a:extLst>
                  <a:ext uri="{FF2B5EF4-FFF2-40B4-BE49-F238E27FC236}">
                    <a16:creationId xmlns:a16="http://schemas.microsoft.com/office/drawing/2014/main" id="{FDEAA1D1-F10E-54E8-AD52-52E6B849BA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7" y="3159"/>
                <a:ext cx="480" cy="657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" name="Arc 71">
                <a:extLst>
                  <a:ext uri="{FF2B5EF4-FFF2-40B4-BE49-F238E27FC236}">
                    <a16:creationId xmlns:a16="http://schemas.microsoft.com/office/drawing/2014/main" id="{12463A61-94C2-B5AF-3104-C48F69AC1B87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183" y="3159"/>
                <a:ext cx="470" cy="657"/>
              </a:xfrm>
              <a:custGeom>
                <a:avLst/>
                <a:gdLst>
                  <a:gd name="T0" fmla="*/ 0 w 18607"/>
                  <a:gd name="T1" fmla="*/ 0 h 21600"/>
                  <a:gd name="T2" fmla="*/ 0 w 18607"/>
                  <a:gd name="T3" fmla="*/ 0 h 21600"/>
                  <a:gd name="T4" fmla="*/ 0 w 1860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8607"/>
                  <a:gd name="T10" fmla="*/ 0 h 21600"/>
                  <a:gd name="T11" fmla="*/ 18607 w 1860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607" h="21600" fill="none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</a:path>
                  <a:path w="18607" h="21600" stroke="0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6" name="Arc 72">
                <a:extLst>
                  <a:ext uri="{FF2B5EF4-FFF2-40B4-BE49-F238E27FC236}">
                    <a16:creationId xmlns:a16="http://schemas.microsoft.com/office/drawing/2014/main" id="{9EC76847-7F78-04DD-0435-39FEF0AF2C33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174" y="2973"/>
                <a:ext cx="655" cy="1032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" name="Line 73">
                <a:extLst>
                  <a:ext uri="{FF2B5EF4-FFF2-40B4-BE49-F238E27FC236}">
                    <a16:creationId xmlns:a16="http://schemas.microsoft.com/office/drawing/2014/main" id="{99AEB7E4-ED07-3ABC-CCC9-CAE34D0E65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816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Line 74">
                <a:extLst>
                  <a:ext uri="{FF2B5EF4-FFF2-40B4-BE49-F238E27FC236}">
                    <a16:creationId xmlns:a16="http://schemas.microsoft.com/office/drawing/2014/main" id="{EA0C408F-75DE-FA42-3ACF-FB041ED5F1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158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8" name="Group 75">
              <a:extLst>
                <a:ext uri="{FF2B5EF4-FFF2-40B4-BE49-F238E27FC236}">
                  <a16:creationId xmlns:a16="http://schemas.microsoft.com/office/drawing/2014/main" id="{2228CAD2-C65F-9E3D-49E6-7DD7AF2B7C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8" y="2364"/>
              <a:ext cx="725" cy="272"/>
              <a:chOff x="986" y="3158"/>
              <a:chExt cx="1671" cy="658"/>
            </a:xfrm>
          </p:grpSpPr>
          <p:sp>
            <p:nvSpPr>
              <p:cNvPr id="69" name="Arc 76">
                <a:extLst>
                  <a:ext uri="{FF2B5EF4-FFF2-40B4-BE49-F238E27FC236}">
                    <a16:creationId xmlns:a16="http://schemas.microsoft.com/office/drawing/2014/main" id="{A84C12D3-E9E9-E88F-D0EF-4C12CEFB2A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7" y="3159"/>
                <a:ext cx="480" cy="657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" name="Arc 77">
                <a:extLst>
                  <a:ext uri="{FF2B5EF4-FFF2-40B4-BE49-F238E27FC236}">
                    <a16:creationId xmlns:a16="http://schemas.microsoft.com/office/drawing/2014/main" id="{F69EA56F-9180-A158-08EB-2FC8A3F3453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183" y="3159"/>
                <a:ext cx="470" cy="657"/>
              </a:xfrm>
              <a:custGeom>
                <a:avLst/>
                <a:gdLst>
                  <a:gd name="T0" fmla="*/ 0 w 18607"/>
                  <a:gd name="T1" fmla="*/ 0 h 21600"/>
                  <a:gd name="T2" fmla="*/ 0 w 18607"/>
                  <a:gd name="T3" fmla="*/ 0 h 21600"/>
                  <a:gd name="T4" fmla="*/ 0 w 1860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8607"/>
                  <a:gd name="T10" fmla="*/ 0 h 21600"/>
                  <a:gd name="T11" fmla="*/ 18607 w 1860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607" h="21600" fill="none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</a:path>
                  <a:path w="18607" h="21600" stroke="0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" name="Arc 78">
                <a:extLst>
                  <a:ext uri="{FF2B5EF4-FFF2-40B4-BE49-F238E27FC236}">
                    <a16:creationId xmlns:a16="http://schemas.microsoft.com/office/drawing/2014/main" id="{C8095DE6-CD9F-2AE7-1F6F-826E508B9732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174" y="2973"/>
                <a:ext cx="655" cy="1032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" name="Line 79">
                <a:extLst>
                  <a:ext uri="{FF2B5EF4-FFF2-40B4-BE49-F238E27FC236}">
                    <a16:creationId xmlns:a16="http://schemas.microsoft.com/office/drawing/2014/main" id="{5E528CE3-3F39-9BB3-A917-1AFA572B28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816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Line 80">
                <a:extLst>
                  <a:ext uri="{FF2B5EF4-FFF2-40B4-BE49-F238E27FC236}">
                    <a16:creationId xmlns:a16="http://schemas.microsoft.com/office/drawing/2014/main" id="{B43BFDBA-0CD5-0F2A-B789-E1FCE74B50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158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84" name="Rectangle 167">
            <a:extLst>
              <a:ext uri="{FF2B5EF4-FFF2-40B4-BE49-F238E27FC236}">
                <a16:creationId xmlns:a16="http://schemas.microsoft.com/office/drawing/2014/main" id="{6A0B2085-F8B0-FE17-C582-1727048C7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6180" y="3297221"/>
            <a:ext cx="18351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600" b="0" dirty="0">
                <a:latin typeface="+mj-ea"/>
                <a:ea typeface="+mj-ea"/>
              </a:rPr>
              <a:t>与或式实现</a:t>
            </a:r>
            <a:endParaRPr kumimoji="1" lang="zh-CN" altLang="en-US" sz="2600" b="0" dirty="0">
              <a:latin typeface="+mj-ea"/>
              <a:ea typeface="+mj-ea"/>
            </a:endParaRPr>
          </a:p>
        </p:txBody>
      </p:sp>
      <p:sp>
        <p:nvSpPr>
          <p:cNvPr id="85" name="Rectangle 169">
            <a:extLst>
              <a:ext uri="{FF2B5EF4-FFF2-40B4-BE49-F238E27FC236}">
                <a16:creationId xmlns:a16="http://schemas.microsoft.com/office/drawing/2014/main" id="{202A395E-82F2-2F38-C5BE-4DB8163A3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7967" y="3297221"/>
            <a:ext cx="18351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6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或与式实现</a:t>
            </a:r>
          </a:p>
        </p:txBody>
      </p:sp>
      <p:graphicFrame>
        <p:nvGraphicFramePr>
          <p:cNvPr id="86" name="Object 101">
            <a:extLst>
              <a:ext uri="{FF2B5EF4-FFF2-40B4-BE49-F238E27FC236}">
                <a16:creationId xmlns:a16="http://schemas.microsoft.com/office/drawing/2014/main" id="{9A112D93-D246-BDA9-FC15-55F1E1E97D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814775"/>
              </p:ext>
            </p:extLst>
          </p:nvPr>
        </p:nvGraphicFramePr>
        <p:xfrm>
          <a:off x="859599" y="1087750"/>
          <a:ext cx="2801937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58342" imgH="129649" progId="Equation.3">
                  <p:embed/>
                </p:oleObj>
              </mc:Choice>
              <mc:Fallback>
                <p:oleObj name="公式" r:id="rId2" imgW="1158342" imgH="129649" progId="Equation.3">
                  <p:embed/>
                  <p:pic>
                    <p:nvPicPr>
                      <p:cNvPr id="22538" name="Object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599" y="1087750"/>
                        <a:ext cx="2801937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Object 103">
            <a:extLst>
              <a:ext uri="{FF2B5EF4-FFF2-40B4-BE49-F238E27FC236}">
                <a16:creationId xmlns:a16="http://schemas.microsoft.com/office/drawing/2014/main" id="{F89D602D-F0F4-FE75-9F82-070321A218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5183359"/>
              </p:ext>
            </p:extLst>
          </p:nvPr>
        </p:nvGraphicFramePr>
        <p:xfrm>
          <a:off x="4902167" y="1112893"/>
          <a:ext cx="38338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07955" imgH="160020" progId="Equation.3">
                  <p:embed/>
                </p:oleObj>
              </mc:Choice>
              <mc:Fallback>
                <p:oleObj name="公式" r:id="rId4" imgW="1607955" imgH="160020" progId="Equation.3">
                  <p:embed/>
                  <p:pic>
                    <p:nvPicPr>
                      <p:cNvPr id="22539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167" y="1112893"/>
                        <a:ext cx="38338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8" name="Group 81">
            <a:extLst>
              <a:ext uri="{FF2B5EF4-FFF2-40B4-BE49-F238E27FC236}">
                <a16:creationId xmlns:a16="http://schemas.microsoft.com/office/drawing/2014/main" id="{183BC95B-92B6-CE04-E601-4A892251ED13}"/>
              </a:ext>
            </a:extLst>
          </p:cNvPr>
          <p:cNvGrpSpPr>
            <a:grpSpLocks/>
          </p:cNvGrpSpPr>
          <p:nvPr/>
        </p:nvGrpSpPr>
        <p:grpSpPr bwMode="auto">
          <a:xfrm>
            <a:off x="4886325" y="3968750"/>
            <a:ext cx="3581400" cy="1800225"/>
            <a:chOff x="534" y="2796"/>
            <a:chExt cx="2256" cy="1134"/>
          </a:xfrm>
        </p:grpSpPr>
        <p:sp>
          <p:nvSpPr>
            <p:cNvPr id="89" name="Line 82">
              <a:extLst>
                <a:ext uri="{FF2B5EF4-FFF2-40B4-BE49-F238E27FC236}">
                  <a16:creationId xmlns:a16="http://schemas.microsoft.com/office/drawing/2014/main" id="{32A6365C-425F-75BE-62CD-EB3B641A95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0" y="3098"/>
              <a:ext cx="20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0" name="Line 83">
              <a:extLst>
                <a:ext uri="{FF2B5EF4-FFF2-40B4-BE49-F238E27FC236}">
                  <a16:creationId xmlns:a16="http://schemas.microsoft.com/office/drawing/2014/main" id="{1FCE2A12-D7C4-B2D7-9C7A-18C6EE22F6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3" y="3482"/>
              <a:ext cx="1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1" name="Line 84">
              <a:extLst>
                <a:ext uri="{FF2B5EF4-FFF2-40B4-BE49-F238E27FC236}">
                  <a16:creationId xmlns:a16="http://schemas.microsoft.com/office/drawing/2014/main" id="{62CB8C90-20FE-E591-733C-72F082DD00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3" y="3510"/>
              <a:ext cx="23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2" name="Line 85">
              <a:extLst>
                <a:ext uri="{FF2B5EF4-FFF2-40B4-BE49-F238E27FC236}">
                  <a16:creationId xmlns:a16="http://schemas.microsoft.com/office/drawing/2014/main" id="{A92E35E0-877E-A28D-FB60-FFAA202099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3" y="3310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3" name="Line 86">
              <a:extLst>
                <a:ext uri="{FF2B5EF4-FFF2-40B4-BE49-F238E27FC236}">
                  <a16:creationId xmlns:a16="http://schemas.microsoft.com/office/drawing/2014/main" id="{5686E51F-62B0-79C9-151C-7A27203080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3" y="3027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4" name="Line 87">
              <a:extLst>
                <a:ext uri="{FF2B5EF4-FFF2-40B4-BE49-F238E27FC236}">
                  <a16:creationId xmlns:a16="http://schemas.microsoft.com/office/drawing/2014/main" id="{BCB102A2-F6F6-40B4-8AD1-16AAFD2862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3" y="3515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5" name="Line 88">
              <a:extLst>
                <a:ext uri="{FF2B5EF4-FFF2-40B4-BE49-F238E27FC236}">
                  <a16:creationId xmlns:a16="http://schemas.microsoft.com/office/drawing/2014/main" id="{3845EA04-9EE4-9BE1-A983-70E48D4388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09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6" name="Line 89">
              <a:extLst>
                <a:ext uri="{FF2B5EF4-FFF2-40B4-BE49-F238E27FC236}">
                  <a16:creationId xmlns:a16="http://schemas.microsoft.com/office/drawing/2014/main" id="{373E33AC-4555-9349-40B0-AE9895041D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48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7" name="Line 90">
              <a:extLst>
                <a:ext uri="{FF2B5EF4-FFF2-40B4-BE49-F238E27FC236}">
                  <a16:creationId xmlns:a16="http://schemas.microsoft.com/office/drawing/2014/main" id="{00B04F0A-2A43-A2BF-32F1-9408088BAE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3866"/>
              <a:ext cx="3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8" name="Line 91">
              <a:extLst>
                <a:ext uri="{FF2B5EF4-FFF2-40B4-BE49-F238E27FC236}">
                  <a16:creationId xmlns:a16="http://schemas.microsoft.com/office/drawing/2014/main" id="{BF00122B-C4D5-D5A3-0036-10FB70A8FF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954"/>
              <a:ext cx="6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9" name="Line 92">
              <a:extLst>
                <a:ext uri="{FF2B5EF4-FFF2-40B4-BE49-F238E27FC236}">
                  <a16:creationId xmlns:a16="http://schemas.microsoft.com/office/drawing/2014/main" id="{AC99DB03-0E5C-6423-E79B-82953AD32B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338"/>
              <a:ext cx="6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0" name="Line 93">
              <a:extLst>
                <a:ext uri="{FF2B5EF4-FFF2-40B4-BE49-F238E27FC236}">
                  <a16:creationId xmlns:a16="http://schemas.microsoft.com/office/drawing/2014/main" id="{6C8F1094-7AE9-FF3F-C9AC-F7396696AE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722"/>
              <a:ext cx="6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1" name="Line 94">
              <a:extLst>
                <a:ext uri="{FF2B5EF4-FFF2-40B4-BE49-F238E27FC236}">
                  <a16:creationId xmlns:a16="http://schemas.microsoft.com/office/drawing/2014/main" id="{3A6A5C1C-C5A6-9252-EBFA-918220E4A8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1" y="2954"/>
              <a:ext cx="0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" name="Oval 95">
              <a:extLst>
                <a:ext uri="{FF2B5EF4-FFF2-40B4-BE49-F238E27FC236}">
                  <a16:creationId xmlns:a16="http://schemas.microsoft.com/office/drawing/2014/main" id="{773F13EF-3D89-D2E2-6ACB-F05D5B21E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8" y="3692"/>
              <a:ext cx="48" cy="48"/>
            </a:xfrm>
            <a:prstGeom prst="ellipse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03" name="Oval 96">
              <a:extLst>
                <a:ext uri="{FF2B5EF4-FFF2-40B4-BE49-F238E27FC236}">
                  <a16:creationId xmlns:a16="http://schemas.microsoft.com/office/drawing/2014/main" id="{6B939A2B-4E7F-12CD-28E6-E056B43C5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3" y="3308"/>
              <a:ext cx="48" cy="48"/>
            </a:xfrm>
            <a:prstGeom prst="ellipse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04" name="Oval 97">
              <a:extLst>
                <a:ext uri="{FF2B5EF4-FFF2-40B4-BE49-F238E27FC236}">
                  <a16:creationId xmlns:a16="http://schemas.microsoft.com/office/drawing/2014/main" id="{9B4A546E-4DF9-BF8B-C764-47281C1FD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" y="2931"/>
              <a:ext cx="48" cy="48"/>
            </a:xfrm>
            <a:prstGeom prst="ellipse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05" name="Text Box 98">
              <a:extLst>
                <a:ext uri="{FF2B5EF4-FFF2-40B4-BE49-F238E27FC236}">
                  <a16:creationId xmlns:a16="http://schemas.microsoft.com/office/drawing/2014/main" id="{0F3D1FD7-C5DA-32A7-4CBE-851ACEE309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" y="279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6" name="Text Box 99">
              <a:extLst>
                <a:ext uri="{FF2B5EF4-FFF2-40B4-BE49-F238E27FC236}">
                  <a16:creationId xmlns:a16="http://schemas.microsoft.com/office/drawing/2014/main" id="{1C9A6533-B014-B79E-C190-17DF86D0EA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" y="3187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07" name="Text Box 100">
              <a:extLst>
                <a:ext uri="{FF2B5EF4-FFF2-40B4-BE49-F238E27FC236}">
                  <a16:creationId xmlns:a16="http://schemas.microsoft.com/office/drawing/2014/main" id="{B6316782-C017-BD24-42D0-A936268F55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" y="3578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08" name="Text Box 101">
              <a:extLst>
                <a:ext uri="{FF2B5EF4-FFF2-40B4-BE49-F238E27FC236}">
                  <a16:creationId xmlns:a16="http://schemas.microsoft.com/office/drawing/2014/main" id="{C3B779B2-5BA9-F63A-0D8A-22861386A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5" y="313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09" name="Line 102">
              <a:extLst>
                <a:ext uri="{FF2B5EF4-FFF2-40B4-BE49-F238E27FC236}">
                  <a16:creationId xmlns:a16="http://schemas.microsoft.com/office/drawing/2014/main" id="{D17141C8-97C5-8B72-4136-555703ED2A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3027"/>
              <a:ext cx="23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0" name="Line 103">
              <a:extLst>
                <a:ext uri="{FF2B5EF4-FFF2-40B4-BE49-F238E27FC236}">
                  <a16:creationId xmlns:a16="http://schemas.microsoft.com/office/drawing/2014/main" id="{5282850C-4BEF-0808-6DF1-434A3EC836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8" y="3416"/>
              <a:ext cx="4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1" name="Line 104">
              <a:extLst>
                <a:ext uri="{FF2B5EF4-FFF2-40B4-BE49-F238E27FC236}">
                  <a16:creationId xmlns:a16="http://schemas.microsoft.com/office/drawing/2014/main" id="{F5A28B54-A968-0C2B-63CB-2D2712AB5B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3" y="3798"/>
              <a:ext cx="2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" name="Line 105">
              <a:extLst>
                <a:ext uri="{FF2B5EF4-FFF2-40B4-BE49-F238E27FC236}">
                  <a16:creationId xmlns:a16="http://schemas.microsoft.com/office/drawing/2014/main" id="{4112E3D4-E5E5-43AE-E225-DDC7445D98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3" y="3409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13" name="Group 106">
              <a:extLst>
                <a:ext uri="{FF2B5EF4-FFF2-40B4-BE49-F238E27FC236}">
                  <a16:creationId xmlns:a16="http://schemas.microsoft.com/office/drawing/2014/main" id="{3D7D5E9A-6F8B-1CA1-559B-CE6BBB0FF7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1" y="2887"/>
              <a:ext cx="725" cy="272"/>
              <a:chOff x="986" y="3158"/>
              <a:chExt cx="1671" cy="658"/>
            </a:xfrm>
          </p:grpSpPr>
          <p:sp>
            <p:nvSpPr>
              <p:cNvPr id="136" name="Arc 107">
                <a:extLst>
                  <a:ext uri="{FF2B5EF4-FFF2-40B4-BE49-F238E27FC236}">
                    <a16:creationId xmlns:a16="http://schemas.microsoft.com/office/drawing/2014/main" id="{E0EF2E6F-0A4E-92ED-439B-E32204D3B6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7" y="3159"/>
                <a:ext cx="480" cy="657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" name="Arc 108">
                <a:extLst>
                  <a:ext uri="{FF2B5EF4-FFF2-40B4-BE49-F238E27FC236}">
                    <a16:creationId xmlns:a16="http://schemas.microsoft.com/office/drawing/2014/main" id="{C869905C-87E3-9FA3-6CD8-11C6510FD3F5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183" y="3159"/>
                <a:ext cx="470" cy="657"/>
              </a:xfrm>
              <a:custGeom>
                <a:avLst/>
                <a:gdLst>
                  <a:gd name="T0" fmla="*/ 0 w 18607"/>
                  <a:gd name="T1" fmla="*/ 0 h 21600"/>
                  <a:gd name="T2" fmla="*/ 0 w 18607"/>
                  <a:gd name="T3" fmla="*/ 0 h 21600"/>
                  <a:gd name="T4" fmla="*/ 0 w 1860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8607"/>
                  <a:gd name="T10" fmla="*/ 0 h 21600"/>
                  <a:gd name="T11" fmla="*/ 18607 w 1860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607" h="21600" fill="none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</a:path>
                  <a:path w="18607" h="21600" stroke="0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8" name="Arc 109">
                <a:extLst>
                  <a:ext uri="{FF2B5EF4-FFF2-40B4-BE49-F238E27FC236}">
                    <a16:creationId xmlns:a16="http://schemas.microsoft.com/office/drawing/2014/main" id="{772777A7-3BB6-2D82-5E72-71F6BAB6D59E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174" y="2973"/>
                <a:ext cx="655" cy="1032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" name="Line 110">
                <a:extLst>
                  <a:ext uri="{FF2B5EF4-FFF2-40B4-BE49-F238E27FC236}">
                    <a16:creationId xmlns:a16="http://schemas.microsoft.com/office/drawing/2014/main" id="{942A80B1-9A3A-8584-DF2A-480CF83A59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816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Line 111">
                <a:extLst>
                  <a:ext uri="{FF2B5EF4-FFF2-40B4-BE49-F238E27FC236}">
                    <a16:creationId xmlns:a16="http://schemas.microsoft.com/office/drawing/2014/main" id="{4A287FB2-B6EF-62C5-6729-FC716399A8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158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4" name="Group 112">
              <a:extLst>
                <a:ext uri="{FF2B5EF4-FFF2-40B4-BE49-F238E27FC236}">
                  <a16:creationId xmlns:a16="http://schemas.microsoft.com/office/drawing/2014/main" id="{4225D593-3D72-700B-0A64-344E4F08CC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1" y="3273"/>
              <a:ext cx="725" cy="272"/>
              <a:chOff x="986" y="3158"/>
              <a:chExt cx="1671" cy="658"/>
            </a:xfrm>
          </p:grpSpPr>
          <p:sp>
            <p:nvSpPr>
              <p:cNvPr id="131" name="Arc 113">
                <a:extLst>
                  <a:ext uri="{FF2B5EF4-FFF2-40B4-BE49-F238E27FC236}">
                    <a16:creationId xmlns:a16="http://schemas.microsoft.com/office/drawing/2014/main" id="{0608D84D-4889-B44E-1853-C8D86C9633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7" y="3159"/>
                <a:ext cx="480" cy="657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2" name="Arc 114">
                <a:extLst>
                  <a:ext uri="{FF2B5EF4-FFF2-40B4-BE49-F238E27FC236}">
                    <a16:creationId xmlns:a16="http://schemas.microsoft.com/office/drawing/2014/main" id="{25639C92-FA4C-3B49-9CFA-8DE807164E0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183" y="3159"/>
                <a:ext cx="470" cy="657"/>
              </a:xfrm>
              <a:custGeom>
                <a:avLst/>
                <a:gdLst>
                  <a:gd name="T0" fmla="*/ 0 w 18607"/>
                  <a:gd name="T1" fmla="*/ 0 h 21600"/>
                  <a:gd name="T2" fmla="*/ 0 w 18607"/>
                  <a:gd name="T3" fmla="*/ 0 h 21600"/>
                  <a:gd name="T4" fmla="*/ 0 w 1860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8607"/>
                  <a:gd name="T10" fmla="*/ 0 h 21600"/>
                  <a:gd name="T11" fmla="*/ 18607 w 1860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607" h="21600" fill="none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</a:path>
                  <a:path w="18607" h="21600" stroke="0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" name="Arc 115">
                <a:extLst>
                  <a:ext uri="{FF2B5EF4-FFF2-40B4-BE49-F238E27FC236}">
                    <a16:creationId xmlns:a16="http://schemas.microsoft.com/office/drawing/2014/main" id="{174FCC0B-C259-607A-6757-CAB909DFEFA3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174" y="2973"/>
                <a:ext cx="655" cy="1032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" name="Line 116">
                <a:extLst>
                  <a:ext uri="{FF2B5EF4-FFF2-40B4-BE49-F238E27FC236}">
                    <a16:creationId xmlns:a16="http://schemas.microsoft.com/office/drawing/2014/main" id="{AA273630-CDF0-B5EA-CB5A-4A85E4DCF8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816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" name="Line 117">
                <a:extLst>
                  <a:ext uri="{FF2B5EF4-FFF2-40B4-BE49-F238E27FC236}">
                    <a16:creationId xmlns:a16="http://schemas.microsoft.com/office/drawing/2014/main" id="{D0CCC37B-0340-BD7A-2F93-6B58B2743D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158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5" name="Group 118">
              <a:extLst>
                <a:ext uri="{FF2B5EF4-FFF2-40B4-BE49-F238E27FC236}">
                  <a16:creationId xmlns:a16="http://schemas.microsoft.com/office/drawing/2014/main" id="{4DD75584-D8FB-B229-6BD6-EE33ECB787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1" y="3658"/>
              <a:ext cx="725" cy="272"/>
              <a:chOff x="986" y="3158"/>
              <a:chExt cx="1671" cy="658"/>
            </a:xfrm>
          </p:grpSpPr>
          <p:sp>
            <p:nvSpPr>
              <p:cNvPr id="126" name="Arc 119">
                <a:extLst>
                  <a:ext uri="{FF2B5EF4-FFF2-40B4-BE49-F238E27FC236}">
                    <a16:creationId xmlns:a16="http://schemas.microsoft.com/office/drawing/2014/main" id="{CDE025EA-4458-75E6-3D44-97B58F024A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7" y="3159"/>
                <a:ext cx="480" cy="657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" name="Arc 120">
                <a:extLst>
                  <a:ext uri="{FF2B5EF4-FFF2-40B4-BE49-F238E27FC236}">
                    <a16:creationId xmlns:a16="http://schemas.microsoft.com/office/drawing/2014/main" id="{50CB9864-3397-6016-E5E1-E35E6DFAAA65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183" y="3159"/>
                <a:ext cx="470" cy="657"/>
              </a:xfrm>
              <a:custGeom>
                <a:avLst/>
                <a:gdLst>
                  <a:gd name="T0" fmla="*/ 0 w 18607"/>
                  <a:gd name="T1" fmla="*/ 0 h 21600"/>
                  <a:gd name="T2" fmla="*/ 0 w 18607"/>
                  <a:gd name="T3" fmla="*/ 0 h 21600"/>
                  <a:gd name="T4" fmla="*/ 0 w 1860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8607"/>
                  <a:gd name="T10" fmla="*/ 0 h 21600"/>
                  <a:gd name="T11" fmla="*/ 18607 w 1860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607" h="21600" fill="none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</a:path>
                  <a:path w="18607" h="21600" stroke="0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" name="Arc 121">
                <a:extLst>
                  <a:ext uri="{FF2B5EF4-FFF2-40B4-BE49-F238E27FC236}">
                    <a16:creationId xmlns:a16="http://schemas.microsoft.com/office/drawing/2014/main" id="{BCE2A47C-F5E9-FBF9-2622-B94EB0E2FC2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174" y="2973"/>
                <a:ext cx="655" cy="1032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9" name="Line 122">
                <a:extLst>
                  <a:ext uri="{FF2B5EF4-FFF2-40B4-BE49-F238E27FC236}">
                    <a16:creationId xmlns:a16="http://schemas.microsoft.com/office/drawing/2014/main" id="{109329FF-7163-1BCD-F4E3-6D8313EFFD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816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" name="Line 123">
                <a:extLst>
                  <a:ext uri="{FF2B5EF4-FFF2-40B4-BE49-F238E27FC236}">
                    <a16:creationId xmlns:a16="http://schemas.microsoft.com/office/drawing/2014/main" id="{1ADC01FE-EA62-5418-2C32-0A298D924F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158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6" name="Oval 124">
              <a:extLst>
                <a:ext uri="{FF2B5EF4-FFF2-40B4-BE49-F238E27FC236}">
                  <a16:creationId xmlns:a16="http://schemas.microsoft.com/office/drawing/2014/main" id="{591B656C-1155-3F61-3BCB-6A38DEBA7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1" y="3762"/>
              <a:ext cx="68" cy="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17" name="Oval 125">
              <a:extLst>
                <a:ext uri="{FF2B5EF4-FFF2-40B4-BE49-F238E27FC236}">
                  <a16:creationId xmlns:a16="http://schemas.microsoft.com/office/drawing/2014/main" id="{6039F082-3D0D-607A-5CAC-746EFEC1B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1" y="3381"/>
              <a:ext cx="68" cy="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18" name="Oval 126">
              <a:extLst>
                <a:ext uri="{FF2B5EF4-FFF2-40B4-BE49-F238E27FC236}">
                  <a16:creationId xmlns:a16="http://schemas.microsoft.com/office/drawing/2014/main" id="{F3CF507E-E7BB-08A1-76C6-8C5BC9202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2993"/>
              <a:ext cx="68" cy="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19" name="Oval 127">
              <a:extLst>
                <a:ext uri="{FF2B5EF4-FFF2-40B4-BE49-F238E27FC236}">
                  <a16:creationId xmlns:a16="http://schemas.microsoft.com/office/drawing/2014/main" id="{0633FA49-49E6-9BA8-8644-787AD9F908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1" y="3375"/>
              <a:ext cx="68" cy="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grpSp>
          <p:nvGrpSpPr>
            <p:cNvPr id="120" name="Group 128">
              <a:extLst>
                <a:ext uri="{FF2B5EF4-FFF2-40B4-BE49-F238E27FC236}">
                  <a16:creationId xmlns:a16="http://schemas.microsoft.com/office/drawing/2014/main" id="{71ADACE2-4BA3-2330-0031-1155288207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67" y="3229"/>
              <a:ext cx="725" cy="347"/>
              <a:chOff x="986" y="3158"/>
              <a:chExt cx="1671" cy="658"/>
            </a:xfrm>
          </p:grpSpPr>
          <p:sp>
            <p:nvSpPr>
              <p:cNvPr id="121" name="Arc 129">
                <a:extLst>
                  <a:ext uri="{FF2B5EF4-FFF2-40B4-BE49-F238E27FC236}">
                    <a16:creationId xmlns:a16="http://schemas.microsoft.com/office/drawing/2014/main" id="{C7301AA7-8445-2095-DB9A-7F19F3E48A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7" y="3159"/>
                <a:ext cx="480" cy="657"/>
              </a:xfrm>
              <a:custGeom>
                <a:avLst/>
                <a:gdLst>
                  <a:gd name="T0" fmla="*/ 0 w 19012"/>
                  <a:gd name="T1" fmla="*/ 0 h 21600"/>
                  <a:gd name="T2" fmla="*/ 0 w 19012"/>
                  <a:gd name="T3" fmla="*/ 0 h 21600"/>
                  <a:gd name="T4" fmla="*/ 0 w 1901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9012"/>
                  <a:gd name="T10" fmla="*/ 0 h 21600"/>
                  <a:gd name="T11" fmla="*/ 19012 w 1901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12" h="21600" fill="none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</a:path>
                  <a:path w="19012" h="21600" stroke="0" extrusionOk="0">
                    <a:moveTo>
                      <a:pt x="-1" y="0"/>
                    </a:moveTo>
                    <a:cubicBezTo>
                      <a:pt x="7941" y="0"/>
                      <a:pt x="15242" y="4357"/>
                      <a:pt x="19012" y="11347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2" name="Arc 130">
                <a:extLst>
                  <a:ext uri="{FF2B5EF4-FFF2-40B4-BE49-F238E27FC236}">
                    <a16:creationId xmlns:a16="http://schemas.microsoft.com/office/drawing/2014/main" id="{364FACFC-FC52-0CB6-4347-68D83D96193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183" y="3159"/>
                <a:ext cx="470" cy="657"/>
              </a:xfrm>
              <a:custGeom>
                <a:avLst/>
                <a:gdLst>
                  <a:gd name="T0" fmla="*/ 0 w 18607"/>
                  <a:gd name="T1" fmla="*/ 0 h 21600"/>
                  <a:gd name="T2" fmla="*/ 0 w 18607"/>
                  <a:gd name="T3" fmla="*/ 0 h 21600"/>
                  <a:gd name="T4" fmla="*/ 0 w 18607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18607"/>
                  <a:gd name="T10" fmla="*/ 0 h 21600"/>
                  <a:gd name="T11" fmla="*/ 18607 w 1860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607" h="21600" fill="none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</a:path>
                  <a:path w="18607" h="21600" stroke="0" extrusionOk="0">
                    <a:moveTo>
                      <a:pt x="-1" y="0"/>
                    </a:moveTo>
                    <a:cubicBezTo>
                      <a:pt x="7646" y="0"/>
                      <a:pt x="14724" y="4043"/>
                      <a:pt x="18607" y="1063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" name="Arc 131">
                <a:extLst>
                  <a:ext uri="{FF2B5EF4-FFF2-40B4-BE49-F238E27FC236}">
                    <a16:creationId xmlns:a16="http://schemas.microsoft.com/office/drawing/2014/main" id="{A94624C4-2639-7613-E1A8-0D18CD5738A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1174" y="2973"/>
                <a:ext cx="655" cy="1032"/>
              </a:xfrm>
              <a:custGeom>
                <a:avLst/>
                <a:gdLst>
                  <a:gd name="T0" fmla="*/ 0 w 21674"/>
                  <a:gd name="T1" fmla="*/ 0 h 21600"/>
                  <a:gd name="T2" fmla="*/ 0 w 21674"/>
                  <a:gd name="T3" fmla="*/ 0 h 21600"/>
                  <a:gd name="T4" fmla="*/ 0 w 21674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74"/>
                  <a:gd name="T10" fmla="*/ 0 h 21600"/>
                  <a:gd name="T11" fmla="*/ 21674 w 2167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74" h="21600" fill="none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</a:path>
                  <a:path w="21674" h="21600" stroke="0" extrusionOk="0">
                    <a:moveTo>
                      <a:pt x="-1" y="2923"/>
                    </a:moveTo>
                    <a:cubicBezTo>
                      <a:pt x="3295" y="1008"/>
                      <a:pt x="7040" y="-1"/>
                      <a:pt x="10852" y="0"/>
                    </a:cubicBezTo>
                    <a:cubicBezTo>
                      <a:pt x="14652" y="0"/>
                      <a:pt x="18385" y="1002"/>
                      <a:pt x="21674" y="2906"/>
                    </a:cubicBezTo>
                    <a:lnTo>
                      <a:pt x="10852" y="21600"/>
                    </a:lnTo>
                    <a:lnTo>
                      <a:pt x="-1" y="2923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" name="Line 132">
                <a:extLst>
                  <a:ext uri="{FF2B5EF4-FFF2-40B4-BE49-F238E27FC236}">
                    <a16:creationId xmlns:a16="http://schemas.microsoft.com/office/drawing/2014/main" id="{D35C7923-26E8-8122-C28F-1A3BCFF8DF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816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Line 133">
                <a:extLst>
                  <a:ext uri="{FF2B5EF4-FFF2-40B4-BE49-F238E27FC236}">
                    <a16:creationId xmlns:a16="http://schemas.microsoft.com/office/drawing/2014/main" id="{4E13398E-E40B-5BD4-13C1-71727F83DB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82" y="3158"/>
                <a:ext cx="31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41" name="Group 134">
            <a:extLst>
              <a:ext uri="{FF2B5EF4-FFF2-40B4-BE49-F238E27FC236}">
                <a16:creationId xmlns:a16="http://schemas.microsoft.com/office/drawing/2014/main" id="{581621E7-9D00-84AF-1665-B7C4A6870D70}"/>
              </a:ext>
            </a:extLst>
          </p:cNvPr>
          <p:cNvGrpSpPr>
            <a:grpSpLocks/>
          </p:cNvGrpSpPr>
          <p:nvPr/>
        </p:nvGrpSpPr>
        <p:grpSpPr bwMode="auto">
          <a:xfrm>
            <a:off x="763588" y="3933825"/>
            <a:ext cx="3581400" cy="1827213"/>
            <a:chOff x="3084" y="2438"/>
            <a:chExt cx="2256" cy="1151"/>
          </a:xfrm>
        </p:grpSpPr>
        <p:sp>
          <p:nvSpPr>
            <p:cNvPr id="142" name="Line 135">
              <a:extLst>
                <a:ext uri="{FF2B5EF4-FFF2-40B4-BE49-F238E27FC236}">
                  <a16:creationId xmlns:a16="http://schemas.microsoft.com/office/drawing/2014/main" id="{F59DA526-CD22-E10C-405E-ABDC1660D7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0" y="2740"/>
              <a:ext cx="23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" name="Line 136">
              <a:extLst>
                <a:ext uri="{FF2B5EF4-FFF2-40B4-BE49-F238E27FC236}">
                  <a16:creationId xmlns:a16="http://schemas.microsoft.com/office/drawing/2014/main" id="{51E0F681-D964-B92A-1A5D-0FD2BDF665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3" y="3124"/>
              <a:ext cx="2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" name="Line 137">
              <a:extLst>
                <a:ext uri="{FF2B5EF4-FFF2-40B4-BE49-F238E27FC236}">
                  <a16:creationId xmlns:a16="http://schemas.microsoft.com/office/drawing/2014/main" id="{79FB4B4B-2A32-97D7-79EA-2A5BBEFC29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13" y="3152"/>
              <a:ext cx="2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" name="Line 138">
              <a:extLst>
                <a:ext uri="{FF2B5EF4-FFF2-40B4-BE49-F238E27FC236}">
                  <a16:creationId xmlns:a16="http://schemas.microsoft.com/office/drawing/2014/main" id="{8284FDAA-B4D8-2256-47DB-F049D864FF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13" y="2952"/>
              <a:ext cx="2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" name="Line 139">
              <a:extLst>
                <a:ext uri="{FF2B5EF4-FFF2-40B4-BE49-F238E27FC236}">
                  <a16:creationId xmlns:a16="http://schemas.microsoft.com/office/drawing/2014/main" id="{B6CDA665-539B-2F26-1A01-302869EA11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2669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7" name="Line 140">
              <a:extLst>
                <a:ext uri="{FF2B5EF4-FFF2-40B4-BE49-F238E27FC236}">
                  <a16:creationId xmlns:a16="http://schemas.microsoft.com/office/drawing/2014/main" id="{1AF23A8D-6BB1-8AC4-0DA4-8B0D12FB9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3" y="3157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8" name="Line 141">
              <a:extLst>
                <a:ext uri="{FF2B5EF4-FFF2-40B4-BE49-F238E27FC236}">
                  <a16:creationId xmlns:a16="http://schemas.microsoft.com/office/drawing/2014/main" id="{BE69926E-DD3C-4E15-7212-EB85BC4980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8" y="2740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9" name="Line 142">
              <a:extLst>
                <a:ext uri="{FF2B5EF4-FFF2-40B4-BE49-F238E27FC236}">
                  <a16:creationId xmlns:a16="http://schemas.microsoft.com/office/drawing/2014/main" id="{C62451E9-4713-71A0-277D-57644FD9BE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8" y="312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0" name="Line 143">
              <a:extLst>
                <a:ext uri="{FF2B5EF4-FFF2-40B4-BE49-F238E27FC236}">
                  <a16:creationId xmlns:a16="http://schemas.microsoft.com/office/drawing/2014/main" id="{B381A2E1-29CB-4BF7-2721-9423D07A23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6" y="3508"/>
              <a:ext cx="4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" name="Line 144">
              <a:extLst>
                <a:ext uri="{FF2B5EF4-FFF2-40B4-BE49-F238E27FC236}">
                  <a16:creationId xmlns:a16="http://schemas.microsoft.com/office/drawing/2014/main" id="{4CD972AF-75A4-CA97-8833-5355ED70D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6" y="2596"/>
              <a:ext cx="6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2" name="Line 145">
              <a:extLst>
                <a:ext uri="{FF2B5EF4-FFF2-40B4-BE49-F238E27FC236}">
                  <a16:creationId xmlns:a16="http://schemas.microsoft.com/office/drawing/2014/main" id="{C4BD9176-3B0E-1197-CE95-F2EC9438F8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6" y="2980"/>
              <a:ext cx="6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" name="Line 146">
              <a:extLst>
                <a:ext uri="{FF2B5EF4-FFF2-40B4-BE49-F238E27FC236}">
                  <a16:creationId xmlns:a16="http://schemas.microsoft.com/office/drawing/2014/main" id="{4176F6D0-621C-5141-42A4-C53385223B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6" y="3364"/>
              <a:ext cx="65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" name="Line 147">
              <a:extLst>
                <a:ext uri="{FF2B5EF4-FFF2-40B4-BE49-F238E27FC236}">
                  <a16:creationId xmlns:a16="http://schemas.microsoft.com/office/drawing/2014/main" id="{BC53C383-9261-7D8F-5255-B20B12A176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11" y="2596"/>
              <a:ext cx="0" cy="9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5" name="Oval 148">
              <a:extLst>
                <a:ext uri="{FF2B5EF4-FFF2-40B4-BE49-F238E27FC236}">
                  <a16:creationId xmlns:a16="http://schemas.microsoft.com/office/drawing/2014/main" id="{DB154C4F-7EAD-6456-D64C-16D43F6A8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" y="3334"/>
              <a:ext cx="48" cy="48"/>
            </a:xfrm>
            <a:prstGeom prst="ellipse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56" name="Oval 149">
              <a:extLst>
                <a:ext uri="{FF2B5EF4-FFF2-40B4-BE49-F238E27FC236}">
                  <a16:creationId xmlns:a16="http://schemas.microsoft.com/office/drawing/2014/main" id="{3EF17B20-AD68-FA99-2C58-4671F8207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3" y="2950"/>
              <a:ext cx="48" cy="48"/>
            </a:xfrm>
            <a:prstGeom prst="ellipse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57" name="Oval 150">
              <a:extLst>
                <a:ext uri="{FF2B5EF4-FFF2-40B4-BE49-F238E27FC236}">
                  <a16:creationId xmlns:a16="http://schemas.microsoft.com/office/drawing/2014/main" id="{25F6F5DF-A1D6-C134-6701-E6CC29EB9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8" y="2573"/>
              <a:ext cx="48" cy="48"/>
            </a:xfrm>
            <a:prstGeom prst="ellipse">
              <a:avLst/>
            </a:prstGeom>
            <a:solidFill>
              <a:schemeClr val="tx1">
                <a:alpha val="50195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58" name="Text Box 151">
              <a:extLst>
                <a:ext uri="{FF2B5EF4-FFF2-40B4-BE49-F238E27FC236}">
                  <a16:creationId xmlns:a16="http://schemas.microsoft.com/office/drawing/2014/main" id="{D8F6F37C-E601-D084-D358-E29A17F57D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4" y="2438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59" name="Text Box 152">
              <a:extLst>
                <a:ext uri="{FF2B5EF4-FFF2-40B4-BE49-F238E27FC236}">
                  <a16:creationId xmlns:a16="http://schemas.microsoft.com/office/drawing/2014/main" id="{757C89E9-03BB-A2C1-28BE-4BBE77565F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4" y="2829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60" name="Text Box 153">
              <a:extLst>
                <a:ext uri="{FF2B5EF4-FFF2-40B4-BE49-F238E27FC236}">
                  <a16:creationId xmlns:a16="http://schemas.microsoft.com/office/drawing/2014/main" id="{0771DEC8-4231-9ECB-BE09-5E24D04DF6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4" y="3220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61" name="Text Box 154">
              <a:extLst>
                <a:ext uri="{FF2B5EF4-FFF2-40B4-BE49-F238E27FC236}">
                  <a16:creationId xmlns:a16="http://schemas.microsoft.com/office/drawing/2014/main" id="{09EF79AD-292F-7FA8-4E77-2C793E2938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5" y="2778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62" name="Line 155">
              <a:extLst>
                <a:ext uri="{FF2B5EF4-FFF2-40B4-BE49-F238E27FC236}">
                  <a16:creationId xmlns:a16="http://schemas.microsoft.com/office/drawing/2014/main" id="{39EBC6E1-42F9-A6B3-5EE4-9A7701C2E0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8" y="2669"/>
              <a:ext cx="23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3" name="Line 156">
              <a:extLst>
                <a:ext uri="{FF2B5EF4-FFF2-40B4-BE49-F238E27FC236}">
                  <a16:creationId xmlns:a16="http://schemas.microsoft.com/office/drawing/2014/main" id="{3DBFEFF8-AD5C-B451-A880-31322445BC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8" y="3058"/>
              <a:ext cx="4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" name="Line 157">
              <a:extLst>
                <a:ext uri="{FF2B5EF4-FFF2-40B4-BE49-F238E27FC236}">
                  <a16:creationId xmlns:a16="http://schemas.microsoft.com/office/drawing/2014/main" id="{8091839F-FE98-45D9-B03E-79C420AAB9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3" y="3440"/>
              <a:ext cx="23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5" name="Line 158">
              <a:extLst>
                <a:ext uri="{FF2B5EF4-FFF2-40B4-BE49-F238E27FC236}">
                  <a16:creationId xmlns:a16="http://schemas.microsoft.com/office/drawing/2014/main" id="{596C82BB-056D-E577-4B15-B0F341A3CF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6" y="3051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6" name="AutoShape 159">
              <a:extLst>
                <a:ext uri="{FF2B5EF4-FFF2-40B4-BE49-F238E27FC236}">
                  <a16:creationId xmlns:a16="http://schemas.microsoft.com/office/drawing/2014/main" id="{D9C5B6C7-85BB-0C3F-A767-D453668B2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" y="2518"/>
              <a:ext cx="268" cy="295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67" name="AutoShape 160">
              <a:extLst>
                <a:ext uri="{FF2B5EF4-FFF2-40B4-BE49-F238E27FC236}">
                  <a16:creationId xmlns:a16="http://schemas.microsoft.com/office/drawing/2014/main" id="{335322D4-1317-B864-CFB8-0F8057CD8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" y="2908"/>
              <a:ext cx="268" cy="295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68" name="AutoShape 161">
              <a:extLst>
                <a:ext uri="{FF2B5EF4-FFF2-40B4-BE49-F238E27FC236}">
                  <a16:creationId xmlns:a16="http://schemas.microsoft.com/office/drawing/2014/main" id="{861069D2-3336-90C8-886A-537902AE4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" y="3294"/>
              <a:ext cx="268" cy="295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69" name="Oval 162">
              <a:extLst>
                <a:ext uri="{FF2B5EF4-FFF2-40B4-BE49-F238E27FC236}">
                  <a16:creationId xmlns:a16="http://schemas.microsoft.com/office/drawing/2014/main" id="{C51D0B69-75E5-F33A-C391-D6FC62E0B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8" y="3408"/>
              <a:ext cx="68" cy="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70" name="Oval 163">
              <a:extLst>
                <a:ext uri="{FF2B5EF4-FFF2-40B4-BE49-F238E27FC236}">
                  <a16:creationId xmlns:a16="http://schemas.microsoft.com/office/drawing/2014/main" id="{D29B8495-2112-3B1B-7539-61FFDBFA6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8" y="3027"/>
              <a:ext cx="68" cy="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71" name="Oval 164">
              <a:extLst>
                <a:ext uri="{FF2B5EF4-FFF2-40B4-BE49-F238E27FC236}">
                  <a16:creationId xmlns:a16="http://schemas.microsoft.com/office/drawing/2014/main" id="{AEF60D2F-F47C-51B2-64B7-ECB71E004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0" y="2639"/>
              <a:ext cx="68" cy="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72" name="Oval 165">
              <a:extLst>
                <a:ext uri="{FF2B5EF4-FFF2-40B4-BE49-F238E27FC236}">
                  <a16:creationId xmlns:a16="http://schemas.microsoft.com/office/drawing/2014/main" id="{0CBBF2E2-1DF6-6B3F-8927-F97CDBD50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1" y="3021"/>
              <a:ext cx="68" cy="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  <p:sp>
          <p:nvSpPr>
            <p:cNvPr id="173" name="AutoShape 166">
              <a:extLst>
                <a:ext uri="{FF2B5EF4-FFF2-40B4-BE49-F238E27FC236}">
                  <a16:creationId xmlns:a16="http://schemas.microsoft.com/office/drawing/2014/main" id="{7FB906B6-485F-CD64-4DEF-E51F9A001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3" y="2864"/>
              <a:ext cx="303" cy="366"/>
            </a:xfrm>
            <a:prstGeom prst="flowChartDelay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Aft>
                  <a:spcPct val="20000"/>
                </a:spcAft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Aft>
                  <a:spcPct val="20000"/>
                </a:spcAft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Aft>
                  <a:spcPct val="20000"/>
                </a:spcAft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Aft>
                  <a:spcPct val="2000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2000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Aft>
                  <a:spcPct val="0"/>
                </a:spcAft>
                <a:buFontTx/>
                <a:buNone/>
              </a:pPr>
              <a:endParaRPr lang="zh-CN" altLang="en-US" sz="1800" b="0"/>
            </a:p>
          </p:txBody>
        </p:sp>
      </p:grpSp>
      <p:sp>
        <p:nvSpPr>
          <p:cNvPr id="174" name="Rectangle 168">
            <a:extLst>
              <a:ext uri="{FF2B5EF4-FFF2-40B4-BE49-F238E27FC236}">
                <a16:creationId xmlns:a16="http://schemas.microsoft.com/office/drawing/2014/main" id="{8EA50658-C9C0-D97B-66D6-380CF645E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5778500"/>
            <a:ext cx="18351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600" b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与非式实现</a:t>
            </a:r>
          </a:p>
        </p:txBody>
      </p:sp>
      <p:sp>
        <p:nvSpPr>
          <p:cNvPr id="175" name="Rectangle 170">
            <a:extLst>
              <a:ext uri="{FF2B5EF4-FFF2-40B4-BE49-F238E27FC236}">
                <a16:creationId xmlns:a16="http://schemas.microsoft.com/office/drawing/2014/main" id="{B6EFC743-5D75-0DC1-B704-931D77EBD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8000" y="5792788"/>
            <a:ext cx="183515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Aft>
                <a:spcPct val="20000"/>
              </a:spcAft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Aft>
                <a:spcPct val="2000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Aft>
                <a:spcPct val="20000"/>
              </a:spcAft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Aft>
                <a:spcPct val="2000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0"/>
              </a:spcAft>
              <a:buFontTx/>
              <a:buNone/>
            </a:pPr>
            <a:r>
              <a:rPr lang="zh-CN" altLang="en-US" sz="2600" b="0">
                <a:latin typeface="Microsoft YaHei" panose="020B0503020204020204" pitchFamily="34" charset="-122"/>
                <a:ea typeface="Microsoft YaHei" panose="020B0503020204020204" pitchFamily="34" charset="-122"/>
              </a:rPr>
              <a:t>或非式实现</a:t>
            </a:r>
          </a:p>
        </p:txBody>
      </p:sp>
      <p:cxnSp>
        <p:nvCxnSpPr>
          <p:cNvPr id="176" name="直线连接符 175">
            <a:extLst>
              <a:ext uri="{FF2B5EF4-FFF2-40B4-BE49-F238E27FC236}">
                <a16:creationId xmlns:a16="http://schemas.microsoft.com/office/drawing/2014/main" id="{34503037-76AB-9024-FECA-08ABAE78C869}"/>
              </a:ext>
            </a:extLst>
          </p:cNvPr>
          <p:cNvCxnSpPr/>
          <p:nvPr/>
        </p:nvCxnSpPr>
        <p:spPr>
          <a:xfrm>
            <a:off x="4603531" y="599090"/>
            <a:ext cx="0" cy="5770179"/>
          </a:xfrm>
          <a:prstGeom prst="line">
            <a:avLst/>
          </a:prstGeom>
          <a:ln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717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92BC4-F3C4-3AEF-EC86-F47B0BED0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作业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2D1469-A401-31ED-3543-D565F3B08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电子技术基础</a:t>
            </a:r>
            <a:r>
              <a:rPr lang="en-US" altLang="zh-CN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数字部分</a:t>
            </a:r>
            <a:endParaRPr lang="en-US" altLang="zh-CN" sz="28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P207-209</a:t>
            </a:r>
            <a:r>
              <a:rPr lang="zh-CN" altLang="en-US" sz="28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sz="2800" kern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4.1.1</a:t>
            </a:r>
            <a:r>
              <a:rPr lang="zh-CN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4.1.6</a:t>
            </a:r>
          </a:p>
          <a:p>
            <a:pPr lvl="1">
              <a:lnSpc>
                <a:spcPct val="110000"/>
              </a:lnSpc>
              <a:spcAft>
                <a:spcPct val="30000"/>
              </a:spcAft>
              <a:defRPr/>
            </a:pP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4.2.1</a:t>
            </a:r>
            <a:r>
              <a:rPr lang="zh-CN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4.2.3</a:t>
            </a:r>
            <a:r>
              <a:rPr lang="zh-CN" altLang="en-US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400" kern="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4.2.14</a:t>
            </a:r>
          </a:p>
          <a:p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1EBEAF-E105-3D6B-A44A-1A805B927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模拟与数字电路：</a:t>
            </a:r>
            <a:r>
              <a:rPr lang="en-US" altLang="zh-CN"/>
              <a:t>5. </a:t>
            </a:r>
            <a:r>
              <a:rPr lang="zh-CN" altLang="en-US"/>
              <a:t>组合逻辑电路</a:t>
            </a:r>
            <a:r>
              <a:rPr lang="en-US" altLang="zh-CN"/>
              <a:t>1</a:t>
            </a:r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440A33-A646-F11A-EF20-5480EA527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60BC5-5BF3-8746-862B-DC45E9CAA88B}" type="slidenum">
              <a:rPr lang="en-US" smtClean="0"/>
              <a:pPr/>
              <a:t>13</a:t>
            </a:fld>
            <a:r>
              <a:rPr lang="en-US" altLang="zh-CN" dirty="0"/>
              <a:t>/13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391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19094</TotalTime>
  <Words>1666</Words>
  <Application>Microsoft Macintosh PowerPoint</Application>
  <PresentationFormat>A4 纸张(210x297 毫米)</PresentationFormat>
  <Paragraphs>308</Paragraphs>
  <Slides>13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等线</vt:lpstr>
      <vt:lpstr>黑体</vt:lpstr>
      <vt:lpstr>宋体</vt:lpstr>
      <vt:lpstr>Microsoft YaHei</vt:lpstr>
      <vt:lpstr>Microsoft YaHei</vt:lpstr>
      <vt:lpstr>Arial</vt:lpstr>
      <vt:lpstr>Arial Black</vt:lpstr>
      <vt:lpstr>Cambria</vt:lpstr>
      <vt:lpstr>Times New Roman</vt:lpstr>
      <vt:lpstr>Office-Design</vt:lpstr>
      <vt:lpstr>公式</vt:lpstr>
      <vt:lpstr>  模拟与数字电路 Analog and Digital Circuits</vt:lpstr>
      <vt:lpstr>内容提纲</vt:lpstr>
      <vt:lpstr>组合逻辑电路</vt:lpstr>
      <vt:lpstr>组合逻辑电路分析</vt:lpstr>
      <vt:lpstr>示例：给定电路分析功能</vt:lpstr>
      <vt:lpstr>示例─给定电路分析功能 (续)</vt:lpstr>
      <vt:lpstr>组合逻辑电路设计</vt:lpstr>
      <vt:lpstr>示例：给定逻辑问题设计电路</vt:lpstr>
      <vt:lpstr>示例：给定逻辑问题设计电路</vt:lpstr>
      <vt:lpstr>逻辑门等效符号</vt:lpstr>
      <vt:lpstr>逻辑电路等效变换</vt:lpstr>
      <vt:lpstr>示例：给定逻辑问题设计电路(续)</vt:lpstr>
      <vt:lpstr>作业</vt:lpstr>
    </vt:vector>
  </TitlesOfParts>
  <Company>DFKI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从本科到硕士到博士</dc:title>
  <dc:creator>jingyuan cheng</dc:creator>
  <cp:lastModifiedBy>Microsoft Office User</cp:lastModifiedBy>
  <cp:revision>2504</cp:revision>
  <cp:lastPrinted>2020-05-26T13:24:01Z</cp:lastPrinted>
  <dcterms:created xsi:type="dcterms:W3CDTF">2020-04-07T12:23:01Z</dcterms:created>
  <dcterms:modified xsi:type="dcterms:W3CDTF">2023-09-19T05:25:13Z</dcterms:modified>
</cp:coreProperties>
</file>