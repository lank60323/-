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handoutMasterIdLst>
    <p:handoutMasterId r:id="rId42"/>
  </p:handoutMasterIdLst>
  <p:sldIdLst>
    <p:sldId id="256" r:id="rId2"/>
    <p:sldId id="514" r:id="rId3"/>
    <p:sldId id="515" r:id="rId4"/>
    <p:sldId id="516" r:id="rId5"/>
    <p:sldId id="517" r:id="rId6"/>
    <p:sldId id="518" r:id="rId7"/>
    <p:sldId id="519" r:id="rId8"/>
    <p:sldId id="520" r:id="rId9"/>
    <p:sldId id="521" r:id="rId10"/>
    <p:sldId id="522" r:id="rId11"/>
    <p:sldId id="523" r:id="rId12"/>
    <p:sldId id="524" r:id="rId13"/>
    <p:sldId id="525" r:id="rId14"/>
    <p:sldId id="526" r:id="rId15"/>
    <p:sldId id="527" r:id="rId16"/>
    <p:sldId id="528" r:id="rId17"/>
    <p:sldId id="529" r:id="rId18"/>
    <p:sldId id="530" r:id="rId19"/>
    <p:sldId id="531" r:id="rId20"/>
    <p:sldId id="532" r:id="rId21"/>
    <p:sldId id="533" r:id="rId22"/>
    <p:sldId id="534" r:id="rId23"/>
    <p:sldId id="535" r:id="rId24"/>
    <p:sldId id="536" r:id="rId25"/>
    <p:sldId id="537" r:id="rId26"/>
    <p:sldId id="538" r:id="rId27"/>
    <p:sldId id="512" r:id="rId28"/>
    <p:sldId id="444" r:id="rId29"/>
    <p:sldId id="511" r:id="rId30"/>
    <p:sldId id="539" r:id="rId31"/>
    <p:sldId id="540" r:id="rId32"/>
    <p:sldId id="541" r:id="rId33"/>
    <p:sldId id="543" r:id="rId34"/>
    <p:sldId id="544" r:id="rId35"/>
    <p:sldId id="545" r:id="rId36"/>
    <p:sldId id="546" r:id="rId37"/>
    <p:sldId id="547" r:id="rId38"/>
    <p:sldId id="542" r:id="rId39"/>
    <p:sldId id="548" r:id="rId40"/>
  </p:sldIdLst>
  <p:sldSz cx="9906000" cy="6858000" type="A4"/>
  <p:notesSz cx="9144000" cy="6858000"/>
  <p:defaultText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pos="312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59595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96"/>
    <p:restoredTop sz="78639"/>
  </p:normalViewPr>
  <p:slideViewPr>
    <p:cSldViewPr snapToGrid="0" snapToObjects="1">
      <p:cViewPr varScale="1">
        <p:scale>
          <a:sx n="80" d="100"/>
          <a:sy n="80" d="100"/>
        </p:scale>
        <p:origin x="1488" y="176"/>
      </p:cViewPr>
      <p:guideLst>
        <p:guide orient="horz" pos="2160"/>
        <p:guide pos="2880"/>
        <p:guide pos="3120"/>
      </p:guideLst>
    </p:cSldViewPr>
  </p:slideViewPr>
  <p:notesTextViewPr>
    <p:cViewPr>
      <p:scale>
        <a:sx n="100" d="100"/>
        <a:sy n="100" d="100"/>
      </p:scale>
      <p:origin x="0" y="0"/>
    </p:cViewPr>
  </p:notesTextViewPr>
  <p:notesViewPr>
    <p:cSldViewPr snapToGrid="0" snapToObjects="1">
      <p:cViewPr varScale="1">
        <p:scale>
          <a:sx n="111" d="100"/>
          <a:sy n="111" d="100"/>
        </p:scale>
        <p:origin x="1600"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5179484" y="0"/>
            <a:ext cx="3962400" cy="344091"/>
          </a:xfrm>
          <a:prstGeom prst="rect">
            <a:avLst/>
          </a:prstGeom>
        </p:spPr>
        <p:txBody>
          <a:bodyPr vert="horz" lIns="91440" tIns="45720" rIns="91440" bIns="45720" rtlCol="0"/>
          <a:lstStyle>
            <a:lvl1pPr algn="r">
              <a:defRPr sz="1200"/>
            </a:lvl1pPr>
          </a:lstStyle>
          <a:p>
            <a:fld id="{31B8FAB7-9DA6-42E2-BB80-6EB4D83E2AE8}" type="datetimeFigureOut">
              <a:rPr lang="zh-CN" altLang="en-US" smtClean="0"/>
              <a:t>2024/9/26</a:t>
            </a:fld>
            <a:endParaRPr lang="zh-CN" altLang="en-US"/>
          </a:p>
        </p:txBody>
      </p:sp>
      <p:sp>
        <p:nvSpPr>
          <p:cNvPr id="4" name="页脚占位符 3"/>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5179484" y="6513910"/>
            <a:ext cx="3962400" cy="344090"/>
          </a:xfrm>
          <a:prstGeom prst="rect">
            <a:avLst/>
          </a:prstGeom>
        </p:spPr>
        <p:txBody>
          <a:bodyPr vert="horz" lIns="91440" tIns="45720" rIns="91440" bIns="45720" rtlCol="0" anchor="b"/>
          <a:lstStyle>
            <a:lvl1pPr algn="r">
              <a:defRPr sz="1200"/>
            </a:lvl1pPr>
          </a:lstStyle>
          <a:p>
            <a:fld id="{342D08B7-D15B-4122-BED5-76961CE891DF}" type="slidenum">
              <a:rPr lang="zh-CN" altLang="en-US" smtClean="0"/>
              <a:t>‹#›</a:t>
            </a:fld>
            <a:endParaRPr lang="zh-CN" altLang="en-US"/>
          </a:p>
        </p:txBody>
      </p:sp>
    </p:spTree>
    <p:extLst>
      <p:ext uri="{BB962C8B-B14F-4D97-AF65-F5344CB8AC3E}">
        <p14:creationId xmlns:p14="http://schemas.microsoft.com/office/powerpoint/2010/main" val="373571593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C526F516-474B-49E6-8B3A-4C2D69386E26}" type="datetimeFigureOut">
              <a:rPr lang="zh-CN" altLang="en-US" smtClean="0"/>
              <a:t>2024/9/26</a:t>
            </a:fld>
            <a:endParaRPr lang="zh-CN" altLang="en-US"/>
          </a:p>
        </p:txBody>
      </p:sp>
      <p:sp>
        <p:nvSpPr>
          <p:cNvPr id="4" name="幻灯片图像占位符 3"/>
          <p:cNvSpPr>
            <a:spLocks noGrp="1" noRot="1" noChangeAspect="1"/>
          </p:cNvSpPr>
          <p:nvPr>
            <p:ph type="sldImg" idx="2"/>
          </p:nvPr>
        </p:nvSpPr>
        <p:spPr>
          <a:xfrm>
            <a:off x="2900363" y="857250"/>
            <a:ext cx="3343275" cy="23145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6BB7EB77-94AC-4128-8DFB-759E46F1AD99}" type="slidenum">
              <a:rPr lang="zh-CN" altLang="en-US" smtClean="0"/>
              <a:t>‹#›</a:t>
            </a:fld>
            <a:endParaRPr lang="zh-CN" altLang="en-US"/>
          </a:p>
        </p:txBody>
      </p:sp>
    </p:spTree>
    <p:extLst>
      <p:ext uri="{BB962C8B-B14F-4D97-AF65-F5344CB8AC3E}">
        <p14:creationId xmlns:p14="http://schemas.microsoft.com/office/powerpoint/2010/main" val="1500672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en.wikipedia.org/wiki/Encoder"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B7EB77-94AC-4128-8DFB-759E46F1AD99}" type="slidenum">
              <a:rPr lang="zh-CN" altLang="en-US" smtClean="0"/>
              <a:t>1</a:t>
            </a:fld>
            <a:endParaRPr lang="zh-CN" altLang="en-US"/>
          </a:p>
        </p:txBody>
      </p:sp>
    </p:spTree>
    <p:extLst>
      <p:ext uri="{BB962C8B-B14F-4D97-AF65-F5344CB8AC3E}">
        <p14:creationId xmlns:p14="http://schemas.microsoft.com/office/powerpoint/2010/main" val="25590238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solidFill>
                  <a:srgbClr val="000000"/>
                </a:solidFill>
              </a:rPr>
              <a:t>逻辑问题是层出不穷的，为解决这些逻辑问题而设计的逻辑电路也是无穷尽的。然而其中有些逻辑电路会经常、大量地出现在各种数字系统中，为了使用方便，这些逻辑电路被制作成了标准化的中规模集成电路（</a:t>
            </a:r>
            <a:r>
              <a:rPr kumimoji="1" lang="en-US" altLang="zh-CN" dirty="0">
                <a:solidFill>
                  <a:srgbClr val="000000"/>
                </a:solidFill>
              </a:rPr>
              <a:t>MSI</a:t>
            </a:r>
            <a:r>
              <a:rPr kumimoji="1" lang="zh-CN" altLang="en-US" dirty="0">
                <a:solidFill>
                  <a:srgbClr val="000000"/>
                </a:solidFill>
              </a:rPr>
              <a:t>）产品。本节将讨论数字系统中经常使用到的几种组合部件，即：编码器、译码器、数据分配器、数据选择器、数值比较器、算术运算电路和奇偶校验器，分析它们的逻辑功能和使用方法。</a:t>
            </a:r>
            <a:endParaRPr kumimoji="1" lang="zh-CN" altLang="zh-CN" dirty="0">
              <a:solidFill>
                <a:srgbClr val="000000"/>
              </a:solidFill>
            </a:endParaRP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2</a:t>
            </a:fld>
            <a:endParaRPr lang="zh-CN" altLang="en-US"/>
          </a:p>
        </p:txBody>
      </p:sp>
    </p:spTree>
    <p:extLst>
      <p:ext uri="{BB962C8B-B14F-4D97-AF65-F5344CB8AC3E}">
        <p14:creationId xmlns:p14="http://schemas.microsoft.com/office/powerpoint/2010/main" val="23671056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110000"/>
              </a:lnSpc>
            </a:pPr>
            <a:r>
              <a:rPr kumimoji="1" lang="zh-CN" altLang="en-US" dirty="0">
                <a:solidFill>
                  <a:srgbClr val="000000"/>
                </a:solidFill>
              </a:rPr>
              <a:t>编码器是一个可以将不同的输入状态转化成二进制代码输出的器件。</a:t>
            </a:r>
            <a:endParaRPr lang="zh-CN" altLang="en-US" dirty="0"/>
          </a:p>
          <a:p>
            <a:pPr eaLnBrk="1" hangingPunct="1">
              <a:lnSpc>
                <a:spcPct val="110000"/>
              </a:lnSpc>
            </a:pPr>
            <a:r>
              <a:rPr lang="zh-CN" altLang="en-US" dirty="0"/>
              <a:t>代码：</a:t>
            </a:r>
            <a:r>
              <a:rPr lang="zh-CN" altLang="en-US" dirty="0">
                <a:latin typeface="Times New Roman" panose="02020603050405020304" pitchFamily="18" charset="0"/>
              </a:rPr>
              <a:t>用来表示不同事物的二进制数码。</a:t>
            </a:r>
          </a:p>
          <a:p>
            <a:pPr lvl="1" eaLnBrk="1" hangingPunct="1">
              <a:lnSpc>
                <a:spcPct val="110000"/>
              </a:lnSpc>
            </a:pPr>
            <a:r>
              <a:rPr lang="zh-CN" altLang="en-US" dirty="0">
                <a:latin typeface="Times New Roman" panose="02020603050405020304" pitchFamily="18" charset="0"/>
              </a:rPr>
              <a:t>编码：以一定的规则，编制代码的过程。</a:t>
            </a:r>
          </a:p>
          <a:p>
            <a:pPr lvl="1" eaLnBrk="1" hangingPunct="1">
              <a:lnSpc>
                <a:spcPct val="110000"/>
              </a:lnSpc>
            </a:pPr>
            <a:r>
              <a:rPr lang="zh-CN" altLang="en-US" dirty="0">
                <a:latin typeface="Times New Roman" panose="02020603050405020304" pitchFamily="18" charset="0"/>
              </a:rPr>
              <a:t>译码：将代码还原成所表示事物的过程。</a:t>
            </a:r>
          </a:p>
          <a:p>
            <a:pPr lvl="1" eaLnBrk="1" hangingPunct="1">
              <a:lnSpc>
                <a:spcPct val="110000"/>
              </a:lnSpc>
            </a:pPr>
            <a:r>
              <a:rPr kumimoji="1" lang="zh-CN" altLang="en-US" dirty="0">
                <a:latin typeface="Times New Roman" panose="02020603050405020304" pitchFamily="18" charset="0"/>
              </a:rPr>
              <a:t>码制：编制代码所要遵循的规则</a:t>
            </a:r>
            <a:endParaRPr lang="zh-CN" altLang="en-US" dirty="0">
              <a:latin typeface="Times New Roman" panose="02020603050405020304" pitchFamily="18" charset="0"/>
            </a:endParaRPr>
          </a:p>
          <a:p>
            <a:pPr eaLnBrk="1" hangingPunct="1">
              <a:lnSpc>
                <a:spcPct val="110000"/>
              </a:lnSpc>
            </a:pPr>
            <a:r>
              <a:rPr lang="zh-CN" altLang="en-US" dirty="0">
                <a:latin typeface="Times New Roman" panose="02020603050405020304" pitchFamily="18" charset="0"/>
              </a:rPr>
              <a:t>二进制代码的位数</a:t>
            </a:r>
            <a:r>
              <a:rPr lang="en-US" altLang="zh-CN" dirty="0">
                <a:latin typeface="Times New Roman" panose="02020603050405020304" pitchFamily="18" charset="0"/>
              </a:rPr>
              <a:t>n</a:t>
            </a:r>
            <a:r>
              <a:rPr lang="zh-CN" altLang="en-US" dirty="0">
                <a:latin typeface="Times New Roman" panose="02020603050405020304" pitchFamily="18" charset="0"/>
              </a:rPr>
              <a:t>，与待编码事物的个数</a:t>
            </a:r>
            <a:r>
              <a:rPr lang="en-US" altLang="zh-CN" dirty="0">
                <a:latin typeface="Times New Roman" panose="02020603050405020304" pitchFamily="18" charset="0"/>
              </a:rPr>
              <a:t>N</a:t>
            </a:r>
            <a:r>
              <a:rPr lang="zh-CN" altLang="en-US" dirty="0">
                <a:latin typeface="Times New Roman" panose="02020603050405020304" pitchFamily="18" charset="0"/>
              </a:rPr>
              <a:t>之间应满足：</a:t>
            </a:r>
            <a:r>
              <a:rPr kumimoji="1" lang="en-US" altLang="zh-CN" sz="1400" dirty="0">
                <a:latin typeface="Times New Roman" panose="02020603050405020304" pitchFamily="18" charset="0"/>
                <a:ea typeface="楷体_GB2312" pitchFamily="49" charset="-122"/>
              </a:rPr>
              <a:t>2</a:t>
            </a:r>
            <a:r>
              <a:rPr kumimoji="1" lang="en-US" altLang="zh-CN" sz="1400" baseline="42000" dirty="0">
                <a:latin typeface="Times New Roman" panose="02020603050405020304" pitchFamily="18" charset="0"/>
                <a:ea typeface="楷体_GB2312" pitchFamily="49" charset="-122"/>
              </a:rPr>
              <a:t>n</a:t>
            </a:r>
            <a:r>
              <a:rPr kumimoji="1" lang="en-US" altLang="zh-CN" dirty="0">
                <a:latin typeface="Times New Roman" panose="02020603050405020304" pitchFamily="18" charset="0"/>
                <a:ea typeface="楷体_GB2312" pitchFamily="49" charset="-122"/>
                <a:cs typeface="Times New Roman" panose="02020603050405020304" pitchFamily="18" charset="0"/>
              </a:rPr>
              <a:t>≥</a:t>
            </a:r>
            <a:r>
              <a:rPr kumimoji="1" lang="en-US" altLang="zh-CN" dirty="0">
                <a:latin typeface="Times New Roman" panose="02020603050405020304" pitchFamily="18" charset="0"/>
                <a:ea typeface="楷体_GB2312" pitchFamily="49" charset="-122"/>
              </a:rPr>
              <a:t>N</a:t>
            </a:r>
            <a:r>
              <a:rPr kumimoji="1" lang="zh-CN" altLang="en-US" dirty="0">
                <a:latin typeface="Times New Roman" panose="02020603050405020304" pitchFamily="18" charset="0"/>
                <a:ea typeface="楷体_GB2312" pitchFamily="49" charset="-122"/>
              </a:rPr>
              <a:t>。</a:t>
            </a:r>
            <a:endParaRPr lang="zh-CN" altLang="en-US" dirty="0">
              <a:solidFill>
                <a:srgbClr val="000066"/>
              </a:solidFill>
            </a:endParaRPr>
          </a:p>
          <a:p>
            <a:pPr eaLnBrk="1" hangingPunct="1"/>
            <a:r>
              <a:rPr lang="zh-CN" altLang="en-US" dirty="0">
                <a:solidFill>
                  <a:srgbClr val="000066"/>
                </a:solidFill>
              </a:rPr>
              <a:t>编码：赋予二进制代码特定含义的过程称为编码。</a:t>
            </a:r>
          </a:p>
          <a:p>
            <a:pPr eaLnBrk="1" hangingPunct="1"/>
            <a:r>
              <a:rPr lang="zh-CN" altLang="en-US" dirty="0">
                <a:solidFill>
                  <a:srgbClr val="000066"/>
                </a:solidFill>
              </a:rPr>
              <a:t>具有编码功能的逻辑电路称为编码器。例如，</a:t>
            </a:r>
            <a:r>
              <a:rPr lang="en-US" altLang="zh-CN" dirty="0">
                <a:solidFill>
                  <a:srgbClr val="000066"/>
                </a:solidFill>
              </a:rPr>
              <a:t>BCD</a:t>
            </a:r>
            <a:r>
              <a:rPr lang="zh-CN" altLang="en-US" dirty="0">
                <a:solidFill>
                  <a:srgbClr val="000066"/>
                </a:solidFill>
              </a:rPr>
              <a:t>编码器：将</a:t>
            </a:r>
            <a:r>
              <a:rPr lang="en-US" altLang="zh-CN" dirty="0">
                <a:solidFill>
                  <a:srgbClr val="000066"/>
                </a:solidFill>
              </a:rPr>
              <a:t>10</a:t>
            </a:r>
            <a:r>
              <a:rPr lang="zh-CN" altLang="en-US" dirty="0">
                <a:solidFill>
                  <a:srgbClr val="000066"/>
                </a:solidFill>
              </a:rPr>
              <a:t>个编码输入信号分别编成</a:t>
            </a:r>
            <a:r>
              <a:rPr lang="en-US" altLang="zh-CN" dirty="0">
                <a:solidFill>
                  <a:srgbClr val="000066"/>
                </a:solidFill>
              </a:rPr>
              <a:t>10</a:t>
            </a:r>
            <a:r>
              <a:rPr lang="zh-CN" altLang="en-US" dirty="0">
                <a:solidFill>
                  <a:srgbClr val="000066"/>
                </a:solidFill>
              </a:rPr>
              <a:t>个</a:t>
            </a:r>
            <a:r>
              <a:rPr lang="en-US" altLang="zh-CN" dirty="0">
                <a:solidFill>
                  <a:srgbClr val="000066"/>
                </a:solidFill>
              </a:rPr>
              <a:t>4</a:t>
            </a:r>
            <a:r>
              <a:rPr lang="zh-CN" altLang="en-US" dirty="0">
                <a:solidFill>
                  <a:srgbClr val="000066"/>
                </a:solidFill>
              </a:rPr>
              <a:t>位码输出。 </a:t>
            </a:r>
            <a:r>
              <a:rPr lang="en-US" altLang="zh-CN" dirty="0">
                <a:solidFill>
                  <a:srgbClr val="000066"/>
                </a:solidFill>
              </a:rPr>
              <a:t>8</a:t>
            </a:r>
            <a:r>
              <a:rPr lang="zh-CN" altLang="en-US" dirty="0">
                <a:solidFill>
                  <a:srgbClr val="000066"/>
                </a:solidFill>
              </a:rPr>
              <a:t>线</a:t>
            </a:r>
            <a:r>
              <a:rPr lang="en-US" altLang="zh-CN" dirty="0">
                <a:solidFill>
                  <a:srgbClr val="000066"/>
                </a:solidFill>
              </a:rPr>
              <a:t>-3</a:t>
            </a:r>
            <a:r>
              <a:rPr lang="zh-CN" altLang="en-US" dirty="0">
                <a:solidFill>
                  <a:srgbClr val="000066"/>
                </a:solidFill>
              </a:rPr>
              <a:t>线编码器：将</a:t>
            </a:r>
            <a:r>
              <a:rPr lang="en-US" altLang="zh-CN" dirty="0">
                <a:solidFill>
                  <a:srgbClr val="000066"/>
                </a:solidFill>
              </a:rPr>
              <a:t>8</a:t>
            </a:r>
            <a:r>
              <a:rPr lang="zh-CN" altLang="en-US" dirty="0">
                <a:solidFill>
                  <a:srgbClr val="000066"/>
                </a:solidFill>
              </a:rPr>
              <a:t>个输入的信号分别编成 </a:t>
            </a:r>
            <a:r>
              <a:rPr lang="en-US" altLang="zh-CN" dirty="0">
                <a:solidFill>
                  <a:srgbClr val="000066"/>
                </a:solidFill>
              </a:rPr>
              <a:t>8</a:t>
            </a:r>
            <a:r>
              <a:rPr lang="zh-CN" altLang="en-US" dirty="0">
                <a:solidFill>
                  <a:srgbClr val="000066"/>
                </a:solidFill>
              </a:rPr>
              <a:t>个</a:t>
            </a:r>
            <a:r>
              <a:rPr lang="en-US" altLang="zh-CN" dirty="0">
                <a:solidFill>
                  <a:srgbClr val="000066"/>
                </a:solidFill>
              </a:rPr>
              <a:t>3</a:t>
            </a:r>
            <a:r>
              <a:rPr lang="zh-CN" altLang="en-US" dirty="0">
                <a:solidFill>
                  <a:srgbClr val="000066"/>
                </a:solidFill>
              </a:rPr>
              <a:t>位二进制数码输出。</a:t>
            </a:r>
            <a:endParaRPr lang="zh-CN" altLang="en-US" dirty="0"/>
          </a:p>
          <a:p>
            <a:pPr eaLnBrk="1" hangingPunct="1"/>
            <a:r>
              <a:rPr lang="zh-CN" altLang="en-US" dirty="0"/>
              <a:t>编码是信息从一种形式或格式转换为另一种形式的过程。译码是编码的逆过程。</a:t>
            </a:r>
            <a:r>
              <a:rPr lang="en-US" altLang="zh-CN" dirty="0"/>
              <a:t> </a:t>
            </a:r>
          </a:p>
          <a:p>
            <a:pPr eaLnBrk="1" hangingPunct="1"/>
            <a:r>
              <a:rPr lang="en-US" altLang="zh-CN" dirty="0"/>
              <a:t>A </a:t>
            </a:r>
            <a:r>
              <a:rPr lang="en-US" altLang="zh-CN" b="1" dirty="0"/>
              <a:t>decoder</a:t>
            </a:r>
            <a:r>
              <a:rPr lang="en-US" altLang="zh-CN" dirty="0"/>
              <a:t> is a device w1ic1 does t1e reverse of an </a:t>
            </a:r>
            <a:r>
              <a:rPr lang="en-US" altLang="zh-CN" dirty="0">
                <a:hlinkClick r:id="rId3"/>
              </a:rPr>
              <a:t>encoder</a:t>
            </a:r>
            <a:r>
              <a:rPr lang="en-US" altLang="zh-CN" dirty="0"/>
              <a:t>, undoing t1e encoding so t1at t1e origina0 information can be retrieved. </a:t>
            </a: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3</a:t>
            </a:fld>
            <a:endParaRPr lang="zh-CN" altLang="en-US"/>
          </a:p>
        </p:txBody>
      </p:sp>
    </p:spTree>
    <p:extLst>
      <p:ext uri="{BB962C8B-B14F-4D97-AF65-F5344CB8AC3E}">
        <p14:creationId xmlns:p14="http://schemas.microsoft.com/office/powerpoint/2010/main" val="25245789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dirty="0"/>
              <a:t>输出正码</a:t>
            </a:r>
          </a:p>
          <a:p>
            <a:pPr eaLnBrk="1" hangingPunct="1"/>
            <a:r>
              <a:rPr lang="zh-CN" altLang="en-US" dirty="0"/>
              <a:t>也可对其他输入信号（非按键输入）进行编码。</a:t>
            </a: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4</a:t>
            </a:fld>
            <a:endParaRPr lang="zh-CN" altLang="en-US"/>
          </a:p>
        </p:txBody>
      </p:sp>
    </p:spTree>
    <p:extLst>
      <p:ext uri="{BB962C8B-B14F-4D97-AF65-F5344CB8AC3E}">
        <p14:creationId xmlns:p14="http://schemas.microsoft.com/office/powerpoint/2010/main" val="14675485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kumimoji="1" lang="zh-CN" altLang="en-US" dirty="0">
                <a:solidFill>
                  <a:srgbClr val="000000"/>
                </a:solidFill>
              </a:rPr>
              <a:t>当某一时刻有多个请求服务信号时，能识别请求信号优先级别，并只对其中优先级别最高者进行编码的逻辑部件称为优先编码器。</a:t>
            </a:r>
          </a:p>
          <a:p>
            <a:pPr eaLnBrk="1" hangingPunct="1"/>
            <a:r>
              <a:rPr lang="zh-CN" altLang="en-US" dirty="0"/>
              <a:t>当同时输入几个有效编码信号时，优先编码器能按预先设定的优先级别，只对其中优先权最高的一个进行编码。</a:t>
            </a: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7</a:t>
            </a:fld>
            <a:endParaRPr lang="zh-CN" altLang="en-US"/>
          </a:p>
        </p:txBody>
      </p:sp>
    </p:spTree>
    <p:extLst>
      <p:ext uri="{BB962C8B-B14F-4D97-AF65-F5344CB8AC3E}">
        <p14:creationId xmlns:p14="http://schemas.microsoft.com/office/powerpoint/2010/main" val="2692792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真值表到卡诺图填写：</a:t>
            </a:r>
            <a:endParaRPr kumimoji="1" lang="en-US" altLang="zh-CN" dirty="0"/>
          </a:p>
          <a:p>
            <a:r>
              <a:rPr kumimoji="1" lang="zh-CN" altLang="de-DE" dirty="0"/>
              <a:t>对</a:t>
            </a:r>
            <a:r>
              <a:rPr kumimoji="1" lang="en-US" altLang="zh-CN" dirty="0"/>
              <a:t>Y_EX,</a:t>
            </a:r>
            <a:r>
              <a:rPr kumimoji="1" lang="zh-CN" altLang="en-US" dirty="0"/>
              <a:t>只有</a:t>
            </a:r>
            <a:r>
              <a:rPr kumimoji="1" lang="en-US" altLang="zh-CN" dirty="0"/>
              <a:t>1111</a:t>
            </a:r>
            <a:r>
              <a:rPr kumimoji="1" lang="zh-CN" altLang="en-US" dirty="0"/>
              <a:t>为</a:t>
            </a:r>
            <a:r>
              <a:rPr kumimoji="1" lang="en-US" altLang="zh-CN" dirty="0"/>
              <a:t>1</a:t>
            </a:r>
            <a:r>
              <a:rPr kumimoji="1" lang="zh-CN" altLang="en-US" dirty="0"/>
              <a:t>，其余全部填</a:t>
            </a:r>
            <a:r>
              <a:rPr kumimoji="1" lang="en-US" altLang="zh-CN" dirty="0"/>
              <a:t>0</a:t>
            </a:r>
          </a:p>
          <a:p>
            <a:r>
              <a:rPr kumimoji="1" lang="zh-CN" altLang="en-US" dirty="0"/>
              <a:t>对</a:t>
            </a:r>
            <a:r>
              <a:rPr kumimoji="1" lang="en-US" altLang="zh-CN" dirty="0"/>
              <a:t>Y1</a:t>
            </a:r>
            <a:r>
              <a:rPr kumimoji="1" lang="zh-CN" altLang="en-US" dirty="0"/>
              <a:t>，</a:t>
            </a:r>
            <a:r>
              <a:rPr kumimoji="1" lang="en-US" altLang="zh-CN" dirty="0"/>
              <a:t>1111</a:t>
            </a:r>
            <a:r>
              <a:rPr kumimoji="1" lang="zh-CN" altLang="en-US" dirty="0"/>
              <a:t>为</a:t>
            </a:r>
            <a:r>
              <a:rPr kumimoji="1" lang="en-US" altLang="zh-CN" dirty="0"/>
              <a:t>x</a:t>
            </a:r>
            <a:r>
              <a:rPr kumimoji="1" lang="zh-CN" altLang="en-US" dirty="0"/>
              <a:t>，</a:t>
            </a:r>
            <a:r>
              <a:rPr kumimoji="1" lang="en-US" altLang="zh-CN" dirty="0"/>
              <a:t>I3=0</a:t>
            </a:r>
            <a:r>
              <a:rPr kumimoji="1" lang="zh-CN" altLang="en-US" dirty="0"/>
              <a:t>和</a:t>
            </a:r>
            <a:r>
              <a:rPr kumimoji="1" lang="en-US" altLang="zh-CN" dirty="0"/>
              <a:t>I3I2=10</a:t>
            </a:r>
            <a:r>
              <a:rPr kumimoji="1" lang="zh-CN" altLang="en-US" dirty="0"/>
              <a:t>时为</a:t>
            </a:r>
            <a:r>
              <a:rPr kumimoji="1" lang="en-US" altLang="zh-CN" dirty="0"/>
              <a:t>0</a:t>
            </a:r>
            <a:r>
              <a:rPr kumimoji="1" lang="zh-CN" altLang="en-US" dirty="0"/>
              <a:t>，其余填</a:t>
            </a:r>
            <a:r>
              <a:rPr kumimoji="1" lang="en-US" altLang="zh-CN" dirty="0"/>
              <a:t>1</a:t>
            </a:r>
          </a:p>
          <a:p>
            <a:r>
              <a:rPr kumimoji="1" lang="zh-CN" altLang="en-US" dirty="0"/>
              <a:t>对</a:t>
            </a:r>
            <a:r>
              <a:rPr kumimoji="1" lang="en-US" altLang="zh-CN" dirty="0"/>
              <a:t>Y2</a:t>
            </a:r>
            <a:r>
              <a:rPr kumimoji="1" lang="zh-CN" altLang="en-US" dirty="0"/>
              <a:t>，</a:t>
            </a:r>
            <a:r>
              <a:rPr kumimoji="1" lang="en-US" altLang="zh-CN" dirty="0"/>
              <a:t>1111</a:t>
            </a:r>
            <a:r>
              <a:rPr kumimoji="1" lang="zh-CN" altLang="en-US" dirty="0"/>
              <a:t>为</a:t>
            </a:r>
            <a:r>
              <a:rPr kumimoji="1" lang="en-US" altLang="zh-CN" dirty="0"/>
              <a:t>x</a:t>
            </a:r>
            <a:r>
              <a:rPr kumimoji="1" lang="zh-CN" altLang="en-US" dirty="0"/>
              <a:t>，</a:t>
            </a:r>
            <a:r>
              <a:rPr kumimoji="1" lang="en-US" altLang="zh-CN" dirty="0"/>
              <a:t>I3=0</a:t>
            </a:r>
            <a:r>
              <a:rPr kumimoji="1" lang="zh-CN" altLang="en-US" dirty="0"/>
              <a:t>和</a:t>
            </a:r>
            <a:r>
              <a:rPr kumimoji="1" lang="en-US" altLang="zh-CN" dirty="0"/>
              <a:t>I3I2I=110</a:t>
            </a:r>
            <a:r>
              <a:rPr kumimoji="1" lang="zh-CN" altLang="en-US" dirty="0"/>
              <a:t>为</a:t>
            </a:r>
            <a:r>
              <a:rPr kumimoji="1" lang="en-US" altLang="zh-CN" dirty="0"/>
              <a:t>0</a:t>
            </a:r>
            <a:r>
              <a:rPr kumimoji="1" lang="zh-CN" altLang="en-US" dirty="0"/>
              <a:t>，其余填</a:t>
            </a:r>
            <a:r>
              <a:rPr kumimoji="1" lang="en-US" altLang="zh-CN" dirty="0"/>
              <a:t>1</a:t>
            </a:r>
          </a:p>
          <a:p>
            <a:r>
              <a:rPr kumimoji="1" lang="zh-CN" altLang="en-US" dirty="0"/>
              <a:t>注意输入为</a:t>
            </a:r>
            <a:r>
              <a:rPr kumimoji="1" lang="en-US" altLang="zh-CN" dirty="0"/>
              <a:t>x</a:t>
            </a:r>
            <a:r>
              <a:rPr kumimoji="1" lang="zh-CN" altLang="en-US" dirty="0"/>
              <a:t>时对应多处有效，输出为</a:t>
            </a:r>
            <a:r>
              <a:rPr kumimoji="1" lang="en-US" altLang="zh-CN" dirty="0"/>
              <a:t>x</a:t>
            </a:r>
            <a:r>
              <a:rPr kumimoji="1" lang="zh-CN" altLang="en-US" dirty="0"/>
              <a:t>对应卡诺图中填</a:t>
            </a:r>
            <a:r>
              <a:rPr kumimoji="1" lang="en-US" altLang="zh-CN" dirty="0"/>
              <a:t>x</a:t>
            </a: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8</a:t>
            </a:fld>
            <a:endParaRPr lang="zh-CN" altLang="en-US"/>
          </a:p>
        </p:txBody>
      </p:sp>
    </p:spTree>
    <p:extLst>
      <p:ext uri="{BB962C8B-B14F-4D97-AF65-F5344CB8AC3E}">
        <p14:creationId xmlns:p14="http://schemas.microsoft.com/office/powerpoint/2010/main" val="41305823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/S</a:t>
            </a:r>
            <a:r>
              <a:rPr lang="zh-CN" altLang="en-US" dirty="0"/>
              <a:t>也称为选通输入端。（</a:t>
            </a:r>
            <a:r>
              <a:rPr lang="en-US" altLang="zh-CN" dirty="0"/>
              <a:t>select</a:t>
            </a:r>
            <a:r>
              <a:rPr lang="zh-CN" altLang="en-US" dirty="0"/>
              <a:t>，常见的缩写形式还有</a:t>
            </a:r>
            <a:r>
              <a:rPr lang="en-US" altLang="zh-CN" dirty="0" err="1"/>
              <a:t>sel</a:t>
            </a:r>
            <a:r>
              <a:rPr lang="zh-CN" altLang="en-US" dirty="0"/>
              <a:t>）</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ex: extend</a:t>
            </a:r>
            <a:r>
              <a:rPr lang="zh-CN" altLang="en-US" dirty="0"/>
              <a:t>（扩展）</a:t>
            </a: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10</a:t>
            </a:fld>
            <a:endParaRPr lang="zh-CN" altLang="en-US"/>
          </a:p>
        </p:txBody>
      </p:sp>
    </p:spTree>
    <p:extLst>
      <p:ext uri="{BB962C8B-B14F-4D97-AF65-F5344CB8AC3E}">
        <p14:creationId xmlns:p14="http://schemas.microsoft.com/office/powerpoint/2010/main" val="40950650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dirty="0"/>
              <a:t>选通输入</a:t>
            </a:r>
            <a:r>
              <a:rPr lang="en-US" altLang="zh-CN" dirty="0"/>
              <a:t>S’</a:t>
            </a:r>
            <a:r>
              <a:rPr lang="zh-CN" altLang="en-US" dirty="0"/>
              <a:t>无效：不管</a:t>
            </a:r>
            <a:r>
              <a:rPr lang="en-US" altLang="zh-CN" dirty="0"/>
              <a:t>I‘0</a:t>
            </a:r>
            <a:r>
              <a:rPr lang="zh-CN" altLang="en-US" dirty="0"/>
              <a:t>～</a:t>
            </a:r>
            <a:r>
              <a:rPr lang="en-US" altLang="zh-CN" dirty="0"/>
              <a:t>7</a:t>
            </a:r>
            <a:r>
              <a:rPr lang="zh-CN" altLang="en-US" dirty="0"/>
              <a:t>如何，输出均无效；</a:t>
            </a:r>
          </a:p>
          <a:p>
            <a:pPr eaLnBrk="1" hangingPunct="1"/>
            <a:r>
              <a:rPr lang="zh-CN" altLang="en-US" dirty="0"/>
              <a:t>选通输入</a:t>
            </a:r>
            <a:r>
              <a:rPr lang="en-US" altLang="zh-CN" dirty="0"/>
              <a:t>S’</a:t>
            </a:r>
            <a:r>
              <a:rPr lang="zh-CN" altLang="en-US" dirty="0"/>
              <a:t>有效：无</a:t>
            </a:r>
            <a:r>
              <a:rPr lang="en-US" altLang="zh-CN" dirty="0"/>
              <a:t>I’0</a:t>
            </a:r>
            <a:r>
              <a:rPr lang="zh-CN" altLang="en-US" dirty="0"/>
              <a:t>～</a:t>
            </a:r>
            <a:r>
              <a:rPr lang="en-US" altLang="zh-CN" dirty="0"/>
              <a:t>7</a:t>
            </a:r>
            <a:r>
              <a:rPr lang="zh-CN" altLang="en-US" dirty="0"/>
              <a:t>有效</a:t>
            </a:r>
            <a:r>
              <a:rPr lang="en-US" altLang="zh-CN" dirty="0">
                <a:sym typeface="Wingdings" panose="05000000000000000000" pitchFamily="2" charset="2"/>
              </a:rPr>
              <a:t>Y’0</a:t>
            </a:r>
            <a:r>
              <a:rPr lang="zh-CN" altLang="en-US" dirty="0">
                <a:sym typeface="Wingdings" panose="05000000000000000000" pitchFamily="2" charset="2"/>
              </a:rPr>
              <a:t>～</a:t>
            </a:r>
            <a:r>
              <a:rPr lang="en-US" altLang="zh-CN" dirty="0">
                <a:sym typeface="Wingdings" panose="05000000000000000000" pitchFamily="2" charset="2"/>
              </a:rPr>
              <a:t>2</a:t>
            </a:r>
            <a:r>
              <a:rPr lang="zh-CN" altLang="en-US" dirty="0">
                <a:sym typeface="Wingdings" panose="05000000000000000000" pitchFamily="2" charset="2"/>
              </a:rPr>
              <a:t>和</a:t>
            </a:r>
            <a:r>
              <a:rPr lang="en-US" altLang="zh-CN" dirty="0" err="1">
                <a:sym typeface="Wingdings" panose="05000000000000000000" pitchFamily="2" charset="2"/>
              </a:rPr>
              <a:t>Yex</a:t>
            </a:r>
            <a:r>
              <a:rPr lang="en-US" altLang="zh-CN" dirty="0">
                <a:sym typeface="Wingdings" panose="05000000000000000000" pitchFamily="2" charset="2"/>
              </a:rPr>
              <a:t>’</a:t>
            </a:r>
            <a:r>
              <a:rPr lang="zh-CN" altLang="en-US" dirty="0">
                <a:sym typeface="Wingdings" panose="05000000000000000000" pitchFamily="2" charset="2"/>
              </a:rPr>
              <a:t>无效，选通输出</a:t>
            </a:r>
            <a:r>
              <a:rPr lang="en-US" altLang="zh-CN" dirty="0">
                <a:sym typeface="Wingdings" panose="05000000000000000000" pitchFamily="2" charset="2"/>
              </a:rPr>
              <a:t>Ys‘</a:t>
            </a:r>
            <a:r>
              <a:rPr lang="zh-CN" altLang="en-US" dirty="0">
                <a:sym typeface="Wingdings" panose="05000000000000000000" pitchFamily="2" charset="2"/>
              </a:rPr>
              <a:t>有效；</a:t>
            </a:r>
            <a:r>
              <a:rPr lang="en-US" altLang="zh-CN" dirty="0"/>
              <a:t>I’0</a:t>
            </a:r>
            <a:r>
              <a:rPr lang="zh-CN" altLang="en-US" dirty="0"/>
              <a:t>～</a:t>
            </a:r>
            <a:r>
              <a:rPr lang="en-US" altLang="zh-CN" dirty="0"/>
              <a:t>7</a:t>
            </a:r>
            <a:r>
              <a:rPr lang="zh-CN" altLang="en-US" dirty="0"/>
              <a:t>存在有效</a:t>
            </a:r>
            <a:r>
              <a:rPr lang="en-US" altLang="zh-CN" dirty="0">
                <a:sym typeface="Wingdings" panose="05000000000000000000" pitchFamily="2" charset="2"/>
              </a:rPr>
              <a:t>Y’0</a:t>
            </a:r>
            <a:r>
              <a:rPr lang="zh-CN" altLang="en-US" dirty="0">
                <a:sym typeface="Wingdings" panose="05000000000000000000" pitchFamily="2" charset="2"/>
              </a:rPr>
              <a:t>～</a:t>
            </a:r>
            <a:r>
              <a:rPr lang="en-US" altLang="zh-CN" dirty="0">
                <a:sym typeface="Wingdings" panose="05000000000000000000" pitchFamily="2" charset="2"/>
              </a:rPr>
              <a:t>2</a:t>
            </a:r>
            <a:r>
              <a:rPr lang="zh-CN" altLang="en-US" dirty="0">
                <a:sym typeface="Wingdings" panose="05000000000000000000" pitchFamily="2" charset="2"/>
              </a:rPr>
              <a:t>和</a:t>
            </a:r>
            <a:r>
              <a:rPr lang="en-US" altLang="zh-CN" dirty="0" err="1">
                <a:sym typeface="Wingdings" panose="05000000000000000000" pitchFamily="2" charset="2"/>
              </a:rPr>
              <a:t>Yex</a:t>
            </a:r>
            <a:r>
              <a:rPr lang="en-US" altLang="zh-CN" dirty="0">
                <a:sym typeface="Wingdings" panose="05000000000000000000" pitchFamily="2" charset="2"/>
              </a:rPr>
              <a:t>’</a:t>
            </a:r>
            <a:r>
              <a:rPr lang="zh-CN" altLang="en-US" dirty="0">
                <a:sym typeface="Wingdings" panose="05000000000000000000" pitchFamily="2" charset="2"/>
              </a:rPr>
              <a:t>有效，选通输出</a:t>
            </a:r>
            <a:r>
              <a:rPr lang="en-US" altLang="zh-CN" dirty="0">
                <a:sym typeface="Wingdings" panose="05000000000000000000" pitchFamily="2" charset="2"/>
              </a:rPr>
              <a:t>Ys‘</a:t>
            </a:r>
            <a:r>
              <a:rPr lang="zh-CN" altLang="en-US" dirty="0">
                <a:sym typeface="Wingdings" panose="05000000000000000000" pitchFamily="2" charset="2"/>
              </a:rPr>
              <a:t>无效。</a:t>
            </a: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11</a:t>
            </a:fld>
            <a:endParaRPr lang="zh-CN" altLang="en-US"/>
          </a:p>
        </p:txBody>
      </p:sp>
    </p:spTree>
    <p:extLst>
      <p:ext uri="{BB962C8B-B14F-4D97-AF65-F5344CB8AC3E}">
        <p14:creationId xmlns:p14="http://schemas.microsoft.com/office/powerpoint/2010/main" val="30274635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12</a:t>
            </a:fld>
            <a:endParaRPr lang="zh-CN" altLang="en-US"/>
          </a:p>
        </p:txBody>
      </p:sp>
    </p:spTree>
    <p:extLst>
      <p:ext uri="{BB962C8B-B14F-4D97-AF65-F5344CB8AC3E}">
        <p14:creationId xmlns:p14="http://schemas.microsoft.com/office/powerpoint/2010/main" val="19476110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首先看片</a:t>
            </a:r>
            <a:r>
              <a:rPr lang="en-US" altLang="zh-CN" dirty="0"/>
              <a:t>1</a:t>
            </a:r>
            <a:r>
              <a:rPr lang="zh-CN" altLang="zh-CN" dirty="0"/>
              <a:t>，</a:t>
            </a:r>
            <a:r>
              <a:rPr lang="en-US" altLang="zh-CN" dirty="0"/>
              <a:t>S=0</a:t>
            </a:r>
            <a:r>
              <a:rPr lang="zh-CN" altLang="zh-CN" dirty="0"/>
              <a:t>，</a:t>
            </a:r>
            <a:r>
              <a:rPr lang="en-US" altLang="zh-CN" dirty="0"/>
              <a:t> </a:t>
            </a:r>
            <a:endParaRPr lang="zh-CN" altLang="zh-CN" dirty="0"/>
          </a:p>
          <a:p>
            <a:r>
              <a:rPr lang="en-US" altLang="zh-CN" b="1" dirty="0"/>
              <a:t>a) </a:t>
            </a:r>
            <a:r>
              <a:rPr lang="zh-CN" altLang="zh-CN" b="1" dirty="0"/>
              <a:t>如果</a:t>
            </a:r>
            <a:r>
              <a:rPr lang="en-US" altLang="zh-CN" b="1" dirty="0"/>
              <a:t>/I</a:t>
            </a:r>
            <a:r>
              <a:rPr lang="en-US" altLang="zh-CN" b="1" baseline="-25000" dirty="0"/>
              <a:t>15</a:t>
            </a:r>
            <a:r>
              <a:rPr lang="zh-CN" altLang="zh-CN" b="1" dirty="0"/>
              <a:t>到</a:t>
            </a:r>
            <a:r>
              <a:rPr lang="en-US" altLang="zh-CN" b="1" dirty="0"/>
              <a:t>/I</a:t>
            </a:r>
            <a:r>
              <a:rPr lang="en-US" altLang="zh-CN" b="1" baseline="-25000" dirty="0"/>
              <a:t>8</a:t>
            </a:r>
            <a:r>
              <a:rPr lang="zh-CN" altLang="zh-CN" b="1" dirty="0"/>
              <a:t>中有有效信号（低电平），则：</a:t>
            </a:r>
            <a:endParaRPr lang="zh-CN" altLang="zh-CN" dirty="0"/>
          </a:p>
          <a:p>
            <a:r>
              <a:rPr lang="en-US" altLang="zh-CN" dirty="0"/>
              <a:t> </a:t>
            </a:r>
            <a:endParaRPr lang="zh-CN" altLang="zh-CN" dirty="0"/>
          </a:p>
          <a:p>
            <a:r>
              <a:rPr lang="en-US" altLang="zh-CN" dirty="0" err="1"/>
              <a:t>Yex</a:t>
            </a:r>
            <a:r>
              <a:rPr lang="en-US" altLang="zh-CN" dirty="0"/>
              <a:t>(chip1)=0, Ys(chip1)=1,[Y2,Y1,Y0](chip1)=/(index(I(15-8))-8)</a:t>
            </a:r>
            <a:endParaRPr lang="zh-CN" altLang="zh-CN" dirty="0"/>
          </a:p>
          <a:p>
            <a:r>
              <a:rPr lang="zh-CN" altLang="zh-CN" dirty="0"/>
              <a:t>由于</a:t>
            </a:r>
            <a:r>
              <a:rPr lang="en-US" altLang="zh-CN" dirty="0"/>
              <a:t>Ys(chip1)=1,</a:t>
            </a:r>
            <a:r>
              <a:rPr lang="zh-CN" altLang="zh-CN" dirty="0"/>
              <a:t>相当于</a:t>
            </a:r>
            <a:r>
              <a:rPr lang="en-US" altLang="zh-CN" dirty="0"/>
              <a:t>chip2</a:t>
            </a:r>
            <a:r>
              <a:rPr lang="zh-CN" altLang="zh-CN" dirty="0"/>
              <a:t>的</a:t>
            </a:r>
            <a:r>
              <a:rPr lang="en-US" altLang="zh-CN" dirty="0"/>
              <a:t>S</a:t>
            </a:r>
            <a:r>
              <a:rPr lang="zh-CN" altLang="zh-CN" dirty="0"/>
              <a:t>无效，所以</a:t>
            </a:r>
            <a:r>
              <a:rPr lang="en-US" altLang="zh-CN" dirty="0"/>
              <a:t>[Y2,Y1,Y0](chip2)=[111]</a:t>
            </a:r>
            <a:endParaRPr lang="zh-CN" altLang="zh-CN" dirty="0"/>
          </a:p>
          <a:p>
            <a:r>
              <a:rPr lang="en-US" altLang="zh-CN" dirty="0"/>
              <a:t> </a:t>
            </a:r>
            <a:endParaRPr lang="zh-CN" altLang="zh-CN" dirty="0"/>
          </a:p>
          <a:p>
            <a:r>
              <a:rPr lang="zh-CN" altLang="zh-CN" dirty="0"/>
              <a:t>因此</a:t>
            </a:r>
            <a:r>
              <a:rPr lang="en-US" altLang="zh-CN" dirty="0"/>
              <a:t>A3=/</a:t>
            </a:r>
            <a:r>
              <a:rPr lang="en-US" altLang="zh-CN" dirty="0" err="1"/>
              <a:t>Yex</a:t>
            </a:r>
            <a:r>
              <a:rPr lang="en-US" altLang="zh-CN" dirty="0"/>
              <a:t>(chip1)=1</a:t>
            </a:r>
            <a:endParaRPr lang="zh-CN" altLang="zh-CN" dirty="0"/>
          </a:p>
          <a:p>
            <a:r>
              <a:rPr lang="en-US" altLang="zh-CN" dirty="0"/>
              <a:t>[A2,A1,A0]=[/(Y2(chip1)*Y2(chip2)), /(Y1(chip1)*Y1(chip2)), /(Y1(chip1)*Y1(chip2))] =[/Y2(chip1), /Y1(chip1), /Y1(chip1)]</a:t>
            </a:r>
            <a:endParaRPr lang="zh-CN" altLang="zh-CN" dirty="0"/>
          </a:p>
          <a:p>
            <a:r>
              <a:rPr lang="en-US" altLang="zh-CN" dirty="0"/>
              <a:t>=index(I(15-8))-8  (</a:t>
            </a:r>
            <a:r>
              <a:rPr lang="zh-CN" altLang="zh-CN" dirty="0"/>
              <a:t>范围在</a:t>
            </a:r>
            <a:r>
              <a:rPr lang="en-US" altLang="zh-CN" dirty="0"/>
              <a:t>0-7</a:t>
            </a:r>
            <a:r>
              <a:rPr lang="zh-CN" altLang="zh-CN" dirty="0"/>
              <a:t>之间</a:t>
            </a:r>
            <a:r>
              <a:rPr lang="en-US" altLang="zh-CN" dirty="0"/>
              <a:t>)</a:t>
            </a:r>
            <a:endParaRPr lang="zh-CN" altLang="zh-CN" dirty="0"/>
          </a:p>
          <a:p>
            <a:r>
              <a:rPr lang="en-US" altLang="zh-CN" dirty="0"/>
              <a:t> </a:t>
            </a:r>
            <a:endParaRPr lang="zh-CN" altLang="zh-CN" dirty="0"/>
          </a:p>
          <a:p>
            <a:r>
              <a:rPr lang="zh-CN" altLang="zh-CN" dirty="0"/>
              <a:t>而</a:t>
            </a:r>
            <a:r>
              <a:rPr lang="en-US" altLang="zh-CN" dirty="0"/>
              <a:t>[A3,A2,A1,A0]</a:t>
            </a:r>
            <a:r>
              <a:rPr lang="zh-CN" altLang="zh-CN" dirty="0"/>
              <a:t>在</a:t>
            </a:r>
            <a:r>
              <a:rPr lang="en-US" altLang="zh-CN" dirty="0"/>
              <a:t>A3</a:t>
            </a:r>
            <a:r>
              <a:rPr lang="zh-CN" altLang="zh-CN" dirty="0"/>
              <a:t>为</a:t>
            </a:r>
            <a:r>
              <a:rPr lang="en-US" altLang="zh-CN" dirty="0"/>
              <a:t>1</a:t>
            </a:r>
            <a:r>
              <a:rPr lang="zh-CN" altLang="zh-CN" dirty="0"/>
              <a:t>时，相当于给</a:t>
            </a:r>
            <a:r>
              <a:rPr lang="en-US" altLang="zh-CN" dirty="0"/>
              <a:t>[A2,A1,A0]+8,</a:t>
            </a:r>
            <a:r>
              <a:rPr lang="zh-CN" altLang="zh-CN" dirty="0"/>
              <a:t>故：</a:t>
            </a:r>
          </a:p>
          <a:p>
            <a:r>
              <a:rPr lang="en-US" altLang="zh-CN" dirty="0"/>
              <a:t> </a:t>
            </a:r>
            <a:endParaRPr lang="zh-CN" altLang="zh-CN" dirty="0"/>
          </a:p>
          <a:p>
            <a:r>
              <a:rPr lang="zh-CN" altLang="zh-CN" dirty="0"/>
              <a:t>如</a:t>
            </a:r>
            <a:r>
              <a:rPr lang="en-US" altLang="zh-CN" dirty="0"/>
              <a:t>/I15</a:t>
            </a:r>
            <a:r>
              <a:rPr lang="zh-CN" altLang="zh-CN" dirty="0"/>
              <a:t>到</a:t>
            </a:r>
            <a:r>
              <a:rPr lang="en-US" altLang="zh-CN" dirty="0"/>
              <a:t>/I8</a:t>
            </a:r>
            <a:r>
              <a:rPr lang="zh-CN" altLang="zh-CN" dirty="0"/>
              <a:t>中有有效信号（低电平）</a:t>
            </a:r>
            <a:r>
              <a:rPr lang="en-US" altLang="zh-CN" dirty="0"/>
              <a:t>[A3,A2,A1,A0] =index(I(15-8))</a:t>
            </a:r>
            <a:r>
              <a:rPr lang="zh-CN" altLang="zh-CN" dirty="0"/>
              <a:t>（范围在</a:t>
            </a:r>
            <a:r>
              <a:rPr lang="en-US" altLang="zh-CN" dirty="0"/>
              <a:t>15-8</a:t>
            </a:r>
            <a:r>
              <a:rPr lang="zh-CN" altLang="zh-CN" dirty="0"/>
              <a:t>之间）</a:t>
            </a:r>
          </a:p>
          <a:p>
            <a:r>
              <a:rPr lang="en-US" altLang="zh-CN" dirty="0"/>
              <a:t> </a:t>
            </a:r>
            <a:endParaRPr lang="zh-CN" altLang="zh-CN" dirty="0"/>
          </a:p>
          <a:p>
            <a:r>
              <a:rPr lang="en-US" altLang="zh-CN" b="1" dirty="0"/>
              <a:t>b) </a:t>
            </a:r>
            <a:r>
              <a:rPr lang="zh-CN" altLang="zh-CN" b="1" dirty="0"/>
              <a:t>如果</a:t>
            </a:r>
            <a:r>
              <a:rPr lang="en-US" altLang="zh-CN" b="1" dirty="0"/>
              <a:t>/I</a:t>
            </a:r>
            <a:r>
              <a:rPr lang="en-US" altLang="zh-CN" b="1" baseline="-25000" dirty="0"/>
              <a:t>15</a:t>
            </a:r>
            <a:r>
              <a:rPr lang="zh-CN" altLang="zh-CN" b="1" dirty="0"/>
              <a:t>到</a:t>
            </a:r>
            <a:r>
              <a:rPr lang="en-US" altLang="zh-CN" b="1" dirty="0"/>
              <a:t>/I</a:t>
            </a:r>
            <a:r>
              <a:rPr lang="en-US" altLang="zh-CN" b="1" baseline="-25000" dirty="0"/>
              <a:t>8</a:t>
            </a:r>
            <a:r>
              <a:rPr lang="zh-CN" altLang="zh-CN" b="1" dirty="0"/>
              <a:t>中没有有效信号（低电平），且</a:t>
            </a:r>
            <a:r>
              <a:rPr lang="en-US" altLang="zh-CN" b="1" dirty="0"/>
              <a:t>/I</a:t>
            </a:r>
            <a:r>
              <a:rPr lang="en-US" altLang="zh-CN" b="1" baseline="-25000" dirty="0"/>
              <a:t>7</a:t>
            </a:r>
            <a:r>
              <a:rPr lang="zh-CN" altLang="zh-CN" b="1" dirty="0"/>
              <a:t>到</a:t>
            </a:r>
            <a:r>
              <a:rPr lang="en-US" altLang="zh-CN" b="1" dirty="0"/>
              <a:t>/I</a:t>
            </a:r>
            <a:r>
              <a:rPr lang="en-US" altLang="zh-CN" b="1" baseline="-25000" dirty="0"/>
              <a:t>0</a:t>
            </a:r>
            <a:r>
              <a:rPr lang="zh-CN" altLang="zh-CN" b="1" dirty="0"/>
              <a:t>中有有效信号则：</a:t>
            </a:r>
            <a:endParaRPr lang="zh-CN" altLang="zh-CN" dirty="0"/>
          </a:p>
          <a:p>
            <a:r>
              <a:rPr lang="en-US" altLang="zh-CN" dirty="0" err="1"/>
              <a:t>Yex</a:t>
            </a:r>
            <a:r>
              <a:rPr lang="en-US" altLang="zh-CN" dirty="0"/>
              <a:t>(chip1)=1, Ys(chip1)=0, [Y2,Y1,Y0](chip1)=[111]</a:t>
            </a:r>
            <a:endParaRPr lang="zh-CN" altLang="zh-CN" dirty="0"/>
          </a:p>
          <a:p>
            <a:r>
              <a:rPr lang="en-US" altLang="zh-CN" dirty="0"/>
              <a:t> </a:t>
            </a:r>
            <a:endParaRPr lang="zh-CN" altLang="zh-CN" dirty="0"/>
          </a:p>
          <a:p>
            <a:r>
              <a:rPr lang="zh-CN" altLang="zh-CN" dirty="0"/>
              <a:t>因此</a:t>
            </a:r>
            <a:r>
              <a:rPr lang="en-US" altLang="zh-CN" dirty="0"/>
              <a:t>A3=/</a:t>
            </a:r>
            <a:r>
              <a:rPr lang="en-US" altLang="zh-CN" dirty="0" err="1"/>
              <a:t>Yex</a:t>
            </a:r>
            <a:r>
              <a:rPr lang="en-US" altLang="zh-CN" dirty="0"/>
              <a:t>(chip1)=0,</a:t>
            </a:r>
            <a:endParaRPr lang="zh-CN" altLang="zh-CN" dirty="0"/>
          </a:p>
          <a:p>
            <a:r>
              <a:rPr lang="en-US" altLang="zh-CN" dirty="0"/>
              <a:t>[A2,A1,A0]=[/(Y2(chip1)*Y2(chip2)), /(Y1(chip1)*Y1(chip2)), /(Y1(chip1)*Y1(chip2))] =[/Y2(chip2), /Y1(chip2), /Y1(chip2)]=index(I(7-0)) (</a:t>
            </a:r>
            <a:r>
              <a:rPr lang="zh-CN" altLang="zh-CN" dirty="0"/>
              <a:t>范围在</a:t>
            </a:r>
            <a:r>
              <a:rPr lang="en-US" altLang="zh-CN" dirty="0"/>
              <a:t>7-0</a:t>
            </a:r>
            <a:r>
              <a:rPr lang="zh-CN" altLang="zh-CN" dirty="0"/>
              <a:t>之间</a:t>
            </a:r>
            <a:r>
              <a:rPr lang="en-US" altLang="zh-CN" dirty="0"/>
              <a:t>)</a:t>
            </a:r>
            <a:endParaRPr lang="zh-CN" altLang="zh-CN" dirty="0"/>
          </a:p>
          <a:p>
            <a:r>
              <a:rPr lang="en-US" altLang="zh-CN" dirty="0"/>
              <a:t> </a:t>
            </a:r>
            <a:endParaRPr lang="zh-CN" altLang="zh-CN" dirty="0"/>
          </a:p>
          <a:p>
            <a:r>
              <a:rPr lang="en-US" altLang="zh-CN" b="1" dirty="0"/>
              <a:t>c) </a:t>
            </a:r>
            <a:r>
              <a:rPr lang="zh-CN" altLang="zh-CN" b="1" dirty="0"/>
              <a:t>如果</a:t>
            </a:r>
            <a:r>
              <a:rPr lang="en-US" altLang="zh-CN" b="1" dirty="0"/>
              <a:t>/I</a:t>
            </a:r>
            <a:r>
              <a:rPr lang="en-US" altLang="zh-CN" b="1" baseline="-25000" dirty="0"/>
              <a:t>15</a:t>
            </a:r>
            <a:r>
              <a:rPr lang="zh-CN" altLang="zh-CN" b="1" dirty="0"/>
              <a:t>到</a:t>
            </a:r>
            <a:r>
              <a:rPr lang="en-US" altLang="zh-CN" b="1" dirty="0"/>
              <a:t>/I</a:t>
            </a:r>
            <a:r>
              <a:rPr lang="en-US" altLang="zh-CN" b="1" baseline="-25000" dirty="0"/>
              <a:t>8</a:t>
            </a:r>
            <a:r>
              <a:rPr lang="zh-CN" altLang="zh-CN" b="1" dirty="0"/>
              <a:t>中没有有效信号（低电平），且</a:t>
            </a:r>
            <a:r>
              <a:rPr lang="en-US" altLang="zh-CN" b="1" dirty="0"/>
              <a:t>/I</a:t>
            </a:r>
            <a:r>
              <a:rPr lang="en-US" altLang="zh-CN" b="1" baseline="-25000" dirty="0"/>
              <a:t>7</a:t>
            </a:r>
            <a:r>
              <a:rPr lang="zh-CN" altLang="zh-CN" b="1" dirty="0"/>
              <a:t>到</a:t>
            </a:r>
            <a:r>
              <a:rPr lang="en-US" altLang="zh-CN" b="1" dirty="0"/>
              <a:t>/I</a:t>
            </a:r>
            <a:r>
              <a:rPr lang="en-US" altLang="zh-CN" b="1" baseline="-25000" dirty="0"/>
              <a:t>0</a:t>
            </a:r>
            <a:r>
              <a:rPr lang="zh-CN" altLang="zh-CN" b="1" dirty="0"/>
              <a:t>中没有有效信号则：</a:t>
            </a:r>
            <a:endParaRPr lang="zh-CN" altLang="zh-CN" dirty="0"/>
          </a:p>
          <a:p>
            <a:r>
              <a:rPr lang="en-US" altLang="zh-CN" dirty="0" err="1"/>
              <a:t>Yex</a:t>
            </a:r>
            <a:r>
              <a:rPr lang="en-US" altLang="zh-CN" dirty="0"/>
              <a:t>(chip1)=1, Ys(chip1)=0, [Y2,Y1,Y0](chip1)=[111]</a:t>
            </a:r>
            <a:endParaRPr lang="zh-CN" altLang="zh-CN" dirty="0"/>
          </a:p>
          <a:p>
            <a:r>
              <a:rPr lang="en-US" altLang="zh-CN" dirty="0" err="1"/>
              <a:t>Yex</a:t>
            </a:r>
            <a:r>
              <a:rPr lang="en-US" altLang="zh-CN" dirty="0"/>
              <a:t>(chip2)=1, Ys(chip2)=0, [Y2,Y1,Y0](chip2)=[111]</a:t>
            </a:r>
            <a:endParaRPr lang="zh-CN" altLang="zh-CN" dirty="0"/>
          </a:p>
          <a:p>
            <a:r>
              <a:rPr lang="en-US" altLang="zh-CN" dirty="0"/>
              <a:t> </a:t>
            </a:r>
            <a:endParaRPr lang="zh-CN" altLang="zh-CN" dirty="0"/>
          </a:p>
          <a:p>
            <a:r>
              <a:rPr lang="en-US" altLang="zh-CN" dirty="0"/>
              <a:t>A3=0, [A2,A1,A0]=[000]</a:t>
            </a:r>
            <a:r>
              <a:rPr lang="zh-CN" altLang="zh-CN" dirty="0"/>
              <a:t>，即与</a:t>
            </a:r>
            <a:r>
              <a:rPr lang="en-US" altLang="zh-CN" dirty="0"/>
              <a:t>/I</a:t>
            </a:r>
            <a:r>
              <a:rPr lang="en-US" altLang="zh-CN" baseline="-25000" dirty="0"/>
              <a:t>0</a:t>
            </a:r>
            <a:r>
              <a:rPr lang="zh-CN" altLang="zh-CN" dirty="0"/>
              <a:t>有效相当</a:t>
            </a:r>
          </a:p>
          <a:p>
            <a:pPr eaLnBrk="1" hangingPunct="1"/>
            <a:endParaRPr lang="en-US" altLang="zh-CN" dirty="0"/>
          </a:p>
          <a:p>
            <a:pPr eaLnBrk="1" hangingPunct="1"/>
            <a:endParaRPr lang="en-US" altLang="zh-CN" dirty="0"/>
          </a:p>
          <a:p>
            <a:pPr eaLnBrk="1" hangingPunct="1"/>
            <a:r>
              <a:rPr lang="zh-CN" altLang="en-US" dirty="0"/>
              <a:t>如果将</a:t>
            </a:r>
            <a:r>
              <a:rPr lang="en-US" altLang="zh-CN" dirty="0"/>
              <a:t>I0</a:t>
            </a:r>
            <a:r>
              <a:rPr lang="zh-CN" altLang="en-US" dirty="0"/>
              <a:t>～</a:t>
            </a:r>
            <a:r>
              <a:rPr lang="en-US" altLang="zh-CN" dirty="0"/>
              <a:t>I15</a:t>
            </a:r>
            <a:r>
              <a:rPr lang="zh-CN" altLang="en-US" dirty="0"/>
              <a:t>次序相反，结果如何？</a:t>
            </a: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13</a:t>
            </a:fld>
            <a:endParaRPr lang="zh-CN" altLang="en-US"/>
          </a:p>
        </p:txBody>
      </p:sp>
    </p:spTree>
    <p:extLst>
      <p:ext uri="{BB962C8B-B14F-4D97-AF65-F5344CB8AC3E}">
        <p14:creationId xmlns:p14="http://schemas.microsoft.com/office/powerpoint/2010/main" val="2664983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3 line to 8 line decoder/demultiplexer.</a:t>
            </a:r>
            <a:endParaRPr lang="zh-CN" altLang="en-US" dirty="0"/>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17</a:t>
            </a:fld>
            <a:endParaRPr lang="zh-CN" altLang="en-US"/>
          </a:p>
        </p:txBody>
      </p:sp>
    </p:spTree>
    <p:extLst>
      <p:ext uri="{BB962C8B-B14F-4D97-AF65-F5344CB8AC3E}">
        <p14:creationId xmlns:p14="http://schemas.microsoft.com/office/powerpoint/2010/main" val="17769033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A3</a:t>
            </a:r>
            <a:r>
              <a:rPr lang="zh-CN" altLang="en-US" dirty="0"/>
              <a:t>为高，组合为</a:t>
            </a:r>
            <a:r>
              <a:rPr lang="en-US" altLang="zh-CN" dirty="0"/>
              <a:t>101</a:t>
            </a:r>
            <a:r>
              <a:rPr lang="zh-CN" altLang="en-US" dirty="0"/>
              <a:t>和</a:t>
            </a:r>
            <a:r>
              <a:rPr lang="en-US" altLang="zh-CN" dirty="0"/>
              <a:t>100</a:t>
            </a:r>
            <a:r>
              <a:rPr lang="zh-CN" altLang="en-US" dirty="0"/>
              <a:t>，选中下面一片；</a:t>
            </a:r>
            <a:r>
              <a:rPr lang="en-US" altLang="zh-CN" dirty="0"/>
              <a:t>A3</a:t>
            </a:r>
            <a:r>
              <a:rPr lang="zh-CN" altLang="en-US" dirty="0"/>
              <a:t>为低，组合为</a:t>
            </a:r>
            <a:r>
              <a:rPr lang="en-US" altLang="zh-CN" dirty="0"/>
              <a:t>100</a:t>
            </a:r>
            <a:r>
              <a:rPr lang="zh-CN" altLang="en-US" dirty="0"/>
              <a:t>和</a:t>
            </a:r>
            <a:r>
              <a:rPr lang="en-US" altLang="zh-CN" dirty="0"/>
              <a:t>000</a:t>
            </a:r>
            <a:r>
              <a:rPr lang="zh-CN" altLang="en-US" dirty="0"/>
              <a:t>，选中上面一片</a:t>
            </a: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20</a:t>
            </a:fld>
            <a:endParaRPr lang="zh-CN" altLang="en-US"/>
          </a:p>
        </p:txBody>
      </p:sp>
    </p:spTree>
    <p:extLst>
      <p:ext uri="{BB962C8B-B14F-4D97-AF65-F5344CB8AC3E}">
        <p14:creationId xmlns:p14="http://schemas.microsoft.com/office/powerpoint/2010/main" val="12538095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二进制译码器能产生输入信号的全部最小项</a:t>
            </a:r>
            <a:r>
              <a:rPr kumimoji="1" lang="en-US" altLang="zh-CN" dirty="0"/>
              <a:t>,</a:t>
            </a:r>
            <a:r>
              <a:rPr kumimoji="1" lang="zh-CN" altLang="en-US" dirty="0"/>
              <a:t>而所有组合逻辑函数均可写成最小项之和的形式</a:t>
            </a:r>
            <a:r>
              <a:rPr kumimoji="1" lang="en-US" altLang="zh-CN" dirty="0"/>
              <a:t>.</a:t>
            </a:r>
          </a:p>
          <a:p>
            <a:r>
              <a:rPr lang="zh-CN" altLang="en-US" sz="1400" dirty="0"/>
              <a:t>将</a:t>
            </a:r>
            <a:r>
              <a:rPr lang="en-US" altLang="zh-CN" sz="1400" dirty="0"/>
              <a:t>n</a:t>
            </a:r>
            <a:r>
              <a:rPr lang="zh-CN" altLang="en-US" sz="1400" dirty="0"/>
              <a:t>位二进制译码输出的最小项组合起来，可获得任何输入变量不大于</a:t>
            </a:r>
            <a:r>
              <a:rPr lang="en-US" altLang="zh-CN" sz="1400" dirty="0"/>
              <a:t>n</a:t>
            </a:r>
            <a:r>
              <a:rPr lang="zh-CN" altLang="en-US" sz="1400" dirty="0"/>
              <a:t>的组合函数。</a:t>
            </a:r>
            <a:endParaRPr lang="en-US" altLang="zh-CN" sz="1400" dirty="0"/>
          </a:p>
          <a:p>
            <a:endParaRPr lang="en-US" altLang="zh-CN" sz="1400" dirty="0"/>
          </a:p>
          <a:p>
            <a:r>
              <a:rPr lang="zh-CN" altLang="zh-CN" dirty="0"/>
              <a:t>展开</a:t>
            </a:r>
            <a:r>
              <a:rPr lang="en-US" altLang="zh-CN" dirty="0"/>
              <a:t>Y(A,B,C)=/AB+A/C=/AB(C+/C)+A(B+/B)C=/ABC+/AB/C+AB/C+A/B/C</a:t>
            </a:r>
            <a:endParaRPr lang="zh-CN" altLang="zh-CN" dirty="0"/>
          </a:p>
          <a:p>
            <a:r>
              <a:rPr lang="zh-CN" altLang="zh-CN" dirty="0"/>
              <a:t>对应</a:t>
            </a:r>
            <a:r>
              <a:rPr lang="en-US" altLang="zh-CN" dirty="0"/>
              <a:t>[011],[010],[110],[100]</a:t>
            </a:r>
            <a:r>
              <a:rPr lang="zh-CN" altLang="zh-CN" dirty="0"/>
              <a:t>，对应</a:t>
            </a:r>
            <a:r>
              <a:rPr lang="en-US" altLang="zh-CN" dirty="0"/>
              <a:t>m3,m2,m6,m4</a:t>
            </a:r>
            <a:endParaRPr lang="zh-CN" altLang="zh-CN" dirty="0"/>
          </a:p>
          <a:p>
            <a:endParaRPr lang="en-US" altLang="zh-CN" sz="1400" dirty="0"/>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21</a:t>
            </a:fld>
            <a:endParaRPr lang="zh-CN" altLang="en-US"/>
          </a:p>
        </p:txBody>
      </p:sp>
    </p:spTree>
    <p:extLst>
      <p:ext uri="{BB962C8B-B14F-4D97-AF65-F5344CB8AC3E}">
        <p14:creationId xmlns:p14="http://schemas.microsoft.com/office/powerpoint/2010/main" val="14700804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solidFill>
                  <a:srgbClr val="000099"/>
                </a:solidFill>
              </a:rPr>
              <a:t>对于</a:t>
            </a:r>
            <a:r>
              <a:rPr lang="en-US" altLang="zh-CN" dirty="0">
                <a:solidFill>
                  <a:srgbClr val="000099"/>
                </a:solidFill>
              </a:rPr>
              <a:t>BCD</a:t>
            </a:r>
            <a:r>
              <a:rPr lang="zh-CN" altLang="en-US" dirty="0">
                <a:solidFill>
                  <a:srgbClr val="000099"/>
                </a:solidFill>
              </a:rPr>
              <a:t>代码以外的伪码（</a:t>
            </a:r>
            <a:r>
              <a:rPr lang="en-US" altLang="zh-CN" dirty="0">
                <a:solidFill>
                  <a:srgbClr val="000099"/>
                </a:solidFill>
              </a:rPr>
              <a:t>1010</a:t>
            </a:r>
            <a:r>
              <a:rPr lang="zh-CN" altLang="en-US" dirty="0">
                <a:solidFill>
                  <a:srgbClr val="000099"/>
                </a:solidFill>
              </a:rPr>
              <a:t>～</a:t>
            </a:r>
            <a:r>
              <a:rPr lang="en-US" altLang="zh-CN" dirty="0">
                <a:solidFill>
                  <a:srgbClr val="000099"/>
                </a:solidFill>
              </a:rPr>
              <a:t>1111</a:t>
            </a:r>
            <a:r>
              <a:rPr lang="zh-CN" altLang="en-US" dirty="0">
                <a:solidFill>
                  <a:srgbClr val="000099"/>
                </a:solidFill>
              </a:rPr>
              <a:t>这</a:t>
            </a:r>
            <a:r>
              <a:rPr lang="en-US" altLang="zh-CN" dirty="0">
                <a:solidFill>
                  <a:srgbClr val="000099"/>
                </a:solidFill>
              </a:rPr>
              <a:t>6</a:t>
            </a:r>
            <a:r>
              <a:rPr lang="zh-CN" altLang="en-US" dirty="0">
                <a:solidFill>
                  <a:srgbClr val="000099"/>
                </a:solidFill>
              </a:rPr>
              <a:t>个代码）</a:t>
            </a:r>
            <a:r>
              <a:rPr lang="en-US" altLang="zh-CN" dirty="0">
                <a:solidFill>
                  <a:srgbClr val="000099"/>
                </a:solidFill>
              </a:rPr>
              <a:t>Y0 </a:t>
            </a:r>
            <a:r>
              <a:rPr lang="zh-CN" altLang="en-US" dirty="0">
                <a:solidFill>
                  <a:srgbClr val="000099"/>
                </a:solidFill>
              </a:rPr>
              <a:t>～</a:t>
            </a:r>
            <a:r>
              <a:rPr lang="en-US" altLang="zh-CN" dirty="0">
                <a:solidFill>
                  <a:srgbClr val="000099"/>
                </a:solidFill>
              </a:rPr>
              <a:t>Y9 </a:t>
            </a:r>
            <a:r>
              <a:rPr lang="zh-CN" altLang="en-US" dirty="0">
                <a:solidFill>
                  <a:srgbClr val="000099"/>
                </a:solidFill>
              </a:rPr>
              <a:t>均为高电平。</a:t>
            </a:r>
          </a:p>
        </p:txBody>
      </p:sp>
      <p:sp>
        <p:nvSpPr>
          <p:cNvPr id="4" name="灯片编号占位符 3"/>
          <p:cNvSpPr>
            <a:spLocks noGrp="1"/>
          </p:cNvSpPr>
          <p:nvPr>
            <p:ph type="sldNum" sz="quarter" idx="5"/>
          </p:nvPr>
        </p:nvSpPr>
        <p:spPr/>
        <p:txBody>
          <a:bodyPr/>
          <a:lstStyle/>
          <a:p>
            <a:fld id="{6BB7EB77-94AC-4128-8DFB-759E46F1AD99}" type="slidenum">
              <a:rPr lang="zh-CN" altLang="en-US" smtClean="0"/>
              <a:t>22</a:t>
            </a:fld>
            <a:endParaRPr lang="zh-CN" altLang="en-US"/>
          </a:p>
        </p:txBody>
      </p:sp>
    </p:spTree>
    <p:extLst>
      <p:ext uri="{BB962C8B-B14F-4D97-AF65-F5344CB8AC3E}">
        <p14:creationId xmlns:p14="http://schemas.microsoft.com/office/powerpoint/2010/main" val="17584716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kumimoji="1" lang="zh-CN" altLang="en-US" dirty="0">
                <a:solidFill>
                  <a:srgbClr val="000000"/>
                </a:solidFill>
              </a:rPr>
              <a:t>在数字系统中，常常需要将某些数字或运算的结果显示出来。 </a:t>
            </a:r>
          </a:p>
          <a:p>
            <a:pPr eaLnBrk="1" hangingPunct="1"/>
            <a:r>
              <a:rPr kumimoji="1" lang="zh-CN" altLang="en-US" dirty="0">
                <a:solidFill>
                  <a:srgbClr val="000000"/>
                </a:solidFill>
              </a:rPr>
              <a:t>数字显示电路通常由译码器、驱动器和显示器三部分组成。 </a:t>
            </a:r>
          </a:p>
          <a:p>
            <a:pPr eaLnBrk="1" hangingPunct="1"/>
            <a:r>
              <a:rPr kumimoji="1" lang="zh-CN" altLang="en-US" dirty="0">
                <a:solidFill>
                  <a:srgbClr val="000000"/>
                </a:solidFill>
              </a:rPr>
              <a:t>目前常用的显示器有半导体数码管和液晶显示器两种。</a:t>
            </a:r>
            <a:endParaRPr kumimoji="1" lang="en-US" altLang="zh-CN" dirty="0">
              <a:solidFill>
                <a:srgbClr val="000000"/>
              </a:solidFill>
            </a:endParaRPr>
          </a:p>
          <a:p>
            <a:pPr eaLnBrk="1" hangingPunct="1"/>
            <a:endParaRPr kumimoji="1" lang="en-US" altLang="zh-CN" dirty="0">
              <a:solidFill>
                <a:srgbClr val="000000"/>
              </a:solidFill>
            </a:endParaRPr>
          </a:p>
          <a:p>
            <a:pPr eaLnBrk="1" hangingPunct="1"/>
            <a:r>
              <a:rPr kumimoji="1" lang="zh-CN" altLang="en-US" dirty="0"/>
              <a:t>这里可以粗略地认为二极管如果电压降方向和二极管箭头方向一致，就导通发光</a:t>
            </a:r>
          </a:p>
          <a:p>
            <a:endParaRPr lang="de-DE" altLang="zh-CN" dirty="0"/>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23</a:t>
            </a:fld>
            <a:endParaRPr lang="zh-CN" altLang="en-US"/>
          </a:p>
        </p:txBody>
      </p:sp>
    </p:spTree>
    <p:extLst>
      <p:ext uri="{BB962C8B-B14F-4D97-AF65-F5344CB8AC3E}">
        <p14:creationId xmlns:p14="http://schemas.microsoft.com/office/powerpoint/2010/main" val="5559100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27</a:t>
            </a:fld>
            <a:endParaRPr lang="zh-CN" altLang="en-US"/>
          </a:p>
        </p:txBody>
      </p:sp>
    </p:spTree>
    <p:extLst>
      <p:ext uri="{BB962C8B-B14F-4D97-AF65-F5344CB8AC3E}">
        <p14:creationId xmlns:p14="http://schemas.microsoft.com/office/powerpoint/2010/main" val="13209773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32</a:t>
            </a:fld>
            <a:endParaRPr lang="zh-CN" altLang="en-US"/>
          </a:p>
        </p:txBody>
      </p:sp>
    </p:spTree>
    <p:extLst>
      <p:ext uri="{BB962C8B-B14F-4D97-AF65-F5344CB8AC3E}">
        <p14:creationId xmlns:p14="http://schemas.microsoft.com/office/powerpoint/2010/main" val="14399366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E1=0</a:t>
            </a:r>
            <a:r>
              <a:rPr kumimoji="1" lang="zh-CN" altLang="en-US" dirty="0"/>
              <a:t>，</a:t>
            </a:r>
            <a:r>
              <a:rPr kumimoji="1" lang="en-US" altLang="zh-CN" dirty="0"/>
              <a:t>E2=0</a:t>
            </a:r>
            <a:r>
              <a:rPr kumimoji="1" lang="zh-CN" altLang="en-US" dirty="0"/>
              <a:t>，</a:t>
            </a:r>
            <a:r>
              <a:rPr kumimoji="1" lang="en-US" altLang="zh-CN" dirty="0"/>
              <a:t>E3=1</a:t>
            </a:r>
            <a:r>
              <a:rPr kumimoji="1" lang="zh-CN" altLang="en-US" dirty="0"/>
              <a:t>时，</a:t>
            </a:r>
            <a:r>
              <a:rPr kumimoji="1" lang="en-US" altLang="zh-CN" dirty="0"/>
              <a:t>Y0-Y7</a:t>
            </a:r>
            <a:r>
              <a:rPr kumimoji="1" lang="zh-CN" altLang="en-US" dirty="0"/>
              <a:t>可以有效（低电平），此时选中外设</a:t>
            </a:r>
            <a:r>
              <a:rPr kumimoji="1" lang="en-US" altLang="zh-CN" dirty="0"/>
              <a:t>0-7</a:t>
            </a:r>
            <a:r>
              <a:rPr kumimoji="1" lang="zh-CN" altLang="en-US" dirty="0"/>
              <a:t>中的一个。仅当</a:t>
            </a:r>
            <a:r>
              <a:rPr kumimoji="1" lang="en-US" altLang="zh-CN" dirty="0"/>
              <a:t>A19-A16=b0000</a:t>
            </a:r>
            <a:r>
              <a:rPr kumimoji="1" lang="zh-CN" altLang="en-US" dirty="0"/>
              <a:t>时成立。</a:t>
            </a:r>
            <a:endParaRPr kumimoji="1" lang="en-US" altLang="zh-CN" dirty="0"/>
          </a:p>
          <a:p>
            <a:r>
              <a:rPr kumimoji="1" lang="zh-CN" altLang="en-US" dirty="0"/>
              <a:t>每个外设的地址为</a:t>
            </a:r>
            <a:r>
              <a:rPr kumimoji="1" lang="en-US" altLang="zh-CN" dirty="0"/>
              <a:t>13</a:t>
            </a:r>
            <a:r>
              <a:rPr kumimoji="1" lang="zh-CN" altLang="en-US" dirty="0"/>
              <a:t>位地址，每个地址对应</a:t>
            </a:r>
            <a:r>
              <a:rPr kumimoji="1" lang="en-US" altLang="zh-CN" dirty="0"/>
              <a:t>8</a:t>
            </a:r>
            <a:r>
              <a:rPr kumimoji="1" lang="zh-CN" altLang="en-US" dirty="0"/>
              <a:t>位数据总线（相当于一个地址对应一个</a:t>
            </a:r>
            <a:r>
              <a:rPr kumimoji="1" lang="en-US" altLang="zh-CN" dirty="0"/>
              <a:t>char</a:t>
            </a:r>
            <a:r>
              <a:rPr kumimoji="1" lang="zh-CN" altLang="en-US" dirty="0"/>
              <a:t>），每个外设的本地地址范围为</a:t>
            </a:r>
            <a:r>
              <a:rPr kumimoji="1" lang="en-US" altLang="zh-CN" dirty="0"/>
              <a:t>b</a:t>
            </a:r>
            <a:r>
              <a:rPr kumimoji="1" lang="zh-CN" altLang="en-US" dirty="0"/>
              <a:t> </a:t>
            </a:r>
            <a:r>
              <a:rPr kumimoji="1" lang="en-US" altLang="zh-CN" dirty="0"/>
              <a:t>0</a:t>
            </a:r>
            <a:r>
              <a:rPr kumimoji="1" lang="zh-CN" altLang="en-US" dirty="0"/>
              <a:t> </a:t>
            </a:r>
            <a:r>
              <a:rPr kumimoji="1" lang="en-US" altLang="zh-CN" dirty="0"/>
              <a:t>0000</a:t>
            </a:r>
            <a:r>
              <a:rPr kumimoji="1" lang="zh-CN" altLang="en-US" dirty="0"/>
              <a:t> </a:t>
            </a:r>
            <a:r>
              <a:rPr kumimoji="1" lang="en-US" altLang="zh-CN" dirty="0"/>
              <a:t>0000</a:t>
            </a:r>
            <a:r>
              <a:rPr kumimoji="1" lang="zh-CN" altLang="en-US" dirty="0"/>
              <a:t> </a:t>
            </a:r>
            <a:r>
              <a:rPr kumimoji="1" lang="en-US" altLang="zh-CN" dirty="0"/>
              <a:t>0000</a:t>
            </a:r>
            <a:r>
              <a:rPr kumimoji="1" lang="zh-CN" altLang="en-US" dirty="0"/>
              <a:t> </a:t>
            </a:r>
            <a:r>
              <a:rPr kumimoji="1" lang="en-US" altLang="zh-CN" dirty="0"/>
              <a:t>–</a:t>
            </a:r>
            <a:r>
              <a:rPr kumimoji="1" lang="zh-CN" altLang="en-US" dirty="0"/>
              <a:t> </a:t>
            </a:r>
            <a:r>
              <a:rPr kumimoji="1" lang="en-US" altLang="zh-CN" dirty="0"/>
              <a:t>b1</a:t>
            </a:r>
            <a:r>
              <a:rPr kumimoji="1" lang="zh-CN" altLang="en-US" dirty="0"/>
              <a:t> </a:t>
            </a:r>
            <a:r>
              <a:rPr kumimoji="1" lang="en-US" altLang="zh-CN" dirty="0"/>
              <a:t>1111</a:t>
            </a:r>
            <a:r>
              <a:rPr kumimoji="1" lang="zh-CN" altLang="en-US" dirty="0"/>
              <a:t> </a:t>
            </a:r>
            <a:r>
              <a:rPr kumimoji="1" lang="en-US" altLang="zh-CN" dirty="0"/>
              <a:t>1111</a:t>
            </a:r>
            <a:r>
              <a:rPr kumimoji="1" lang="zh-CN" altLang="en-US" dirty="0"/>
              <a:t> </a:t>
            </a:r>
            <a:r>
              <a:rPr kumimoji="1" lang="en-US" altLang="zh-CN" dirty="0"/>
              <a:t>1111</a:t>
            </a:r>
            <a:r>
              <a:rPr kumimoji="1" lang="zh-CN" altLang="en-US" dirty="0"/>
              <a:t>，即</a:t>
            </a:r>
            <a:r>
              <a:rPr kumimoji="1" lang="en-US" altLang="zh-CN" dirty="0"/>
              <a:t>0x0000-0x1FFF</a:t>
            </a:r>
          </a:p>
          <a:p>
            <a:r>
              <a:rPr kumimoji="1" lang="zh-CN" altLang="en-US" dirty="0"/>
              <a:t>当</a:t>
            </a:r>
            <a:r>
              <a:rPr kumimoji="1" lang="en-US" altLang="zh-CN" dirty="0"/>
              <a:t>A15-13</a:t>
            </a:r>
            <a:r>
              <a:rPr kumimoji="1" lang="zh-CN" altLang="en-US" dirty="0"/>
              <a:t> </a:t>
            </a:r>
            <a:r>
              <a:rPr kumimoji="1" lang="en-US" altLang="zh-CN" dirty="0"/>
              <a:t>=</a:t>
            </a:r>
            <a:r>
              <a:rPr kumimoji="1" lang="zh-CN" altLang="en-US" dirty="0"/>
              <a:t> </a:t>
            </a:r>
            <a:r>
              <a:rPr kumimoji="1" lang="en-US" altLang="zh-CN" dirty="0"/>
              <a:t>b</a:t>
            </a:r>
            <a:r>
              <a:rPr kumimoji="1" lang="zh-CN" altLang="en-US" dirty="0"/>
              <a:t> </a:t>
            </a:r>
            <a:r>
              <a:rPr kumimoji="1" lang="en-US" altLang="zh-CN" dirty="0"/>
              <a:t>000</a:t>
            </a:r>
            <a:r>
              <a:rPr kumimoji="1" lang="zh-CN" altLang="en-US" dirty="0"/>
              <a:t> 时，选中外设</a:t>
            </a:r>
            <a:r>
              <a:rPr kumimoji="1" lang="en-US" altLang="zh-CN" dirty="0"/>
              <a:t>0</a:t>
            </a:r>
            <a:r>
              <a:rPr kumimoji="1" lang="zh-CN" altLang="en-US" dirty="0"/>
              <a:t>，对应地址</a:t>
            </a:r>
            <a:r>
              <a:rPr kumimoji="1" lang="en-US" altLang="zh-CN" dirty="0"/>
              <a:t>A19-A0</a:t>
            </a:r>
            <a:r>
              <a:rPr kumimoji="1" lang="zh-CN" altLang="en-US" dirty="0"/>
              <a:t>为</a:t>
            </a:r>
            <a:r>
              <a:rPr kumimoji="1" lang="en-US" altLang="zh-CN" dirty="0"/>
              <a:t>b0000</a:t>
            </a:r>
            <a:r>
              <a:rPr kumimoji="1" lang="zh-CN" altLang="en-US" dirty="0"/>
              <a:t> </a:t>
            </a:r>
            <a:r>
              <a:rPr kumimoji="1" lang="en-US" altLang="zh-CN" dirty="0"/>
              <a:t>000</a:t>
            </a:r>
            <a:r>
              <a:rPr kumimoji="1" lang="zh-CN" altLang="en-US" dirty="0"/>
              <a:t> </a:t>
            </a:r>
            <a:r>
              <a:rPr kumimoji="1" lang="en-US" altLang="zh-CN" dirty="0"/>
              <a:t>0</a:t>
            </a:r>
            <a:r>
              <a:rPr kumimoji="1" lang="zh-CN" altLang="en-US" dirty="0"/>
              <a:t> </a:t>
            </a:r>
            <a:r>
              <a:rPr kumimoji="1" lang="en-US" altLang="zh-CN" dirty="0"/>
              <a:t>0000</a:t>
            </a:r>
            <a:r>
              <a:rPr kumimoji="1" lang="zh-CN" altLang="en-US" dirty="0"/>
              <a:t> </a:t>
            </a:r>
            <a:r>
              <a:rPr kumimoji="1" lang="en-US" altLang="zh-CN" dirty="0"/>
              <a:t>0000</a:t>
            </a:r>
            <a:r>
              <a:rPr kumimoji="1" lang="zh-CN" altLang="en-US" dirty="0"/>
              <a:t> </a:t>
            </a:r>
            <a:r>
              <a:rPr kumimoji="1" lang="en-US" altLang="zh-CN" dirty="0"/>
              <a:t>0000</a:t>
            </a:r>
            <a:r>
              <a:rPr kumimoji="1" lang="zh-CN" altLang="en-US" dirty="0"/>
              <a:t> </a:t>
            </a:r>
            <a:r>
              <a:rPr kumimoji="1" lang="en-US" altLang="zh-CN" dirty="0"/>
              <a:t>–</a:t>
            </a:r>
            <a:r>
              <a:rPr kumimoji="1" lang="zh-CN" altLang="en-US" dirty="0"/>
              <a:t> </a:t>
            </a:r>
            <a:r>
              <a:rPr kumimoji="1" lang="en-US" altLang="zh-CN" dirty="0"/>
              <a:t>0000</a:t>
            </a:r>
            <a:r>
              <a:rPr kumimoji="1" lang="zh-CN" altLang="en-US" dirty="0"/>
              <a:t> </a:t>
            </a:r>
            <a:r>
              <a:rPr kumimoji="1" lang="en-US" altLang="zh-CN" dirty="0"/>
              <a:t>000</a:t>
            </a:r>
            <a:r>
              <a:rPr kumimoji="1" lang="zh-CN" altLang="en-US" dirty="0"/>
              <a:t> </a:t>
            </a:r>
            <a:r>
              <a:rPr kumimoji="1" lang="en-US" altLang="zh-CN" dirty="0"/>
              <a:t>1</a:t>
            </a:r>
            <a:r>
              <a:rPr kumimoji="1" lang="zh-CN" altLang="en-US" dirty="0"/>
              <a:t> </a:t>
            </a:r>
            <a:r>
              <a:rPr kumimoji="1" lang="en-US" altLang="zh-CN" dirty="0"/>
              <a:t>1111</a:t>
            </a:r>
            <a:r>
              <a:rPr kumimoji="1" lang="zh-CN" altLang="en-US" dirty="0"/>
              <a:t> </a:t>
            </a:r>
            <a:r>
              <a:rPr kumimoji="1" lang="en-US" altLang="zh-CN" dirty="0"/>
              <a:t>1111</a:t>
            </a:r>
            <a:r>
              <a:rPr kumimoji="1" lang="zh-CN" altLang="en-US" dirty="0"/>
              <a:t> </a:t>
            </a:r>
            <a:r>
              <a:rPr kumimoji="1" lang="en-US" altLang="zh-CN" dirty="0"/>
              <a:t>1111</a:t>
            </a:r>
            <a:r>
              <a:rPr kumimoji="1" lang="zh-CN" altLang="en-US" dirty="0"/>
              <a:t>，即</a:t>
            </a:r>
            <a:r>
              <a:rPr kumimoji="1" lang="en-US" altLang="zh-CN" dirty="0"/>
              <a:t>0x00000-0x01FFF</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当</a:t>
            </a:r>
            <a:r>
              <a:rPr kumimoji="1" lang="en-US" altLang="zh-CN" dirty="0"/>
              <a:t>A15-13</a:t>
            </a:r>
            <a:r>
              <a:rPr kumimoji="1" lang="zh-CN" altLang="en-US" dirty="0"/>
              <a:t> </a:t>
            </a:r>
            <a:r>
              <a:rPr kumimoji="1" lang="en-US" altLang="zh-CN" dirty="0"/>
              <a:t>=</a:t>
            </a:r>
            <a:r>
              <a:rPr kumimoji="1" lang="zh-CN" altLang="en-US" dirty="0"/>
              <a:t> </a:t>
            </a:r>
            <a:r>
              <a:rPr kumimoji="1" lang="en-US" altLang="zh-CN" dirty="0"/>
              <a:t>b</a:t>
            </a:r>
            <a:r>
              <a:rPr kumimoji="1" lang="zh-CN" altLang="en-US" dirty="0"/>
              <a:t> </a:t>
            </a:r>
            <a:r>
              <a:rPr kumimoji="1" lang="en-US" altLang="zh-CN" dirty="0"/>
              <a:t>001</a:t>
            </a:r>
            <a:r>
              <a:rPr kumimoji="1" lang="zh-CN" altLang="en-US" dirty="0"/>
              <a:t> 时，选中外设</a:t>
            </a:r>
            <a:r>
              <a:rPr kumimoji="1" lang="en-US" altLang="zh-CN" dirty="0"/>
              <a:t>1</a:t>
            </a:r>
            <a:r>
              <a:rPr kumimoji="1" lang="zh-CN" altLang="en-US" dirty="0"/>
              <a:t>，对应地址</a:t>
            </a:r>
            <a:r>
              <a:rPr kumimoji="1" lang="en-US" altLang="zh-CN" dirty="0"/>
              <a:t>A19-A0</a:t>
            </a:r>
            <a:r>
              <a:rPr kumimoji="1" lang="zh-CN" altLang="en-US" dirty="0"/>
              <a:t>为</a:t>
            </a:r>
            <a:r>
              <a:rPr kumimoji="1" lang="en-US" altLang="zh-CN" dirty="0"/>
              <a:t>b0000</a:t>
            </a:r>
            <a:r>
              <a:rPr kumimoji="1" lang="zh-CN" altLang="en-US" dirty="0"/>
              <a:t> </a:t>
            </a:r>
            <a:r>
              <a:rPr kumimoji="1" lang="en-US" altLang="zh-CN" dirty="0"/>
              <a:t>001</a:t>
            </a:r>
            <a:r>
              <a:rPr kumimoji="1" lang="zh-CN" altLang="en-US" dirty="0"/>
              <a:t> </a:t>
            </a:r>
            <a:r>
              <a:rPr kumimoji="1" lang="en-US" altLang="zh-CN" dirty="0"/>
              <a:t>0</a:t>
            </a:r>
            <a:r>
              <a:rPr kumimoji="1" lang="zh-CN" altLang="en-US" dirty="0"/>
              <a:t> </a:t>
            </a:r>
            <a:r>
              <a:rPr kumimoji="1" lang="en-US" altLang="zh-CN" dirty="0"/>
              <a:t>0000</a:t>
            </a:r>
            <a:r>
              <a:rPr kumimoji="1" lang="zh-CN" altLang="en-US" dirty="0"/>
              <a:t> </a:t>
            </a:r>
            <a:r>
              <a:rPr kumimoji="1" lang="en-US" altLang="zh-CN" dirty="0"/>
              <a:t>0000</a:t>
            </a:r>
            <a:r>
              <a:rPr kumimoji="1" lang="zh-CN" altLang="en-US" dirty="0"/>
              <a:t> </a:t>
            </a:r>
            <a:r>
              <a:rPr kumimoji="1" lang="en-US" altLang="zh-CN" dirty="0"/>
              <a:t>0000</a:t>
            </a:r>
            <a:r>
              <a:rPr kumimoji="1" lang="zh-CN" altLang="en-US" dirty="0"/>
              <a:t> </a:t>
            </a:r>
            <a:r>
              <a:rPr kumimoji="1" lang="en-US" altLang="zh-CN" dirty="0"/>
              <a:t>–</a:t>
            </a:r>
            <a:r>
              <a:rPr kumimoji="1" lang="zh-CN" altLang="en-US" dirty="0"/>
              <a:t> </a:t>
            </a:r>
            <a:r>
              <a:rPr kumimoji="1" lang="en-US" altLang="zh-CN" dirty="0"/>
              <a:t>0000</a:t>
            </a:r>
            <a:r>
              <a:rPr kumimoji="1" lang="zh-CN" altLang="en-US" dirty="0"/>
              <a:t> </a:t>
            </a:r>
            <a:r>
              <a:rPr kumimoji="1" lang="en-US" altLang="zh-CN" dirty="0"/>
              <a:t>001</a:t>
            </a:r>
            <a:r>
              <a:rPr kumimoji="1" lang="zh-CN" altLang="en-US" dirty="0"/>
              <a:t> </a:t>
            </a:r>
            <a:r>
              <a:rPr kumimoji="1" lang="en-US" altLang="zh-CN" dirty="0"/>
              <a:t>1</a:t>
            </a:r>
            <a:r>
              <a:rPr kumimoji="1" lang="zh-CN" altLang="en-US" dirty="0"/>
              <a:t> </a:t>
            </a:r>
            <a:r>
              <a:rPr kumimoji="1" lang="en-US" altLang="zh-CN" dirty="0"/>
              <a:t>1111</a:t>
            </a:r>
            <a:r>
              <a:rPr kumimoji="1" lang="zh-CN" altLang="en-US" dirty="0"/>
              <a:t> </a:t>
            </a:r>
            <a:r>
              <a:rPr kumimoji="1" lang="en-US" altLang="zh-CN" dirty="0"/>
              <a:t>1111</a:t>
            </a:r>
            <a:r>
              <a:rPr kumimoji="1" lang="zh-CN" altLang="en-US" dirty="0"/>
              <a:t> </a:t>
            </a:r>
            <a:r>
              <a:rPr kumimoji="1" lang="en-US" altLang="zh-CN" dirty="0"/>
              <a:t>1111</a:t>
            </a:r>
            <a:r>
              <a:rPr kumimoji="1" lang="zh-CN" altLang="en-US" dirty="0"/>
              <a:t>，即</a:t>
            </a:r>
            <a:r>
              <a:rPr kumimoji="1" lang="en-US" altLang="zh-CN" dirty="0"/>
              <a:t>0x02000-0x03FFF</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当</a:t>
            </a:r>
            <a:r>
              <a:rPr kumimoji="1" lang="en-US" altLang="zh-CN" dirty="0"/>
              <a:t>A15-13</a:t>
            </a:r>
            <a:r>
              <a:rPr kumimoji="1" lang="zh-CN" altLang="en-US" dirty="0"/>
              <a:t> </a:t>
            </a:r>
            <a:r>
              <a:rPr kumimoji="1" lang="en-US" altLang="zh-CN" dirty="0"/>
              <a:t>=</a:t>
            </a:r>
            <a:r>
              <a:rPr kumimoji="1" lang="zh-CN" altLang="en-US" dirty="0"/>
              <a:t> </a:t>
            </a:r>
            <a:r>
              <a:rPr kumimoji="1" lang="en-US" altLang="zh-CN" dirty="0"/>
              <a:t>b</a:t>
            </a:r>
            <a:r>
              <a:rPr kumimoji="1" lang="zh-CN" altLang="en-US" dirty="0"/>
              <a:t> </a:t>
            </a:r>
            <a:r>
              <a:rPr kumimoji="1" lang="en-US" altLang="zh-CN" dirty="0"/>
              <a:t>111</a:t>
            </a:r>
            <a:r>
              <a:rPr kumimoji="1" lang="zh-CN" altLang="en-US" dirty="0"/>
              <a:t> 时，选中外设</a:t>
            </a:r>
            <a:r>
              <a:rPr kumimoji="1" lang="en-US" altLang="zh-CN" dirty="0"/>
              <a:t>7</a:t>
            </a:r>
            <a:r>
              <a:rPr kumimoji="1" lang="zh-CN" altLang="en-US" dirty="0"/>
              <a:t>，对应地址</a:t>
            </a:r>
            <a:r>
              <a:rPr kumimoji="1" lang="en-US" altLang="zh-CN" dirty="0"/>
              <a:t>A19-A0</a:t>
            </a:r>
            <a:r>
              <a:rPr kumimoji="1" lang="zh-CN" altLang="en-US" dirty="0"/>
              <a:t>为</a:t>
            </a:r>
            <a:r>
              <a:rPr kumimoji="1" lang="en-US" altLang="zh-CN" dirty="0"/>
              <a:t>b0000</a:t>
            </a:r>
            <a:r>
              <a:rPr kumimoji="1" lang="zh-CN" altLang="en-US" dirty="0"/>
              <a:t> </a:t>
            </a:r>
            <a:r>
              <a:rPr kumimoji="1" lang="en-US" altLang="zh-CN" dirty="0"/>
              <a:t>111</a:t>
            </a:r>
            <a:r>
              <a:rPr kumimoji="1" lang="zh-CN" altLang="en-US" dirty="0"/>
              <a:t> </a:t>
            </a:r>
            <a:r>
              <a:rPr kumimoji="1" lang="en-US" altLang="zh-CN" dirty="0"/>
              <a:t>0</a:t>
            </a:r>
            <a:r>
              <a:rPr kumimoji="1" lang="zh-CN" altLang="en-US" dirty="0"/>
              <a:t> </a:t>
            </a:r>
            <a:r>
              <a:rPr kumimoji="1" lang="en-US" altLang="zh-CN" dirty="0"/>
              <a:t>0000</a:t>
            </a:r>
            <a:r>
              <a:rPr kumimoji="1" lang="zh-CN" altLang="en-US" dirty="0"/>
              <a:t> </a:t>
            </a:r>
            <a:r>
              <a:rPr kumimoji="1" lang="en-US" altLang="zh-CN" dirty="0"/>
              <a:t>0000</a:t>
            </a:r>
            <a:r>
              <a:rPr kumimoji="1" lang="zh-CN" altLang="en-US" dirty="0"/>
              <a:t> </a:t>
            </a:r>
            <a:r>
              <a:rPr kumimoji="1" lang="en-US" altLang="zh-CN" dirty="0"/>
              <a:t>0000</a:t>
            </a:r>
            <a:r>
              <a:rPr kumimoji="1" lang="zh-CN" altLang="en-US" dirty="0"/>
              <a:t> </a:t>
            </a:r>
            <a:r>
              <a:rPr kumimoji="1" lang="en-US" altLang="zh-CN" dirty="0"/>
              <a:t>–</a:t>
            </a:r>
            <a:r>
              <a:rPr kumimoji="1" lang="zh-CN" altLang="en-US" dirty="0"/>
              <a:t> </a:t>
            </a:r>
            <a:r>
              <a:rPr kumimoji="1" lang="en-US" altLang="zh-CN" dirty="0"/>
              <a:t>0000</a:t>
            </a:r>
            <a:r>
              <a:rPr kumimoji="1" lang="zh-CN" altLang="en-US" dirty="0"/>
              <a:t> </a:t>
            </a:r>
            <a:r>
              <a:rPr kumimoji="1" lang="en-US" altLang="zh-CN" dirty="0"/>
              <a:t>111</a:t>
            </a:r>
            <a:r>
              <a:rPr kumimoji="1" lang="zh-CN" altLang="en-US" dirty="0"/>
              <a:t> </a:t>
            </a:r>
            <a:r>
              <a:rPr kumimoji="1" lang="en-US" altLang="zh-CN" dirty="0"/>
              <a:t>1</a:t>
            </a:r>
            <a:r>
              <a:rPr kumimoji="1" lang="zh-CN" altLang="en-US" dirty="0"/>
              <a:t> </a:t>
            </a:r>
            <a:r>
              <a:rPr kumimoji="1" lang="en-US" altLang="zh-CN" dirty="0"/>
              <a:t>1111</a:t>
            </a:r>
            <a:r>
              <a:rPr kumimoji="1" lang="zh-CN" altLang="en-US" dirty="0"/>
              <a:t> </a:t>
            </a:r>
            <a:r>
              <a:rPr kumimoji="1" lang="en-US" altLang="zh-CN" dirty="0"/>
              <a:t>1111</a:t>
            </a:r>
            <a:r>
              <a:rPr kumimoji="1" lang="zh-CN" altLang="en-US" dirty="0"/>
              <a:t> </a:t>
            </a:r>
            <a:r>
              <a:rPr kumimoji="1" lang="en-US" altLang="zh-CN" dirty="0"/>
              <a:t>1111</a:t>
            </a:r>
            <a:r>
              <a:rPr kumimoji="1" lang="zh-CN" altLang="en-US" dirty="0"/>
              <a:t>，即</a:t>
            </a:r>
            <a:r>
              <a:rPr kumimoji="1" lang="en-US" altLang="zh-CN" dirty="0"/>
              <a:t>0x0E000-0x0FFFF</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39</a:t>
            </a:fld>
            <a:endParaRPr lang="zh-CN" altLang="en-US"/>
          </a:p>
        </p:txBody>
      </p:sp>
    </p:spTree>
    <p:extLst>
      <p:ext uri="{BB962C8B-B14F-4D97-AF65-F5344CB8AC3E}">
        <p14:creationId xmlns:p14="http://schemas.microsoft.com/office/powerpoint/2010/main" val="24407064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742950" y="2130426"/>
            <a:ext cx="8420100" cy="1470025"/>
          </a:xfrm>
        </p:spPr>
        <p:txBody>
          <a:bodyPr/>
          <a:lstStyle/>
          <a:p>
            <a:r>
              <a:rPr lang="en-US" altLang="zh-CN" dirty="0" err="1"/>
              <a:t>Mastertitelformat</a:t>
            </a:r>
            <a:r>
              <a:rPr lang="en-US" altLang="zh-CN" dirty="0"/>
              <a:t> </a:t>
            </a:r>
            <a:r>
              <a:rPr lang="en-US" altLang="zh-CN" dirty="0" err="1"/>
              <a:t>bearbeiten</a:t>
            </a:r>
            <a:endParaRPr lang="en-US" dirty="0"/>
          </a:p>
        </p:txBody>
      </p:sp>
      <p:sp>
        <p:nvSpPr>
          <p:cNvPr id="3" name="Untertitel 2"/>
          <p:cNvSpPr>
            <a:spLocks noGrp="1"/>
          </p:cNvSpPr>
          <p:nvPr>
            <p:ph type="subTitle" idx="1"/>
          </p:nvPr>
        </p:nvSpPr>
        <p:spPr>
          <a:xfrm>
            <a:off x="1485900" y="3886200"/>
            <a:ext cx="69342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CN"/>
              <a:t>Master-Untertitelformat bearbeiten</a:t>
            </a:r>
            <a:endParaRPr lang="en-US"/>
          </a:p>
        </p:txBody>
      </p:sp>
      <p:sp>
        <p:nvSpPr>
          <p:cNvPr id="7" name="Titel 1">
            <a:extLst>
              <a:ext uri="{FF2B5EF4-FFF2-40B4-BE49-F238E27FC236}">
                <a16:creationId xmlns:a16="http://schemas.microsoft.com/office/drawing/2014/main" id="{EAD0EE8D-9D56-A393-A0B6-B1D464FF8959}"/>
              </a:ext>
            </a:extLst>
          </p:cNvPr>
          <p:cNvSpPr txBox="1">
            <a:spLocks/>
          </p:cNvSpPr>
          <p:nvPr userDrawn="1"/>
        </p:nvSpPr>
        <p:spPr>
          <a:xfrm>
            <a:off x="0" y="0"/>
            <a:ext cx="9906000" cy="510639"/>
          </a:xfrm>
          <a:prstGeom prst="rect">
            <a:avLst/>
          </a:prstGeom>
          <a:solidFill>
            <a:schemeClr val="accent1"/>
          </a:solidFill>
          <a:ln>
            <a:noFill/>
          </a:ln>
        </p:spPr>
        <p:txBody>
          <a:bodyPr vert="horz" lIns="91440" tIns="45720" rIns="91440" bIns="45720" rtlCol="0" anchor="ctr">
            <a:noAutofit/>
          </a:bodyPr>
          <a:lstStyle>
            <a:lvl1pPr algn="ctr" defTabSz="457200" rtl="0" eaLnBrk="1" latinLnBrk="0" hangingPunct="1">
              <a:spcBef>
                <a:spcPct val="0"/>
              </a:spcBef>
              <a:buNone/>
              <a:defRPr sz="3200" kern="1200">
                <a:solidFill>
                  <a:schemeClr val="bg1"/>
                </a:solidFill>
                <a:latin typeface="Microsoft YaHei" panose="020B0503020204020204" pitchFamily="34" charset="-122"/>
                <a:ea typeface="Microsoft YaHei" panose="020B0503020204020204" pitchFamily="34" charset="-122"/>
                <a:cs typeface="+mj-cs"/>
              </a:defRPr>
            </a:lvl1pPr>
          </a:lstStyle>
          <a:p>
            <a:pPr marL="0" marR="0" lvl="0" indent="0" algn="ctr" defTabSz="457200" rtl="0" eaLnBrk="1" fontAlgn="auto" latinLnBrk="0" hangingPunct="1">
              <a:lnSpc>
                <a:spcPct val="100000"/>
              </a:lnSpc>
              <a:spcBef>
                <a:spcPct val="0"/>
              </a:spcBef>
              <a:spcAft>
                <a:spcPts val="0"/>
              </a:spcAft>
              <a:buClrTx/>
              <a:buSzTx/>
              <a:buFontTx/>
              <a:buNone/>
              <a:tabLst/>
              <a:defRPr/>
            </a:pPr>
            <a:r>
              <a:rPr lang="zh-CN" altLang="en-US" sz="2800" dirty="0"/>
              <a:t>计算机科学与技术学院本科课程</a:t>
            </a:r>
            <a:endParaRPr lang="en-US" altLang="zh-CN" sz="2800" dirty="0"/>
          </a:p>
        </p:txBody>
      </p:sp>
      <p:sp>
        <p:nvSpPr>
          <p:cNvPr id="8" name="Titel 1">
            <a:extLst>
              <a:ext uri="{FF2B5EF4-FFF2-40B4-BE49-F238E27FC236}">
                <a16:creationId xmlns:a16="http://schemas.microsoft.com/office/drawing/2014/main" id="{32A6DDD0-4B5B-3901-545E-2EAC257EF171}"/>
              </a:ext>
            </a:extLst>
          </p:cNvPr>
          <p:cNvSpPr txBox="1">
            <a:spLocks/>
          </p:cNvSpPr>
          <p:nvPr userDrawn="1"/>
        </p:nvSpPr>
        <p:spPr>
          <a:xfrm>
            <a:off x="0" y="6741796"/>
            <a:ext cx="9906000" cy="116204"/>
          </a:xfrm>
          <a:prstGeom prst="rect">
            <a:avLst/>
          </a:prstGeom>
          <a:solidFill>
            <a:schemeClr val="accent1"/>
          </a:solidFill>
          <a:ln>
            <a:noFill/>
          </a:ln>
        </p:spPr>
        <p:txBody>
          <a:bodyPr vert="horz" lIns="91440" tIns="45720" rIns="91440" bIns="45720" rtlCol="0" anchor="ctr">
            <a:normAutofit fontScale="25000" lnSpcReduction="20000"/>
          </a:bodyPr>
          <a:lstStyle>
            <a:lvl1pPr algn="ctr" defTabSz="457200" rtl="0" eaLnBrk="1" latinLnBrk="0" hangingPunct="1">
              <a:spcBef>
                <a:spcPct val="0"/>
              </a:spcBef>
              <a:buNone/>
              <a:defRPr sz="3200" kern="1200">
                <a:solidFill>
                  <a:schemeClr val="bg1"/>
                </a:solidFill>
                <a:latin typeface="Microsoft YaHei" panose="020B0503020204020204" pitchFamily="34" charset="-122"/>
                <a:ea typeface="Microsoft YaHei" panose="020B0503020204020204" pitchFamily="34" charset="-122"/>
                <a:cs typeface="+mj-cs"/>
              </a:defRPr>
            </a:lvl1pPr>
          </a:lstStyle>
          <a:p>
            <a:endParaRPr lang="en-US" dirty="0"/>
          </a:p>
        </p:txBody>
      </p:sp>
    </p:spTree>
    <p:extLst>
      <p:ext uri="{BB962C8B-B14F-4D97-AF65-F5344CB8AC3E}">
        <p14:creationId xmlns:p14="http://schemas.microsoft.com/office/powerpoint/2010/main" val="843216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bg>
      <p:bgRef idx="1001">
        <a:schemeClr val="bg1"/>
      </p:bgRef>
    </p:bg>
    <p:spTree>
      <p:nvGrpSpPr>
        <p:cNvPr id="1" name=""/>
        <p:cNvGrpSpPr/>
        <p:nvPr/>
      </p:nvGrpSpPr>
      <p:grpSpPr>
        <a:xfrm>
          <a:off x="0" y="0"/>
          <a:ext cx="0" cy="0"/>
          <a:chOff x="0" y="0"/>
          <a:chExt cx="0" cy="0"/>
        </a:xfrm>
      </p:grpSpPr>
      <p:sp>
        <p:nvSpPr>
          <p:cNvPr id="2" name="Titel 1"/>
          <p:cNvSpPr>
            <a:spLocks noGrp="1"/>
          </p:cNvSpPr>
          <p:nvPr>
            <p:ph type="title"/>
          </p:nvPr>
        </p:nvSpPr>
        <p:spPr>
          <a:xfrm>
            <a:off x="0" y="0"/>
            <a:ext cx="9906000" cy="510639"/>
          </a:xfrm>
          <a:solidFill>
            <a:schemeClr val="accent1"/>
          </a:solidFill>
          <a:ln>
            <a:noFill/>
          </a:ln>
        </p:spPr>
        <p:txBody>
          <a:bodyPr>
            <a:normAutofit/>
          </a:bodyPr>
          <a:lstStyle>
            <a:lvl1pPr algn="ctr">
              <a:defRPr sz="3200">
                <a:solidFill>
                  <a:schemeClr val="bg1"/>
                </a:solidFill>
                <a:latin typeface="Microsoft YaHei" panose="020B0503020204020204" pitchFamily="34" charset="-122"/>
                <a:ea typeface="Microsoft YaHei" panose="020B0503020204020204" pitchFamily="34" charset="-122"/>
              </a:defRPr>
            </a:lvl1pPr>
          </a:lstStyle>
          <a:p>
            <a:r>
              <a:rPr lang="en-US" altLang="zh-CN" dirty="0" err="1"/>
              <a:t>Mastertitelformat</a:t>
            </a:r>
            <a:r>
              <a:rPr lang="en-US" altLang="zh-CN" dirty="0"/>
              <a:t> </a:t>
            </a:r>
            <a:r>
              <a:rPr lang="en-US" altLang="zh-CN" dirty="0" err="1"/>
              <a:t>bearbeiten</a:t>
            </a:r>
            <a:endParaRPr lang="en-US" dirty="0"/>
          </a:p>
        </p:txBody>
      </p:sp>
      <p:sp>
        <p:nvSpPr>
          <p:cNvPr id="3" name="Inhaltsplatzhalter 2"/>
          <p:cNvSpPr>
            <a:spLocks noGrp="1"/>
          </p:cNvSpPr>
          <p:nvPr>
            <p:ph idx="1"/>
          </p:nvPr>
        </p:nvSpPr>
        <p:spPr>
          <a:xfrm>
            <a:off x="17780" y="585760"/>
            <a:ext cx="9888220" cy="5947119"/>
          </a:xfrm>
        </p:spPr>
        <p:txBody>
          <a:bodyPr/>
          <a:lstStyle>
            <a:lvl1pPr>
              <a:defRPr sz="2800">
                <a:solidFill>
                  <a:schemeClr val="accent1">
                    <a:lumMod val="50000"/>
                  </a:schemeClr>
                </a:solidFill>
                <a:latin typeface="+mj-ea"/>
                <a:ea typeface="+mj-ea"/>
              </a:defRPr>
            </a:lvl1pPr>
            <a:lvl2pPr>
              <a:defRPr sz="2400">
                <a:solidFill>
                  <a:schemeClr val="accent1">
                    <a:lumMod val="75000"/>
                  </a:schemeClr>
                </a:solidFill>
                <a:latin typeface="+mj-ea"/>
                <a:ea typeface="+mj-ea"/>
              </a:defRPr>
            </a:lvl2pPr>
            <a:lvl3pPr>
              <a:defRPr sz="2000">
                <a:solidFill>
                  <a:schemeClr val="tx1">
                    <a:lumMod val="50000"/>
                    <a:lumOff val="50000"/>
                  </a:schemeClr>
                </a:solidFill>
                <a:latin typeface="+mj-ea"/>
                <a:ea typeface="+mj-ea"/>
              </a:defRPr>
            </a:lvl3pPr>
            <a:lvl4pPr>
              <a:defRPr>
                <a:solidFill>
                  <a:schemeClr val="tx1">
                    <a:lumMod val="50000"/>
                    <a:lumOff val="50000"/>
                  </a:schemeClr>
                </a:solidFill>
                <a:latin typeface="+mj-ea"/>
                <a:ea typeface="+mj-ea"/>
              </a:defRPr>
            </a:lvl4pPr>
            <a:lvl5pPr>
              <a:defRPr>
                <a:solidFill>
                  <a:schemeClr val="tx1">
                    <a:lumMod val="50000"/>
                    <a:lumOff val="50000"/>
                  </a:schemeClr>
                </a:solidFill>
                <a:latin typeface="+mj-ea"/>
                <a:ea typeface="+mj-ea"/>
              </a:defRPr>
            </a:lvl5pPr>
          </a:lstStyle>
          <a:p>
            <a:pPr lvl="0"/>
            <a:r>
              <a:rPr lang="en-US" altLang="zh-CN" dirty="0" err="1"/>
              <a:t>Mastertextformat</a:t>
            </a:r>
            <a:r>
              <a:rPr lang="en-US" altLang="zh-CN" dirty="0"/>
              <a:t> </a:t>
            </a:r>
            <a:r>
              <a:rPr lang="en-US" altLang="zh-CN" dirty="0" err="1"/>
              <a:t>bearbeiten</a:t>
            </a:r>
            <a:endParaRPr lang="en-US" altLang="zh-CN" dirty="0"/>
          </a:p>
          <a:p>
            <a:pPr lvl="1"/>
            <a:r>
              <a:rPr lang="en-US" altLang="zh-CN" dirty="0" err="1"/>
              <a:t>Zweite</a:t>
            </a:r>
            <a:r>
              <a:rPr lang="en-US" altLang="zh-CN" dirty="0"/>
              <a:t> Ebene</a:t>
            </a:r>
          </a:p>
          <a:p>
            <a:pPr lvl="2"/>
            <a:r>
              <a:rPr lang="en-US" altLang="zh-CN" dirty="0" err="1"/>
              <a:t>Dritte</a:t>
            </a:r>
            <a:r>
              <a:rPr lang="en-US" altLang="zh-CN" dirty="0"/>
              <a:t> Ebene</a:t>
            </a:r>
          </a:p>
          <a:p>
            <a:pPr lvl="3"/>
            <a:r>
              <a:rPr lang="en-US" altLang="zh-CN" dirty="0" err="1"/>
              <a:t>Vierte</a:t>
            </a:r>
            <a:r>
              <a:rPr lang="en-US" altLang="zh-CN" dirty="0"/>
              <a:t> Ebene</a:t>
            </a:r>
          </a:p>
          <a:p>
            <a:pPr lvl="4"/>
            <a:r>
              <a:rPr lang="en-US" altLang="zh-CN" dirty="0" err="1"/>
              <a:t>Fünfte</a:t>
            </a:r>
            <a:r>
              <a:rPr lang="en-US" altLang="zh-CN" dirty="0"/>
              <a:t> Ebene</a:t>
            </a:r>
            <a:endParaRPr lang="en-US" dirty="0"/>
          </a:p>
        </p:txBody>
      </p:sp>
      <p:sp>
        <p:nvSpPr>
          <p:cNvPr id="5" name="Fußzeilenplatzhalter 4"/>
          <p:cNvSpPr>
            <a:spLocks noGrp="1"/>
          </p:cNvSpPr>
          <p:nvPr>
            <p:ph type="ftr" sz="quarter" idx="11"/>
          </p:nvPr>
        </p:nvSpPr>
        <p:spPr>
          <a:xfrm>
            <a:off x="3384550" y="6532880"/>
            <a:ext cx="3136900" cy="188596"/>
          </a:xfrm>
        </p:spPr>
        <p:txBody>
          <a:bodyPr/>
          <a:lstStyle>
            <a:lvl1pPr>
              <a:defRPr sz="1000">
                <a:solidFill>
                  <a:srgbClr val="0070C0"/>
                </a:solidFill>
              </a:defRPr>
            </a:lvl1pPr>
          </a:lstStyle>
          <a:p>
            <a:r>
              <a:rPr lang="zh-CN" altLang="en-US"/>
              <a:t>模拟与数字电路：</a:t>
            </a:r>
            <a:r>
              <a:rPr lang="en-US" altLang="zh-CN"/>
              <a:t>6. </a:t>
            </a:r>
            <a:r>
              <a:rPr lang="zh-CN" altLang="en-US"/>
              <a:t>组合逻辑电路</a:t>
            </a:r>
            <a:r>
              <a:rPr lang="en-US" altLang="zh-CN"/>
              <a:t>2</a:t>
            </a:r>
            <a:endParaRPr lang="en-US" dirty="0"/>
          </a:p>
        </p:txBody>
      </p:sp>
      <p:sp>
        <p:nvSpPr>
          <p:cNvPr id="6" name="Foliennummernplatzhalter 5"/>
          <p:cNvSpPr>
            <a:spLocks noGrp="1"/>
          </p:cNvSpPr>
          <p:nvPr>
            <p:ph type="sldNum" sz="quarter" idx="12"/>
          </p:nvPr>
        </p:nvSpPr>
        <p:spPr>
          <a:xfrm>
            <a:off x="7475220" y="6543040"/>
            <a:ext cx="2311400" cy="188596"/>
          </a:xfrm>
        </p:spPr>
        <p:txBody>
          <a:bodyPr/>
          <a:lstStyle>
            <a:lvl1pPr>
              <a:defRPr sz="1000">
                <a:solidFill>
                  <a:srgbClr val="0070C0"/>
                </a:solidFill>
              </a:defRPr>
            </a:lvl1pPr>
          </a:lstStyle>
          <a:p>
            <a:fld id="{9E260BC5-5BF3-8746-862B-DC45E9CAA88B}" type="slidenum">
              <a:rPr lang="en-US" smtClean="0"/>
              <a:pPr/>
              <a:t>‹#›</a:t>
            </a:fld>
            <a:r>
              <a:rPr lang="en-US" altLang="zh-CN" dirty="0"/>
              <a:t>/</a:t>
            </a:r>
            <a:endParaRPr lang="en-US" dirty="0"/>
          </a:p>
        </p:txBody>
      </p:sp>
      <p:pic>
        <p:nvPicPr>
          <p:cNvPr id="7" name="Bild 3"/>
          <p:cNvPicPr>
            <a:picLocks noChangeAspect="1"/>
          </p:cNvPicPr>
          <p:nvPr userDrawn="1"/>
        </p:nvPicPr>
        <p:blipFill>
          <a:blip r:embed="rId2"/>
          <a:stretch>
            <a:fillRect/>
          </a:stretch>
        </p:blipFill>
        <p:spPr>
          <a:xfrm>
            <a:off x="9258354" y="575599"/>
            <a:ext cx="629866" cy="574907"/>
          </a:xfrm>
          <a:prstGeom prst="rect">
            <a:avLst/>
          </a:prstGeom>
        </p:spPr>
      </p:pic>
      <p:sp>
        <p:nvSpPr>
          <p:cNvPr id="11" name="Titel 1">
            <a:extLst>
              <a:ext uri="{FF2B5EF4-FFF2-40B4-BE49-F238E27FC236}">
                <a16:creationId xmlns:a16="http://schemas.microsoft.com/office/drawing/2014/main" id="{8A49508E-0CBC-36CF-BE0A-9CFE928D5051}"/>
              </a:ext>
            </a:extLst>
          </p:cNvPr>
          <p:cNvSpPr txBox="1">
            <a:spLocks/>
          </p:cNvSpPr>
          <p:nvPr userDrawn="1"/>
        </p:nvSpPr>
        <p:spPr>
          <a:xfrm>
            <a:off x="0" y="6741796"/>
            <a:ext cx="9906000" cy="116204"/>
          </a:xfrm>
          <a:prstGeom prst="rect">
            <a:avLst/>
          </a:prstGeom>
          <a:solidFill>
            <a:schemeClr val="accent1"/>
          </a:solidFill>
          <a:ln>
            <a:noFill/>
          </a:ln>
        </p:spPr>
        <p:txBody>
          <a:bodyPr vert="horz" lIns="91440" tIns="45720" rIns="91440" bIns="45720" rtlCol="0" anchor="ctr">
            <a:normAutofit fontScale="25000" lnSpcReduction="20000"/>
          </a:bodyPr>
          <a:lstStyle>
            <a:lvl1pPr algn="ctr" defTabSz="457200" rtl="0" eaLnBrk="1" latinLnBrk="0" hangingPunct="1">
              <a:spcBef>
                <a:spcPct val="0"/>
              </a:spcBef>
              <a:buNone/>
              <a:defRPr sz="3200" kern="1200">
                <a:solidFill>
                  <a:schemeClr val="bg1"/>
                </a:solidFill>
                <a:latin typeface="Microsoft YaHei" panose="020B0503020204020204" pitchFamily="34" charset="-122"/>
                <a:ea typeface="Microsoft YaHei" panose="020B0503020204020204" pitchFamily="34" charset="-122"/>
                <a:cs typeface="+mj-cs"/>
              </a:defRPr>
            </a:lvl1pPr>
          </a:lstStyle>
          <a:p>
            <a:endParaRPr lang="en-US" dirty="0"/>
          </a:p>
        </p:txBody>
      </p:sp>
      <p:sp>
        <p:nvSpPr>
          <p:cNvPr id="4" name="Fußzeilenplatzhalter 4">
            <a:extLst>
              <a:ext uri="{FF2B5EF4-FFF2-40B4-BE49-F238E27FC236}">
                <a16:creationId xmlns:a16="http://schemas.microsoft.com/office/drawing/2014/main" id="{6482FF6C-9411-92E7-7DED-EBDB23C92E35}"/>
              </a:ext>
            </a:extLst>
          </p:cNvPr>
          <p:cNvSpPr txBox="1">
            <a:spLocks/>
          </p:cNvSpPr>
          <p:nvPr userDrawn="1"/>
        </p:nvSpPr>
        <p:spPr>
          <a:xfrm>
            <a:off x="17780" y="6522719"/>
            <a:ext cx="1684560" cy="208917"/>
          </a:xfrm>
          <a:prstGeom prst="rect">
            <a:avLst/>
          </a:prstGeom>
        </p:spPr>
        <p:txBody>
          <a:bodyPr vert="horz" lIns="91440" tIns="45720" rIns="91440" bIns="45720" rtlCol="0" anchor="ctr"/>
          <a:lstStyle>
            <a:defPPr>
              <a:defRPr lang="de-DE"/>
            </a:defPPr>
            <a:lvl1pPr marL="0" algn="ctr" defTabSz="457200" rtl="0" eaLnBrk="1" latinLnBrk="0" hangingPunct="1">
              <a:defRPr sz="1000" kern="1200">
                <a:solidFill>
                  <a:srgbClr val="0070C0"/>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dirty="0"/>
              <a:t>2023</a:t>
            </a:r>
            <a:r>
              <a:rPr lang="zh-CN" altLang="en-US" dirty="0"/>
              <a:t>年秋季学期</a:t>
            </a:r>
            <a:endParaRPr lang="en-US" dirty="0"/>
          </a:p>
        </p:txBody>
      </p:sp>
    </p:spTree>
    <p:extLst>
      <p:ext uri="{BB962C8B-B14F-4D97-AF65-F5344CB8AC3E}">
        <p14:creationId xmlns:p14="http://schemas.microsoft.com/office/powerpoint/2010/main" val="1212937757"/>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82506" y="4406901"/>
            <a:ext cx="8420100" cy="1362075"/>
          </a:xfrm>
        </p:spPr>
        <p:txBody>
          <a:bodyPr anchor="t"/>
          <a:lstStyle>
            <a:lvl1pPr algn="l">
              <a:defRPr sz="4000" b="1" cap="all"/>
            </a:lvl1pPr>
          </a:lstStyle>
          <a:p>
            <a:r>
              <a:rPr lang="en-US" altLang="zh-CN"/>
              <a:t>Mastertitelformat bearbeiten</a:t>
            </a:r>
            <a:endParaRPr lang="en-US"/>
          </a:p>
        </p:txBody>
      </p:sp>
      <p:sp>
        <p:nvSpPr>
          <p:cNvPr id="3" name="Textplatzhalter 2"/>
          <p:cNvSpPr>
            <a:spLocks noGrp="1"/>
          </p:cNvSpPr>
          <p:nvPr>
            <p:ph type="body" idx="1"/>
          </p:nvPr>
        </p:nvSpPr>
        <p:spPr>
          <a:xfrm>
            <a:off x="782506" y="2906713"/>
            <a:ext cx="84201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ltLang="zh-CN"/>
              <a:t>Mastertextformat bearbeiten</a:t>
            </a:r>
          </a:p>
        </p:txBody>
      </p:sp>
      <p:sp>
        <p:nvSpPr>
          <p:cNvPr id="4" name="Datumsplatzhalter 3"/>
          <p:cNvSpPr>
            <a:spLocks noGrp="1"/>
          </p:cNvSpPr>
          <p:nvPr>
            <p:ph type="dt" sz="half" idx="10"/>
          </p:nvPr>
        </p:nvSpPr>
        <p:spPr/>
        <p:txBody>
          <a:bodyPr/>
          <a:lstStyle/>
          <a:p>
            <a:endParaRPr lang="en-US"/>
          </a:p>
        </p:txBody>
      </p:sp>
      <p:sp>
        <p:nvSpPr>
          <p:cNvPr id="5" name="Fußzeilenplatzhalter 4"/>
          <p:cNvSpPr>
            <a:spLocks noGrp="1"/>
          </p:cNvSpPr>
          <p:nvPr>
            <p:ph type="ftr" sz="quarter" idx="11"/>
          </p:nvPr>
        </p:nvSpPr>
        <p:spPr/>
        <p:txBody>
          <a:bodyPr/>
          <a:lstStyle/>
          <a:p>
            <a:r>
              <a:rPr lang="zh-CN" altLang="en-US"/>
              <a:t>模拟与数字电路：</a:t>
            </a:r>
            <a:r>
              <a:rPr lang="en-US" altLang="zh-CN"/>
              <a:t>6. </a:t>
            </a:r>
            <a:r>
              <a:rPr lang="zh-CN" altLang="en-US"/>
              <a:t>组合逻辑电路</a:t>
            </a:r>
            <a:r>
              <a:rPr lang="en-US" altLang="zh-CN"/>
              <a:t>2</a:t>
            </a:r>
            <a:endParaRPr lang="en-US"/>
          </a:p>
        </p:txBody>
      </p:sp>
      <p:sp>
        <p:nvSpPr>
          <p:cNvPr id="6" name="Foliennummernplatzhalter 5"/>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6047705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zh-CN"/>
              <a:t>Mastertitelformat bearbeiten</a:t>
            </a:r>
            <a:endParaRPr lang="en-US"/>
          </a:p>
        </p:txBody>
      </p:sp>
      <p:sp>
        <p:nvSpPr>
          <p:cNvPr id="3" name="Inhaltsplatzhalter 2"/>
          <p:cNvSpPr>
            <a:spLocks noGrp="1"/>
          </p:cNvSpPr>
          <p:nvPr>
            <p:ph sz="half" idx="1"/>
          </p:nvPr>
        </p:nvSpPr>
        <p:spPr>
          <a:xfrm>
            <a:off x="495300" y="1600201"/>
            <a:ext cx="43751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4" name="Inhaltsplatzhalter 3"/>
          <p:cNvSpPr>
            <a:spLocks noGrp="1"/>
          </p:cNvSpPr>
          <p:nvPr>
            <p:ph sz="half" idx="2"/>
          </p:nvPr>
        </p:nvSpPr>
        <p:spPr>
          <a:xfrm>
            <a:off x="5035550" y="1600201"/>
            <a:ext cx="43751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5" name="Datumsplatzhalter 4"/>
          <p:cNvSpPr>
            <a:spLocks noGrp="1"/>
          </p:cNvSpPr>
          <p:nvPr>
            <p:ph type="dt" sz="half" idx="10"/>
          </p:nvPr>
        </p:nvSpPr>
        <p:spPr/>
        <p:txBody>
          <a:bodyPr/>
          <a:lstStyle/>
          <a:p>
            <a:endParaRPr lang="en-US"/>
          </a:p>
        </p:txBody>
      </p:sp>
      <p:sp>
        <p:nvSpPr>
          <p:cNvPr id="6" name="Fußzeilenplatzhalter 5"/>
          <p:cNvSpPr>
            <a:spLocks noGrp="1"/>
          </p:cNvSpPr>
          <p:nvPr>
            <p:ph type="ftr" sz="quarter" idx="11"/>
          </p:nvPr>
        </p:nvSpPr>
        <p:spPr/>
        <p:txBody>
          <a:bodyPr/>
          <a:lstStyle/>
          <a:p>
            <a:r>
              <a:rPr lang="zh-CN" altLang="en-US"/>
              <a:t>模拟与数字电路：</a:t>
            </a:r>
            <a:r>
              <a:rPr lang="en-US" altLang="zh-CN"/>
              <a:t>6. </a:t>
            </a:r>
            <a:r>
              <a:rPr lang="zh-CN" altLang="en-US"/>
              <a:t>组合逻辑电路</a:t>
            </a:r>
            <a:r>
              <a:rPr lang="en-US" altLang="zh-CN"/>
              <a:t>2</a:t>
            </a:r>
            <a:endParaRPr lang="en-US"/>
          </a:p>
        </p:txBody>
      </p:sp>
      <p:sp>
        <p:nvSpPr>
          <p:cNvPr id="7" name="Foliennummernplatzhalter 6"/>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1943307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en-US" altLang="zh-CN"/>
              <a:t>Mastertitelformat bearbeiten</a:t>
            </a:r>
            <a:endParaRPr lang="en-US"/>
          </a:p>
        </p:txBody>
      </p:sp>
      <p:sp>
        <p:nvSpPr>
          <p:cNvPr id="3" name="Textplatzhalter 2"/>
          <p:cNvSpPr>
            <a:spLocks noGrp="1"/>
          </p:cNvSpPr>
          <p:nvPr>
            <p:ph type="body" idx="1"/>
          </p:nvPr>
        </p:nvSpPr>
        <p:spPr>
          <a:xfrm>
            <a:off x="495300" y="1535113"/>
            <a:ext cx="437687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Mastertextformat bearbeiten</a:t>
            </a:r>
          </a:p>
        </p:txBody>
      </p:sp>
      <p:sp>
        <p:nvSpPr>
          <p:cNvPr id="4" name="Inhaltsplatzhalter 3"/>
          <p:cNvSpPr>
            <a:spLocks noGrp="1"/>
          </p:cNvSpPr>
          <p:nvPr>
            <p:ph sz="half" idx="2"/>
          </p:nvPr>
        </p:nvSpPr>
        <p:spPr>
          <a:xfrm>
            <a:off x="495300" y="2174875"/>
            <a:ext cx="437687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5" name="Textplatzhalter 4"/>
          <p:cNvSpPr>
            <a:spLocks noGrp="1"/>
          </p:cNvSpPr>
          <p:nvPr>
            <p:ph type="body" sz="quarter" idx="3"/>
          </p:nvPr>
        </p:nvSpPr>
        <p:spPr>
          <a:xfrm>
            <a:off x="5032111" y="1535113"/>
            <a:ext cx="437859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Mastertextformat bearbeiten</a:t>
            </a:r>
          </a:p>
        </p:txBody>
      </p:sp>
      <p:sp>
        <p:nvSpPr>
          <p:cNvPr id="6" name="Inhaltsplatzhalter 5"/>
          <p:cNvSpPr>
            <a:spLocks noGrp="1"/>
          </p:cNvSpPr>
          <p:nvPr>
            <p:ph sz="quarter" idx="4"/>
          </p:nvPr>
        </p:nvSpPr>
        <p:spPr>
          <a:xfrm>
            <a:off x="5032111" y="2174875"/>
            <a:ext cx="437859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7" name="Datumsplatzhalter 6"/>
          <p:cNvSpPr>
            <a:spLocks noGrp="1"/>
          </p:cNvSpPr>
          <p:nvPr>
            <p:ph type="dt" sz="half" idx="10"/>
          </p:nvPr>
        </p:nvSpPr>
        <p:spPr/>
        <p:txBody>
          <a:bodyPr/>
          <a:lstStyle/>
          <a:p>
            <a:endParaRPr lang="en-US"/>
          </a:p>
        </p:txBody>
      </p:sp>
      <p:sp>
        <p:nvSpPr>
          <p:cNvPr id="8" name="Fußzeilenplatzhalter 7"/>
          <p:cNvSpPr>
            <a:spLocks noGrp="1"/>
          </p:cNvSpPr>
          <p:nvPr>
            <p:ph type="ftr" sz="quarter" idx="11"/>
          </p:nvPr>
        </p:nvSpPr>
        <p:spPr/>
        <p:txBody>
          <a:bodyPr/>
          <a:lstStyle/>
          <a:p>
            <a:r>
              <a:rPr lang="zh-CN" altLang="en-US"/>
              <a:t>模拟与数字电路：</a:t>
            </a:r>
            <a:r>
              <a:rPr lang="en-US" altLang="zh-CN"/>
              <a:t>6. </a:t>
            </a:r>
            <a:r>
              <a:rPr lang="zh-CN" altLang="en-US"/>
              <a:t>组合逻辑电路</a:t>
            </a:r>
            <a:r>
              <a:rPr lang="en-US" altLang="zh-CN"/>
              <a:t>2</a:t>
            </a:r>
            <a:endParaRPr lang="en-US"/>
          </a:p>
        </p:txBody>
      </p:sp>
      <p:sp>
        <p:nvSpPr>
          <p:cNvPr id="9" name="Foliennummernplatzhalter 8"/>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17944057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zh-CN"/>
              <a:t>Mastertitelformat bearbeiten</a:t>
            </a:r>
            <a:endParaRPr lang="en-US"/>
          </a:p>
        </p:txBody>
      </p:sp>
      <p:sp>
        <p:nvSpPr>
          <p:cNvPr id="3" name="Datumsplatzhalter 2"/>
          <p:cNvSpPr>
            <a:spLocks noGrp="1"/>
          </p:cNvSpPr>
          <p:nvPr>
            <p:ph type="dt" sz="half" idx="10"/>
          </p:nvPr>
        </p:nvSpPr>
        <p:spPr/>
        <p:txBody>
          <a:bodyPr/>
          <a:lstStyle/>
          <a:p>
            <a:endParaRPr lang="en-US"/>
          </a:p>
        </p:txBody>
      </p:sp>
      <p:sp>
        <p:nvSpPr>
          <p:cNvPr id="4" name="Fußzeilenplatzhalter 3"/>
          <p:cNvSpPr>
            <a:spLocks noGrp="1"/>
          </p:cNvSpPr>
          <p:nvPr>
            <p:ph type="ftr" sz="quarter" idx="11"/>
          </p:nvPr>
        </p:nvSpPr>
        <p:spPr/>
        <p:txBody>
          <a:bodyPr/>
          <a:lstStyle/>
          <a:p>
            <a:r>
              <a:rPr lang="zh-CN" altLang="en-US"/>
              <a:t>模拟与数字电路：</a:t>
            </a:r>
            <a:r>
              <a:rPr lang="en-US" altLang="zh-CN"/>
              <a:t>6. </a:t>
            </a:r>
            <a:r>
              <a:rPr lang="zh-CN" altLang="en-US"/>
              <a:t>组合逻辑电路</a:t>
            </a:r>
            <a:r>
              <a:rPr lang="en-US" altLang="zh-CN"/>
              <a:t>2</a:t>
            </a:r>
            <a:endParaRPr lang="en-US"/>
          </a:p>
        </p:txBody>
      </p:sp>
      <p:sp>
        <p:nvSpPr>
          <p:cNvPr id="5" name="Foliennummernplatzhalter 4"/>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20498212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endParaRPr lang="en-US"/>
          </a:p>
        </p:txBody>
      </p:sp>
      <p:sp>
        <p:nvSpPr>
          <p:cNvPr id="3" name="Fußzeilenplatzhalter 2"/>
          <p:cNvSpPr>
            <a:spLocks noGrp="1"/>
          </p:cNvSpPr>
          <p:nvPr>
            <p:ph type="ftr" sz="quarter" idx="11"/>
          </p:nvPr>
        </p:nvSpPr>
        <p:spPr/>
        <p:txBody>
          <a:bodyPr/>
          <a:lstStyle/>
          <a:p>
            <a:r>
              <a:rPr lang="zh-CN" altLang="en-US"/>
              <a:t>模拟与数字电路：</a:t>
            </a:r>
            <a:r>
              <a:rPr lang="en-US" altLang="zh-CN"/>
              <a:t>6. </a:t>
            </a:r>
            <a:r>
              <a:rPr lang="zh-CN" altLang="en-US"/>
              <a:t>组合逻辑电路</a:t>
            </a:r>
            <a:r>
              <a:rPr lang="en-US" altLang="zh-CN"/>
              <a:t>2</a:t>
            </a:r>
            <a:endParaRPr lang="en-US"/>
          </a:p>
        </p:txBody>
      </p:sp>
      <p:sp>
        <p:nvSpPr>
          <p:cNvPr id="4" name="Foliennummernplatzhalter 3"/>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30335658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495300" y="273050"/>
            <a:ext cx="3259006" cy="1162050"/>
          </a:xfrm>
        </p:spPr>
        <p:txBody>
          <a:bodyPr anchor="b"/>
          <a:lstStyle>
            <a:lvl1pPr algn="l">
              <a:defRPr sz="2000" b="1"/>
            </a:lvl1pPr>
          </a:lstStyle>
          <a:p>
            <a:r>
              <a:rPr lang="en-US" altLang="zh-CN"/>
              <a:t>Mastertitelformat bearbeiten</a:t>
            </a:r>
            <a:endParaRPr lang="en-US"/>
          </a:p>
        </p:txBody>
      </p:sp>
      <p:sp>
        <p:nvSpPr>
          <p:cNvPr id="3" name="Inhaltsplatzhalter 2"/>
          <p:cNvSpPr>
            <a:spLocks noGrp="1"/>
          </p:cNvSpPr>
          <p:nvPr>
            <p:ph idx="1"/>
          </p:nvPr>
        </p:nvSpPr>
        <p:spPr>
          <a:xfrm>
            <a:off x="3872971" y="273051"/>
            <a:ext cx="553772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4" name="Textplatzhalter 3"/>
          <p:cNvSpPr>
            <a:spLocks noGrp="1"/>
          </p:cNvSpPr>
          <p:nvPr>
            <p:ph type="body" sz="half" idx="2"/>
          </p:nvPr>
        </p:nvSpPr>
        <p:spPr>
          <a:xfrm>
            <a:off x="495300" y="1435101"/>
            <a:ext cx="3259006"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Mastertextformat bearbeiten</a:t>
            </a:r>
          </a:p>
        </p:txBody>
      </p:sp>
      <p:sp>
        <p:nvSpPr>
          <p:cNvPr id="5" name="Datumsplatzhalter 4"/>
          <p:cNvSpPr>
            <a:spLocks noGrp="1"/>
          </p:cNvSpPr>
          <p:nvPr>
            <p:ph type="dt" sz="half" idx="10"/>
          </p:nvPr>
        </p:nvSpPr>
        <p:spPr/>
        <p:txBody>
          <a:bodyPr/>
          <a:lstStyle/>
          <a:p>
            <a:endParaRPr lang="en-US"/>
          </a:p>
        </p:txBody>
      </p:sp>
      <p:sp>
        <p:nvSpPr>
          <p:cNvPr id="6" name="Fußzeilenplatzhalter 5"/>
          <p:cNvSpPr>
            <a:spLocks noGrp="1"/>
          </p:cNvSpPr>
          <p:nvPr>
            <p:ph type="ftr" sz="quarter" idx="11"/>
          </p:nvPr>
        </p:nvSpPr>
        <p:spPr/>
        <p:txBody>
          <a:bodyPr/>
          <a:lstStyle/>
          <a:p>
            <a:r>
              <a:rPr lang="zh-CN" altLang="en-US"/>
              <a:t>模拟与数字电路：</a:t>
            </a:r>
            <a:r>
              <a:rPr lang="en-US" altLang="zh-CN"/>
              <a:t>6. </a:t>
            </a:r>
            <a:r>
              <a:rPr lang="zh-CN" altLang="en-US"/>
              <a:t>组合逻辑电路</a:t>
            </a:r>
            <a:r>
              <a:rPr lang="en-US" altLang="zh-CN"/>
              <a:t>2</a:t>
            </a:r>
            <a:endParaRPr lang="en-US"/>
          </a:p>
        </p:txBody>
      </p:sp>
      <p:sp>
        <p:nvSpPr>
          <p:cNvPr id="7" name="Foliennummernplatzhalter 6"/>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22137354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1941645" y="4800600"/>
            <a:ext cx="5943600" cy="566738"/>
          </a:xfrm>
        </p:spPr>
        <p:txBody>
          <a:bodyPr anchor="b"/>
          <a:lstStyle>
            <a:lvl1pPr algn="l">
              <a:defRPr sz="2000" b="1"/>
            </a:lvl1pPr>
          </a:lstStyle>
          <a:p>
            <a:r>
              <a:rPr lang="en-US" altLang="zh-CN"/>
              <a:t>Mastertitelformat bearbeiten</a:t>
            </a:r>
            <a:endParaRPr lang="en-US"/>
          </a:p>
        </p:txBody>
      </p:sp>
      <p:sp>
        <p:nvSpPr>
          <p:cNvPr id="3" name="Bildplatzhalter 2"/>
          <p:cNvSpPr>
            <a:spLocks noGrp="1"/>
          </p:cNvSpPr>
          <p:nvPr>
            <p:ph type="pic" idx="1"/>
          </p:nvPr>
        </p:nvSpPr>
        <p:spPr>
          <a:xfrm>
            <a:off x="1941645"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platzhalter 3"/>
          <p:cNvSpPr>
            <a:spLocks noGrp="1"/>
          </p:cNvSpPr>
          <p:nvPr>
            <p:ph type="body" sz="half" idx="2"/>
          </p:nvPr>
        </p:nvSpPr>
        <p:spPr>
          <a:xfrm>
            <a:off x="1941645"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Mastertextformat bearbeiten</a:t>
            </a:r>
          </a:p>
        </p:txBody>
      </p:sp>
      <p:sp>
        <p:nvSpPr>
          <p:cNvPr id="5" name="Datumsplatzhalter 4"/>
          <p:cNvSpPr>
            <a:spLocks noGrp="1"/>
          </p:cNvSpPr>
          <p:nvPr>
            <p:ph type="dt" sz="half" idx="10"/>
          </p:nvPr>
        </p:nvSpPr>
        <p:spPr/>
        <p:txBody>
          <a:bodyPr/>
          <a:lstStyle/>
          <a:p>
            <a:endParaRPr lang="en-US"/>
          </a:p>
        </p:txBody>
      </p:sp>
      <p:sp>
        <p:nvSpPr>
          <p:cNvPr id="6" name="Fußzeilenplatzhalter 5"/>
          <p:cNvSpPr>
            <a:spLocks noGrp="1"/>
          </p:cNvSpPr>
          <p:nvPr>
            <p:ph type="ftr" sz="quarter" idx="11"/>
          </p:nvPr>
        </p:nvSpPr>
        <p:spPr/>
        <p:txBody>
          <a:bodyPr/>
          <a:lstStyle/>
          <a:p>
            <a:r>
              <a:rPr lang="zh-CN" altLang="en-US"/>
              <a:t>模拟与数字电路：</a:t>
            </a:r>
            <a:r>
              <a:rPr lang="en-US" altLang="zh-CN"/>
              <a:t>6. </a:t>
            </a:r>
            <a:r>
              <a:rPr lang="zh-CN" altLang="en-US"/>
              <a:t>组合逻辑电路</a:t>
            </a:r>
            <a:r>
              <a:rPr lang="en-US" altLang="zh-CN"/>
              <a:t>2</a:t>
            </a:r>
            <a:endParaRPr lang="en-US"/>
          </a:p>
        </p:txBody>
      </p:sp>
      <p:sp>
        <p:nvSpPr>
          <p:cNvPr id="7" name="Foliennummernplatzhalter 6"/>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1757037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zh-CN"/>
              <a:t>Mastertitelformat bearbeiten</a:t>
            </a:r>
            <a:endParaRPr lang="en-US"/>
          </a:p>
        </p:txBody>
      </p:sp>
      <p:sp>
        <p:nvSpPr>
          <p:cNvPr id="3" name="Vertikaler Textplatzhalter 2"/>
          <p:cNvSpPr>
            <a:spLocks noGrp="1"/>
          </p:cNvSpPr>
          <p:nvPr>
            <p:ph type="body" orient="vert" idx="1"/>
          </p:nvPr>
        </p:nvSpPr>
        <p:spPr/>
        <p:txBody>
          <a:bodyPr vert="eaVert"/>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4" name="Datumsplatzhalter 3"/>
          <p:cNvSpPr>
            <a:spLocks noGrp="1"/>
          </p:cNvSpPr>
          <p:nvPr>
            <p:ph type="dt" sz="half" idx="10"/>
          </p:nvPr>
        </p:nvSpPr>
        <p:spPr/>
        <p:txBody>
          <a:bodyPr/>
          <a:lstStyle/>
          <a:p>
            <a:endParaRPr lang="en-US"/>
          </a:p>
        </p:txBody>
      </p:sp>
      <p:sp>
        <p:nvSpPr>
          <p:cNvPr id="5" name="Fußzeilenplatzhalter 4"/>
          <p:cNvSpPr>
            <a:spLocks noGrp="1"/>
          </p:cNvSpPr>
          <p:nvPr>
            <p:ph type="ftr" sz="quarter" idx="11"/>
          </p:nvPr>
        </p:nvSpPr>
        <p:spPr/>
        <p:txBody>
          <a:bodyPr/>
          <a:lstStyle/>
          <a:p>
            <a:r>
              <a:rPr lang="zh-CN" altLang="en-US"/>
              <a:t>模拟与数字电路：</a:t>
            </a:r>
            <a:r>
              <a:rPr lang="en-US" altLang="zh-CN"/>
              <a:t>6. </a:t>
            </a:r>
            <a:r>
              <a:rPr lang="zh-CN" altLang="en-US"/>
              <a:t>组合逻辑电路</a:t>
            </a:r>
            <a:r>
              <a:rPr lang="en-US" altLang="zh-CN"/>
              <a:t>2</a:t>
            </a:r>
            <a:endParaRPr lang="en-US"/>
          </a:p>
        </p:txBody>
      </p:sp>
      <p:sp>
        <p:nvSpPr>
          <p:cNvPr id="6" name="Foliennummernplatzhalter 5"/>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21574579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7181850" y="274639"/>
            <a:ext cx="2228850" cy="5851525"/>
          </a:xfrm>
        </p:spPr>
        <p:txBody>
          <a:bodyPr vert="eaVert"/>
          <a:lstStyle/>
          <a:p>
            <a:r>
              <a:rPr lang="en-US" altLang="zh-CN"/>
              <a:t>Mastertitelformat bearbeiten</a:t>
            </a:r>
            <a:endParaRPr lang="en-US"/>
          </a:p>
        </p:txBody>
      </p:sp>
      <p:sp>
        <p:nvSpPr>
          <p:cNvPr id="3" name="Vertikaler Textplatzhalter 2"/>
          <p:cNvSpPr>
            <a:spLocks noGrp="1"/>
          </p:cNvSpPr>
          <p:nvPr>
            <p:ph type="body" orient="vert" idx="1"/>
          </p:nvPr>
        </p:nvSpPr>
        <p:spPr>
          <a:xfrm>
            <a:off x="495300" y="274639"/>
            <a:ext cx="6521450" cy="5851525"/>
          </a:xfrm>
        </p:spPr>
        <p:txBody>
          <a:bodyPr vert="eaVert"/>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4" name="Datumsplatzhalter 3"/>
          <p:cNvSpPr>
            <a:spLocks noGrp="1"/>
          </p:cNvSpPr>
          <p:nvPr>
            <p:ph type="dt" sz="half" idx="10"/>
          </p:nvPr>
        </p:nvSpPr>
        <p:spPr/>
        <p:txBody>
          <a:bodyPr/>
          <a:lstStyle/>
          <a:p>
            <a:endParaRPr lang="en-US"/>
          </a:p>
        </p:txBody>
      </p:sp>
      <p:sp>
        <p:nvSpPr>
          <p:cNvPr id="5" name="Fußzeilenplatzhalter 4"/>
          <p:cNvSpPr>
            <a:spLocks noGrp="1"/>
          </p:cNvSpPr>
          <p:nvPr>
            <p:ph type="ftr" sz="quarter" idx="11"/>
          </p:nvPr>
        </p:nvSpPr>
        <p:spPr/>
        <p:txBody>
          <a:bodyPr/>
          <a:lstStyle/>
          <a:p>
            <a:r>
              <a:rPr lang="zh-CN" altLang="en-US"/>
              <a:t>模拟与数字电路：</a:t>
            </a:r>
            <a:r>
              <a:rPr lang="en-US" altLang="zh-CN"/>
              <a:t>6. </a:t>
            </a:r>
            <a:r>
              <a:rPr lang="zh-CN" altLang="en-US"/>
              <a:t>组合逻辑电路</a:t>
            </a:r>
            <a:r>
              <a:rPr lang="en-US" altLang="zh-CN"/>
              <a:t>2</a:t>
            </a:r>
            <a:endParaRPr lang="en-US"/>
          </a:p>
        </p:txBody>
      </p:sp>
      <p:sp>
        <p:nvSpPr>
          <p:cNvPr id="6" name="Foliennummernplatzhalter 5"/>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23410333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495300" y="274638"/>
            <a:ext cx="8915400" cy="1143000"/>
          </a:xfrm>
          <a:prstGeom prst="rect">
            <a:avLst/>
          </a:prstGeom>
        </p:spPr>
        <p:txBody>
          <a:bodyPr vert="horz" lIns="91440" tIns="45720" rIns="91440" bIns="45720" rtlCol="0" anchor="ctr">
            <a:normAutofit/>
          </a:bodyPr>
          <a:lstStyle/>
          <a:p>
            <a:r>
              <a:rPr lang="en-US" altLang="zh-CN"/>
              <a:t>Mastertitelformat bearbeiten</a:t>
            </a:r>
            <a:endParaRPr lang="en-US"/>
          </a:p>
        </p:txBody>
      </p:sp>
      <p:sp>
        <p:nvSpPr>
          <p:cNvPr id="3" name="Textplatzhalter 2"/>
          <p:cNvSpPr>
            <a:spLocks noGrp="1"/>
          </p:cNvSpPr>
          <p:nvPr>
            <p:ph type="body" idx="1"/>
          </p:nvPr>
        </p:nvSpPr>
        <p:spPr>
          <a:xfrm>
            <a:off x="495300" y="1600201"/>
            <a:ext cx="8915400" cy="4525963"/>
          </a:xfrm>
          <a:prstGeom prst="rect">
            <a:avLst/>
          </a:prstGeom>
        </p:spPr>
        <p:txBody>
          <a:bodyPr vert="horz" lIns="91440" tIns="45720" rIns="91440" bIns="45720" rtlCol="0">
            <a:normAutofit/>
          </a:body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4" name="Datumsplatzhalter 3"/>
          <p:cNvSpPr>
            <a:spLocks noGrp="1"/>
          </p:cNvSpPr>
          <p:nvPr>
            <p:ph type="dt" sz="half" idx="2"/>
          </p:nvPr>
        </p:nvSpPr>
        <p:spPr>
          <a:xfrm>
            <a:off x="495300" y="6356351"/>
            <a:ext cx="2311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ußzeilenplatzhalter 4"/>
          <p:cNvSpPr>
            <a:spLocks noGrp="1"/>
          </p:cNvSpPr>
          <p:nvPr>
            <p:ph type="ftr" sz="quarter" idx="3"/>
          </p:nvPr>
        </p:nvSpPr>
        <p:spPr>
          <a:xfrm>
            <a:off x="3384550" y="6356351"/>
            <a:ext cx="31369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a:t>模拟与数字电路：</a:t>
            </a:r>
            <a:r>
              <a:rPr lang="en-US" altLang="zh-CN"/>
              <a:t>6. </a:t>
            </a:r>
            <a:r>
              <a:rPr lang="zh-CN" altLang="en-US"/>
              <a:t>组合逻辑电路</a:t>
            </a:r>
            <a:r>
              <a:rPr lang="en-US" altLang="zh-CN"/>
              <a:t>2</a:t>
            </a:r>
            <a:endParaRPr lang="en-US"/>
          </a:p>
        </p:txBody>
      </p:sp>
      <p:sp>
        <p:nvSpPr>
          <p:cNvPr id="6" name="Foliennummernplatzhalter 5"/>
          <p:cNvSpPr>
            <a:spLocks noGrp="1"/>
          </p:cNvSpPr>
          <p:nvPr>
            <p:ph type="sldNum" sz="quarter" idx="4"/>
          </p:nvPr>
        </p:nvSpPr>
        <p:spPr>
          <a:xfrm>
            <a:off x="7099300" y="6356351"/>
            <a:ext cx="2311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260BC5-5BF3-8746-862B-DC45E9CAA88B}" type="slidenum">
              <a:rPr lang="en-US" smtClean="0"/>
              <a:t>‹#›</a:t>
            </a:fld>
            <a:endParaRPr lang="en-US"/>
          </a:p>
        </p:txBody>
      </p:sp>
    </p:spTree>
    <p:extLst>
      <p:ext uri="{BB962C8B-B14F-4D97-AF65-F5344CB8AC3E}">
        <p14:creationId xmlns:p14="http://schemas.microsoft.com/office/powerpoint/2010/main" val="33822047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8.emf"/><Relationship Id="rId3" Type="http://schemas.openxmlformats.org/officeDocument/2006/relationships/image" Target="../media/image3.emf"/><Relationship Id="rId7" Type="http://schemas.openxmlformats.org/officeDocument/2006/relationships/image" Target="../media/image5.emf"/><Relationship Id="rId12" Type="http://schemas.openxmlformats.org/officeDocument/2006/relationships/oleObject" Target="../embeddings/oleObject6.bin"/><Relationship Id="rId17" Type="http://schemas.openxmlformats.org/officeDocument/2006/relationships/image" Target="../media/image10.emf"/><Relationship Id="rId2" Type="http://schemas.openxmlformats.org/officeDocument/2006/relationships/oleObject" Target="../embeddings/oleObject1.bin"/><Relationship Id="rId16" Type="http://schemas.openxmlformats.org/officeDocument/2006/relationships/oleObject" Target="../embeddings/oleObject8.bin"/><Relationship Id="rId1" Type="http://schemas.openxmlformats.org/officeDocument/2006/relationships/slideLayout" Target="../slideLayouts/slideLayout2.xml"/><Relationship Id="rId6" Type="http://schemas.openxmlformats.org/officeDocument/2006/relationships/oleObject" Target="../embeddings/oleObject3.bin"/><Relationship Id="rId11" Type="http://schemas.openxmlformats.org/officeDocument/2006/relationships/image" Target="../media/image7.emf"/><Relationship Id="rId5" Type="http://schemas.openxmlformats.org/officeDocument/2006/relationships/image" Target="../media/image4.emf"/><Relationship Id="rId15" Type="http://schemas.openxmlformats.org/officeDocument/2006/relationships/image" Target="../media/image9.emf"/><Relationship Id="rId10" Type="http://schemas.openxmlformats.org/officeDocument/2006/relationships/oleObject" Target="../embeddings/oleObject5.bin"/><Relationship Id="rId4" Type="http://schemas.openxmlformats.org/officeDocument/2006/relationships/oleObject" Target="../embeddings/oleObject2.bin"/><Relationship Id="rId9" Type="http://schemas.openxmlformats.org/officeDocument/2006/relationships/image" Target="../media/image6.emf"/><Relationship Id="rId14" Type="http://schemas.openxmlformats.org/officeDocument/2006/relationships/oleObject" Target="../embeddings/oleObject7.bin"/></Relationships>
</file>

<file path=ppt/slides/_rels/slide16.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9.bin"/><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3" Type="http://schemas.openxmlformats.org/officeDocument/2006/relationships/oleObject" Target="../embeddings/oleObject15.bin"/><Relationship Id="rId18" Type="http://schemas.openxmlformats.org/officeDocument/2006/relationships/image" Target="../media/image19.emf"/><Relationship Id="rId26" Type="http://schemas.openxmlformats.org/officeDocument/2006/relationships/image" Target="../media/image23.emf"/><Relationship Id="rId3" Type="http://schemas.openxmlformats.org/officeDocument/2006/relationships/oleObject" Target="../embeddings/oleObject10.bin"/><Relationship Id="rId21" Type="http://schemas.openxmlformats.org/officeDocument/2006/relationships/oleObject" Target="../embeddings/oleObject19.bin"/><Relationship Id="rId34" Type="http://schemas.openxmlformats.org/officeDocument/2006/relationships/image" Target="../media/image27.wmf"/><Relationship Id="rId7" Type="http://schemas.openxmlformats.org/officeDocument/2006/relationships/oleObject" Target="../embeddings/oleObject12.bin"/><Relationship Id="rId12" Type="http://schemas.openxmlformats.org/officeDocument/2006/relationships/image" Target="../media/image16.emf"/><Relationship Id="rId17" Type="http://schemas.openxmlformats.org/officeDocument/2006/relationships/oleObject" Target="../embeddings/oleObject17.bin"/><Relationship Id="rId25" Type="http://schemas.openxmlformats.org/officeDocument/2006/relationships/oleObject" Target="../embeddings/oleObject21.bin"/><Relationship Id="rId33" Type="http://schemas.openxmlformats.org/officeDocument/2006/relationships/oleObject" Target="../embeddings/oleObject25.bin"/><Relationship Id="rId2" Type="http://schemas.openxmlformats.org/officeDocument/2006/relationships/notesSlide" Target="../notesSlides/notesSlide11.xml"/><Relationship Id="rId16" Type="http://schemas.openxmlformats.org/officeDocument/2006/relationships/image" Target="../media/image18.emf"/><Relationship Id="rId20" Type="http://schemas.openxmlformats.org/officeDocument/2006/relationships/image" Target="../media/image20.emf"/><Relationship Id="rId29" Type="http://schemas.openxmlformats.org/officeDocument/2006/relationships/oleObject" Target="../embeddings/oleObject23.bin"/><Relationship Id="rId1" Type="http://schemas.openxmlformats.org/officeDocument/2006/relationships/slideLayout" Target="../slideLayouts/slideLayout2.xml"/><Relationship Id="rId6" Type="http://schemas.openxmlformats.org/officeDocument/2006/relationships/image" Target="../media/image13.emf"/><Relationship Id="rId11" Type="http://schemas.openxmlformats.org/officeDocument/2006/relationships/oleObject" Target="../embeddings/oleObject14.bin"/><Relationship Id="rId24" Type="http://schemas.openxmlformats.org/officeDocument/2006/relationships/image" Target="../media/image22.emf"/><Relationship Id="rId32" Type="http://schemas.openxmlformats.org/officeDocument/2006/relationships/image" Target="../media/image26.wmf"/><Relationship Id="rId5" Type="http://schemas.openxmlformats.org/officeDocument/2006/relationships/oleObject" Target="../embeddings/oleObject11.bin"/><Relationship Id="rId15" Type="http://schemas.openxmlformats.org/officeDocument/2006/relationships/oleObject" Target="../embeddings/oleObject16.bin"/><Relationship Id="rId23" Type="http://schemas.openxmlformats.org/officeDocument/2006/relationships/oleObject" Target="../embeddings/oleObject20.bin"/><Relationship Id="rId28" Type="http://schemas.openxmlformats.org/officeDocument/2006/relationships/image" Target="../media/image24.emf"/><Relationship Id="rId10" Type="http://schemas.openxmlformats.org/officeDocument/2006/relationships/image" Target="../media/image15.emf"/><Relationship Id="rId19" Type="http://schemas.openxmlformats.org/officeDocument/2006/relationships/oleObject" Target="../embeddings/oleObject18.bin"/><Relationship Id="rId31" Type="http://schemas.openxmlformats.org/officeDocument/2006/relationships/oleObject" Target="../embeddings/oleObject24.bin"/><Relationship Id="rId4" Type="http://schemas.openxmlformats.org/officeDocument/2006/relationships/image" Target="../media/image12.emf"/><Relationship Id="rId9" Type="http://schemas.openxmlformats.org/officeDocument/2006/relationships/oleObject" Target="../embeddings/oleObject13.bin"/><Relationship Id="rId14" Type="http://schemas.openxmlformats.org/officeDocument/2006/relationships/image" Target="../media/image17.emf"/><Relationship Id="rId22" Type="http://schemas.openxmlformats.org/officeDocument/2006/relationships/image" Target="../media/image21.emf"/><Relationship Id="rId27" Type="http://schemas.openxmlformats.org/officeDocument/2006/relationships/oleObject" Target="../embeddings/oleObject22.bin"/><Relationship Id="rId30" Type="http://schemas.openxmlformats.org/officeDocument/2006/relationships/image" Target="../media/image25.emf"/><Relationship Id="rId8" Type="http://schemas.openxmlformats.org/officeDocument/2006/relationships/image" Target="../media/image14.emf"/></Relationships>
</file>

<file path=ppt/slides/_rels/slide18.xml.rels><?xml version="1.0" encoding="UTF-8" standalone="yes"?>
<Relationships xmlns="http://schemas.openxmlformats.org/package/2006/relationships"><Relationship Id="rId13" Type="http://schemas.openxmlformats.org/officeDocument/2006/relationships/image" Target="../media/image33.emf"/><Relationship Id="rId18" Type="http://schemas.openxmlformats.org/officeDocument/2006/relationships/oleObject" Target="../embeddings/oleObject34.bin"/><Relationship Id="rId26" Type="http://schemas.openxmlformats.org/officeDocument/2006/relationships/oleObject" Target="../embeddings/oleObject38.bin"/><Relationship Id="rId3" Type="http://schemas.openxmlformats.org/officeDocument/2006/relationships/image" Target="../media/image28.emf"/><Relationship Id="rId21" Type="http://schemas.openxmlformats.org/officeDocument/2006/relationships/image" Target="../media/image37.emf"/><Relationship Id="rId34" Type="http://schemas.openxmlformats.org/officeDocument/2006/relationships/oleObject" Target="../embeddings/oleObject25.bin"/><Relationship Id="rId7" Type="http://schemas.openxmlformats.org/officeDocument/2006/relationships/image" Target="../media/image30.emf"/><Relationship Id="rId12" Type="http://schemas.openxmlformats.org/officeDocument/2006/relationships/oleObject" Target="../embeddings/oleObject31.bin"/><Relationship Id="rId17" Type="http://schemas.openxmlformats.org/officeDocument/2006/relationships/image" Target="../media/image35.emf"/><Relationship Id="rId25" Type="http://schemas.openxmlformats.org/officeDocument/2006/relationships/image" Target="../media/image39.emf"/><Relationship Id="rId33" Type="http://schemas.openxmlformats.org/officeDocument/2006/relationships/image" Target="../media/image26.wmf"/><Relationship Id="rId2" Type="http://schemas.openxmlformats.org/officeDocument/2006/relationships/oleObject" Target="../embeddings/oleObject26.bin"/><Relationship Id="rId16" Type="http://schemas.openxmlformats.org/officeDocument/2006/relationships/oleObject" Target="../embeddings/oleObject33.bin"/><Relationship Id="rId20" Type="http://schemas.openxmlformats.org/officeDocument/2006/relationships/oleObject" Target="../embeddings/oleObject35.bin"/><Relationship Id="rId29" Type="http://schemas.openxmlformats.org/officeDocument/2006/relationships/image" Target="../media/image41.emf"/><Relationship Id="rId1" Type="http://schemas.openxmlformats.org/officeDocument/2006/relationships/slideLayout" Target="../slideLayouts/slideLayout2.xml"/><Relationship Id="rId6" Type="http://schemas.openxmlformats.org/officeDocument/2006/relationships/oleObject" Target="../embeddings/oleObject28.bin"/><Relationship Id="rId11" Type="http://schemas.openxmlformats.org/officeDocument/2006/relationships/image" Target="../media/image32.emf"/><Relationship Id="rId24" Type="http://schemas.openxmlformats.org/officeDocument/2006/relationships/oleObject" Target="../embeddings/oleObject37.bin"/><Relationship Id="rId32" Type="http://schemas.openxmlformats.org/officeDocument/2006/relationships/oleObject" Target="../embeddings/oleObject24.bin"/><Relationship Id="rId5" Type="http://schemas.openxmlformats.org/officeDocument/2006/relationships/image" Target="../media/image29.emf"/><Relationship Id="rId15" Type="http://schemas.openxmlformats.org/officeDocument/2006/relationships/image" Target="../media/image34.emf"/><Relationship Id="rId23" Type="http://schemas.openxmlformats.org/officeDocument/2006/relationships/image" Target="../media/image38.emf"/><Relationship Id="rId28" Type="http://schemas.openxmlformats.org/officeDocument/2006/relationships/oleObject" Target="../embeddings/oleObject39.bin"/><Relationship Id="rId10" Type="http://schemas.openxmlformats.org/officeDocument/2006/relationships/oleObject" Target="../embeddings/oleObject30.bin"/><Relationship Id="rId19" Type="http://schemas.openxmlformats.org/officeDocument/2006/relationships/image" Target="../media/image36.emf"/><Relationship Id="rId31" Type="http://schemas.openxmlformats.org/officeDocument/2006/relationships/image" Target="../media/image42.wmf"/><Relationship Id="rId4" Type="http://schemas.openxmlformats.org/officeDocument/2006/relationships/oleObject" Target="../embeddings/oleObject27.bin"/><Relationship Id="rId9" Type="http://schemas.openxmlformats.org/officeDocument/2006/relationships/image" Target="../media/image31.emf"/><Relationship Id="rId14" Type="http://schemas.openxmlformats.org/officeDocument/2006/relationships/oleObject" Target="../embeddings/oleObject32.bin"/><Relationship Id="rId22" Type="http://schemas.openxmlformats.org/officeDocument/2006/relationships/oleObject" Target="../embeddings/oleObject36.bin"/><Relationship Id="rId27" Type="http://schemas.openxmlformats.org/officeDocument/2006/relationships/image" Target="../media/image40.emf"/><Relationship Id="rId30" Type="http://schemas.openxmlformats.org/officeDocument/2006/relationships/oleObject" Target="../embeddings/oleObject40.bin"/><Relationship Id="rId35" Type="http://schemas.openxmlformats.org/officeDocument/2006/relationships/image" Target="../media/image27.wmf"/><Relationship Id="rId8" Type="http://schemas.openxmlformats.org/officeDocument/2006/relationships/oleObject" Target="../embeddings/oleObject29.bin"/></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44.bin"/><Relationship Id="rId13" Type="http://schemas.openxmlformats.org/officeDocument/2006/relationships/image" Target="../media/image48.emf"/><Relationship Id="rId18" Type="http://schemas.openxmlformats.org/officeDocument/2006/relationships/oleObject" Target="../embeddings/oleObject49.bin"/><Relationship Id="rId26" Type="http://schemas.openxmlformats.org/officeDocument/2006/relationships/oleObject" Target="../embeddings/oleObject53.bin"/><Relationship Id="rId3" Type="http://schemas.openxmlformats.org/officeDocument/2006/relationships/image" Target="../media/image43.wmf"/><Relationship Id="rId21" Type="http://schemas.openxmlformats.org/officeDocument/2006/relationships/image" Target="../media/image52.emf"/><Relationship Id="rId7" Type="http://schemas.openxmlformats.org/officeDocument/2006/relationships/image" Target="../media/image45.emf"/><Relationship Id="rId12" Type="http://schemas.openxmlformats.org/officeDocument/2006/relationships/oleObject" Target="../embeddings/oleObject46.bin"/><Relationship Id="rId17" Type="http://schemas.openxmlformats.org/officeDocument/2006/relationships/image" Target="../media/image50.emf"/><Relationship Id="rId25" Type="http://schemas.openxmlformats.org/officeDocument/2006/relationships/image" Target="../media/image54.emf"/><Relationship Id="rId2" Type="http://schemas.openxmlformats.org/officeDocument/2006/relationships/oleObject" Target="../embeddings/oleObject41.bin"/><Relationship Id="rId16" Type="http://schemas.openxmlformats.org/officeDocument/2006/relationships/oleObject" Target="../embeddings/oleObject48.bin"/><Relationship Id="rId20" Type="http://schemas.openxmlformats.org/officeDocument/2006/relationships/oleObject" Target="../embeddings/oleObject50.bin"/><Relationship Id="rId29" Type="http://schemas.openxmlformats.org/officeDocument/2006/relationships/image" Target="../media/image56.emf"/><Relationship Id="rId1" Type="http://schemas.openxmlformats.org/officeDocument/2006/relationships/slideLayout" Target="../slideLayouts/slideLayout2.xml"/><Relationship Id="rId6" Type="http://schemas.openxmlformats.org/officeDocument/2006/relationships/oleObject" Target="../embeddings/oleObject43.bin"/><Relationship Id="rId11" Type="http://schemas.openxmlformats.org/officeDocument/2006/relationships/image" Target="../media/image47.emf"/><Relationship Id="rId24" Type="http://schemas.openxmlformats.org/officeDocument/2006/relationships/oleObject" Target="../embeddings/oleObject52.bin"/><Relationship Id="rId5" Type="http://schemas.openxmlformats.org/officeDocument/2006/relationships/image" Target="../media/image44.emf"/><Relationship Id="rId15" Type="http://schemas.openxmlformats.org/officeDocument/2006/relationships/image" Target="../media/image49.emf"/><Relationship Id="rId23" Type="http://schemas.openxmlformats.org/officeDocument/2006/relationships/image" Target="../media/image53.emf"/><Relationship Id="rId28" Type="http://schemas.openxmlformats.org/officeDocument/2006/relationships/oleObject" Target="../embeddings/oleObject54.bin"/><Relationship Id="rId10" Type="http://schemas.openxmlformats.org/officeDocument/2006/relationships/oleObject" Target="../embeddings/oleObject45.bin"/><Relationship Id="rId19" Type="http://schemas.openxmlformats.org/officeDocument/2006/relationships/image" Target="../media/image51.emf"/><Relationship Id="rId31" Type="http://schemas.openxmlformats.org/officeDocument/2006/relationships/image" Target="../media/image57.emf"/><Relationship Id="rId4" Type="http://schemas.openxmlformats.org/officeDocument/2006/relationships/oleObject" Target="../embeddings/oleObject42.bin"/><Relationship Id="rId9" Type="http://schemas.openxmlformats.org/officeDocument/2006/relationships/image" Target="../media/image46.emf"/><Relationship Id="rId14" Type="http://schemas.openxmlformats.org/officeDocument/2006/relationships/oleObject" Target="../embeddings/oleObject47.bin"/><Relationship Id="rId22" Type="http://schemas.openxmlformats.org/officeDocument/2006/relationships/oleObject" Target="../embeddings/oleObject51.bin"/><Relationship Id="rId27" Type="http://schemas.openxmlformats.org/officeDocument/2006/relationships/image" Target="../media/image55.emf"/><Relationship Id="rId30" Type="http://schemas.openxmlformats.org/officeDocument/2006/relationships/oleObject" Target="../embeddings/oleObject55.bin"/></Relationships>
</file>

<file path=ppt/slides/_rels/slide20.xml.rels><?xml version="1.0" encoding="UTF-8" standalone="yes"?>
<Relationships xmlns="http://schemas.openxmlformats.org/package/2006/relationships"><Relationship Id="rId13" Type="http://schemas.openxmlformats.org/officeDocument/2006/relationships/oleObject" Target="../embeddings/oleObject61.bin"/><Relationship Id="rId18" Type="http://schemas.openxmlformats.org/officeDocument/2006/relationships/image" Target="../media/image65.emf"/><Relationship Id="rId26" Type="http://schemas.openxmlformats.org/officeDocument/2006/relationships/image" Target="../media/image69.emf"/><Relationship Id="rId39" Type="http://schemas.openxmlformats.org/officeDocument/2006/relationships/oleObject" Target="../embeddings/oleObject74.bin"/><Relationship Id="rId21" Type="http://schemas.openxmlformats.org/officeDocument/2006/relationships/oleObject" Target="../embeddings/oleObject65.bin"/><Relationship Id="rId34" Type="http://schemas.openxmlformats.org/officeDocument/2006/relationships/image" Target="../media/image73.emf"/><Relationship Id="rId42" Type="http://schemas.openxmlformats.org/officeDocument/2006/relationships/image" Target="../media/image77.emf"/><Relationship Id="rId47" Type="http://schemas.openxmlformats.org/officeDocument/2006/relationships/oleObject" Target="../embeddings/oleObject78.bin"/><Relationship Id="rId50" Type="http://schemas.openxmlformats.org/officeDocument/2006/relationships/image" Target="../media/image81.emf"/><Relationship Id="rId55" Type="http://schemas.openxmlformats.org/officeDocument/2006/relationships/oleObject" Target="../embeddings/oleObject82.bin"/><Relationship Id="rId7" Type="http://schemas.openxmlformats.org/officeDocument/2006/relationships/oleObject" Target="../embeddings/oleObject58.bin"/><Relationship Id="rId2" Type="http://schemas.openxmlformats.org/officeDocument/2006/relationships/notesSlide" Target="../notesSlides/notesSlide12.xml"/><Relationship Id="rId16" Type="http://schemas.openxmlformats.org/officeDocument/2006/relationships/image" Target="../media/image64.emf"/><Relationship Id="rId29" Type="http://schemas.openxmlformats.org/officeDocument/2006/relationships/oleObject" Target="../embeddings/oleObject69.bin"/><Relationship Id="rId11" Type="http://schemas.openxmlformats.org/officeDocument/2006/relationships/oleObject" Target="../embeddings/oleObject60.bin"/><Relationship Id="rId24" Type="http://schemas.openxmlformats.org/officeDocument/2006/relationships/image" Target="../media/image68.emf"/><Relationship Id="rId32" Type="http://schemas.openxmlformats.org/officeDocument/2006/relationships/image" Target="../media/image72.emf"/><Relationship Id="rId37" Type="http://schemas.openxmlformats.org/officeDocument/2006/relationships/oleObject" Target="../embeddings/oleObject73.bin"/><Relationship Id="rId40" Type="http://schemas.openxmlformats.org/officeDocument/2006/relationships/image" Target="../media/image76.emf"/><Relationship Id="rId45" Type="http://schemas.openxmlformats.org/officeDocument/2006/relationships/oleObject" Target="../embeddings/oleObject77.bin"/><Relationship Id="rId53" Type="http://schemas.openxmlformats.org/officeDocument/2006/relationships/oleObject" Target="../embeddings/oleObject81.bin"/><Relationship Id="rId58" Type="http://schemas.openxmlformats.org/officeDocument/2006/relationships/image" Target="../media/image85.emf"/><Relationship Id="rId5" Type="http://schemas.openxmlformats.org/officeDocument/2006/relationships/oleObject" Target="../embeddings/oleObject57.bin"/><Relationship Id="rId19" Type="http://schemas.openxmlformats.org/officeDocument/2006/relationships/oleObject" Target="../embeddings/oleObject64.bin"/><Relationship Id="rId4" Type="http://schemas.openxmlformats.org/officeDocument/2006/relationships/image" Target="../media/image58.emf"/><Relationship Id="rId9" Type="http://schemas.openxmlformats.org/officeDocument/2006/relationships/oleObject" Target="../embeddings/oleObject59.bin"/><Relationship Id="rId14" Type="http://schemas.openxmlformats.org/officeDocument/2006/relationships/image" Target="../media/image63.emf"/><Relationship Id="rId22" Type="http://schemas.openxmlformats.org/officeDocument/2006/relationships/image" Target="../media/image67.emf"/><Relationship Id="rId27" Type="http://schemas.openxmlformats.org/officeDocument/2006/relationships/oleObject" Target="../embeddings/oleObject68.bin"/><Relationship Id="rId30" Type="http://schemas.openxmlformats.org/officeDocument/2006/relationships/image" Target="../media/image71.emf"/><Relationship Id="rId35" Type="http://schemas.openxmlformats.org/officeDocument/2006/relationships/oleObject" Target="../embeddings/oleObject72.bin"/><Relationship Id="rId43" Type="http://schemas.openxmlformats.org/officeDocument/2006/relationships/oleObject" Target="../embeddings/oleObject76.bin"/><Relationship Id="rId48" Type="http://schemas.openxmlformats.org/officeDocument/2006/relationships/image" Target="../media/image80.emf"/><Relationship Id="rId56" Type="http://schemas.openxmlformats.org/officeDocument/2006/relationships/image" Target="../media/image84.emf"/><Relationship Id="rId8" Type="http://schemas.openxmlformats.org/officeDocument/2006/relationships/image" Target="../media/image60.emf"/><Relationship Id="rId51" Type="http://schemas.openxmlformats.org/officeDocument/2006/relationships/oleObject" Target="../embeddings/oleObject80.bin"/><Relationship Id="rId3" Type="http://schemas.openxmlformats.org/officeDocument/2006/relationships/oleObject" Target="../embeddings/oleObject56.bin"/><Relationship Id="rId12" Type="http://schemas.openxmlformats.org/officeDocument/2006/relationships/image" Target="../media/image62.emf"/><Relationship Id="rId17" Type="http://schemas.openxmlformats.org/officeDocument/2006/relationships/oleObject" Target="../embeddings/oleObject63.bin"/><Relationship Id="rId25" Type="http://schemas.openxmlformats.org/officeDocument/2006/relationships/oleObject" Target="../embeddings/oleObject67.bin"/><Relationship Id="rId33" Type="http://schemas.openxmlformats.org/officeDocument/2006/relationships/oleObject" Target="../embeddings/oleObject71.bin"/><Relationship Id="rId38" Type="http://schemas.openxmlformats.org/officeDocument/2006/relationships/image" Target="../media/image75.emf"/><Relationship Id="rId46" Type="http://schemas.openxmlformats.org/officeDocument/2006/relationships/image" Target="../media/image79.emf"/><Relationship Id="rId20" Type="http://schemas.openxmlformats.org/officeDocument/2006/relationships/image" Target="../media/image66.emf"/><Relationship Id="rId41" Type="http://schemas.openxmlformats.org/officeDocument/2006/relationships/oleObject" Target="../embeddings/oleObject75.bin"/><Relationship Id="rId54" Type="http://schemas.openxmlformats.org/officeDocument/2006/relationships/image" Target="../media/image83.emf"/><Relationship Id="rId1" Type="http://schemas.openxmlformats.org/officeDocument/2006/relationships/slideLayout" Target="../slideLayouts/slideLayout2.xml"/><Relationship Id="rId6" Type="http://schemas.openxmlformats.org/officeDocument/2006/relationships/image" Target="../media/image59.emf"/><Relationship Id="rId15" Type="http://schemas.openxmlformats.org/officeDocument/2006/relationships/oleObject" Target="../embeddings/oleObject62.bin"/><Relationship Id="rId23" Type="http://schemas.openxmlformats.org/officeDocument/2006/relationships/oleObject" Target="../embeddings/oleObject66.bin"/><Relationship Id="rId28" Type="http://schemas.openxmlformats.org/officeDocument/2006/relationships/image" Target="../media/image70.emf"/><Relationship Id="rId36" Type="http://schemas.openxmlformats.org/officeDocument/2006/relationships/image" Target="../media/image74.emf"/><Relationship Id="rId49" Type="http://schemas.openxmlformats.org/officeDocument/2006/relationships/oleObject" Target="../embeddings/oleObject79.bin"/><Relationship Id="rId57" Type="http://schemas.openxmlformats.org/officeDocument/2006/relationships/oleObject" Target="../embeddings/oleObject83.bin"/><Relationship Id="rId10" Type="http://schemas.openxmlformats.org/officeDocument/2006/relationships/image" Target="../media/image61.emf"/><Relationship Id="rId31" Type="http://schemas.openxmlformats.org/officeDocument/2006/relationships/oleObject" Target="../embeddings/oleObject70.bin"/><Relationship Id="rId44" Type="http://schemas.openxmlformats.org/officeDocument/2006/relationships/image" Target="../media/image78.emf"/><Relationship Id="rId52" Type="http://schemas.openxmlformats.org/officeDocument/2006/relationships/image" Target="../media/image82.emf"/></Relationships>
</file>

<file path=ppt/slides/_rels/slide21.xml.rels><?xml version="1.0" encoding="UTF-8" standalone="yes"?>
<Relationships xmlns="http://schemas.openxmlformats.org/package/2006/relationships"><Relationship Id="rId13" Type="http://schemas.openxmlformats.org/officeDocument/2006/relationships/oleObject" Target="../embeddings/oleObject89.bin"/><Relationship Id="rId18" Type="http://schemas.openxmlformats.org/officeDocument/2006/relationships/image" Target="../media/image93.emf"/><Relationship Id="rId26" Type="http://schemas.openxmlformats.org/officeDocument/2006/relationships/image" Target="../media/image97.wmf"/><Relationship Id="rId39" Type="http://schemas.openxmlformats.org/officeDocument/2006/relationships/oleObject" Target="../embeddings/oleObject102.bin"/><Relationship Id="rId21" Type="http://schemas.openxmlformats.org/officeDocument/2006/relationships/oleObject" Target="../embeddings/oleObject93.bin"/><Relationship Id="rId34" Type="http://schemas.openxmlformats.org/officeDocument/2006/relationships/image" Target="../media/image101.emf"/><Relationship Id="rId42" Type="http://schemas.openxmlformats.org/officeDocument/2006/relationships/image" Target="../media/image105.emf"/><Relationship Id="rId47" Type="http://schemas.openxmlformats.org/officeDocument/2006/relationships/oleObject" Target="../embeddings/oleObject106.bin"/><Relationship Id="rId7" Type="http://schemas.openxmlformats.org/officeDocument/2006/relationships/oleObject" Target="../embeddings/oleObject86.bin"/><Relationship Id="rId2" Type="http://schemas.openxmlformats.org/officeDocument/2006/relationships/notesSlide" Target="../notesSlides/notesSlide13.xml"/><Relationship Id="rId16" Type="http://schemas.openxmlformats.org/officeDocument/2006/relationships/image" Target="../media/image92.emf"/><Relationship Id="rId29" Type="http://schemas.openxmlformats.org/officeDocument/2006/relationships/oleObject" Target="../embeddings/oleObject97.bin"/><Relationship Id="rId1" Type="http://schemas.openxmlformats.org/officeDocument/2006/relationships/slideLayout" Target="../slideLayouts/slideLayout2.xml"/><Relationship Id="rId6" Type="http://schemas.openxmlformats.org/officeDocument/2006/relationships/image" Target="../media/image87.wmf"/><Relationship Id="rId11" Type="http://schemas.openxmlformats.org/officeDocument/2006/relationships/oleObject" Target="../embeddings/oleObject88.bin"/><Relationship Id="rId24" Type="http://schemas.openxmlformats.org/officeDocument/2006/relationships/image" Target="../media/image96.wmf"/><Relationship Id="rId32" Type="http://schemas.openxmlformats.org/officeDocument/2006/relationships/image" Target="../media/image100.wmf"/><Relationship Id="rId37" Type="http://schemas.openxmlformats.org/officeDocument/2006/relationships/oleObject" Target="../embeddings/oleObject101.bin"/><Relationship Id="rId40" Type="http://schemas.openxmlformats.org/officeDocument/2006/relationships/image" Target="../media/image104.emf"/><Relationship Id="rId45" Type="http://schemas.openxmlformats.org/officeDocument/2006/relationships/oleObject" Target="../embeddings/oleObject105.bin"/><Relationship Id="rId5" Type="http://schemas.openxmlformats.org/officeDocument/2006/relationships/oleObject" Target="../embeddings/oleObject85.bin"/><Relationship Id="rId15" Type="http://schemas.openxmlformats.org/officeDocument/2006/relationships/oleObject" Target="../embeddings/oleObject90.bin"/><Relationship Id="rId23" Type="http://schemas.openxmlformats.org/officeDocument/2006/relationships/oleObject" Target="../embeddings/oleObject94.bin"/><Relationship Id="rId28" Type="http://schemas.openxmlformats.org/officeDocument/2006/relationships/image" Target="../media/image98.wmf"/><Relationship Id="rId36" Type="http://schemas.openxmlformats.org/officeDocument/2006/relationships/image" Target="../media/image102.emf"/><Relationship Id="rId10" Type="http://schemas.openxmlformats.org/officeDocument/2006/relationships/image" Target="../media/image89.emf"/><Relationship Id="rId19" Type="http://schemas.openxmlformats.org/officeDocument/2006/relationships/oleObject" Target="../embeddings/oleObject92.bin"/><Relationship Id="rId31" Type="http://schemas.openxmlformats.org/officeDocument/2006/relationships/oleObject" Target="../embeddings/oleObject98.bin"/><Relationship Id="rId44" Type="http://schemas.openxmlformats.org/officeDocument/2006/relationships/image" Target="../media/image106.emf"/><Relationship Id="rId4" Type="http://schemas.openxmlformats.org/officeDocument/2006/relationships/image" Target="../media/image86.wmf"/><Relationship Id="rId9" Type="http://schemas.openxmlformats.org/officeDocument/2006/relationships/oleObject" Target="../embeddings/oleObject87.bin"/><Relationship Id="rId14" Type="http://schemas.openxmlformats.org/officeDocument/2006/relationships/image" Target="../media/image91.emf"/><Relationship Id="rId22" Type="http://schemas.openxmlformats.org/officeDocument/2006/relationships/image" Target="../media/image95.wmf"/><Relationship Id="rId27" Type="http://schemas.openxmlformats.org/officeDocument/2006/relationships/oleObject" Target="../embeddings/oleObject96.bin"/><Relationship Id="rId30" Type="http://schemas.openxmlformats.org/officeDocument/2006/relationships/image" Target="../media/image99.wmf"/><Relationship Id="rId35" Type="http://schemas.openxmlformats.org/officeDocument/2006/relationships/oleObject" Target="../embeddings/oleObject100.bin"/><Relationship Id="rId43" Type="http://schemas.openxmlformats.org/officeDocument/2006/relationships/oleObject" Target="../embeddings/oleObject104.bin"/><Relationship Id="rId48" Type="http://schemas.openxmlformats.org/officeDocument/2006/relationships/image" Target="../media/image108.emf"/><Relationship Id="rId8" Type="http://schemas.openxmlformats.org/officeDocument/2006/relationships/image" Target="../media/image88.wmf"/><Relationship Id="rId3" Type="http://schemas.openxmlformats.org/officeDocument/2006/relationships/oleObject" Target="../embeddings/oleObject84.bin"/><Relationship Id="rId12" Type="http://schemas.openxmlformats.org/officeDocument/2006/relationships/image" Target="../media/image90.emf"/><Relationship Id="rId17" Type="http://schemas.openxmlformats.org/officeDocument/2006/relationships/oleObject" Target="../embeddings/oleObject91.bin"/><Relationship Id="rId25" Type="http://schemas.openxmlformats.org/officeDocument/2006/relationships/oleObject" Target="../embeddings/oleObject95.bin"/><Relationship Id="rId33" Type="http://schemas.openxmlformats.org/officeDocument/2006/relationships/oleObject" Target="../embeddings/oleObject99.bin"/><Relationship Id="rId38" Type="http://schemas.openxmlformats.org/officeDocument/2006/relationships/image" Target="../media/image103.emf"/><Relationship Id="rId46" Type="http://schemas.openxmlformats.org/officeDocument/2006/relationships/image" Target="../media/image107.emf"/><Relationship Id="rId20" Type="http://schemas.openxmlformats.org/officeDocument/2006/relationships/image" Target="../media/image94.emf"/><Relationship Id="rId41" Type="http://schemas.openxmlformats.org/officeDocument/2006/relationships/oleObject" Target="../embeddings/oleObject103.bin"/></Relationships>
</file>

<file path=ppt/slides/_rels/slide22.xml.rels><?xml version="1.0" encoding="UTF-8" standalone="yes"?>
<Relationships xmlns="http://schemas.openxmlformats.org/package/2006/relationships"><Relationship Id="rId3" Type="http://schemas.openxmlformats.org/officeDocument/2006/relationships/image" Target="../media/image109.wmf"/><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10.wmf"/></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110.bin"/><Relationship Id="rId13" Type="http://schemas.openxmlformats.org/officeDocument/2006/relationships/image" Target="../media/image116.wmf"/><Relationship Id="rId18" Type="http://schemas.openxmlformats.org/officeDocument/2006/relationships/oleObject" Target="../embeddings/oleObject115.bin"/><Relationship Id="rId3" Type="http://schemas.openxmlformats.org/officeDocument/2006/relationships/image" Target="../media/image111.wmf"/><Relationship Id="rId21" Type="http://schemas.openxmlformats.org/officeDocument/2006/relationships/image" Target="../media/image120.wmf"/><Relationship Id="rId7" Type="http://schemas.openxmlformats.org/officeDocument/2006/relationships/image" Target="../media/image113.wmf"/><Relationship Id="rId12" Type="http://schemas.openxmlformats.org/officeDocument/2006/relationships/oleObject" Target="../embeddings/oleObject112.bin"/><Relationship Id="rId17" Type="http://schemas.openxmlformats.org/officeDocument/2006/relationships/image" Target="../media/image118.wmf"/><Relationship Id="rId2" Type="http://schemas.openxmlformats.org/officeDocument/2006/relationships/oleObject" Target="../embeddings/oleObject107.bin"/><Relationship Id="rId16" Type="http://schemas.openxmlformats.org/officeDocument/2006/relationships/oleObject" Target="../embeddings/oleObject114.bin"/><Relationship Id="rId20" Type="http://schemas.openxmlformats.org/officeDocument/2006/relationships/oleObject" Target="../embeddings/oleObject116.bin"/><Relationship Id="rId1" Type="http://schemas.openxmlformats.org/officeDocument/2006/relationships/slideLayout" Target="../slideLayouts/slideLayout2.xml"/><Relationship Id="rId6" Type="http://schemas.openxmlformats.org/officeDocument/2006/relationships/oleObject" Target="../embeddings/oleObject109.bin"/><Relationship Id="rId11" Type="http://schemas.openxmlformats.org/officeDocument/2006/relationships/image" Target="../media/image115.wmf"/><Relationship Id="rId5" Type="http://schemas.openxmlformats.org/officeDocument/2006/relationships/image" Target="../media/image112.wmf"/><Relationship Id="rId15" Type="http://schemas.openxmlformats.org/officeDocument/2006/relationships/image" Target="../media/image117.wmf"/><Relationship Id="rId10" Type="http://schemas.openxmlformats.org/officeDocument/2006/relationships/oleObject" Target="../embeddings/oleObject111.bin"/><Relationship Id="rId19" Type="http://schemas.openxmlformats.org/officeDocument/2006/relationships/image" Target="../media/image119.wmf"/><Relationship Id="rId4" Type="http://schemas.openxmlformats.org/officeDocument/2006/relationships/oleObject" Target="../embeddings/oleObject108.bin"/><Relationship Id="rId9" Type="http://schemas.openxmlformats.org/officeDocument/2006/relationships/image" Target="../media/image114.wmf"/><Relationship Id="rId14" Type="http://schemas.openxmlformats.org/officeDocument/2006/relationships/oleObject" Target="../embeddings/oleObject113.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17.bin"/><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21.wmf"/></Relationships>
</file>

<file path=ppt/slides/_rels/slide28.xml.rels><?xml version="1.0" encoding="UTF-8" standalone="yes"?>
<Relationships xmlns="http://schemas.openxmlformats.org/package/2006/relationships"><Relationship Id="rId3" Type="http://schemas.openxmlformats.org/officeDocument/2006/relationships/image" Target="../media/image122.wmf"/><Relationship Id="rId7" Type="http://schemas.openxmlformats.org/officeDocument/2006/relationships/image" Target="../media/image124.wmf"/><Relationship Id="rId2" Type="http://schemas.openxmlformats.org/officeDocument/2006/relationships/oleObject" Target="../embeddings/oleObject118.bin"/><Relationship Id="rId1" Type="http://schemas.openxmlformats.org/officeDocument/2006/relationships/slideLayout" Target="../slideLayouts/slideLayout2.xml"/><Relationship Id="rId6" Type="http://schemas.openxmlformats.org/officeDocument/2006/relationships/oleObject" Target="../embeddings/oleObject120.bin"/><Relationship Id="rId5" Type="http://schemas.openxmlformats.org/officeDocument/2006/relationships/image" Target="../media/image123.wmf"/><Relationship Id="rId4" Type="http://schemas.openxmlformats.org/officeDocument/2006/relationships/oleObject" Target="../embeddings/oleObject119.bin"/></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5.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2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29.png"/><Relationship Id="rId1" Type="http://schemas.openxmlformats.org/officeDocument/2006/relationships/slideLayout" Target="../slideLayouts/slideLayout2.xml"/><Relationship Id="rId4" Type="http://schemas.openxmlformats.org/officeDocument/2006/relationships/image" Target="../media/image131.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742950" y="1077976"/>
            <a:ext cx="8420100" cy="1470025"/>
          </a:xfrm>
        </p:spPr>
        <p:txBody>
          <a:bodyPr>
            <a:normAutofit fontScale="90000"/>
          </a:bodyPr>
          <a:lstStyle/>
          <a:p>
            <a:br>
              <a:rPr lang="en-US" altLang="zh-CN" sz="2400" b="1" dirty="0">
                <a:latin typeface="黑体"/>
                <a:ea typeface="黑体"/>
                <a:cs typeface="黑体"/>
              </a:rPr>
            </a:br>
            <a:br>
              <a:rPr lang="en-US" altLang="zh-CN" b="1" dirty="0">
                <a:latin typeface="黑体"/>
                <a:ea typeface="黑体"/>
                <a:cs typeface="黑体"/>
              </a:rPr>
            </a:br>
            <a:r>
              <a:rPr lang="zh-CN" altLang="en-US" sz="2200" dirty="0">
                <a:solidFill>
                  <a:schemeClr val="accent1">
                    <a:lumMod val="50000"/>
                  </a:schemeClr>
                </a:solidFill>
              </a:rPr>
              <a:t>模拟与数字电路</a:t>
            </a:r>
            <a:br>
              <a:rPr lang="zh-CN" altLang="en-US" sz="2200" dirty="0">
                <a:solidFill>
                  <a:schemeClr val="accent1">
                    <a:lumMod val="50000"/>
                  </a:schemeClr>
                </a:solidFill>
              </a:rPr>
            </a:br>
            <a:r>
              <a:rPr lang="en-US" altLang="zh-CN" sz="2200" dirty="0">
                <a:solidFill>
                  <a:schemeClr val="accent1">
                    <a:lumMod val="50000"/>
                  </a:schemeClr>
                </a:solidFill>
                <a:latin typeface="+mj-ea"/>
              </a:rPr>
              <a:t>Analog and Digital Circuits</a:t>
            </a:r>
            <a:endParaRPr lang="en-US" sz="2200" dirty="0">
              <a:solidFill>
                <a:schemeClr val="accent1">
                  <a:lumMod val="50000"/>
                </a:schemeClr>
              </a:solidFill>
              <a:latin typeface="+mj-ea"/>
            </a:endParaRPr>
          </a:p>
        </p:txBody>
      </p:sp>
      <p:sp>
        <p:nvSpPr>
          <p:cNvPr id="3" name="Untertitel 2"/>
          <p:cNvSpPr>
            <a:spLocks noGrp="1"/>
          </p:cNvSpPr>
          <p:nvPr>
            <p:ph type="subTitle" idx="1"/>
          </p:nvPr>
        </p:nvSpPr>
        <p:spPr>
          <a:xfrm>
            <a:off x="1485900" y="2546991"/>
            <a:ext cx="6934200" cy="1752600"/>
          </a:xfrm>
        </p:spPr>
        <p:txBody>
          <a:bodyPr>
            <a:noAutofit/>
          </a:bodyPr>
          <a:lstStyle/>
          <a:p>
            <a:endParaRPr lang="en-US" altLang="zh-CN" sz="1600" b="0" dirty="0">
              <a:solidFill>
                <a:schemeClr val="accent1"/>
              </a:solidFill>
              <a:latin typeface="微软雅黑" panose="020B0503020204020204" pitchFamily="34" charset="-122"/>
              <a:ea typeface="微软雅黑" panose="020B0503020204020204" pitchFamily="34" charset="-122"/>
            </a:endParaRPr>
          </a:p>
          <a:p>
            <a:pPr algn="ctr" eaLnBrk="1" hangingPunct="1">
              <a:spcAft>
                <a:spcPct val="0"/>
              </a:spcAft>
              <a:buFontTx/>
              <a:buNone/>
            </a:pPr>
            <a:br>
              <a:rPr lang="en-US" altLang="zh-CN" sz="1600" b="0" dirty="0">
                <a:solidFill>
                  <a:schemeClr val="accent1"/>
                </a:solidFill>
                <a:latin typeface="微软雅黑" panose="020B0503020204020204" pitchFamily="34" charset="-122"/>
                <a:ea typeface="微软雅黑" panose="020B0503020204020204" pitchFamily="34" charset="-122"/>
              </a:rPr>
            </a:br>
            <a:r>
              <a:rPr lang="en-US" altLang="zh-CN" sz="3600" b="1" dirty="0">
                <a:solidFill>
                  <a:schemeClr val="tx1"/>
                </a:solidFill>
                <a:latin typeface="Microsoft YaHei" panose="020B0503020204020204" pitchFamily="34" charset="-122"/>
                <a:ea typeface="Microsoft YaHei" panose="020B0503020204020204" pitchFamily="34" charset="-122"/>
              </a:rPr>
              <a:t>06_</a:t>
            </a:r>
            <a:r>
              <a:rPr lang="zh-CN" altLang="en-US" sz="3600" b="1" dirty="0">
                <a:solidFill>
                  <a:schemeClr val="tx1"/>
                </a:solidFill>
                <a:latin typeface="Microsoft YaHei" panose="020B0503020204020204" pitchFamily="34" charset="-122"/>
                <a:ea typeface="Microsoft YaHei" panose="020B0503020204020204" pitchFamily="34" charset="-122"/>
              </a:rPr>
              <a:t>组合逻辑电路</a:t>
            </a:r>
            <a:r>
              <a:rPr lang="en-US" altLang="zh-CN" sz="3600" b="1" dirty="0">
                <a:solidFill>
                  <a:schemeClr val="tx1"/>
                </a:solidFill>
                <a:latin typeface="Microsoft YaHei" panose="020B0503020204020204" pitchFamily="34" charset="-122"/>
                <a:ea typeface="Microsoft YaHei" panose="020B0503020204020204" pitchFamily="34" charset="-122"/>
              </a:rPr>
              <a:t>2</a:t>
            </a:r>
            <a:endParaRPr lang="en-US" altLang="zh-CN" sz="2000" dirty="0">
              <a:solidFill>
                <a:schemeClr val="tx1"/>
              </a:solidFill>
              <a:latin typeface="Microsoft YaHei" panose="020B0503020204020204" pitchFamily="34" charset="-122"/>
              <a:ea typeface="Microsoft YaHei" panose="020B0503020204020204" pitchFamily="34" charset="-122"/>
            </a:endParaRPr>
          </a:p>
          <a:p>
            <a:pPr algn="ctr" eaLnBrk="1" hangingPunct="1">
              <a:spcAft>
                <a:spcPct val="0"/>
              </a:spcAft>
              <a:buFontTx/>
              <a:buNone/>
            </a:pPr>
            <a:r>
              <a:rPr lang="zh-CN" altLang="en-US" sz="2000" dirty="0">
                <a:solidFill>
                  <a:schemeClr val="tx1"/>
                </a:solidFill>
                <a:latin typeface="Microsoft YaHei" panose="020B0503020204020204" pitchFamily="34" charset="-122"/>
                <a:ea typeface="Microsoft YaHei" panose="020B0503020204020204" pitchFamily="34" charset="-122"/>
              </a:rPr>
              <a:t>（数电</a:t>
            </a:r>
            <a:r>
              <a:rPr lang="en-US" altLang="zh-CN" sz="2000" dirty="0">
                <a:solidFill>
                  <a:schemeClr val="tx1"/>
                </a:solidFill>
                <a:latin typeface="Microsoft YaHei" panose="020B0503020204020204" pitchFamily="34" charset="-122"/>
                <a:ea typeface="Microsoft YaHei" panose="020B0503020204020204" pitchFamily="34" charset="-122"/>
              </a:rPr>
              <a:t>P152-166</a:t>
            </a:r>
            <a:r>
              <a:rPr lang="zh-CN" altLang="en-US" sz="2000" dirty="0">
                <a:solidFill>
                  <a:schemeClr val="tx1"/>
                </a:solidFill>
                <a:latin typeface="Microsoft YaHei" panose="020B0503020204020204" pitchFamily="34" charset="-122"/>
                <a:ea typeface="Microsoft YaHei" panose="020B0503020204020204" pitchFamily="34" charset="-122"/>
              </a:rPr>
              <a:t>）</a:t>
            </a:r>
            <a:endParaRPr lang="en-US" altLang="zh-CN" sz="2000" dirty="0">
              <a:solidFill>
                <a:schemeClr val="tx1"/>
              </a:solidFill>
              <a:latin typeface="Microsoft YaHei" panose="020B0503020204020204" pitchFamily="34" charset="-122"/>
              <a:ea typeface="Microsoft YaHei" panose="020B0503020204020204" pitchFamily="34" charset="-122"/>
            </a:endParaRPr>
          </a:p>
          <a:p>
            <a:br>
              <a:rPr lang="en-US" sz="2000" dirty="0">
                <a:solidFill>
                  <a:srgbClr val="0070C0"/>
                </a:solidFill>
              </a:rPr>
            </a:br>
            <a:endParaRPr lang="en-US" sz="2000" dirty="0">
              <a:solidFill>
                <a:srgbClr val="0070C0"/>
              </a:solidFill>
            </a:endParaRPr>
          </a:p>
        </p:txBody>
      </p:sp>
      <p:pic>
        <p:nvPicPr>
          <p:cNvPr id="4" name="Bild 3"/>
          <p:cNvPicPr>
            <a:picLocks noChangeAspect="1"/>
          </p:cNvPicPr>
          <p:nvPr/>
        </p:nvPicPr>
        <p:blipFill>
          <a:blip r:embed="rId3"/>
          <a:stretch>
            <a:fillRect/>
          </a:stretch>
        </p:blipFill>
        <p:spPr>
          <a:xfrm>
            <a:off x="4089004" y="5093353"/>
            <a:ext cx="1727992" cy="1577214"/>
          </a:xfrm>
          <a:prstGeom prst="rect">
            <a:avLst/>
          </a:prstGeom>
        </p:spPr>
      </p:pic>
      <p:sp>
        <p:nvSpPr>
          <p:cNvPr id="5" name="文本框 4">
            <a:extLst>
              <a:ext uri="{FF2B5EF4-FFF2-40B4-BE49-F238E27FC236}">
                <a16:creationId xmlns:a16="http://schemas.microsoft.com/office/drawing/2014/main" id="{61A39E4B-6D28-147B-F0CB-8505EC953AD3}"/>
              </a:ext>
            </a:extLst>
          </p:cNvPr>
          <p:cNvSpPr txBox="1"/>
          <p:nvPr/>
        </p:nvSpPr>
        <p:spPr>
          <a:xfrm>
            <a:off x="0" y="4170023"/>
            <a:ext cx="9906000" cy="923330"/>
          </a:xfrm>
          <a:prstGeom prst="rect">
            <a:avLst/>
          </a:prstGeom>
          <a:noFill/>
        </p:spPr>
        <p:txBody>
          <a:bodyPr wrap="square" rtlCol="0">
            <a:spAutoFit/>
          </a:bodyPr>
          <a:lstStyle/>
          <a:p>
            <a:pPr algn="ctr"/>
            <a:r>
              <a:rPr kumimoji="1" lang="zh-CN" altLang="en-US" i="1" dirty="0">
                <a:solidFill>
                  <a:schemeClr val="tx1">
                    <a:lumMod val="50000"/>
                    <a:lumOff val="50000"/>
                  </a:schemeClr>
                </a:solidFill>
                <a:latin typeface="Microsoft YaHei" panose="020B0503020204020204" pitchFamily="34" charset="-122"/>
                <a:ea typeface="Microsoft YaHei" panose="020B0503020204020204" pitchFamily="34" charset="-122"/>
              </a:rPr>
              <a:t>请看这里的页数范围确定上课没有讲到的例子和章节是否属于考试范围</a:t>
            </a:r>
            <a:r>
              <a:rPr kumimoji="1" lang="en-US" altLang="zh-CN" i="1" dirty="0">
                <a:solidFill>
                  <a:schemeClr val="tx1">
                    <a:lumMod val="50000"/>
                    <a:lumOff val="50000"/>
                  </a:schemeClr>
                </a:solidFill>
                <a:latin typeface="Microsoft YaHei" panose="020B0503020204020204" pitchFamily="34" charset="-122"/>
                <a:ea typeface="Microsoft YaHei" panose="020B0503020204020204" pitchFamily="34" charset="-122"/>
              </a:rPr>
              <a:t>;</a:t>
            </a:r>
          </a:p>
          <a:p>
            <a:pPr algn="ctr" eaLnBrk="1" hangingPunct="1"/>
            <a:r>
              <a:rPr kumimoji="1" lang="zh-CN" altLang="en-US" i="1" dirty="0">
                <a:solidFill>
                  <a:schemeClr val="tx1">
                    <a:lumMod val="50000"/>
                    <a:lumOff val="50000"/>
                  </a:schemeClr>
                </a:solidFill>
                <a:latin typeface="Microsoft YaHei" panose="020B0503020204020204" pitchFamily="34" charset="-122"/>
                <a:ea typeface="Microsoft YaHei" panose="020B0503020204020204" pitchFamily="34" charset="-122"/>
              </a:rPr>
              <a:t>如：</a:t>
            </a:r>
            <a:r>
              <a:rPr lang="en-US" altLang="zh-CN" i="1" dirty="0">
                <a:solidFill>
                  <a:schemeClr val="tx1">
                    <a:lumMod val="50000"/>
                    <a:lumOff val="50000"/>
                  </a:schemeClr>
                </a:solidFill>
                <a:latin typeface="Microsoft YaHei" panose="020B0503020204020204" pitchFamily="34" charset="-122"/>
                <a:ea typeface="Microsoft YaHei" panose="020B0503020204020204" pitchFamily="34" charset="-122"/>
              </a:rPr>
              <a:t>05_</a:t>
            </a:r>
            <a:r>
              <a:rPr lang="zh-CN" altLang="en-US" i="1" dirty="0">
                <a:solidFill>
                  <a:schemeClr val="tx1">
                    <a:lumMod val="50000"/>
                    <a:lumOff val="50000"/>
                  </a:schemeClr>
                </a:solidFill>
                <a:latin typeface="Microsoft YaHei" panose="020B0503020204020204" pitchFamily="34" charset="-122"/>
                <a:ea typeface="Microsoft YaHei" panose="020B0503020204020204" pitchFamily="34" charset="-122"/>
              </a:rPr>
              <a:t>组合逻辑电路</a:t>
            </a:r>
            <a:r>
              <a:rPr lang="en-US" altLang="zh-CN" i="1" dirty="0">
                <a:solidFill>
                  <a:schemeClr val="tx1">
                    <a:lumMod val="50000"/>
                    <a:lumOff val="50000"/>
                  </a:schemeClr>
                </a:solidFill>
                <a:latin typeface="Microsoft YaHei" panose="020B0503020204020204" pitchFamily="34" charset="-122"/>
                <a:ea typeface="Microsoft YaHei" panose="020B0503020204020204" pitchFamily="34" charset="-122"/>
              </a:rPr>
              <a:t>(1)</a:t>
            </a:r>
            <a:r>
              <a:rPr lang="zh-CN" altLang="en-US" i="1" dirty="0">
                <a:solidFill>
                  <a:schemeClr val="tx1">
                    <a:lumMod val="50000"/>
                    <a:lumOff val="50000"/>
                  </a:schemeClr>
                </a:solidFill>
                <a:latin typeface="Microsoft YaHei" panose="020B0503020204020204" pitchFamily="34" charset="-122"/>
                <a:ea typeface="Microsoft YaHei" panose="020B0503020204020204" pitchFamily="34" charset="-122"/>
              </a:rPr>
              <a:t>（数电</a:t>
            </a:r>
            <a:r>
              <a:rPr lang="en-US" altLang="zh-CN" i="1" dirty="0">
                <a:solidFill>
                  <a:schemeClr val="tx1">
                    <a:lumMod val="50000"/>
                    <a:lumOff val="50000"/>
                  </a:schemeClr>
                </a:solidFill>
                <a:latin typeface="Microsoft YaHei" panose="020B0503020204020204" pitchFamily="34" charset="-122"/>
                <a:ea typeface="Microsoft YaHei" panose="020B0503020204020204" pitchFamily="34" charset="-122"/>
              </a:rPr>
              <a:t>P140-149</a:t>
            </a:r>
            <a:r>
              <a:rPr lang="zh-CN" altLang="en-US" i="1" dirty="0">
                <a:solidFill>
                  <a:schemeClr val="tx1">
                    <a:lumMod val="50000"/>
                    <a:lumOff val="50000"/>
                  </a:schemeClr>
                </a:solidFill>
                <a:latin typeface="Microsoft YaHei" panose="020B0503020204020204" pitchFamily="34" charset="-122"/>
                <a:ea typeface="Microsoft YaHei" panose="020B0503020204020204" pitchFamily="34" charset="-122"/>
              </a:rPr>
              <a:t>）和本章</a:t>
            </a:r>
            <a:r>
              <a:rPr lang="en-US" altLang="zh-CN" i="1" dirty="0">
                <a:solidFill>
                  <a:schemeClr val="tx1">
                    <a:lumMod val="50000"/>
                    <a:lumOff val="50000"/>
                  </a:schemeClr>
                </a:solidFill>
                <a:latin typeface="Microsoft YaHei" panose="020B0503020204020204" pitchFamily="34" charset="-122"/>
                <a:ea typeface="Microsoft YaHei" panose="020B0503020204020204" pitchFamily="34" charset="-122"/>
              </a:rPr>
              <a:t>P152</a:t>
            </a:r>
            <a:r>
              <a:rPr lang="zh-CN" altLang="en-US" i="1" dirty="0">
                <a:solidFill>
                  <a:schemeClr val="tx1">
                    <a:lumMod val="50000"/>
                    <a:lumOff val="50000"/>
                  </a:schemeClr>
                </a:solidFill>
                <a:latin typeface="Microsoft YaHei" panose="020B0503020204020204" pitchFamily="34" charset="-122"/>
                <a:ea typeface="Microsoft YaHei" panose="020B0503020204020204" pitchFamily="34" charset="-122"/>
              </a:rPr>
              <a:t>开始，表示：</a:t>
            </a:r>
            <a:r>
              <a:rPr kumimoji="1" lang="en-US" altLang="zh-CN" i="1" dirty="0">
                <a:solidFill>
                  <a:schemeClr val="tx1">
                    <a:lumMod val="50000"/>
                    <a:lumOff val="50000"/>
                  </a:schemeClr>
                </a:solidFill>
                <a:latin typeface="Microsoft YaHei" panose="020B0503020204020204" pitchFamily="34" charset="-122"/>
                <a:ea typeface="Microsoft YaHei" panose="020B0503020204020204" pitchFamily="34" charset="-122"/>
              </a:rPr>
              <a:t>4.3</a:t>
            </a:r>
            <a:r>
              <a:rPr kumimoji="1" lang="zh-CN" altLang="en-US" i="1" dirty="0">
                <a:solidFill>
                  <a:schemeClr val="tx1">
                    <a:lumMod val="50000"/>
                    <a:lumOff val="50000"/>
                  </a:schemeClr>
                </a:solidFill>
                <a:latin typeface="Microsoft YaHei" panose="020B0503020204020204" pitchFamily="34" charset="-122"/>
                <a:ea typeface="Microsoft YaHei" panose="020B0503020204020204" pitchFamily="34" charset="-122"/>
              </a:rPr>
              <a:t>节 </a:t>
            </a:r>
            <a:r>
              <a:rPr kumimoji="1" lang="en-US" altLang="zh-CN" i="1" dirty="0">
                <a:solidFill>
                  <a:schemeClr val="tx1">
                    <a:lumMod val="50000"/>
                    <a:lumOff val="50000"/>
                  </a:schemeClr>
                </a:solidFill>
                <a:latin typeface="Microsoft YaHei" panose="020B0503020204020204" pitchFamily="34" charset="-122"/>
                <a:ea typeface="Microsoft YaHei" panose="020B0503020204020204" pitchFamily="34" charset="-122"/>
              </a:rPr>
              <a:t>149-152</a:t>
            </a:r>
            <a:r>
              <a:rPr kumimoji="1" lang="zh-CN" altLang="en-US" i="1" dirty="0">
                <a:solidFill>
                  <a:schemeClr val="tx1">
                    <a:lumMod val="50000"/>
                    <a:lumOff val="50000"/>
                  </a:schemeClr>
                </a:solidFill>
                <a:latin typeface="Microsoft YaHei" panose="020B0503020204020204" pitchFamily="34" charset="-122"/>
                <a:ea typeface="Microsoft YaHei" panose="020B0503020204020204" pitchFamily="34" charset="-122"/>
              </a:rPr>
              <a:t>页内容不考（但并不是不重要）</a:t>
            </a:r>
            <a:endParaRPr kumimoji="1" lang="en-US" altLang="zh-CN" i="1" dirty="0">
              <a:solidFill>
                <a:schemeClr val="tx1">
                  <a:lumMod val="50000"/>
                  <a:lumOff val="50000"/>
                </a:schemeClr>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8188773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A7D81B-565C-1B67-FF83-E9726C958320}"/>
              </a:ext>
            </a:extLst>
          </p:cNvPr>
          <p:cNvSpPr>
            <a:spLocks noGrp="1"/>
          </p:cNvSpPr>
          <p:nvPr>
            <p:ph type="title"/>
          </p:nvPr>
        </p:nvSpPr>
        <p:spPr/>
        <p:txBody>
          <a:bodyPr>
            <a:normAutofit fontScale="90000"/>
          </a:bodyPr>
          <a:lstStyle/>
          <a:p>
            <a:r>
              <a:rPr lang="zh-CN" altLang="en-US" dirty="0"/>
              <a:t>内容提纲</a:t>
            </a:r>
            <a:endParaRPr kumimoji="1" lang="zh-CN" altLang="en-US" dirty="0"/>
          </a:p>
        </p:txBody>
      </p:sp>
      <p:sp>
        <p:nvSpPr>
          <p:cNvPr id="3" name="内容占位符 2">
            <a:extLst>
              <a:ext uri="{FF2B5EF4-FFF2-40B4-BE49-F238E27FC236}">
                <a16:creationId xmlns:a16="http://schemas.microsoft.com/office/drawing/2014/main" id="{0306BF91-3CE0-10E4-ADEF-35EA26372568}"/>
              </a:ext>
            </a:extLst>
          </p:cNvPr>
          <p:cNvSpPr>
            <a:spLocks noGrp="1"/>
          </p:cNvSpPr>
          <p:nvPr>
            <p:ph idx="1"/>
          </p:nvPr>
        </p:nvSpPr>
        <p:spPr/>
        <p:txBody>
          <a:bodyPr/>
          <a:lstStyle/>
          <a:p>
            <a:pPr>
              <a:spcAft>
                <a:spcPct val="30000"/>
              </a:spcAft>
            </a:pPr>
            <a:r>
              <a:rPr lang="en-US" altLang="en-US" dirty="0" err="1"/>
              <a:t>常用组合逻辑电路</a:t>
            </a:r>
            <a:endParaRPr kumimoji="1" lang="zh-CN" altLang="en-US" dirty="0"/>
          </a:p>
          <a:p>
            <a:pPr lvl="1">
              <a:spcAft>
                <a:spcPct val="30000"/>
              </a:spcAft>
            </a:pPr>
            <a:r>
              <a:rPr lang="zh-CN" altLang="en-US" dirty="0"/>
              <a:t>编码器</a:t>
            </a:r>
          </a:p>
          <a:p>
            <a:pPr lvl="1">
              <a:spcAft>
                <a:spcPct val="30000"/>
              </a:spcAft>
            </a:pPr>
            <a:r>
              <a:rPr lang="zh-CN" altLang="en-US" dirty="0"/>
              <a:t>译码器</a:t>
            </a:r>
            <a:endParaRPr kumimoji="1" lang="zh-CN" altLang="en-US" dirty="0">
              <a:latin typeface="Times New Roman" panose="02020603050405020304" pitchFamily="18" charset="0"/>
            </a:endParaRPr>
          </a:p>
          <a:p>
            <a:endParaRPr kumimoji="1" lang="zh-CN" altLang="en-US" dirty="0"/>
          </a:p>
        </p:txBody>
      </p:sp>
      <p:sp>
        <p:nvSpPr>
          <p:cNvPr id="4" name="页脚占位符 3">
            <a:extLst>
              <a:ext uri="{FF2B5EF4-FFF2-40B4-BE49-F238E27FC236}">
                <a16:creationId xmlns:a16="http://schemas.microsoft.com/office/drawing/2014/main" id="{8881DA29-746C-AFD0-0C66-B8DAEF3ABBAE}"/>
              </a:ext>
            </a:extLst>
          </p:cNvPr>
          <p:cNvSpPr>
            <a:spLocks noGrp="1"/>
          </p:cNvSpPr>
          <p:nvPr>
            <p:ph type="ftr" sz="quarter" idx="11"/>
          </p:nvPr>
        </p:nvSpPr>
        <p:spPr/>
        <p:txBody>
          <a:bodyPr/>
          <a:lstStyle/>
          <a:p>
            <a:r>
              <a:rPr lang="zh-CN" altLang="en-US"/>
              <a:t>模拟与数字电路：</a:t>
            </a:r>
            <a:r>
              <a:rPr lang="en-US" altLang="zh-CN"/>
              <a:t>6. </a:t>
            </a:r>
            <a:r>
              <a:rPr lang="zh-CN" altLang="en-US"/>
              <a:t>组合逻辑电路</a:t>
            </a:r>
            <a:r>
              <a:rPr lang="en-US" altLang="zh-CN"/>
              <a:t>2</a:t>
            </a:r>
            <a:endParaRPr lang="en-US" dirty="0"/>
          </a:p>
        </p:txBody>
      </p:sp>
      <p:sp>
        <p:nvSpPr>
          <p:cNvPr id="5" name="灯片编号占位符 4">
            <a:extLst>
              <a:ext uri="{FF2B5EF4-FFF2-40B4-BE49-F238E27FC236}">
                <a16:creationId xmlns:a16="http://schemas.microsoft.com/office/drawing/2014/main" id="{1841501A-4D4F-655C-278B-C382A95F6DA4}"/>
              </a:ext>
            </a:extLst>
          </p:cNvPr>
          <p:cNvSpPr>
            <a:spLocks noGrp="1"/>
          </p:cNvSpPr>
          <p:nvPr>
            <p:ph type="sldNum" sz="quarter" idx="12"/>
          </p:nvPr>
        </p:nvSpPr>
        <p:spPr/>
        <p:txBody>
          <a:bodyPr/>
          <a:lstStyle/>
          <a:p>
            <a:fld id="{9E260BC5-5BF3-8746-862B-DC45E9CAA88B}" type="slidenum">
              <a:rPr lang="en-US" smtClean="0"/>
              <a:pPr/>
              <a:t>2</a:t>
            </a:fld>
            <a:r>
              <a:rPr lang="en-US" altLang="zh-CN" dirty="0"/>
              <a:t>/38</a:t>
            </a:r>
            <a:endParaRPr lang="en-US" dirty="0"/>
          </a:p>
        </p:txBody>
      </p:sp>
    </p:spTree>
    <p:extLst>
      <p:ext uri="{BB962C8B-B14F-4D97-AF65-F5344CB8AC3E}">
        <p14:creationId xmlns:p14="http://schemas.microsoft.com/office/powerpoint/2010/main" val="10924795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9D1982-0574-CDEF-A596-A3C444EF8273}"/>
              </a:ext>
            </a:extLst>
          </p:cNvPr>
          <p:cNvSpPr>
            <a:spLocks noGrp="1"/>
          </p:cNvSpPr>
          <p:nvPr>
            <p:ph type="title"/>
          </p:nvPr>
        </p:nvSpPr>
        <p:spPr/>
        <p:txBody>
          <a:bodyPr>
            <a:normAutofit fontScale="90000"/>
          </a:bodyPr>
          <a:lstStyle/>
          <a:p>
            <a:r>
              <a:rPr lang="zh-CN" altLang="en-US" dirty="0"/>
              <a:t>编码器</a:t>
            </a:r>
            <a:endParaRPr kumimoji="1" lang="zh-CN" altLang="en-US" dirty="0"/>
          </a:p>
        </p:txBody>
      </p:sp>
      <p:sp>
        <p:nvSpPr>
          <p:cNvPr id="3" name="内容占位符 2">
            <a:extLst>
              <a:ext uri="{FF2B5EF4-FFF2-40B4-BE49-F238E27FC236}">
                <a16:creationId xmlns:a16="http://schemas.microsoft.com/office/drawing/2014/main" id="{EE690A15-B359-DC32-C958-A3D90D6DF4C4}"/>
              </a:ext>
            </a:extLst>
          </p:cNvPr>
          <p:cNvSpPr>
            <a:spLocks noGrp="1"/>
          </p:cNvSpPr>
          <p:nvPr>
            <p:ph idx="1"/>
          </p:nvPr>
        </p:nvSpPr>
        <p:spPr/>
        <p:txBody>
          <a:bodyPr/>
          <a:lstStyle/>
          <a:p>
            <a:r>
              <a:rPr lang="zh-CN" altLang="en-US" dirty="0">
                <a:latin typeface="Times New Roman" panose="02020603050405020304" pitchFamily="18" charset="0"/>
              </a:rPr>
              <a:t>编码器：将输入信号的状态，转换成二进制代码输出</a:t>
            </a:r>
          </a:p>
          <a:p>
            <a:endParaRPr lang="zh-CN" altLang="en-US" dirty="0">
              <a:latin typeface="Times New Roman" panose="02020603050405020304" pitchFamily="18" charset="0"/>
            </a:endParaRPr>
          </a:p>
          <a:p>
            <a:endParaRPr lang="zh-CN" altLang="en-US" dirty="0">
              <a:latin typeface="Times New Roman" panose="02020603050405020304" pitchFamily="18" charset="0"/>
            </a:endParaRPr>
          </a:p>
          <a:p>
            <a:endParaRPr lang="zh-CN" altLang="en-US" dirty="0">
              <a:latin typeface="Times New Roman" panose="02020603050405020304" pitchFamily="18" charset="0"/>
            </a:endParaRPr>
          </a:p>
          <a:p>
            <a:endParaRPr lang="en-US" altLang="zh-CN" dirty="0">
              <a:latin typeface="Times New Roman" panose="02020603050405020304" pitchFamily="18" charset="0"/>
            </a:endParaRPr>
          </a:p>
          <a:p>
            <a:endParaRPr lang="zh-CN" altLang="en-US" dirty="0">
              <a:latin typeface="Times New Roman" panose="02020603050405020304" pitchFamily="18" charset="0"/>
            </a:endParaRPr>
          </a:p>
          <a:p>
            <a:r>
              <a:rPr lang="zh-CN" altLang="en-US" dirty="0">
                <a:latin typeface="Times New Roman" panose="02020603050405020304" pitchFamily="18" charset="0"/>
              </a:rPr>
              <a:t>编码器分类：普通编码器和优先编码器</a:t>
            </a:r>
          </a:p>
          <a:p>
            <a:r>
              <a:rPr lang="zh-CN" altLang="en-US" dirty="0">
                <a:latin typeface="Times New Roman" panose="02020603050405020304" pitchFamily="18" charset="0"/>
              </a:rPr>
              <a:t>常见编码器：</a:t>
            </a:r>
            <a:r>
              <a:rPr lang="en-US" altLang="zh-CN" dirty="0">
                <a:latin typeface="Times New Roman" panose="02020603050405020304" pitchFamily="18" charset="0"/>
              </a:rPr>
              <a:t>8</a:t>
            </a:r>
            <a:r>
              <a:rPr lang="zh-CN" altLang="en-US" dirty="0">
                <a:latin typeface="Times New Roman" panose="02020603050405020304" pitchFamily="18" charset="0"/>
              </a:rPr>
              <a:t>线</a:t>
            </a:r>
            <a:r>
              <a:rPr lang="en-US" altLang="zh-CN" dirty="0">
                <a:latin typeface="Times New Roman" panose="02020603050405020304" pitchFamily="18" charset="0"/>
              </a:rPr>
              <a:t>-3</a:t>
            </a:r>
            <a:r>
              <a:rPr lang="zh-CN" altLang="en-US" dirty="0">
                <a:latin typeface="Times New Roman" panose="02020603050405020304" pitchFamily="18" charset="0"/>
              </a:rPr>
              <a:t>线编码器</a:t>
            </a:r>
            <a:r>
              <a:rPr lang="en-US" altLang="zh-CN" dirty="0">
                <a:latin typeface="Times New Roman" panose="02020603050405020304" pitchFamily="18" charset="0"/>
              </a:rPr>
              <a:t>74x148</a:t>
            </a:r>
            <a:r>
              <a:rPr lang="zh-CN" altLang="en-US" dirty="0">
                <a:latin typeface="Times New Roman" panose="02020603050405020304" pitchFamily="18" charset="0"/>
              </a:rPr>
              <a:t>，</a:t>
            </a:r>
            <a:r>
              <a:rPr lang="en-US" altLang="zh-CN" dirty="0">
                <a:latin typeface="Times New Roman" panose="02020603050405020304" pitchFamily="18" charset="0"/>
              </a:rPr>
              <a:t>10</a:t>
            </a:r>
            <a:r>
              <a:rPr lang="zh-CN" altLang="en-US" dirty="0">
                <a:latin typeface="Times New Roman" panose="02020603050405020304" pitchFamily="18" charset="0"/>
              </a:rPr>
              <a:t>线</a:t>
            </a:r>
            <a:r>
              <a:rPr lang="en-US" altLang="zh-CN" dirty="0">
                <a:latin typeface="Times New Roman" panose="02020603050405020304" pitchFamily="18" charset="0"/>
              </a:rPr>
              <a:t>-4</a:t>
            </a:r>
            <a:r>
              <a:rPr lang="zh-CN" altLang="en-US" dirty="0">
                <a:latin typeface="Times New Roman" panose="02020603050405020304" pitchFamily="18" charset="0"/>
              </a:rPr>
              <a:t>线</a:t>
            </a:r>
            <a:r>
              <a:rPr lang="en-US" altLang="zh-CN" dirty="0">
                <a:latin typeface="Times New Roman" panose="02020603050405020304" pitchFamily="18" charset="0"/>
              </a:rPr>
              <a:t>(BCD)</a:t>
            </a:r>
            <a:r>
              <a:rPr lang="zh-CN" altLang="en-US" dirty="0">
                <a:latin typeface="Times New Roman" panose="02020603050405020304" pitchFamily="18" charset="0"/>
              </a:rPr>
              <a:t>编码器</a:t>
            </a:r>
            <a:r>
              <a:rPr lang="en-US" altLang="zh-CN" dirty="0">
                <a:latin typeface="Times New Roman" panose="02020603050405020304" pitchFamily="18" charset="0"/>
              </a:rPr>
              <a:t>74x147</a:t>
            </a:r>
            <a:r>
              <a:rPr lang="zh-CN" altLang="en-US" dirty="0">
                <a:latin typeface="Times New Roman" panose="02020603050405020304" pitchFamily="18" charset="0"/>
              </a:rPr>
              <a:t>等</a:t>
            </a:r>
            <a:endParaRPr lang="en-US" altLang="zh-CN" dirty="0">
              <a:latin typeface="Times New Roman" panose="02020603050405020304" pitchFamily="18" charset="0"/>
            </a:endParaRPr>
          </a:p>
          <a:p>
            <a:endParaRPr kumimoji="1" lang="zh-CN" altLang="en-US" dirty="0"/>
          </a:p>
        </p:txBody>
      </p:sp>
      <p:sp>
        <p:nvSpPr>
          <p:cNvPr id="4" name="页脚占位符 3">
            <a:extLst>
              <a:ext uri="{FF2B5EF4-FFF2-40B4-BE49-F238E27FC236}">
                <a16:creationId xmlns:a16="http://schemas.microsoft.com/office/drawing/2014/main" id="{EC74E02D-26C9-3C64-8887-8941ECB82B29}"/>
              </a:ext>
            </a:extLst>
          </p:cNvPr>
          <p:cNvSpPr>
            <a:spLocks noGrp="1"/>
          </p:cNvSpPr>
          <p:nvPr>
            <p:ph type="ftr" sz="quarter" idx="11"/>
          </p:nvPr>
        </p:nvSpPr>
        <p:spPr/>
        <p:txBody>
          <a:bodyPr/>
          <a:lstStyle/>
          <a:p>
            <a:r>
              <a:rPr lang="zh-CN" altLang="en-US"/>
              <a:t>模拟与数字电路：</a:t>
            </a:r>
            <a:r>
              <a:rPr lang="en-US" altLang="zh-CN"/>
              <a:t>6. </a:t>
            </a:r>
            <a:r>
              <a:rPr lang="zh-CN" altLang="en-US"/>
              <a:t>组合逻辑电路</a:t>
            </a:r>
            <a:r>
              <a:rPr lang="en-US" altLang="zh-CN"/>
              <a:t>2</a:t>
            </a:r>
            <a:endParaRPr lang="en-US" dirty="0"/>
          </a:p>
        </p:txBody>
      </p:sp>
      <p:sp>
        <p:nvSpPr>
          <p:cNvPr id="5" name="灯片编号占位符 4">
            <a:extLst>
              <a:ext uri="{FF2B5EF4-FFF2-40B4-BE49-F238E27FC236}">
                <a16:creationId xmlns:a16="http://schemas.microsoft.com/office/drawing/2014/main" id="{C0F2CAE9-6D46-4671-42DE-19D913E76F46}"/>
              </a:ext>
            </a:extLst>
          </p:cNvPr>
          <p:cNvSpPr>
            <a:spLocks noGrp="1"/>
          </p:cNvSpPr>
          <p:nvPr>
            <p:ph type="sldNum" sz="quarter" idx="12"/>
          </p:nvPr>
        </p:nvSpPr>
        <p:spPr/>
        <p:txBody>
          <a:bodyPr/>
          <a:lstStyle/>
          <a:p>
            <a:fld id="{9E260BC5-5BF3-8746-862B-DC45E9CAA88B}" type="slidenum">
              <a:rPr lang="en-US" smtClean="0"/>
              <a:pPr/>
              <a:t>3</a:t>
            </a:fld>
            <a:r>
              <a:rPr lang="en-US" altLang="zh-CN" dirty="0"/>
              <a:t>/38</a:t>
            </a:r>
            <a:endParaRPr lang="en-US" dirty="0"/>
          </a:p>
        </p:txBody>
      </p:sp>
      <p:sp>
        <p:nvSpPr>
          <p:cNvPr id="6" name="AutoShape 32">
            <a:extLst>
              <a:ext uri="{FF2B5EF4-FFF2-40B4-BE49-F238E27FC236}">
                <a16:creationId xmlns:a16="http://schemas.microsoft.com/office/drawing/2014/main" id="{D0F020AE-A067-579A-DBB1-BBD1A6276E85}"/>
              </a:ext>
            </a:extLst>
          </p:cNvPr>
          <p:cNvSpPr>
            <a:spLocks noChangeArrowheads="1"/>
          </p:cNvSpPr>
          <p:nvPr/>
        </p:nvSpPr>
        <p:spPr bwMode="auto">
          <a:xfrm>
            <a:off x="5866968" y="1715655"/>
            <a:ext cx="1944687" cy="1368425"/>
          </a:xfrm>
          <a:prstGeom prst="wedgeRoundRectCallout">
            <a:avLst>
              <a:gd name="adj1" fmla="val 47880"/>
              <a:gd name="adj2" fmla="val 31903"/>
              <a:gd name="adj3" fmla="val 16667"/>
            </a:avLst>
          </a:prstGeom>
          <a:solidFill>
            <a:srgbClr val="FFFF99"/>
          </a:solidFill>
          <a:ln w="9525">
            <a:solidFill>
              <a:schemeClr val="tx1"/>
            </a:solidFill>
            <a:miter lim="800000"/>
            <a:headEnd/>
            <a:tailEnd/>
          </a:ln>
        </p:spPr>
        <p:txBody>
          <a:bodyPr wrap="none" anchor="ctr" anchorCtr="1"/>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lang="en-US" altLang="zh-CN" sz="2400" b="0" dirty="0">
                <a:latin typeface="Microsoft YaHei" panose="020B0503020204020204" pitchFamily="34" charset="-122"/>
                <a:ea typeface="Microsoft YaHei" panose="020B0503020204020204" pitchFamily="34" charset="-122"/>
              </a:rPr>
              <a:t>m</a:t>
            </a:r>
            <a:r>
              <a:rPr lang="zh-CN" altLang="en-US" sz="2400" b="0" dirty="0">
                <a:latin typeface="Microsoft YaHei" panose="020B0503020204020204" pitchFamily="34" charset="-122"/>
                <a:ea typeface="Microsoft YaHei" panose="020B0503020204020204" pitchFamily="34" charset="-122"/>
              </a:rPr>
              <a:t>线</a:t>
            </a:r>
            <a:r>
              <a:rPr lang="en-US" altLang="zh-CN" sz="2000" b="0" dirty="0">
                <a:latin typeface="Microsoft YaHei" panose="020B0503020204020204" pitchFamily="34" charset="-122"/>
                <a:ea typeface="Microsoft YaHei" panose="020B0503020204020204" pitchFamily="34" charset="-122"/>
              </a:rPr>
              <a:t>–</a:t>
            </a:r>
            <a:r>
              <a:rPr lang="en-US" altLang="zh-CN" sz="2400" b="0" dirty="0">
                <a:latin typeface="Microsoft YaHei" panose="020B0503020204020204" pitchFamily="34" charset="-122"/>
                <a:ea typeface="Microsoft YaHei" panose="020B0503020204020204" pitchFamily="34" charset="-122"/>
              </a:rPr>
              <a:t>n</a:t>
            </a:r>
            <a:r>
              <a:rPr lang="zh-CN" altLang="en-US" sz="2400" b="0" dirty="0">
                <a:latin typeface="Microsoft YaHei" panose="020B0503020204020204" pitchFamily="34" charset="-122"/>
                <a:ea typeface="Microsoft YaHei" panose="020B0503020204020204" pitchFamily="34" charset="-122"/>
              </a:rPr>
              <a:t>线</a:t>
            </a:r>
          </a:p>
          <a:p>
            <a:pPr algn="ctr" eaLnBrk="1" hangingPunct="1">
              <a:spcAft>
                <a:spcPct val="0"/>
              </a:spcAft>
              <a:buFontTx/>
              <a:buNone/>
            </a:pPr>
            <a:r>
              <a:rPr lang="zh-CN" altLang="en-US" sz="2400" b="0" dirty="0">
                <a:latin typeface="Microsoft YaHei" panose="020B0503020204020204" pitchFamily="34" charset="-122"/>
                <a:ea typeface="Microsoft YaHei" panose="020B0503020204020204" pitchFamily="34" charset="-122"/>
              </a:rPr>
              <a:t>编码器</a:t>
            </a:r>
          </a:p>
          <a:p>
            <a:pPr algn="ctr" eaLnBrk="1" hangingPunct="1">
              <a:spcAft>
                <a:spcPct val="0"/>
              </a:spcAft>
              <a:buFontTx/>
              <a:buNone/>
            </a:pPr>
            <a:r>
              <a:rPr lang="en-US" altLang="zh-CN" sz="2400" b="0" dirty="0">
                <a:latin typeface="Microsoft YaHei" panose="020B0503020204020204" pitchFamily="34" charset="-122"/>
                <a:ea typeface="Microsoft YaHei" panose="020B0503020204020204" pitchFamily="34" charset="-122"/>
              </a:rPr>
              <a:t>( m &gt; n )</a:t>
            </a:r>
          </a:p>
        </p:txBody>
      </p:sp>
      <p:sp>
        <p:nvSpPr>
          <p:cNvPr id="7" name="Text Box 33">
            <a:extLst>
              <a:ext uri="{FF2B5EF4-FFF2-40B4-BE49-F238E27FC236}">
                <a16:creationId xmlns:a16="http://schemas.microsoft.com/office/drawing/2014/main" id="{D175A95D-12DE-780D-51E8-50D845A378A9}"/>
              </a:ext>
            </a:extLst>
          </p:cNvPr>
          <p:cNvSpPr txBox="1">
            <a:spLocks noChangeArrowheads="1"/>
          </p:cNvSpPr>
          <p:nvPr/>
        </p:nvSpPr>
        <p:spPr bwMode="auto">
          <a:xfrm>
            <a:off x="4952568" y="2482418"/>
            <a:ext cx="6873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Times New Roman" panose="02020603050405020304" pitchFamily="18" charset="0"/>
              </a:rPr>
              <a:t>Y</a:t>
            </a:r>
            <a:r>
              <a:rPr lang="en-US" altLang="zh-CN" sz="1600">
                <a:latin typeface="Times New Roman" panose="02020603050405020304" pitchFamily="18" charset="0"/>
              </a:rPr>
              <a:t>n-1</a:t>
            </a:r>
          </a:p>
        </p:txBody>
      </p:sp>
      <p:sp>
        <p:nvSpPr>
          <p:cNvPr id="8" name="Text Box 34">
            <a:extLst>
              <a:ext uri="{FF2B5EF4-FFF2-40B4-BE49-F238E27FC236}">
                <a16:creationId xmlns:a16="http://schemas.microsoft.com/office/drawing/2014/main" id="{C80788A6-9EEF-308F-DF45-F97A3AD32C4C}"/>
              </a:ext>
            </a:extLst>
          </p:cNvPr>
          <p:cNvSpPr txBox="1">
            <a:spLocks noChangeArrowheads="1"/>
          </p:cNvSpPr>
          <p:nvPr/>
        </p:nvSpPr>
        <p:spPr bwMode="auto">
          <a:xfrm>
            <a:off x="4952568" y="1750580"/>
            <a:ext cx="5064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Times New Roman" panose="02020603050405020304" pitchFamily="18" charset="0"/>
              </a:rPr>
              <a:t>Y</a:t>
            </a:r>
            <a:r>
              <a:rPr lang="en-US" altLang="zh-CN" sz="1600">
                <a:latin typeface="Times New Roman" panose="02020603050405020304" pitchFamily="18" charset="0"/>
              </a:rPr>
              <a:t>0</a:t>
            </a:r>
          </a:p>
        </p:txBody>
      </p:sp>
      <p:sp>
        <p:nvSpPr>
          <p:cNvPr id="9" name="Text Box 35">
            <a:extLst>
              <a:ext uri="{FF2B5EF4-FFF2-40B4-BE49-F238E27FC236}">
                <a16:creationId xmlns:a16="http://schemas.microsoft.com/office/drawing/2014/main" id="{3BAF1C2A-8761-6937-EC45-A4B74982C85B}"/>
              </a:ext>
            </a:extLst>
          </p:cNvPr>
          <p:cNvSpPr txBox="1">
            <a:spLocks noChangeArrowheads="1"/>
          </p:cNvSpPr>
          <p:nvPr/>
        </p:nvSpPr>
        <p:spPr bwMode="auto">
          <a:xfrm>
            <a:off x="2579255" y="2183968"/>
            <a:ext cx="48736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lIns="0" tIns="0" rIns="0" bIns="0">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lang="en-US" altLang="zh-CN" sz="3200" b="0"/>
              <a:t>…</a:t>
            </a:r>
          </a:p>
        </p:txBody>
      </p:sp>
      <p:sp>
        <p:nvSpPr>
          <p:cNvPr id="10" name="Rectangle 36">
            <a:extLst>
              <a:ext uri="{FF2B5EF4-FFF2-40B4-BE49-F238E27FC236}">
                <a16:creationId xmlns:a16="http://schemas.microsoft.com/office/drawing/2014/main" id="{E8814BEE-5EC0-F960-F650-F7B6CE7FFF3F}"/>
              </a:ext>
            </a:extLst>
          </p:cNvPr>
          <p:cNvSpPr>
            <a:spLocks noChangeArrowheads="1"/>
          </p:cNvSpPr>
          <p:nvPr/>
        </p:nvSpPr>
        <p:spPr bwMode="auto">
          <a:xfrm>
            <a:off x="3130118" y="1571193"/>
            <a:ext cx="1050925" cy="158432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tIns="0" bIns="0" anchor="ctr" anchorCtr="1"/>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zh-CN" altLang="en-US" b="0" dirty="0">
                <a:latin typeface="Microsoft YaHei" panose="020B0503020204020204" pitchFamily="34" charset="-122"/>
                <a:ea typeface="Microsoft YaHei" panose="020B0503020204020204" pitchFamily="34" charset="-122"/>
              </a:rPr>
              <a:t>编</a:t>
            </a:r>
          </a:p>
          <a:p>
            <a:pPr eaLnBrk="1" hangingPunct="1">
              <a:spcAft>
                <a:spcPct val="0"/>
              </a:spcAft>
              <a:buFontTx/>
              <a:buNone/>
            </a:pPr>
            <a:r>
              <a:rPr lang="zh-CN" altLang="en-US" b="0" dirty="0">
                <a:latin typeface="Microsoft YaHei" panose="020B0503020204020204" pitchFamily="34" charset="-122"/>
                <a:ea typeface="Microsoft YaHei" panose="020B0503020204020204" pitchFamily="34" charset="-122"/>
              </a:rPr>
              <a:t>码</a:t>
            </a:r>
          </a:p>
          <a:p>
            <a:pPr eaLnBrk="1" hangingPunct="1">
              <a:spcAft>
                <a:spcPct val="0"/>
              </a:spcAft>
              <a:buFontTx/>
              <a:buNone/>
            </a:pPr>
            <a:r>
              <a:rPr lang="zh-CN" altLang="en-US" b="0" dirty="0">
                <a:latin typeface="Microsoft YaHei" panose="020B0503020204020204" pitchFamily="34" charset="-122"/>
                <a:ea typeface="Microsoft YaHei" panose="020B0503020204020204" pitchFamily="34" charset="-122"/>
              </a:rPr>
              <a:t>器</a:t>
            </a:r>
          </a:p>
        </p:txBody>
      </p:sp>
      <p:sp>
        <p:nvSpPr>
          <p:cNvPr id="11" name="Line 37">
            <a:extLst>
              <a:ext uri="{FF2B5EF4-FFF2-40B4-BE49-F238E27FC236}">
                <a16:creationId xmlns:a16="http://schemas.microsoft.com/office/drawing/2014/main" id="{A92612FF-7267-DA30-5122-28B2BCFB186A}"/>
              </a:ext>
            </a:extLst>
          </p:cNvPr>
          <p:cNvSpPr>
            <a:spLocks noChangeShapeType="1"/>
          </p:cNvSpPr>
          <p:nvPr/>
        </p:nvSpPr>
        <p:spPr bwMode="auto">
          <a:xfrm>
            <a:off x="2358593" y="2002993"/>
            <a:ext cx="771525" cy="0"/>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2" name="Text Box 38">
            <a:extLst>
              <a:ext uri="{FF2B5EF4-FFF2-40B4-BE49-F238E27FC236}">
                <a16:creationId xmlns:a16="http://schemas.microsoft.com/office/drawing/2014/main" id="{B89A6D5F-F260-2711-A057-7A0F31BE33C6}"/>
              </a:ext>
            </a:extLst>
          </p:cNvPr>
          <p:cNvSpPr txBox="1">
            <a:spLocks noChangeArrowheads="1"/>
          </p:cNvSpPr>
          <p:nvPr/>
        </p:nvSpPr>
        <p:spPr bwMode="auto">
          <a:xfrm>
            <a:off x="4415993" y="2183968"/>
            <a:ext cx="487362"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lIns="0" tIns="0" rIns="0" bIns="0">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lang="en-US" altLang="zh-CN" sz="3200" b="0"/>
              <a:t>…</a:t>
            </a:r>
          </a:p>
        </p:txBody>
      </p:sp>
      <p:sp>
        <p:nvSpPr>
          <p:cNvPr id="13" name="Line 39">
            <a:extLst>
              <a:ext uri="{FF2B5EF4-FFF2-40B4-BE49-F238E27FC236}">
                <a16:creationId xmlns:a16="http://schemas.microsoft.com/office/drawing/2014/main" id="{C1B547EC-6C5C-B9E3-04A8-4FD9D63EB3B8}"/>
              </a:ext>
            </a:extLst>
          </p:cNvPr>
          <p:cNvSpPr>
            <a:spLocks noChangeShapeType="1"/>
          </p:cNvSpPr>
          <p:nvPr/>
        </p:nvSpPr>
        <p:spPr bwMode="auto">
          <a:xfrm>
            <a:off x="4181043" y="1999818"/>
            <a:ext cx="771525" cy="0"/>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4" name="Line 40">
            <a:extLst>
              <a:ext uri="{FF2B5EF4-FFF2-40B4-BE49-F238E27FC236}">
                <a16:creationId xmlns:a16="http://schemas.microsoft.com/office/drawing/2014/main" id="{86425F3D-DC4C-6C92-22FA-B8B9306866F1}"/>
              </a:ext>
            </a:extLst>
          </p:cNvPr>
          <p:cNvSpPr>
            <a:spLocks noChangeShapeType="1"/>
          </p:cNvSpPr>
          <p:nvPr/>
        </p:nvSpPr>
        <p:spPr bwMode="auto">
          <a:xfrm>
            <a:off x="4181043" y="2730068"/>
            <a:ext cx="771525" cy="0"/>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5" name="Text Box 41">
            <a:extLst>
              <a:ext uri="{FF2B5EF4-FFF2-40B4-BE49-F238E27FC236}">
                <a16:creationId xmlns:a16="http://schemas.microsoft.com/office/drawing/2014/main" id="{829AFD3F-99E6-0570-CBC5-D6C6A964B4DC}"/>
              </a:ext>
            </a:extLst>
          </p:cNvPr>
          <p:cNvSpPr txBox="1">
            <a:spLocks noChangeArrowheads="1"/>
          </p:cNvSpPr>
          <p:nvPr/>
        </p:nvSpPr>
        <p:spPr bwMode="auto">
          <a:xfrm>
            <a:off x="1741055" y="1726768"/>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Times New Roman" panose="02020603050405020304" pitchFamily="18" charset="0"/>
              </a:rPr>
              <a:t>I</a:t>
            </a:r>
            <a:r>
              <a:rPr lang="en-US" altLang="zh-CN" sz="1600">
                <a:latin typeface="Times New Roman" panose="02020603050405020304" pitchFamily="18" charset="0"/>
              </a:rPr>
              <a:t>0</a:t>
            </a:r>
          </a:p>
        </p:txBody>
      </p:sp>
      <p:sp>
        <p:nvSpPr>
          <p:cNvPr id="16" name="Line 42">
            <a:extLst>
              <a:ext uri="{FF2B5EF4-FFF2-40B4-BE49-F238E27FC236}">
                <a16:creationId xmlns:a16="http://schemas.microsoft.com/office/drawing/2014/main" id="{330F4B15-A178-C0A2-5200-D4DF4C6F2E5E}"/>
              </a:ext>
            </a:extLst>
          </p:cNvPr>
          <p:cNvSpPr>
            <a:spLocks noChangeShapeType="1"/>
          </p:cNvSpPr>
          <p:nvPr/>
        </p:nvSpPr>
        <p:spPr bwMode="auto">
          <a:xfrm>
            <a:off x="2366530" y="2733243"/>
            <a:ext cx="771525" cy="0"/>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7" name="Text Box 43">
            <a:extLst>
              <a:ext uri="{FF2B5EF4-FFF2-40B4-BE49-F238E27FC236}">
                <a16:creationId xmlns:a16="http://schemas.microsoft.com/office/drawing/2014/main" id="{95EAA579-B61F-43EE-7B19-57EDC0CC4294}"/>
              </a:ext>
            </a:extLst>
          </p:cNvPr>
          <p:cNvSpPr txBox="1">
            <a:spLocks noChangeArrowheads="1"/>
          </p:cNvSpPr>
          <p:nvPr/>
        </p:nvSpPr>
        <p:spPr bwMode="auto">
          <a:xfrm>
            <a:off x="1615643" y="2482418"/>
            <a:ext cx="6429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Times New Roman" panose="02020603050405020304" pitchFamily="18" charset="0"/>
              </a:rPr>
              <a:t>I</a:t>
            </a:r>
            <a:r>
              <a:rPr lang="en-US" altLang="zh-CN" sz="1600">
                <a:latin typeface="Times New Roman" panose="02020603050405020304" pitchFamily="18" charset="0"/>
              </a:rPr>
              <a:t>m-1</a:t>
            </a:r>
          </a:p>
        </p:txBody>
      </p:sp>
    </p:spTree>
    <p:extLst>
      <p:ext uri="{BB962C8B-B14F-4D97-AF65-F5344CB8AC3E}">
        <p14:creationId xmlns:p14="http://schemas.microsoft.com/office/powerpoint/2010/main" val="8094311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711216-851A-FA2C-B49B-E598BE4F77D1}"/>
              </a:ext>
            </a:extLst>
          </p:cNvPr>
          <p:cNvSpPr>
            <a:spLocks noGrp="1"/>
          </p:cNvSpPr>
          <p:nvPr>
            <p:ph type="title"/>
          </p:nvPr>
        </p:nvSpPr>
        <p:spPr/>
        <p:txBody>
          <a:bodyPr>
            <a:normAutofit fontScale="90000"/>
          </a:bodyPr>
          <a:lstStyle/>
          <a:p>
            <a:r>
              <a:rPr lang="zh-CN" altLang="en-US" dirty="0"/>
              <a:t>普通编码器</a:t>
            </a:r>
            <a:endParaRPr kumimoji="1" lang="zh-CN" altLang="en-US" dirty="0"/>
          </a:p>
        </p:txBody>
      </p:sp>
      <p:sp>
        <p:nvSpPr>
          <p:cNvPr id="3" name="内容占位符 2">
            <a:extLst>
              <a:ext uri="{FF2B5EF4-FFF2-40B4-BE49-F238E27FC236}">
                <a16:creationId xmlns:a16="http://schemas.microsoft.com/office/drawing/2014/main" id="{E48E7D0A-C899-165F-96DE-900C92CE174C}"/>
              </a:ext>
            </a:extLst>
          </p:cNvPr>
          <p:cNvSpPr>
            <a:spLocks noGrp="1"/>
          </p:cNvSpPr>
          <p:nvPr>
            <p:ph idx="1"/>
          </p:nvPr>
        </p:nvSpPr>
        <p:spPr/>
        <p:txBody>
          <a:bodyPr/>
          <a:lstStyle/>
          <a:p>
            <a:r>
              <a:rPr lang="zh-CN" altLang="en-US" sz="2800" dirty="0">
                <a:latin typeface="Times New Roman" panose="02020603050405020304" pitchFamily="18" charset="0"/>
              </a:rPr>
              <a:t>任何时刻只允许有一个输入信号处于有效状态</a:t>
            </a:r>
          </a:p>
          <a:p>
            <a:r>
              <a:rPr lang="zh-CN" altLang="en-US" sz="2800" dirty="0">
                <a:latin typeface="Times New Roman" panose="02020603050405020304" pitchFamily="18" charset="0"/>
              </a:rPr>
              <a:t>设计</a:t>
            </a:r>
            <a:r>
              <a:rPr lang="en-US" altLang="zh-CN" sz="2800" dirty="0">
                <a:latin typeface="Times New Roman" panose="02020603050405020304" pitchFamily="18" charset="0"/>
              </a:rPr>
              <a:t>4</a:t>
            </a:r>
            <a:r>
              <a:rPr lang="zh-CN" altLang="en-US" sz="2800" dirty="0">
                <a:latin typeface="Times New Roman" panose="02020603050405020304" pitchFamily="18" charset="0"/>
              </a:rPr>
              <a:t>线</a:t>
            </a:r>
            <a:r>
              <a:rPr lang="en-US" altLang="zh-CN" sz="2800" dirty="0">
                <a:latin typeface="Times New Roman" panose="02020603050405020304" pitchFamily="18" charset="0"/>
              </a:rPr>
              <a:t>-2</a:t>
            </a:r>
            <a:r>
              <a:rPr lang="zh-CN" altLang="en-US" sz="2800" dirty="0">
                <a:latin typeface="Times New Roman" panose="02020603050405020304" pitchFamily="18" charset="0"/>
              </a:rPr>
              <a:t>线普通编码器（设输入采取低电平为有效状态）</a:t>
            </a:r>
          </a:p>
          <a:p>
            <a:endParaRPr kumimoji="1" lang="zh-CN" altLang="en-US" dirty="0"/>
          </a:p>
        </p:txBody>
      </p:sp>
      <p:sp>
        <p:nvSpPr>
          <p:cNvPr id="4" name="页脚占位符 3">
            <a:extLst>
              <a:ext uri="{FF2B5EF4-FFF2-40B4-BE49-F238E27FC236}">
                <a16:creationId xmlns:a16="http://schemas.microsoft.com/office/drawing/2014/main" id="{A5BE439E-853D-3EF1-0579-C38FCEDF3611}"/>
              </a:ext>
            </a:extLst>
          </p:cNvPr>
          <p:cNvSpPr>
            <a:spLocks noGrp="1"/>
          </p:cNvSpPr>
          <p:nvPr>
            <p:ph type="ftr" sz="quarter" idx="11"/>
          </p:nvPr>
        </p:nvSpPr>
        <p:spPr/>
        <p:txBody>
          <a:bodyPr/>
          <a:lstStyle/>
          <a:p>
            <a:r>
              <a:rPr lang="zh-CN" altLang="en-US"/>
              <a:t>模拟与数字电路：</a:t>
            </a:r>
            <a:r>
              <a:rPr lang="en-US" altLang="zh-CN"/>
              <a:t>6. </a:t>
            </a:r>
            <a:r>
              <a:rPr lang="zh-CN" altLang="en-US"/>
              <a:t>组合逻辑电路</a:t>
            </a:r>
            <a:r>
              <a:rPr lang="en-US" altLang="zh-CN"/>
              <a:t>2</a:t>
            </a:r>
            <a:endParaRPr lang="en-US" dirty="0"/>
          </a:p>
        </p:txBody>
      </p:sp>
      <p:sp>
        <p:nvSpPr>
          <p:cNvPr id="5" name="灯片编号占位符 4">
            <a:extLst>
              <a:ext uri="{FF2B5EF4-FFF2-40B4-BE49-F238E27FC236}">
                <a16:creationId xmlns:a16="http://schemas.microsoft.com/office/drawing/2014/main" id="{16938183-EA98-4FFD-40F3-E924BC0DEABA}"/>
              </a:ext>
            </a:extLst>
          </p:cNvPr>
          <p:cNvSpPr>
            <a:spLocks noGrp="1"/>
          </p:cNvSpPr>
          <p:nvPr>
            <p:ph type="sldNum" sz="quarter" idx="12"/>
          </p:nvPr>
        </p:nvSpPr>
        <p:spPr/>
        <p:txBody>
          <a:bodyPr/>
          <a:lstStyle/>
          <a:p>
            <a:fld id="{9E260BC5-5BF3-8746-862B-DC45E9CAA88B}" type="slidenum">
              <a:rPr lang="en-US" smtClean="0"/>
              <a:pPr/>
              <a:t>4</a:t>
            </a:fld>
            <a:r>
              <a:rPr lang="en-US" altLang="zh-CN" dirty="0"/>
              <a:t>/38</a:t>
            </a:r>
            <a:endParaRPr lang="en-US" dirty="0"/>
          </a:p>
        </p:txBody>
      </p:sp>
      <p:grpSp>
        <p:nvGrpSpPr>
          <p:cNvPr id="6" name="Group 77">
            <a:extLst>
              <a:ext uri="{FF2B5EF4-FFF2-40B4-BE49-F238E27FC236}">
                <a16:creationId xmlns:a16="http://schemas.microsoft.com/office/drawing/2014/main" id="{26B93D27-CD2B-C4A4-1F78-5293B2F925D9}"/>
              </a:ext>
            </a:extLst>
          </p:cNvPr>
          <p:cNvGrpSpPr>
            <a:grpSpLocks/>
          </p:cNvGrpSpPr>
          <p:nvPr/>
        </p:nvGrpSpPr>
        <p:grpSpPr bwMode="auto">
          <a:xfrm>
            <a:off x="811213" y="2701925"/>
            <a:ext cx="2916237" cy="3352800"/>
            <a:chOff x="511" y="1738"/>
            <a:chExt cx="1837" cy="2112"/>
          </a:xfrm>
        </p:grpSpPr>
        <p:sp>
          <p:nvSpPr>
            <p:cNvPr id="7" name="Text Box 11">
              <a:extLst>
                <a:ext uri="{FF2B5EF4-FFF2-40B4-BE49-F238E27FC236}">
                  <a16:creationId xmlns:a16="http://schemas.microsoft.com/office/drawing/2014/main" id="{7FB6B287-2F1A-97FE-46D6-1B72BC83986D}"/>
                </a:ext>
              </a:extLst>
            </p:cNvPr>
            <p:cNvSpPr txBox="1">
              <a:spLocks noChangeArrowheads="1"/>
            </p:cNvSpPr>
            <p:nvPr/>
          </p:nvSpPr>
          <p:spPr bwMode="auto">
            <a:xfrm>
              <a:off x="761" y="2149"/>
              <a:ext cx="29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000" b="0"/>
                <a:t>S</a:t>
              </a:r>
              <a:r>
                <a:rPr lang="en-US" altLang="zh-CN" sz="1600" b="0"/>
                <a:t>3</a:t>
              </a:r>
            </a:p>
          </p:txBody>
        </p:sp>
        <p:sp>
          <p:nvSpPr>
            <p:cNvPr id="8" name="Text Box 12">
              <a:extLst>
                <a:ext uri="{FF2B5EF4-FFF2-40B4-BE49-F238E27FC236}">
                  <a16:creationId xmlns:a16="http://schemas.microsoft.com/office/drawing/2014/main" id="{4DEE2894-2FB5-CCFF-849B-547EC4A9F2E1}"/>
                </a:ext>
              </a:extLst>
            </p:cNvPr>
            <p:cNvSpPr txBox="1">
              <a:spLocks noChangeArrowheads="1"/>
            </p:cNvSpPr>
            <p:nvPr/>
          </p:nvSpPr>
          <p:spPr bwMode="auto">
            <a:xfrm>
              <a:off x="761" y="2512"/>
              <a:ext cx="29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000" b="0"/>
                <a:t>S</a:t>
              </a:r>
              <a:r>
                <a:rPr lang="en-US" altLang="zh-CN" sz="1600" b="0"/>
                <a:t>2</a:t>
              </a:r>
            </a:p>
          </p:txBody>
        </p:sp>
        <p:sp>
          <p:nvSpPr>
            <p:cNvPr id="9" name="Text Box 13">
              <a:extLst>
                <a:ext uri="{FF2B5EF4-FFF2-40B4-BE49-F238E27FC236}">
                  <a16:creationId xmlns:a16="http://schemas.microsoft.com/office/drawing/2014/main" id="{C8126DE6-8733-042C-FA82-ED91B10A5712}"/>
                </a:ext>
              </a:extLst>
            </p:cNvPr>
            <p:cNvSpPr txBox="1">
              <a:spLocks noChangeArrowheads="1"/>
            </p:cNvSpPr>
            <p:nvPr/>
          </p:nvSpPr>
          <p:spPr bwMode="auto">
            <a:xfrm>
              <a:off x="762" y="2875"/>
              <a:ext cx="29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000" b="0"/>
                <a:t>S</a:t>
              </a:r>
              <a:r>
                <a:rPr lang="en-US" altLang="zh-CN" sz="1600" b="0"/>
                <a:t>1</a:t>
              </a:r>
            </a:p>
          </p:txBody>
        </p:sp>
        <p:sp>
          <p:nvSpPr>
            <p:cNvPr id="10" name="Text Box 14">
              <a:extLst>
                <a:ext uri="{FF2B5EF4-FFF2-40B4-BE49-F238E27FC236}">
                  <a16:creationId xmlns:a16="http://schemas.microsoft.com/office/drawing/2014/main" id="{EE1F887B-BEC2-76CE-8762-A4C1197D157B}"/>
                </a:ext>
              </a:extLst>
            </p:cNvPr>
            <p:cNvSpPr txBox="1">
              <a:spLocks noChangeArrowheads="1"/>
            </p:cNvSpPr>
            <p:nvPr/>
          </p:nvSpPr>
          <p:spPr bwMode="auto">
            <a:xfrm>
              <a:off x="762" y="3238"/>
              <a:ext cx="29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000" b="0"/>
                <a:t>S</a:t>
              </a:r>
              <a:r>
                <a:rPr lang="en-US" altLang="zh-CN" sz="1600" b="0"/>
                <a:t>0</a:t>
              </a:r>
            </a:p>
          </p:txBody>
        </p:sp>
        <p:sp>
          <p:nvSpPr>
            <p:cNvPr id="11" name="Oval 15">
              <a:extLst>
                <a:ext uri="{FF2B5EF4-FFF2-40B4-BE49-F238E27FC236}">
                  <a16:creationId xmlns:a16="http://schemas.microsoft.com/office/drawing/2014/main" id="{07FBC460-C632-E301-5E64-649064F91CFF}"/>
                </a:ext>
              </a:extLst>
            </p:cNvPr>
            <p:cNvSpPr>
              <a:spLocks noChangeArrowheads="1"/>
            </p:cNvSpPr>
            <p:nvPr/>
          </p:nvSpPr>
          <p:spPr bwMode="auto">
            <a:xfrm>
              <a:off x="738" y="2491"/>
              <a:ext cx="68" cy="67"/>
            </a:xfrm>
            <a:prstGeom prst="ellipse">
              <a:avLst/>
            </a:prstGeom>
            <a:solidFill>
              <a:schemeClr val="tx1"/>
            </a:solidFill>
            <a:ln w="28575">
              <a:solidFill>
                <a:schemeClr val="tx1"/>
              </a:solidFill>
              <a:round/>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2" name="Line 16">
              <a:extLst>
                <a:ext uri="{FF2B5EF4-FFF2-40B4-BE49-F238E27FC236}">
                  <a16:creationId xmlns:a16="http://schemas.microsoft.com/office/drawing/2014/main" id="{934D3A7F-EBF1-F84F-1724-0C056122CCFD}"/>
                </a:ext>
              </a:extLst>
            </p:cNvPr>
            <p:cNvSpPr>
              <a:spLocks noChangeShapeType="1"/>
            </p:cNvSpPr>
            <p:nvPr/>
          </p:nvSpPr>
          <p:spPr bwMode="auto">
            <a:xfrm>
              <a:off x="1056" y="2535"/>
              <a:ext cx="13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 name="Oval 17">
              <a:extLst>
                <a:ext uri="{FF2B5EF4-FFF2-40B4-BE49-F238E27FC236}">
                  <a16:creationId xmlns:a16="http://schemas.microsoft.com/office/drawing/2014/main" id="{BBED6AA0-ABAC-5A31-0D7E-B4454C68FF1F}"/>
                </a:ext>
              </a:extLst>
            </p:cNvPr>
            <p:cNvSpPr>
              <a:spLocks noChangeArrowheads="1"/>
            </p:cNvSpPr>
            <p:nvPr/>
          </p:nvSpPr>
          <p:spPr bwMode="auto">
            <a:xfrm>
              <a:off x="988" y="2491"/>
              <a:ext cx="68" cy="67"/>
            </a:xfrm>
            <a:prstGeom prst="ellipse">
              <a:avLst/>
            </a:prstGeom>
            <a:solidFill>
              <a:schemeClr val="tx1"/>
            </a:solidFill>
            <a:ln w="28575">
              <a:solidFill>
                <a:schemeClr val="tx1"/>
              </a:solidFill>
              <a:round/>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4" name="Line 18">
              <a:extLst>
                <a:ext uri="{FF2B5EF4-FFF2-40B4-BE49-F238E27FC236}">
                  <a16:creationId xmlns:a16="http://schemas.microsoft.com/office/drawing/2014/main" id="{6A6A32B6-47F2-501B-4A78-63DC5C4F5E8F}"/>
                </a:ext>
              </a:extLst>
            </p:cNvPr>
            <p:cNvSpPr>
              <a:spLocks noChangeShapeType="1"/>
            </p:cNvSpPr>
            <p:nvPr/>
          </p:nvSpPr>
          <p:spPr bwMode="auto">
            <a:xfrm>
              <a:off x="738" y="2444"/>
              <a:ext cx="31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 name="Line 19">
              <a:extLst>
                <a:ext uri="{FF2B5EF4-FFF2-40B4-BE49-F238E27FC236}">
                  <a16:creationId xmlns:a16="http://schemas.microsoft.com/office/drawing/2014/main" id="{0B52AE19-2A06-0FCB-9122-B481F9DD7966}"/>
                </a:ext>
              </a:extLst>
            </p:cNvPr>
            <p:cNvSpPr>
              <a:spLocks noChangeShapeType="1"/>
            </p:cNvSpPr>
            <p:nvPr/>
          </p:nvSpPr>
          <p:spPr bwMode="auto">
            <a:xfrm>
              <a:off x="829" y="2413"/>
              <a:ext cx="136" cy="0"/>
            </a:xfrm>
            <a:prstGeom prst="line">
              <a:avLst/>
            </a:prstGeom>
            <a:noFill/>
            <a:ln w="1016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 name="Line 20">
              <a:extLst>
                <a:ext uri="{FF2B5EF4-FFF2-40B4-BE49-F238E27FC236}">
                  <a16:creationId xmlns:a16="http://schemas.microsoft.com/office/drawing/2014/main" id="{411BF776-DA70-2EAD-2CE8-462A3FBB8653}"/>
                </a:ext>
              </a:extLst>
            </p:cNvPr>
            <p:cNvSpPr>
              <a:spLocks noChangeShapeType="1"/>
            </p:cNvSpPr>
            <p:nvPr/>
          </p:nvSpPr>
          <p:spPr bwMode="auto">
            <a:xfrm>
              <a:off x="602" y="2535"/>
              <a:ext cx="13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7" name="Group 21">
              <a:extLst>
                <a:ext uri="{FF2B5EF4-FFF2-40B4-BE49-F238E27FC236}">
                  <a16:creationId xmlns:a16="http://schemas.microsoft.com/office/drawing/2014/main" id="{BF563FA7-C804-7E3A-3D54-3B1134B763F5}"/>
                </a:ext>
              </a:extLst>
            </p:cNvPr>
            <p:cNvGrpSpPr>
              <a:grpSpLocks/>
            </p:cNvGrpSpPr>
            <p:nvPr/>
          </p:nvGrpSpPr>
          <p:grpSpPr bwMode="auto">
            <a:xfrm>
              <a:off x="696" y="1738"/>
              <a:ext cx="1186" cy="1885"/>
              <a:chOff x="1149" y="1091"/>
              <a:chExt cx="1186" cy="1885"/>
            </a:xfrm>
          </p:grpSpPr>
          <p:sp>
            <p:nvSpPr>
              <p:cNvPr id="47" name="Line 22">
                <a:extLst>
                  <a:ext uri="{FF2B5EF4-FFF2-40B4-BE49-F238E27FC236}">
                    <a16:creationId xmlns:a16="http://schemas.microsoft.com/office/drawing/2014/main" id="{10F80591-5984-2DCC-6717-BF208E8E8C6C}"/>
                  </a:ext>
                </a:extLst>
              </p:cNvPr>
              <p:cNvSpPr>
                <a:spLocks noChangeShapeType="1"/>
              </p:cNvSpPr>
              <p:nvPr/>
            </p:nvSpPr>
            <p:spPr bwMode="auto">
              <a:xfrm rot="-5400000">
                <a:off x="1405" y="1548"/>
                <a:ext cx="681" cy="0"/>
              </a:xfrm>
              <a:prstGeom prst="line">
                <a:avLst/>
              </a:prstGeom>
              <a:noFill/>
              <a:ln w="2857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48" name="Rectangle 23">
                <a:extLst>
                  <a:ext uri="{FF2B5EF4-FFF2-40B4-BE49-F238E27FC236}">
                    <a16:creationId xmlns:a16="http://schemas.microsoft.com/office/drawing/2014/main" id="{4D8D9C4C-C331-A702-6E34-E7ACEA4480DA}"/>
                  </a:ext>
                </a:extLst>
              </p:cNvPr>
              <p:cNvSpPr>
                <a:spLocks noChangeArrowheads="1"/>
              </p:cNvSpPr>
              <p:nvPr/>
            </p:nvSpPr>
            <p:spPr bwMode="auto">
              <a:xfrm rot="10800000">
                <a:off x="1700" y="1412"/>
                <a:ext cx="91" cy="265"/>
              </a:xfrm>
              <a:prstGeom prst="rect">
                <a:avLst/>
              </a:prstGeom>
              <a:solidFill>
                <a:schemeClr val="bg1"/>
              </a:solidFill>
              <a:ln w="28575">
                <a:solidFill>
                  <a:srgbClr val="000000"/>
                </a:solidFill>
                <a:miter lim="800000"/>
                <a:headEnd/>
                <a:tailEnd/>
              </a:ln>
            </p:spPr>
            <p:txBody>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49" name="Line 24">
                <a:extLst>
                  <a:ext uri="{FF2B5EF4-FFF2-40B4-BE49-F238E27FC236}">
                    <a16:creationId xmlns:a16="http://schemas.microsoft.com/office/drawing/2014/main" id="{4F4240BF-ED1B-36B8-5C0D-BAF669194A1F}"/>
                  </a:ext>
                </a:extLst>
              </p:cNvPr>
              <p:cNvSpPr>
                <a:spLocks noChangeShapeType="1"/>
              </p:cNvSpPr>
              <p:nvPr/>
            </p:nvSpPr>
            <p:spPr bwMode="auto">
              <a:xfrm rot="10800000">
                <a:off x="1610" y="1211"/>
                <a:ext cx="68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 name="Text Box 25">
                <a:extLst>
                  <a:ext uri="{FF2B5EF4-FFF2-40B4-BE49-F238E27FC236}">
                    <a16:creationId xmlns:a16="http://schemas.microsoft.com/office/drawing/2014/main" id="{0C880BD5-EE47-40A2-D798-AA3E54ED1F4F}"/>
                  </a:ext>
                </a:extLst>
              </p:cNvPr>
              <p:cNvSpPr txBox="1">
                <a:spLocks noChangeArrowheads="1"/>
              </p:cNvSpPr>
              <p:nvPr/>
            </p:nvSpPr>
            <p:spPr bwMode="auto">
              <a:xfrm>
                <a:off x="1149" y="1091"/>
                <a:ext cx="28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lang="en-US" altLang="zh-CN" sz="2400">
                    <a:latin typeface="Times New Roman" panose="02020603050405020304" pitchFamily="18" charset="0"/>
                    <a:ea typeface="华康简宋" charset="-122"/>
                  </a:rPr>
                  <a:t>V</a:t>
                </a:r>
                <a:r>
                  <a:rPr lang="en-US" altLang="zh-CN" sz="2000">
                    <a:latin typeface="Times New Roman" panose="02020603050405020304" pitchFamily="18" charset="0"/>
                    <a:ea typeface="华康简宋" charset="-122"/>
                  </a:rPr>
                  <a:t>cc</a:t>
                </a:r>
                <a:endParaRPr lang="en-US" altLang="zh-CN" sz="3600">
                  <a:latin typeface="Times New Roman" panose="02020603050405020304" pitchFamily="18" charset="0"/>
                  <a:ea typeface="华康简宋" charset="-122"/>
                </a:endParaRPr>
              </a:p>
            </p:txBody>
          </p:sp>
          <p:sp>
            <p:nvSpPr>
              <p:cNvPr id="51" name="Oval 26">
                <a:extLst>
                  <a:ext uri="{FF2B5EF4-FFF2-40B4-BE49-F238E27FC236}">
                    <a16:creationId xmlns:a16="http://schemas.microsoft.com/office/drawing/2014/main" id="{9C27E880-5912-6E6C-B71A-0D8E930C5247}"/>
                  </a:ext>
                </a:extLst>
              </p:cNvPr>
              <p:cNvSpPr>
                <a:spLocks noChangeArrowheads="1"/>
              </p:cNvSpPr>
              <p:nvPr/>
            </p:nvSpPr>
            <p:spPr bwMode="auto">
              <a:xfrm>
                <a:off x="1520" y="1166"/>
                <a:ext cx="90" cy="9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52" name="Line 27">
                <a:extLst>
                  <a:ext uri="{FF2B5EF4-FFF2-40B4-BE49-F238E27FC236}">
                    <a16:creationId xmlns:a16="http://schemas.microsoft.com/office/drawing/2014/main" id="{D5A3F9F4-778F-68DF-0080-3A5E90568F15}"/>
                  </a:ext>
                </a:extLst>
              </p:cNvPr>
              <p:cNvSpPr>
                <a:spLocks noChangeShapeType="1"/>
              </p:cNvSpPr>
              <p:nvPr/>
            </p:nvSpPr>
            <p:spPr bwMode="auto">
              <a:xfrm rot="-5400000">
                <a:off x="1405" y="1729"/>
                <a:ext cx="1044" cy="0"/>
              </a:xfrm>
              <a:prstGeom prst="line">
                <a:avLst/>
              </a:prstGeom>
              <a:noFill/>
              <a:ln w="2857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53" name="Rectangle 28">
                <a:extLst>
                  <a:ext uri="{FF2B5EF4-FFF2-40B4-BE49-F238E27FC236}">
                    <a16:creationId xmlns:a16="http://schemas.microsoft.com/office/drawing/2014/main" id="{55484B1F-60DA-67B7-CD79-89BF89427155}"/>
                  </a:ext>
                </a:extLst>
              </p:cNvPr>
              <p:cNvSpPr>
                <a:spLocks noChangeArrowheads="1"/>
              </p:cNvSpPr>
              <p:nvPr/>
            </p:nvSpPr>
            <p:spPr bwMode="auto">
              <a:xfrm rot="10800000">
                <a:off x="1881" y="1412"/>
                <a:ext cx="91" cy="265"/>
              </a:xfrm>
              <a:prstGeom prst="rect">
                <a:avLst/>
              </a:prstGeom>
              <a:solidFill>
                <a:schemeClr val="bg1"/>
              </a:solidFill>
              <a:ln w="28575">
                <a:solidFill>
                  <a:srgbClr val="000000"/>
                </a:solidFill>
                <a:miter lim="800000"/>
                <a:headEnd/>
                <a:tailEnd/>
              </a:ln>
            </p:spPr>
            <p:txBody>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54" name="Line 29">
                <a:extLst>
                  <a:ext uri="{FF2B5EF4-FFF2-40B4-BE49-F238E27FC236}">
                    <a16:creationId xmlns:a16="http://schemas.microsoft.com/office/drawing/2014/main" id="{B2740F77-80FA-4CEB-16A2-3FC58D73443D}"/>
                  </a:ext>
                </a:extLst>
              </p:cNvPr>
              <p:cNvSpPr>
                <a:spLocks noChangeShapeType="1"/>
              </p:cNvSpPr>
              <p:nvPr/>
            </p:nvSpPr>
            <p:spPr bwMode="auto">
              <a:xfrm rot="-5400000">
                <a:off x="1405" y="1911"/>
                <a:ext cx="1407" cy="0"/>
              </a:xfrm>
              <a:prstGeom prst="line">
                <a:avLst/>
              </a:prstGeom>
              <a:noFill/>
              <a:ln w="2857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55" name="Rectangle 30">
                <a:extLst>
                  <a:ext uri="{FF2B5EF4-FFF2-40B4-BE49-F238E27FC236}">
                    <a16:creationId xmlns:a16="http://schemas.microsoft.com/office/drawing/2014/main" id="{020F4689-43B8-70E9-BCF6-E0B439D50A4A}"/>
                  </a:ext>
                </a:extLst>
              </p:cNvPr>
              <p:cNvSpPr>
                <a:spLocks noChangeArrowheads="1"/>
              </p:cNvSpPr>
              <p:nvPr/>
            </p:nvSpPr>
            <p:spPr bwMode="auto">
              <a:xfrm rot="10800000">
                <a:off x="2063" y="1412"/>
                <a:ext cx="91" cy="265"/>
              </a:xfrm>
              <a:prstGeom prst="rect">
                <a:avLst/>
              </a:prstGeom>
              <a:solidFill>
                <a:schemeClr val="bg1"/>
              </a:solidFill>
              <a:ln w="28575">
                <a:solidFill>
                  <a:srgbClr val="000000"/>
                </a:solidFill>
                <a:miter lim="800000"/>
                <a:headEnd/>
                <a:tailEnd/>
              </a:ln>
            </p:spPr>
            <p:txBody>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56" name="Line 31">
                <a:extLst>
                  <a:ext uri="{FF2B5EF4-FFF2-40B4-BE49-F238E27FC236}">
                    <a16:creationId xmlns:a16="http://schemas.microsoft.com/office/drawing/2014/main" id="{E45284FF-AB91-065E-539F-D42780647B56}"/>
                  </a:ext>
                </a:extLst>
              </p:cNvPr>
              <p:cNvSpPr>
                <a:spLocks noChangeShapeType="1"/>
              </p:cNvSpPr>
              <p:nvPr/>
            </p:nvSpPr>
            <p:spPr bwMode="auto">
              <a:xfrm rot="-5400000">
                <a:off x="1405" y="2092"/>
                <a:ext cx="1769" cy="0"/>
              </a:xfrm>
              <a:prstGeom prst="line">
                <a:avLst/>
              </a:prstGeom>
              <a:noFill/>
              <a:ln w="28575">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7" name="Rectangle 32">
                <a:extLst>
                  <a:ext uri="{FF2B5EF4-FFF2-40B4-BE49-F238E27FC236}">
                    <a16:creationId xmlns:a16="http://schemas.microsoft.com/office/drawing/2014/main" id="{7C369DAC-4D62-3E7C-05B4-03D4AAB20D0A}"/>
                  </a:ext>
                </a:extLst>
              </p:cNvPr>
              <p:cNvSpPr>
                <a:spLocks noChangeArrowheads="1"/>
              </p:cNvSpPr>
              <p:nvPr/>
            </p:nvSpPr>
            <p:spPr bwMode="auto">
              <a:xfrm rot="10800000">
                <a:off x="2244" y="1412"/>
                <a:ext cx="91" cy="265"/>
              </a:xfrm>
              <a:prstGeom prst="rect">
                <a:avLst/>
              </a:prstGeom>
              <a:solidFill>
                <a:schemeClr val="bg1"/>
              </a:solidFill>
              <a:ln w="28575">
                <a:solidFill>
                  <a:srgbClr val="000000"/>
                </a:solidFill>
                <a:miter lim="800000"/>
                <a:headEnd/>
                <a:tailEnd/>
              </a:ln>
            </p:spPr>
            <p:txBody>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grpSp>
        <p:grpSp>
          <p:nvGrpSpPr>
            <p:cNvPr id="18" name="Group 33">
              <a:extLst>
                <a:ext uri="{FF2B5EF4-FFF2-40B4-BE49-F238E27FC236}">
                  <a16:creationId xmlns:a16="http://schemas.microsoft.com/office/drawing/2014/main" id="{F9109107-4456-E06F-5B3E-67CBB9DC3C06}"/>
                </a:ext>
              </a:extLst>
            </p:cNvPr>
            <p:cNvGrpSpPr>
              <a:grpSpLocks/>
            </p:cNvGrpSpPr>
            <p:nvPr/>
          </p:nvGrpSpPr>
          <p:grpSpPr bwMode="auto">
            <a:xfrm>
              <a:off x="1191" y="2535"/>
              <a:ext cx="1157" cy="1089"/>
              <a:chOff x="1473" y="1888"/>
              <a:chExt cx="1181" cy="1089"/>
            </a:xfrm>
          </p:grpSpPr>
          <p:sp>
            <p:nvSpPr>
              <p:cNvPr id="43" name="Line 34">
                <a:extLst>
                  <a:ext uri="{FF2B5EF4-FFF2-40B4-BE49-F238E27FC236}">
                    <a16:creationId xmlns:a16="http://schemas.microsoft.com/office/drawing/2014/main" id="{743BD5C3-F278-C028-5B21-C3594EE26A51}"/>
                  </a:ext>
                </a:extLst>
              </p:cNvPr>
              <p:cNvSpPr>
                <a:spLocks noChangeShapeType="1"/>
              </p:cNvSpPr>
              <p:nvPr/>
            </p:nvSpPr>
            <p:spPr bwMode="auto">
              <a:xfrm>
                <a:off x="1473" y="1888"/>
                <a:ext cx="118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 name="Line 35">
                <a:extLst>
                  <a:ext uri="{FF2B5EF4-FFF2-40B4-BE49-F238E27FC236}">
                    <a16:creationId xmlns:a16="http://schemas.microsoft.com/office/drawing/2014/main" id="{009649A4-BCE7-69AA-2B0E-4149487D9430}"/>
                  </a:ext>
                </a:extLst>
              </p:cNvPr>
              <p:cNvSpPr>
                <a:spLocks noChangeShapeType="1"/>
              </p:cNvSpPr>
              <p:nvPr/>
            </p:nvSpPr>
            <p:spPr bwMode="auto">
              <a:xfrm>
                <a:off x="1474" y="2251"/>
                <a:ext cx="118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 name="Line 36">
                <a:extLst>
                  <a:ext uri="{FF2B5EF4-FFF2-40B4-BE49-F238E27FC236}">
                    <a16:creationId xmlns:a16="http://schemas.microsoft.com/office/drawing/2014/main" id="{4F1927B8-D2A6-4556-1272-5DEE3323FB1A}"/>
                  </a:ext>
                </a:extLst>
              </p:cNvPr>
              <p:cNvSpPr>
                <a:spLocks noChangeShapeType="1"/>
              </p:cNvSpPr>
              <p:nvPr/>
            </p:nvSpPr>
            <p:spPr bwMode="auto">
              <a:xfrm>
                <a:off x="1474" y="2614"/>
                <a:ext cx="118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 name="Line 37">
                <a:extLst>
                  <a:ext uri="{FF2B5EF4-FFF2-40B4-BE49-F238E27FC236}">
                    <a16:creationId xmlns:a16="http://schemas.microsoft.com/office/drawing/2014/main" id="{C475695B-65A1-DF7D-21A1-C8AB4135DAF7}"/>
                  </a:ext>
                </a:extLst>
              </p:cNvPr>
              <p:cNvSpPr>
                <a:spLocks noChangeShapeType="1"/>
              </p:cNvSpPr>
              <p:nvPr/>
            </p:nvSpPr>
            <p:spPr bwMode="auto">
              <a:xfrm>
                <a:off x="1474" y="2977"/>
                <a:ext cx="118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9" name="Oval 38">
              <a:extLst>
                <a:ext uri="{FF2B5EF4-FFF2-40B4-BE49-F238E27FC236}">
                  <a16:creationId xmlns:a16="http://schemas.microsoft.com/office/drawing/2014/main" id="{8F3DFA1A-12A1-3254-EAC6-144A78E71D15}"/>
                </a:ext>
              </a:extLst>
            </p:cNvPr>
            <p:cNvSpPr>
              <a:spLocks noChangeArrowheads="1"/>
            </p:cNvSpPr>
            <p:nvPr/>
          </p:nvSpPr>
          <p:spPr bwMode="auto">
            <a:xfrm>
              <a:off x="738" y="2854"/>
              <a:ext cx="68" cy="67"/>
            </a:xfrm>
            <a:prstGeom prst="ellipse">
              <a:avLst/>
            </a:prstGeom>
            <a:solidFill>
              <a:schemeClr val="tx1"/>
            </a:solidFill>
            <a:ln w="28575">
              <a:solidFill>
                <a:schemeClr val="tx1"/>
              </a:solidFill>
              <a:round/>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0" name="Line 39">
              <a:extLst>
                <a:ext uri="{FF2B5EF4-FFF2-40B4-BE49-F238E27FC236}">
                  <a16:creationId xmlns:a16="http://schemas.microsoft.com/office/drawing/2014/main" id="{03C86B61-6664-C347-D18F-B5DEB5E37EEB}"/>
                </a:ext>
              </a:extLst>
            </p:cNvPr>
            <p:cNvSpPr>
              <a:spLocks noChangeShapeType="1"/>
            </p:cNvSpPr>
            <p:nvPr/>
          </p:nvSpPr>
          <p:spPr bwMode="auto">
            <a:xfrm>
              <a:off x="1056" y="2898"/>
              <a:ext cx="13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 name="Oval 40">
              <a:extLst>
                <a:ext uri="{FF2B5EF4-FFF2-40B4-BE49-F238E27FC236}">
                  <a16:creationId xmlns:a16="http://schemas.microsoft.com/office/drawing/2014/main" id="{FAF0EB92-E67A-6EC6-6A8F-173855FEAD21}"/>
                </a:ext>
              </a:extLst>
            </p:cNvPr>
            <p:cNvSpPr>
              <a:spLocks noChangeArrowheads="1"/>
            </p:cNvSpPr>
            <p:nvPr/>
          </p:nvSpPr>
          <p:spPr bwMode="auto">
            <a:xfrm>
              <a:off x="988" y="2854"/>
              <a:ext cx="68" cy="67"/>
            </a:xfrm>
            <a:prstGeom prst="ellipse">
              <a:avLst/>
            </a:prstGeom>
            <a:solidFill>
              <a:schemeClr val="tx1"/>
            </a:solidFill>
            <a:ln w="28575">
              <a:solidFill>
                <a:schemeClr val="tx1"/>
              </a:solidFill>
              <a:round/>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2" name="Line 41">
              <a:extLst>
                <a:ext uri="{FF2B5EF4-FFF2-40B4-BE49-F238E27FC236}">
                  <a16:creationId xmlns:a16="http://schemas.microsoft.com/office/drawing/2014/main" id="{A6F7CE98-CAEA-1C3B-A6D0-A1CB0D752FBD}"/>
                </a:ext>
              </a:extLst>
            </p:cNvPr>
            <p:cNvSpPr>
              <a:spLocks noChangeShapeType="1"/>
            </p:cNvSpPr>
            <p:nvPr/>
          </p:nvSpPr>
          <p:spPr bwMode="auto">
            <a:xfrm>
              <a:off x="738" y="2807"/>
              <a:ext cx="31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Line 42">
              <a:extLst>
                <a:ext uri="{FF2B5EF4-FFF2-40B4-BE49-F238E27FC236}">
                  <a16:creationId xmlns:a16="http://schemas.microsoft.com/office/drawing/2014/main" id="{035EC5FA-CD3C-C00B-0057-0DEAE7F542AB}"/>
                </a:ext>
              </a:extLst>
            </p:cNvPr>
            <p:cNvSpPr>
              <a:spLocks noChangeShapeType="1"/>
            </p:cNvSpPr>
            <p:nvPr/>
          </p:nvSpPr>
          <p:spPr bwMode="auto">
            <a:xfrm>
              <a:off x="829" y="2784"/>
              <a:ext cx="136" cy="0"/>
            </a:xfrm>
            <a:prstGeom prst="line">
              <a:avLst/>
            </a:prstGeom>
            <a:noFill/>
            <a:ln w="1016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 name="Line 43">
              <a:extLst>
                <a:ext uri="{FF2B5EF4-FFF2-40B4-BE49-F238E27FC236}">
                  <a16:creationId xmlns:a16="http://schemas.microsoft.com/office/drawing/2014/main" id="{742011C3-A433-1828-441F-4512F5970185}"/>
                </a:ext>
              </a:extLst>
            </p:cNvPr>
            <p:cNvSpPr>
              <a:spLocks noChangeShapeType="1"/>
            </p:cNvSpPr>
            <p:nvPr/>
          </p:nvSpPr>
          <p:spPr bwMode="auto">
            <a:xfrm>
              <a:off x="602" y="2898"/>
              <a:ext cx="136" cy="0"/>
            </a:xfrm>
            <a:prstGeom prst="line">
              <a:avLst/>
            </a:prstGeom>
            <a:noFill/>
            <a:ln w="28575">
              <a:solidFill>
                <a:schemeClr val="tx1"/>
              </a:solidFill>
              <a:round/>
              <a:headEnd type="oval"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 name="Line 44">
              <a:extLst>
                <a:ext uri="{FF2B5EF4-FFF2-40B4-BE49-F238E27FC236}">
                  <a16:creationId xmlns:a16="http://schemas.microsoft.com/office/drawing/2014/main" id="{FE7FF3AB-8C99-4332-AF14-FB32D173D4C5}"/>
                </a:ext>
              </a:extLst>
            </p:cNvPr>
            <p:cNvSpPr>
              <a:spLocks noChangeShapeType="1"/>
            </p:cNvSpPr>
            <p:nvPr/>
          </p:nvSpPr>
          <p:spPr bwMode="auto">
            <a:xfrm>
              <a:off x="602" y="2535"/>
              <a:ext cx="0" cy="131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Oval 45">
              <a:extLst>
                <a:ext uri="{FF2B5EF4-FFF2-40B4-BE49-F238E27FC236}">
                  <a16:creationId xmlns:a16="http://schemas.microsoft.com/office/drawing/2014/main" id="{DD6FE8B7-E0FA-D038-5D03-B00F7BCB8268}"/>
                </a:ext>
              </a:extLst>
            </p:cNvPr>
            <p:cNvSpPr>
              <a:spLocks noChangeArrowheads="1"/>
            </p:cNvSpPr>
            <p:nvPr/>
          </p:nvSpPr>
          <p:spPr bwMode="auto">
            <a:xfrm>
              <a:off x="738" y="3217"/>
              <a:ext cx="68" cy="67"/>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7" name="Line 46">
              <a:extLst>
                <a:ext uri="{FF2B5EF4-FFF2-40B4-BE49-F238E27FC236}">
                  <a16:creationId xmlns:a16="http://schemas.microsoft.com/office/drawing/2014/main" id="{89FD531C-CA3D-D98D-97BE-2F2FBDEC9D44}"/>
                </a:ext>
              </a:extLst>
            </p:cNvPr>
            <p:cNvSpPr>
              <a:spLocks noChangeShapeType="1"/>
            </p:cNvSpPr>
            <p:nvPr/>
          </p:nvSpPr>
          <p:spPr bwMode="auto">
            <a:xfrm>
              <a:off x="1056" y="3261"/>
              <a:ext cx="13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 name="Oval 47">
              <a:extLst>
                <a:ext uri="{FF2B5EF4-FFF2-40B4-BE49-F238E27FC236}">
                  <a16:creationId xmlns:a16="http://schemas.microsoft.com/office/drawing/2014/main" id="{0D21FCB4-B829-4BB0-72F2-1DED9D943807}"/>
                </a:ext>
              </a:extLst>
            </p:cNvPr>
            <p:cNvSpPr>
              <a:spLocks noChangeArrowheads="1"/>
            </p:cNvSpPr>
            <p:nvPr/>
          </p:nvSpPr>
          <p:spPr bwMode="auto">
            <a:xfrm>
              <a:off x="988" y="3217"/>
              <a:ext cx="68" cy="67"/>
            </a:xfrm>
            <a:prstGeom prst="ellipse">
              <a:avLst/>
            </a:prstGeom>
            <a:solidFill>
              <a:schemeClr val="tx1"/>
            </a:solidFill>
            <a:ln w="28575">
              <a:solidFill>
                <a:schemeClr val="tx1"/>
              </a:solidFill>
              <a:round/>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9" name="Line 48">
              <a:extLst>
                <a:ext uri="{FF2B5EF4-FFF2-40B4-BE49-F238E27FC236}">
                  <a16:creationId xmlns:a16="http://schemas.microsoft.com/office/drawing/2014/main" id="{A65970FD-B8EF-8087-E1BA-38B90C9F6C57}"/>
                </a:ext>
              </a:extLst>
            </p:cNvPr>
            <p:cNvSpPr>
              <a:spLocks noChangeShapeType="1"/>
            </p:cNvSpPr>
            <p:nvPr/>
          </p:nvSpPr>
          <p:spPr bwMode="auto">
            <a:xfrm>
              <a:off x="738" y="3170"/>
              <a:ext cx="31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 name="Line 49">
              <a:extLst>
                <a:ext uri="{FF2B5EF4-FFF2-40B4-BE49-F238E27FC236}">
                  <a16:creationId xmlns:a16="http://schemas.microsoft.com/office/drawing/2014/main" id="{6C9A1D83-C7AF-96F8-C8CE-24C00957AC6E}"/>
                </a:ext>
              </a:extLst>
            </p:cNvPr>
            <p:cNvSpPr>
              <a:spLocks noChangeShapeType="1"/>
            </p:cNvSpPr>
            <p:nvPr/>
          </p:nvSpPr>
          <p:spPr bwMode="auto">
            <a:xfrm>
              <a:off x="829" y="3147"/>
              <a:ext cx="136" cy="0"/>
            </a:xfrm>
            <a:prstGeom prst="line">
              <a:avLst/>
            </a:prstGeom>
            <a:noFill/>
            <a:ln w="1016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 name="Line 50">
              <a:extLst>
                <a:ext uri="{FF2B5EF4-FFF2-40B4-BE49-F238E27FC236}">
                  <a16:creationId xmlns:a16="http://schemas.microsoft.com/office/drawing/2014/main" id="{FD10BBD9-B182-B09C-16F1-A73FDCA6030F}"/>
                </a:ext>
              </a:extLst>
            </p:cNvPr>
            <p:cNvSpPr>
              <a:spLocks noChangeShapeType="1"/>
            </p:cNvSpPr>
            <p:nvPr/>
          </p:nvSpPr>
          <p:spPr bwMode="auto">
            <a:xfrm>
              <a:off x="602" y="3261"/>
              <a:ext cx="136" cy="0"/>
            </a:xfrm>
            <a:prstGeom prst="line">
              <a:avLst/>
            </a:prstGeom>
            <a:noFill/>
            <a:ln w="28575">
              <a:solidFill>
                <a:schemeClr val="tx1"/>
              </a:solidFill>
              <a:round/>
              <a:headEnd type="oval"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 name="Oval 51">
              <a:extLst>
                <a:ext uri="{FF2B5EF4-FFF2-40B4-BE49-F238E27FC236}">
                  <a16:creationId xmlns:a16="http://schemas.microsoft.com/office/drawing/2014/main" id="{74881A48-E959-8289-A843-411926A4EC64}"/>
                </a:ext>
              </a:extLst>
            </p:cNvPr>
            <p:cNvSpPr>
              <a:spLocks noChangeArrowheads="1"/>
            </p:cNvSpPr>
            <p:nvPr/>
          </p:nvSpPr>
          <p:spPr bwMode="auto">
            <a:xfrm>
              <a:off x="738" y="3580"/>
              <a:ext cx="68" cy="67"/>
            </a:xfrm>
            <a:prstGeom prst="ellipse">
              <a:avLst/>
            </a:prstGeom>
            <a:solidFill>
              <a:schemeClr val="tx1"/>
            </a:solidFill>
            <a:ln w="28575">
              <a:solidFill>
                <a:schemeClr val="tx1"/>
              </a:solidFill>
              <a:round/>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33" name="Line 52">
              <a:extLst>
                <a:ext uri="{FF2B5EF4-FFF2-40B4-BE49-F238E27FC236}">
                  <a16:creationId xmlns:a16="http://schemas.microsoft.com/office/drawing/2014/main" id="{7AA954E7-1706-C612-6761-9B039B79EAFD}"/>
                </a:ext>
              </a:extLst>
            </p:cNvPr>
            <p:cNvSpPr>
              <a:spLocks noChangeShapeType="1"/>
            </p:cNvSpPr>
            <p:nvPr/>
          </p:nvSpPr>
          <p:spPr bwMode="auto">
            <a:xfrm>
              <a:off x="1056" y="3624"/>
              <a:ext cx="13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 name="Oval 53">
              <a:extLst>
                <a:ext uri="{FF2B5EF4-FFF2-40B4-BE49-F238E27FC236}">
                  <a16:creationId xmlns:a16="http://schemas.microsoft.com/office/drawing/2014/main" id="{274CA762-A0EF-AFE1-920C-97989A1A1C97}"/>
                </a:ext>
              </a:extLst>
            </p:cNvPr>
            <p:cNvSpPr>
              <a:spLocks noChangeArrowheads="1"/>
            </p:cNvSpPr>
            <p:nvPr/>
          </p:nvSpPr>
          <p:spPr bwMode="auto">
            <a:xfrm>
              <a:off x="988" y="3580"/>
              <a:ext cx="68" cy="67"/>
            </a:xfrm>
            <a:prstGeom prst="ellipse">
              <a:avLst/>
            </a:prstGeom>
            <a:solidFill>
              <a:schemeClr val="tx1"/>
            </a:solidFill>
            <a:ln w="28575">
              <a:solidFill>
                <a:schemeClr val="tx1"/>
              </a:solidFill>
              <a:round/>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35" name="Line 54">
              <a:extLst>
                <a:ext uri="{FF2B5EF4-FFF2-40B4-BE49-F238E27FC236}">
                  <a16:creationId xmlns:a16="http://schemas.microsoft.com/office/drawing/2014/main" id="{82266E70-1B15-997F-5BFA-62941E9B98BB}"/>
                </a:ext>
              </a:extLst>
            </p:cNvPr>
            <p:cNvSpPr>
              <a:spLocks noChangeShapeType="1"/>
            </p:cNvSpPr>
            <p:nvPr/>
          </p:nvSpPr>
          <p:spPr bwMode="auto">
            <a:xfrm>
              <a:off x="738" y="3533"/>
              <a:ext cx="31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 name="Line 55">
              <a:extLst>
                <a:ext uri="{FF2B5EF4-FFF2-40B4-BE49-F238E27FC236}">
                  <a16:creationId xmlns:a16="http://schemas.microsoft.com/office/drawing/2014/main" id="{BFC5392A-D78E-4FAB-D556-E35619AAF76A}"/>
                </a:ext>
              </a:extLst>
            </p:cNvPr>
            <p:cNvSpPr>
              <a:spLocks noChangeShapeType="1"/>
            </p:cNvSpPr>
            <p:nvPr/>
          </p:nvSpPr>
          <p:spPr bwMode="auto">
            <a:xfrm>
              <a:off x="829" y="3510"/>
              <a:ext cx="136" cy="0"/>
            </a:xfrm>
            <a:prstGeom prst="line">
              <a:avLst/>
            </a:prstGeom>
            <a:noFill/>
            <a:ln w="1016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7" name="Line 56">
              <a:extLst>
                <a:ext uri="{FF2B5EF4-FFF2-40B4-BE49-F238E27FC236}">
                  <a16:creationId xmlns:a16="http://schemas.microsoft.com/office/drawing/2014/main" id="{3AAE1D82-51A0-BE0D-BA67-9C8435DCC020}"/>
                </a:ext>
              </a:extLst>
            </p:cNvPr>
            <p:cNvSpPr>
              <a:spLocks noChangeShapeType="1"/>
            </p:cNvSpPr>
            <p:nvPr/>
          </p:nvSpPr>
          <p:spPr bwMode="auto">
            <a:xfrm>
              <a:off x="602" y="3624"/>
              <a:ext cx="136" cy="0"/>
            </a:xfrm>
            <a:prstGeom prst="line">
              <a:avLst/>
            </a:prstGeom>
            <a:noFill/>
            <a:ln w="28575">
              <a:solidFill>
                <a:schemeClr val="tx1"/>
              </a:solidFill>
              <a:round/>
              <a:headEnd type="oval"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 name="Line 57">
              <a:extLst>
                <a:ext uri="{FF2B5EF4-FFF2-40B4-BE49-F238E27FC236}">
                  <a16:creationId xmlns:a16="http://schemas.microsoft.com/office/drawing/2014/main" id="{F65E26BB-401F-18B1-F260-E235B53DF9A2}"/>
                </a:ext>
              </a:extLst>
            </p:cNvPr>
            <p:cNvSpPr>
              <a:spLocks noChangeShapeType="1"/>
            </p:cNvSpPr>
            <p:nvPr/>
          </p:nvSpPr>
          <p:spPr bwMode="auto">
            <a:xfrm>
              <a:off x="511" y="3850"/>
              <a:ext cx="182"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 name="Oval 61">
              <a:extLst>
                <a:ext uri="{FF2B5EF4-FFF2-40B4-BE49-F238E27FC236}">
                  <a16:creationId xmlns:a16="http://schemas.microsoft.com/office/drawing/2014/main" id="{0FEEF235-961A-FA5D-8A90-3A3FA4952759}"/>
                </a:ext>
              </a:extLst>
            </p:cNvPr>
            <p:cNvSpPr>
              <a:spLocks noChangeArrowheads="1"/>
            </p:cNvSpPr>
            <p:nvPr/>
          </p:nvSpPr>
          <p:spPr bwMode="auto">
            <a:xfrm>
              <a:off x="739" y="3217"/>
              <a:ext cx="68" cy="67"/>
            </a:xfrm>
            <a:prstGeom prst="ellipse">
              <a:avLst/>
            </a:prstGeom>
            <a:solidFill>
              <a:schemeClr val="tx1"/>
            </a:solidFill>
            <a:ln w="28575">
              <a:solidFill>
                <a:schemeClr val="tx1"/>
              </a:solidFill>
              <a:round/>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40" name="Line 62">
              <a:extLst>
                <a:ext uri="{FF2B5EF4-FFF2-40B4-BE49-F238E27FC236}">
                  <a16:creationId xmlns:a16="http://schemas.microsoft.com/office/drawing/2014/main" id="{D64FDCBC-6F35-D413-E5D6-F4962D476308}"/>
                </a:ext>
              </a:extLst>
            </p:cNvPr>
            <p:cNvSpPr>
              <a:spLocks noChangeShapeType="1"/>
            </p:cNvSpPr>
            <p:nvPr/>
          </p:nvSpPr>
          <p:spPr bwMode="auto">
            <a:xfrm>
              <a:off x="830" y="3147"/>
              <a:ext cx="136" cy="0"/>
            </a:xfrm>
            <a:prstGeom prst="line">
              <a:avLst/>
            </a:prstGeom>
            <a:noFill/>
            <a:ln w="1016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 name="Line 63">
              <a:extLst>
                <a:ext uri="{FF2B5EF4-FFF2-40B4-BE49-F238E27FC236}">
                  <a16:creationId xmlns:a16="http://schemas.microsoft.com/office/drawing/2014/main" id="{76F00611-CAED-9F3C-7AEC-205405C5C9BC}"/>
                </a:ext>
              </a:extLst>
            </p:cNvPr>
            <p:cNvSpPr>
              <a:spLocks noChangeShapeType="1"/>
            </p:cNvSpPr>
            <p:nvPr/>
          </p:nvSpPr>
          <p:spPr bwMode="auto">
            <a:xfrm>
              <a:off x="603" y="3261"/>
              <a:ext cx="13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 name="Line 64">
              <a:extLst>
                <a:ext uri="{FF2B5EF4-FFF2-40B4-BE49-F238E27FC236}">
                  <a16:creationId xmlns:a16="http://schemas.microsoft.com/office/drawing/2014/main" id="{90973D38-1DFC-DA15-3E78-FF660FD639A2}"/>
                </a:ext>
              </a:extLst>
            </p:cNvPr>
            <p:cNvSpPr>
              <a:spLocks noChangeShapeType="1"/>
            </p:cNvSpPr>
            <p:nvPr/>
          </p:nvSpPr>
          <p:spPr bwMode="auto">
            <a:xfrm>
              <a:off x="830" y="3510"/>
              <a:ext cx="136" cy="0"/>
            </a:xfrm>
            <a:prstGeom prst="line">
              <a:avLst/>
            </a:prstGeom>
            <a:noFill/>
            <a:ln w="1016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58" name="Group 80">
            <a:extLst>
              <a:ext uri="{FF2B5EF4-FFF2-40B4-BE49-F238E27FC236}">
                <a16:creationId xmlns:a16="http://schemas.microsoft.com/office/drawing/2014/main" id="{2E3D5039-45E2-3AD0-B9F3-19D6223B5961}"/>
              </a:ext>
            </a:extLst>
          </p:cNvPr>
          <p:cNvGrpSpPr>
            <a:grpSpLocks/>
          </p:cNvGrpSpPr>
          <p:nvPr/>
        </p:nvGrpSpPr>
        <p:grpSpPr bwMode="auto">
          <a:xfrm>
            <a:off x="3128963" y="3489325"/>
            <a:ext cx="2811462" cy="2525713"/>
            <a:chOff x="1971" y="2198"/>
            <a:chExt cx="1771" cy="1591"/>
          </a:xfrm>
        </p:grpSpPr>
        <p:sp>
          <p:nvSpPr>
            <p:cNvPr id="59" name="Text Box 58">
              <a:extLst>
                <a:ext uri="{FF2B5EF4-FFF2-40B4-BE49-F238E27FC236}">
                  <a16:creationId xmlns:a16="http://schemas.microsoft.com/office/drawing/2014/main" id="{2825D600-B618-78EA-E02C-F7CFE862228D}"/>
                </a:ext>
              </a:extLst>
            </p:cNvPr>
            <p:cNvSpPr txBox="1">
              <a:spLocks noChangeArrowheads="1"/>
            </p:cNvSpPr>
            <p:nvPr/>
          </p:nvSpPr>
          <p:spPr bwMode="auto">
            <a:xfrm>
              <a:off x="2348" y="2288"/>
              <a:ext cx="953" cy="1501"/>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nchorCtr="1"/>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lang="en-US" altLang="zh-CN" sz="2400"/>
                <a:t>4</a:t>
              </a:r>
              <a:r>
                <a:rPr lang="zh-CN" altLang="en-US" sz="2400"/>
                <a:t>线</a:t>
              </a:r>
              <a:r>
                <a:rPr lang="en-US" altLang="zh-CN" sz="2400"/>
                <a:t>-2</a:t>
              </a:r>
              <a:r>
                <a:rPr lang="zh-CN" altLang="en-US" sz="2400"/>
                <a:t>线</a:t>
              </a:r>
            </a:p>
            <a:p>
              <a:pPr algn="ctr" eaLnBrk="1" hangingPunct="1">
                <a:spcAft>
                  <a:spcPct val="0"/>
                </a:spcAft>
                <a:buFontTx/>
                <a:buNone/>
              </a:pPr>
              <a:r>
                <a:rPr lang="zh-CN" altLang="en-US" sz="2400"/>
                <a:t>普通</a:t>
              </a:r>
            </a:p>
            <a:p>
              <a:pPr algn="ctr" eaLnBrk="1" hangingPunct="1">
                <a:spcAft>
                  <a:spcPct val="0"/>
                </a:spcAft>
                <a:buFontTx/>
                <a:buNone/>
              </a:pPr>
              <a:r>
                <a:rPr lang="zh-CN" altLang="en-US" sz="2400"/>
                <a:t>编码器</a:t>
              </a:r>
            </a:p>
          </p:txBody>
        </p:sp>
        <p:sp>
          <p:nvSpPr>
            <p:cNvPr id="60" name="Line 59">
              <a:extLst>
                <a:ext uri="{FF2B5EF4-FFF2-40B4-BE49-F238E27FC236}">
                  <a16:creationId xmlns:a16="http://schemas.microsoft.com/office/drawing/2014/main" id="{1897407C-C8C2-A548-B350-49A2D48B5DDB}"/>
                </a:ext>
              </a:extLst>
            </p:cNvPr>
            <p:cNvSpPr>
              <a:spLocks noChangeShapeType="1"/>
            </p:cNvSpPr>
            <p:nvPr/>
          </p:nvSpPr>
          <p:spPr bwMode="auto">
            <a:xfrm>
              <a:off x="3301" y="2882"/>
              <a:ext cx="38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 name="Line 60">
              <a:extLst>
                <a:ext uri="{FF2B5EF4-FFF2-40B4-BE49-F238E27FC236}">
                  <a16:creationId xmlns:a16="http://schemas.microsoft.com/office/drawing/2014/main" id="{08C379B4-4226-F015-806B-9D61964B1444}"/>
                </a:ext>
              </a:extLst>
            </p:cNvPr>
            <p:cNvSpPr>
              <a:spLocks noChangeShapeType="1"/>
            </p:cNvSpPr>
            <p:nvPr/>
          </p:nvSpPr>
          <p:spPr bwMode="auto">
            <a:xfrm>
              <a:off x="3301" y="3245"/>
              <a:ext cx="38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 name="Text Box 65">
              <a:extLst>
                <a:ext uri="{FF2B5EF4-FFF2-40B4-BE49-F238E27FC236}">
                  <a16:creationId xmlns:a16="http://schemas.microsoft.com/office/drawing/2014/main" id="{7738EA89-45A6-5A44-A69B-8E567CBBDB91}"/>
                </a:ext>
              </a:extLst>
            </p:cNvPr>
            <p:cNvSpPr txBox="1">
              <a:spLocks noChangeArrowheads="1"/>
            </p:cNvSpPr>
            <p:nvPr/>
          </p:nvSpPr>
          <p:spPr bwMode="auto">
            <a:xfrm>
              <a:off x="1971" y="2198"/>
              <a:ext cx="26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Times New Roman" panose="02020603050405020304" pitchFamily="18" charset="0"/>
                </a:rPr>
                <a:t>I</a:t>
              </a:r>
              <a:r>
                <a:rPr lang="en-US" altLang="zh-CN" sz="1800">
                  <a:latin typeface="Times New Roman" panose="02020603050405020304" pitchFamily="18" charset="0"/>
                </a:rPr>
                <a:t>3</a:t>
              </a:r>
            </a:p>
          </p:txBody>
        </p:sp>
        <p:sp>
          <p:nvSpPr>
            <p:cNvPr id="63" name="Text Box 66">
              <a:extLst>
                <a:ext uri="{FF2B5EF4-FFF2-40B4-BE49-F238E27FC236}">
                  <a16:creationId xmlns:a16="http://schemas.microsoft.com/office/drawing/2014/main" id="{6FC33D80-F2DD-B8D4-1DD0-4FF0221D2832}"/>
                </a:ext>
              </a:extLst>
            </p:cNvPr>
            <p:cNvSpPr txBox="1">
              <a:spLocks noChangeArrowheads="1"/>
            </p:cNvSpPr>
            <p:nvPr/>
          </p:nvSpPr>
          <p:spPr bwMode="auto">
            <a:xfrm>
              <a:off x="1971" y="2561"/>
              <a:ext cx="26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Times New Roman" panose="02020603050405020304" pitchFamily="18" charset="0"/>
                </a:rPr>
                <a:t>I</a:t>
              </a:r>
              <a:r>
                <a:rPr lang="en-US" altLang="zh-CN" sz="1800">
                  <a:latin typeface="Times New Roman" panose="02020603050405020304" pitchFamily="18" charset="0"/>
                </a:rPr>
                <a:t>2</a:t>
              </a:r>
            </a:p>
          </p:txBody>
        </p:sp>
        <p:sp>
          <p:nvSpPr>
            <p:cNvPr id="64" name="Text Box 67">
              <a:extLst>
                <a:ext uri="{FF2B5EF4-FFF2-40B4-BE49-F238E27FC236}">
                  <a16:creationId xmlns:a16="http://schemas.microsoft.com/office/drawing/2014/main" id="{97B47DD0-376C-8523-9BE8-18EB0700C3F3}"/>
                </a:ext>
              </a:extLst>
            </p:cNvPr>
            <p:cNvSpPr txBox="1">
              <a:spLocks noChangeArrowheads="1"/>
            </p:cNvSpPr>
            <p:nvPr/>
          </p:nvSpPr>
          <p:spPr bwMode="auto">
            <a:xfrm>
              <a:off x="1972" y="2924"/>
              <a:ext cx="26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Times New Roman" panose="02020603050405020304" pitchFamily="18" charset="0"/>
                </a:rPr>
                <a:t>I</a:t>
              </a:r>
              <a:r>
                <a:rPr lang="en-US" altLang="zh-CN" sz="1800">
                  <a:latin typeface="Times New Roman" panose="02020603050405020304" pitchFamily="18" charset="0"/>
                </a:rPr>
                <a:t>1</a:t>
              </a:r>
            </a:p>
          </p:txBody>
        </p:sp>
        <p:sp>
          <p:nvSpPr>
            <p:cNvPr id="65" name="Text Box 68">
              <a:extLst>
                <a:ext uri="{FF2B5EF4-FFF2-40B4-BE49-F238E27FC236}">
                  <a16:creationId xmlns:a16="http://schemas.microsoft.com/office/drawing/2014/main" id="{3A88D2CB-2283-F075-94A9-F2C187273324}"/>
                </a:ext>
              </a:extLst>
            </p:cNvPr>
            <p:cNvSpPr txBox="1">
              <a:spLocks noChangeArrowheads="1"/>
            </p:cNvSpPr>
            <p:nvPr/>
          </p:nvSpPr>
          <p:spPr bwMode="auto">
            <a:xfrm>
              <a:off x="1972" y="3287"/>
              <a:ext cx="26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Times New Roman" panose="02020603050405020304" pitchFamily="18" charset="0"/>
                </a:rPr>
                <a:t>I</a:t>
              </a:r>
              <a:r>
                <a:rPr lang="en-US" altLang="zh-CN" sz="1800">
                  <a:latin typeface="Times New Roman" panose="02020603050405020304" pitchFamily="18" charset="0"/>
                </a:rPr>
                <a:t>0</a:t>
              </a:r>
            </a:p>
          </p:txBody>
        </p:sp>
        <p:sp>
          <p:nvSpPr>
            <p:cNvPr id="66" name="Text Box 69">
              <a:extLst>
                <a:ext uri="{FF2B5EF4-FFF2-40B4-BE49-F238E27FC236}">
                  <a16:creationId xmlns:a16="http://schemas.microsoft.com/office/drawing/2014/main" id="{867D16BC-18DC-1EB3-016F-CED6E5D75005}"/>
                </a:ext>
              </a:extLst>
            </p:cNvPr>
            <p:cNvSpPr txBox="1">
              <a:spLocks noChangeArrowheads="1"/>
            </p:cNvSpPr>
            <p:nvPr/>
          </p:nvSpPr>
          <p:spPr bwMode="auto">
            <a:xfrm>
              <a:off x="3415" y="2588"/>
              <a:ext cx="32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Times New Roman" panose="02020603050405020304" pitchFamily="18" charset="0"/>
                </a:rPr>
                <a:t>Y</a:t>
              </a:r>
              <a:r>
                <a:rPr lang="en-US" altLang="zh-CN" sz="1800">
                  <a:latin typeface="Times New Roman" panose="02020603050405020304" pitchFamily="18" charset="0"/>
                </a:rPr>
                <a:t>1</a:t>
              </a:r>
            </a:p>
          </p:txBody>
        </p:sp>
        <p:sp>
          <p:nvSpPr>
            <p:cNvPr id="67" name="Text Box 70">
              <a:extLst>
                <a:ext uri="{FF2B5EF4-FFF2-40B4-BE49-F238E27FC236}">
                  <a16:creationId xmlns:a16="http://schemas.microsoft.com/office/drawing/2014/main" id="{D00A4B37-945C-3DB5-328E-C0D262BD01FD}"/>
                </a:ext>
              </a:extLst>
            </p:cNvPr>
            <p:cNvSpPr txBox="1">
              <a:spLocks noChangeArrowheads="1"/>
            </p:cNvSpPr>
            <p:nvPr/>
          </p:nvSpPr>
          <p:spPr bwMode="auto">
            <a:xfrm>
              <a:off x="3415" y="2951"/>
              <a:ext cx="32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Times New Roman" panose="02020603050405020304" pitchFamily="18" charset="0"/>
                </a:rPr>
                <a:t>Y</a:t>
              </a:r>
              <a:r>
                <a:rPr lang="en-US" altLang="zh-CN" sz="1800">
                  <a:latin typeface="Times New Roman" panose="02020603050405020304" pitchFamily="18" charset="0"/>
                </a:rPr>
                <a:t>0</a:t>
              </a:r>
            </a:p>
          </p:txBody>
        </p:sp>
      </p:grpSp>
      <p:grpSp>
        <p:nvGrpSpPr>
          <p:cNvPr id="68" name="Group 79">
            <a:extLst>
              <a:ext uri="{FF2B5EF4-FFF2-40B4-BE49-F238E27FC236}">
                <a16:creationId xmlns:a16="http://schemas.microsoft.com/office/drawing/2014/main" id="{890EEF74-D7BA-8E83-F289-0C0DFBBDC50B}"/>
              </a:ext>
            </a:extLst>
          </p:cNvPr>
          <p:cNvGrpSpPr>
            <a:grpSpLocks/>
          </p:cNvGrpSpPr>
          <p:nvPr/>
        </p:nvGrpSpPr>
        <p:grpSpPr bwMode="auto">
          <a:xfrm>
            <a:off x="6259513" y="2543175"/>
            <a:ext cx="2038350" cy="3506788"/>
            <a:chOff x="3943" y="1638"/>
            <a:chExt cx="1284" cy="2209"/>
          </a:xfrm>
        </p:grpSpPr>
        <p:sp>
          <p:nvSpPr>
            <p:cNvPr id="69" name="Text Box 4">
              <a:extLst>
                <a:ext uri="{FF2B5EF4-FFF2-40B4-BE49-F238E27FC236}">
                  <a16:creationId xmlns:a16="http://schemas.microsoft.com/office/drawing/2014/main" id="{BDA216B2-3A38-B6BC-9A4E-654E76AA169D}"/>
                </a:ext>
              </a:extLst>
            </p:cNvPr>
            <p:cNvSpPr txBox="1">
              <a:spLocks noChangeArrowheads="1"/>
            </p:cNvSpPr>
            <p:nvPr/>
          </p:nvSpPr>
          <p:spPr bwMode="auto">
            <a:xfrm>
              <a:off x="4571" y="2145"/>
              <a:ext cx="65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b="0">
                  <a:latin typeface="Times New Roman" panose="02020603050405020304" pitchFamily="18" charset="0"/>
                  <a:ea typeface="楷体_GB2312" pitchFamily="49" charset="-122"/>
                </a:rPr>
                <a:t>Y</a:t>
              </a:r>
              <a:r>
                <a:rPr kumimoji="1" lang="en-US" altLang="zh-CN" sz="2000" b="0">
                  <a:latin typeface="Times New Roman" panose="02020603050405020304" pitchFamily="18" charset="0"/>
                  <a:ea typeface="楷体_GB2312" pitchFamily="49" charset="-122"/>
                </a:rPr>
                <a:t>1</a:t>
              </a:r>
              <a:r>
                <a:rPr kumimoji="1" lang="en-US" altLang="zh-CN" b="0">
                  <a:latin typeface="Times New Roman" panose="02020603050405020304" pitchFamily="18" charset="0"/>
                  <a:ea typeface="楷体_GB2312" pitchFamily="49" charset="-122"/>
                </a:rPr>
                <a:t> Y</a:t>
              </a:r>
              <a:r>
                <a:rPr kumimoji="1" lang="en-US" altLang="zh-CN" sz="2000" b="0">
                  <a:latin typeface="Times New Roman" panose="02020603050405020304" pitchFamily="18" charset="0"/>
                  <a:ea typeface="楷体_GB2312" pitchFamily="49" charset="-122"/>
                </a:rPr>
                <a:t>0</a:t>
              </a:r>
              <a:endParaRPr kumimoji="1" lang="zh-CN" altLang="en-US" sz="2000" b="0">
                <a:latin typeface="Times New Roman" panose="02020603050405020304" pitchFamily="18" charset="0"/>
                <a:ea typeface="楷体_GB2312" pitchFamily="49" charset="-122"/>
              </a:endParaRPr>
            </a:p>
          </p:txBody>
        </p:sp>
        <p:sp>
          <p:nvSpPr>
            <p:cNvPr id="70" name="Text Box 5">
              <a:extLst>
                <a:ext uri="{FF2B5EF4-FFF2-40B4-BE49-F238E27FC236}">
                  <a16:creationId xmlns:a16="http://schemas.microsoft.com/office/drawing/2014/main" id="{1AD4507C-928D-9443-C478-1604476F7C56}"/>
                </a:ext>
              </a:extLst>
            </p:cNvPr>
            <p:cNvSpPr txBox="1">
              <a:spLocks noChangeArrowheads="1"/>
            </p:cNvSpPr>
            <p:nvPr/>
          </p:nvSpPr>
          <p:spPr bwMode="auto">
            <a:xfrm>
              <a:off x="4059" y="2668"/>
              <a:ext cx="1127" cy="1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b="0">
                  <a:latin typeface="Times New Roman" panose="02020603050405020304" pitchFamily="18" charset="0"/>
                  <a:ea typeface="楷体_GB2312" pitchFamily="49" charset="-122"/>
                </a:rPr>
                <a:t>I</a:t>
              </a:r>
              <a:r>
                <a:rPr kumimoji="1" lang="en-US" altLang="zh-CN" sz="2400" b="0">
                  <a:latin typeface="Times New Roman" panose="02020603050405020304" pitchFamily="18" charset="0"/>
                  <a:ea typeface="楷体_GB2312" pitchFamily="49" charset="-122"/>
                </a:rPr>
                <a:t>0</a:t>
              </a:r>
              <a:r>
                <a:rPr kumimoji="1" lang="en-US" altLang="zh-CN" b="0">
                  <a:latin typeface="Times New Roman" panose="02020603050405020304" pitchFamily="18" charset="0"/>
                  <a:ea typeface="楷体_GB2312" pitchFamily="49" charset="-122"/>
                </a:rPr>
                <a:t>       0    0</a:t>
              </a:r>
            </a:p>
            <a:p>
              <a:pPr eaLnBrk="1" hangingPunct="1">
                <a:spcAft>
                  <a:spcPct val="0"/>
                </a:spcAft>
                <a:buFontTx/>
                <a:buNone/>
              </a:pPr>
              <a:r>
                <a:rPr kumimoji="1" lang="en-US" altLang="zh-CN" b="0">
                  <a:latin typeface="Times New Roman" panose="02020603050405020304" pitchFamily="18" charset="0"/>
                  <a:ea typeface="楷体_GB2312" pitchFamily="49" charset="-122"/>
                </a:rPr>
                <a:t>I</a:t>
              </a:r>
              <a:r>
                <a:rPr kumimoji="1" lang="en-US" altLang="zh-CN" sz="2400" b="0">
                  <a:latin typeface="Times New Roman" panose="02020603050405020304" pitchFamily="18" charset="0"/>
                  <a:ea typeface="楷体_GB2312" pitchFamily="49" charset="-122"/>
                </a:rPr>
                <a:t>1</a:t>
              </a:r>
              <a:r>
                <a:rPr kumimoji="1" lang="en-US" altLang="zh-CN" b="0">
                  <a:latin typeface="Times New Roman" panose="02020603050405020304" pitchFamily="18" charset="0"/>
                  <a:ea typeface="楷体_GB2312" pitchFamily="49" charset="-122"/>
                </a:rPr>
                <a:t>       0    1</a:t>
              </a:r>
            </a:p>
            <a:p>
              <a:pPr eaLnBrk="1" hangingPunct="1">
                <a:spcAft>
                  <a:spcPct val="0"/>
                </a:spcAft>
                <a:buFontTx/>
                <a:buNone/>
              </a:pPr>
              <a:r>
                <a:rPr kumimoji="1" lang="en-US" altLang="zh-CN" b="0">
                  <a:latin typeface="Times New Roman" panose="02020603050405020304" pitchFamily="18" charset="0"/>
                  <a:ea typeface="楷体_GB2312" pitchFamily="49" charset="-122"/>
                </a:rPr>
                <a:t>I</a:t>
              </a:r>
              <a:r>
                <a:rPr kumimoji="1" lang="en-US" altLang="zh-CN" sz="2400" b="0">
                  <a:latin typeface="Times New Roman" panose="02020603050405020304" pitchFamily="18" charset="0"/>
                  <a:ea typeface="楷体_GB2312" pitchFamily="49" charset="-122"/>
                </a:rPr>
                <a:t>2</a:t>
              </a:r>
              <a:r>
                <a:rPr kumimoji="1" lang="en-US" altLang="zh-CN" b="0">
                  <a:latin typeface="Times New Roman" panose="02020603050405020304" pitchFamily="18" charset="0"/>
                  <a:ea typeface="楷体_GB2312" pitchFamily="49" charset="-122"/>
                </a:rPr>
                <a:t>       1    0</a:t>
              </a:r>
            </a:p>
            <a:p>
              <a:pPr eaLnBrk="1" hangingPunct="1">
                <a:spcAft>
                  <a:spcPct val="0"/>
                </a:spcAft>
                <a:buFontTx/>
                <a:buNone/>
              </a:pPr>
              <a:r>
                <a:rPr kumimoji="1" lang="en-US" altLang="zh-CN" b="0">
                  <a:latin typeface="Times New Roman" panose="02020603050405020304" pitchFamily="18" charset="0"/>
                  <a:ea typeface="楷体_GB2312" pitchFamily="49" charset="-122"/>
                </a:rPr>
                <a:t>I</a:t>
              </a:r>
              <a:r>
                <a:rPr kumimoji="1" lang="en-US" altLang="zh-CN" sz="2400" b="0">
                  <a:latin typeface="Times New Roman" panose="02020603050405020304" pitchFamily="18" charset="0"/>
                  <a:ea typeface="楷体_GB2312" pitchFamily="49" charset="-122"/>
                </a:rPr>
                <a:t>3</a:t>
              </a:r>
              <a:r>
                <a:rPr kumimoji="1" lang="en-US" altLang="zh-CN" b="0">
                  <a:latin typeface="Times New Roman" panose="02020603050405020304" pitchFamily="18" charset="0"/>
                  <a:ea typeface="楷体_GB2312" pitchFamily="49" charset="-122"/>
                </a:rPr>
                <a:t>       1    1</a:t>
              </a:r>
              <a:endParaRPr kumimoji="1" lang="en-US" altLang="zh-CN" b="0" baseline="-25000">
                <a:latin typeface="Times New Roman" panose="02020603050405020304" pitchFamily="18" charset="0"/>
                <a:ea typeface="楷体_GB2312" pitchFamily="49" charset="-122"/>
              </a:endParaRPr>
            </a:p>
          </p:txBody>
        </p:sp>
        <p:sp>
          <p:nvSpPr>
            <p:cNvPr id="71" name="Line 6">
              <a:extLst>
                <a:ext uri="{FF2B5EF4-FFF2-40B4-BE49-F238E27FC236}">
                  <a16:creationId xmlns:a16="http://schemas.microsoft.com/office/drawing/2014/main" id="{55FFB646-AE63-3E1F-9834-BC6BAA8465C5}"/>
                </a:ext>
              </a:extLst>
            </p:cNvPr>
            <p:cNvSpPr>
              <a:spLocks noChangeShapeType="1"/>
            </p:cNvSpPr>
            <p:nvPr/>
          </p:nvSpPr>
          <p:spPr bwMode="auto">
            <a:xfrm>
              <a:off x="4490" y="2033"/>
              <a:ext cx="0" cy="181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 name="Line 7">
              <a:extLst>
                <a:ext uri="{FF2B5EF4-FFF2-40B4-BE49-F238E27FC236}">
                  <a16:creationId xmlns:a16="http://schemas.microsoft.com/office/drawing/2014/main" id="{C2DFD6ED-8DF9-E674-5297-E1080E25A298}"/>
                </a:ext>
              </a:extLst>
            </p:cNvPr>
            <p:cNvSpPr>
              <a:spLocks noChangeShapeType="1"/>
            </p:cNvSpPr>
            <p:nvPr/>
          </p:nvSpPr>
          <p:spPr bwMode="auto">
            <a:xfrm>
              <a:off x="3945" y="2645"/>
              <a:ext cx="127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 name="Line 8">
              <a:extLst>
                <a:ext uri="{FF2B5EF4-FFF2-40B4-BE49-F238E27FC236}">
                  <a16:creationId xmlns:a16="http://schemas.microsoft.com/office/drawing/2014/main" id="{72396D6C-8329-F3B6-C759-F7E1E8A11994}"/>
                </a:ext>
              </a:extLst>
            </p:cNvPr>
            <p:cNvSpPr>
              <a:spLocks noChangeShapeType="1"/>
            </p:cNvSpPr>
            <p:nvPr/>
          </p:nvSpPr>
          <p:spPr bwMode="auto">
            <a:xfrm>
              <a:off x="3945" y="3847"/>
              <a:ext cx="127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 name="Line 9">
              <a:extLst>
                <a:ext uri="{FF2B5EF4-FFF2-40B4-BE49-F238E27FC236}">
                  <a16:creationId xmlns:a16="http://schemas.microsoft.com/office/drawing/2014/main" id="{7CF5F497-355E-EDED-6EAC-4EDC590E7C41}"/>
                </a:ext>
              </a:extLst>
            </p:cNvPr>
            <p:cNvSpPr>
              <a:spLocks noChangeShapeType="1"/>
            </p:cNvSpPr>
            <p:nvPr/>
          </p:nvSpPr>
          <p:spPr bwMode="auto">
            <a:xfrm>
              <a:off x="3945" y="2033"/>
              <a:ext cx="127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 name="Text Box 10">
              <a:extLst>
                <a:ext uri="{FF2B5EF4-FFF2-40B4-BE49-F238E27FC236}">
                  <a16:creationId xmlns:a16="http://schemas.microsoft.com/office/drawing/2014/main" id="{B4DCA4E6-17E2-D4E3-B91F-F26959C9FB9B}"/>
                </a:ext>
              </a:extLst>
            </p:cNvPr>
            <p:cNvSpPr txBox="1">
              <a:spLocks noChangeArrowheads="1"/>
            </p:cNvSpPr>
            <p:nvPr/>
          </p:nvSpPr>
          <p:spPr bwMode="auto">
            <a:xfrm>
              <a:off x="3943" y="2056"/>
              <a:ext cx="506"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zh-CN" altLang="en-US" sz="2400"/>
                <a:t>输入</a:t>
              </a:r>
            </a:p>
            <a:p>
              <a:pPr eaLnBrk="1" hangingPunct="1">
                <a:spcAft>
                  <a:spcPct val="0"/>
                </a:spcAft>
                <a:buFontTx/>
                <a:buNone/>
              </a:pPr>
              <a:r>
                <a:rPr lang="zh-CN" altLang="en-US" sz="2400"/>
                <a:t>有效</a:t>
              </a:r>
            </a:p>
          </p:txBody>
        </p:sp>
        <p:sp>
          <p:nvSpPr>
            <p:cNvPr id="76" name="Rectangle 75">
              <a:extLst>
                <a:ext uri="{FF2B5EF4-FFF2-40B4-BE49-F238E27FC236}">
                  <a16:creationId xmlns:a16="http://schemas.microsoft.com/office/drawing/2014/main" id="{804E1E26-0CFB-F7AF-4E84-BCF7D1245AC1}"/>
                </a:ext>
              </a:extLst>
            </p:cNvPr>
            <p:cNvSpPr>
              <a:spLocks noChangeArrowheads="1"/>
            </p:cNvSpPr>
            <p:nvPr/>
          </p:nvSpPr>
          <p:spPr bwMode="auto">
            <a:xfrm>
              <a:off x="4127" y="1638"/>
              <a:ext cx="90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zh-CN" altLang="en-US">
                  <a:latin typeface="Times New Roman" panose="02020603050405020304" pitchFamily="18" charset="0"/>
                </a:rPr>
                <a:t>编 码 表</a:t>
              </a:r>
              <a:endParaRPr lang="en-US" altLang="zh-CN">
                <a:latin typeface="Times New Roman" panose="02020603050405020304" pitchFamily="18" charset="0"/>
              </a:endParaRPr>
            </a:p>
          </p:txBody>
        </p:sp>
      </p:grpSp>
    </p:spTree>
    <p:extLst>
      <p:ext uri="{BB962C8B-B14F-4D97-AF65-F5344CB8AC3E}">
        <p14:creationId xmlns:p14="http://schemas.microsoft.com/office/powerpoint/2010/main" val="31947954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779840-9720-6FCD-D863-42021AF1AF98}"/>
              </a:ext>
            </a:extLst>
          </p:cNvPr>
          <p:cNvSpPr>
            <a:spLocks noGrp="1"/>
          </p:cNvSpPr>
          <p:nvPr>
            <p:ph type="title"/>
          </p:nvPr>
        </p:nvSpPr>
        <p:spPr/>
        <p:txBody>
          <a:bodyPr>
            <a:normAutofit fontScale="90000"/>
          </a:bodyPr>
          <a:lstStyle/>
          <a:p>
            <a:r>
              <a:rPr lang="en-US" altLang="zh-CN" dirty="0"/>
              <a:t>4</a:t>
            </a:r>
            <a:r>
              <a:rPr lang="zh-CN" altLang="en-US" dirty="0"/>
              <a:t>线</a:t>
            </a:r>
            <a:r>
              <a:rPr lang="en-US" altLang="zh-CN" dirty="0"/>
              <a:t>-2</a:t>
            </a:r>
            <a:r>
              <a:rPr lang="zh-CN" altLang="en-US" dirty="0"/>
              <a:t>线普通编码器</a:t>
            </a:r>
            <a:endParaRPr kumimoji="1" lang="zh-CN" altLang="en-US" dirty="0"/>
          </a:p>
        </p:txBody>
      </p:sp>
      <p:sp>
        <p:nvSpPr>
          <p:cNvPr id="4" name="页脚占位符 3">
            <a:extLst>
              <a:ext uri="{FF2B5EF4-FFF2-40B4-BE49-F238E27FC236}">
                <a16:creationId xmlns:a16="http://schemas.microsoft.com/office/drawing/2014/main" id="{26CA380B-1C3A-6836-C85F-DBAEF0CA1473}"/>
              </a:ext>
            </a:extLst>
          </p:cNvPr>
          <p:cNvSpPr>
            <a:spLocks noGrp="1"/>
          </p:cNvSpPr>
          <p:nvPr>
            <p:ph type="ftr" sz="quarter" idx="11"/>
          </p:nvPr>
        </p:nvSpPr>
        <p:spPr/>
        <p:txBody>
          <a:bodyPr/>
          <a:lstStyle/>
          <a:p>
            <a:r>
              <a:rPr lang="zh-CN" altLang="en-US"/>
              <a:t>模拟与数字电路：</a:t>
            </a:r>
            <a:r>
              <a:rPr lang="en-US" altLang="zh-CN"/>
              <a:t>6. </a:t>
            </a:r>
            <a:r>
              <a:rPr lang="zh-CN" altLang="en-US"/>
              <a:t>组合逻辑电路</a:t>
            </a:r>
            <a:r>
              <a:rPr lang="en-US" altLang="zh-CN"/>
              <a:t>2</a:t>
            </a:r>
            <a:endParaRPr lang="en-US" dirty="0"/>
          </a:p>
        </p:txBody>
      </p:sp>
      <p:sp>
        <p:nvSpPr>
          <p:cNvPr id="5" name="灯片编号占位符 4">
            <a:extLst>
              <a:ext uri="{FF2B5EF4-FFF2-40B4-BE49-F238E27FC236}">
                <a16:creationId xmlns:a16="http://schemas.microsoft.com/office/drawing/2014/main" id="{5B46D8D4-E4BD-CB16-7834-790208388F53}"/>
              </a:ext>
            </a:extLst>
          </p:cNvPr>
          <p:cNvSpPr>
            <a:spLocks noGrp="1"/>
          </p:cNvSpPr>
          <p:nvPr>
            <p:ph type="sldNum" sz="quarter" idx="12"/>
          </p:nvPr>
        </p:nvSpPr>
        <p:spPr/>
        <p:txBody>
          <a:bodyPr/>
          <a:lstStyle/>
          <a:p>
            <a:fld id="{9E260BC5-5BF3-8746-862B-DC45E9CAA88B}" type="slidenum">
              <a:rPr lang="en-US" smtClean="0"/>
              <a:pPr/>
              <a:t>5</a:t>
            </a:fld>
            <a:r>
              <a:rPr lang="en-US" altLang="zh-CN" dirty="0"/>
              <a:t>/38</a:t>
            </a:r>
            <a:endParaRPr lang="zh-CN" altLang="en-US" dirty="0"/>
          </a:p>
        </p:txBody>
      </p:sp>
      <p:sp>
        <p:nvSpPr>
          <p:cNvPr id="6" name="Rectangle 2">
            <a:extLst>
              <a:ext uri="{FF2B5EF4-FFF2-40B4-BE49-F238E27FC236}">
                <a16:creationId xmlns:a16="http://schemas.microsoft.com/office/drawing/2014/main" id="{90F6142C-92A9-A40D-D8BE-B0E88D11706D}"/>
              </a:ext>
            </a:extLst>
          </p:cNvPr>
          <p:cNvSpPr>
            <a:spLocks noChangeArrowheads="1"/>
          </p:cNvSpPr>
          <p:nvPr/>
        </p:nvSpPr>
        <p:spPr bwMode="auto">
          <a:xfrm>
            <a:off x="1247775" y="3763963"/>
            <a:ext cx="2711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zh-CN" altLang="en-US" sz="2400">
                <a:latin typeface="宋体" panose="02010600030101010101" pitchFamily="2" charset="-122"/>
              </a:rPr>
              <a:t> 其  他   </a:t>
            </a:r>
            <a:r>
              <a:rPr kumimoji="1" lang="zh-CN" altLang="en-US" sz="2400">
                <a:latin typeface="Times New Roman" panose="02020603050405020304" pitchFamily="18" charset="0"/>
              </a:rPr>
              <a:t>     </a:t>
            </a:r>
            <a:r>
              <a:rPr kumimoji="1" lang="en-US" altLang="zh-CN" sz="2400">
                <a:latin typeface="Times New Roman" panose="02020603050405020304" pitchFamily="18" charset="0"/>
              </a:rPr>
              <a:t>x    x</a:t>
            </a:r>
            <a:endParaRPr kumimoji="1" lang="zh-CN" altLang="en-US" sz="2400">
              <a:latin typeface="Times New Roman" panose="02020603050405020304" pitchFamily="18" charset="0"/>
            </a:endParaRPr>
          </a:p>
        </p:txBody>
      </p:sp>
      <p:sp>
        <p:nvSpPr>
          <p:cNvPr id="7" name="Text Box 4">
            <a:extLst>
              <a:ext uri="{FF2B5EF4-FFF2-40B4-BE49-F238E27FC236}">
                <a16:creationId xmlns:a16="http://schemas.microsoft.com/office/drawing/2014/main" id="{CFE64579-DAC0-0968-4B11-8F493DBA7D9B}"/>
              </a:ext>
            </a:extLst>
          </p:cNvPr>
          <p:cNvSpPr txBox="1">
            <a:spLocks noChangeArrowheads="1"/>
          </p:cNvSpPr>
          <p:nvPr/>
        </p:nvSpPr>
        <p:spPr bwMode="auto">
          <a:xfrm>
            <a:off x="1127125" y="2420938"/>
            <a:ext cx="2976563" cy="140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spcAft>
                <a:spcPct val="0"/>
              </a:spcAft>
              <a:buFontTx/>
              <a:buNone/>
            </a:pPr>
            <a:r>
              <a:rPr kumimoji="1" lang="en-US" altLang="zh-CN" sz="2400">
                <a:latin typeface="Times New Roman" panose="02020603050405020304" pitchFamily="18" charset="0"/>
                <a:ea typeface="楷体_GB2312" pitchFamily="49" charset="-122"/>
              </a:rPr>
              <a:t>1    1    1    </a:t>
            </a:r>
            <a:r>
              <a:rPr kumimoji="1" lang="en-US" altLang="zh-CN" sz="2400">
                <a:solidFill>
                  <a:srgbClr val="0000FF"/>
                </a:solidFill>
                <a:latin typeface="Times New Roman" panose="02020603050405020304" pitchFamily="18" charset="0"/>
                <a:ea typeface="楷体_GB2312" pitchFamily="49" charset="-122"/>
              </a:rPr>
              <a:t>0</a:t>
            </a:r>
            <a:r>
              <a:rPr kumimoji="1" lang="en-US" altLang="zh-CN" sz="2400">
                <a:latin typeface="Times New Roman" panose="02020603050405020304" pitchFamily="18" charset="0"/>
                <a:ea typeface="楷体_GB2312" pitchFamily="49" charset="-122"/>
              </a:rPr>
              <a:t>       0    0</a:t>
            </a:r>
          </a:p>
          <a:p>
            <a:pPr eaLnBrk="1" hangingPunct="1">
              <a:lnSpc>
                <a:spcPct val="90000"/>
              </a:lnSpc>
              <a:spcAft>
                <a:spcPct val="0"/>
              </a:spcAft>
              <a:buFontTx/>
              <a:buNone/>
            </a:pPr>
            <a:r>
              <a:rPr kumimoji="1" lang="en-US" altLang="zh-CN" sz="2400">
                <a:latin typeface="Times New Roman" panose="02020603050405020304" pitchFamily="18" charset="0"/>
                <a:ea typeface="楷体_GB2312" pitchFamily="49" charset="-122"/>
              </a:rPr>
              <a:t>1    1    </a:t>
            </a:r>
            <a:r>
              <a:rPr kumimoji="1" lang="en-US" altLang="zh-CN" sz="2400">
                <a:solidFill>
                  <a:srgbClr val="0000FF"/>
                </a:solidFill>
                <a:latin typeface="Times New Roman" panose="02020603050405020304" pitchFamily="18" charset="0"/>
                <a:ea typeface="楷体_GB2312" pitchFamily="49" charset="-122"/>
              </a:rPr>
              <a:t>0</a:t>
            </a:r>
            <a:r>
              <a:rPr kumimoji="1" lang="en-US" altLang="zh-CN" sz="2400">
                <a:latin typeface="Times New Roman" panose="02020603050405020304" pitchFamily="18" charset="0"/>
                <a:ea typeface="楷体_GB2312" pitchFamily="49" charset="-122"/>
              </a:rPr>
              <a:t>    1       0    1</a:t>
            </a:r>
          </a:p>
          <a:p>
            <a:pPr eaLnBrk="1" hangingPunct="1">
              <a:lnSpc>
                <a:spcPct val="90000"/>
              </a:lnSpc>
              <a:spcAft>
                <a:spcPct val="0"/>
              </a:spcAft>
              <a:buFontTx/>
              <a:buNone/>
            </a:pPr>
            <a:r>
              <a:rPr kumimoji="1" lang="en-US" altLang="zh-CN" sz="2400">
                <a:latin typeface="Times New Roman" panose="02020603050405020304" pitchFamily="18" charset="0"/>
                <a:ea typeface="楷体_GB2312" pitchFamily="49" charset="-122"/>
              </a:rPr>
              <a:t>1    </a:t>
            </a:r>
            <a:r>
              <a:rPr kumimoji="1" lang="en-US" altLang="zh-CN" sz="2400">
                <a:solidFill>
                  <a:srgbClr val="0000FF"/>
                </a:solidFill>
                <a:latin typeface="Times New Roman" panose="02020603050405020304" pitchFamily="18" charset="0"/>
                <a:ea typeface="楷体_GB2312" pitchFamily="49" charset="-122"/>
              </a:rPr>
              <a:t>0</a:t>
            </a:r>
            <a:r>
              <a:rPr kumimoji="1" lang="en-US" altLang="zh-CN" sz="2400">
                <a:latin typeface="Times New Roman" panose="02020603050405020304" pitchFamily="18" charset="0"/>
                <a:ea typeface="楷体_GB2312" pitchFamily="49" charset="-122"/>
              </a:rPr>
              <a:t>    1    1       1    0</a:t>
            </a:r>
          </a:p>
          <a:p>
            <a:pPr eaLnBrk="1" hangingPunct="1">
              <a:lnSpc>
                <a:spcPct val="90000"/>
              </a:lnSpc>
              <a:spcAft>
                <a:spcPct val="0"/>
              </a:spcAft>
              <a:buFontTx/>
              <a:buNone/>
            </a:pPr>
            <a:r>
              <a:rPr kumimoji="1" lang="en-US" altLang="zh-CN" sz="2400">
                <a:solidFill>
                  <a:srgbClr val="0000FF"/>
                </a:solidFill>
                <a:latin typeface="Times New Roman" panose="02020603050405020304" pitchFamily="18" charset="0"/>
                <a:ea typeface="楷体_GB2312" pitchFamily="49" charset="-122"/>
              </a:rPr>
              <a:t>0</a:t>
            </a:r>
            <a:r>
              <a:rPr kumimoji="1" lang="en-US" altLang="zh-CN" sz="2400">
                <a:latin typeface="Times New Roman" panose="02020603050405020304" pitchFamily="18" charset="0"/>
                <a:ea typeface="楷体_GB2312" pitchFamily="49" charset="-122"/>
              </a:rPr>
              <a:t>    1    1    1       1    1</a:t>
            </a:r>
            <a:endParaRPr kumimoji="1" lang="en-US" altLang="zh-CN" sz="2400">
              <a:latin typeface="宋体" panose="02010600030101010101" pitchFamily="2" charset="-122"/>
              <a:ea typeface="楷体_GB2312" pitchFamily="49" charset="-122"/>
            </a:endParaRPr>
          </a:p>
        </p:txBody>
      </p:sp>
      <p:sp>
        <p:nvSpPr>
          <p:cNvPr id="8" name="Rectangle 5">
            <a:extLst>
              <a:ext uri="{FF2B5EF4-FFF2-40B4-BE49-F238E27FC236}">
                <a16:creationId xmlns:a16="http://schemas.microsoft.com/office/drawing/2014/main" id="{1CC56823-776D-51F7-651F-D8FDCE085B70}"/>
              </a:ext>
            </a:extLst>
          </p:cNvPr>
          <p:cNvSpPr>
            <a:spLocks noChangeArrowheads="1"/>
          </p:cNvSpPr>
          <p:nvPr/>
        </p:nvSpPr>
        <p:spPr bwMode="auto">
          <a:xfrm>
            <a:off x="1079500" y="1881188"/>
            <a:ext cx="3054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a:latin typeface="Times New Roman" panose="02020603050405020304" pitchFamily="18" charset="0"/>
              </a:rPr>
              <a:t>I</a:t>
            </a:r>
            <a:r>
              <a:rPr kumimoji="1" lang="en-US" altLang="zh-CN" sz="2400">
                <a:latin typeface="Times New Roman" panose="02020603050405020304" pitchFamily="18" charset="0"/>
              </a:rPr>
              <a:t>3</a:t>
            </a:r>
            <a:r>
              <a:rPr kumimoji="1" lang="en-US" altLang="zh-CN">
                <a:latin typeface="Times New Roman" panose="02020603050405020304" pitchFamily="18" charset="0"/>
              </a:rPr>
              <a:t>  I</a:t>
            </a:r>
            <a:r>
              <a:rPr kumimoji="1" lang="en-US" altLang="zh-CN" sz="2400">
                <a:latin typeface="Times New Roman" panose="02020603050405020304" pitchFamily="18" charset="0"/>
              </a:rPr>
              <a:t>2</a:t>
            </a:r>
            <a:r>
              <a:rPr kumimoji="1" lang="en-US" altLang="zh-CN">
                <a:latin typeface="Times New Roman" panose="02020603050405020304" pitchFamily="18" charset="0"/>
              </a:rPr>
              <a:t>  I</a:t>
            </a:r>
            <a:r>
              <a:rPr kumimoji="1" lang="en-US" altLang="zh-CN" sz="2400">
                <a:latin typeface="Times New Roman" panose="02020603050405020304" pitchFamily="18" charset="0"/>
              </a:rPr>
              <a:t>1</a:t>
            </a:r>
            <a:r>
              <a:rPr kumimoji="1" lang="en-US" altLang="zh-CN">
                <a:latin typeface="Times New Roman" panose="02020603050405020304" pitchFamily="18" charset="0"/>
              </a:rPr>
              <a:t>  I</a:t>
            </a:r>
            <a:r>
              <a:rPr kumimoji="1" lang="en-US" altLang="zh-CN" sz="2400">
                <a:latin typeface="Times New Roman" panose="02020603050405020304" pitchFamily="18" charset="0"/>
              </a:rPr>
              <a:t>0</a:t>
            </a:r>
            <a:r>
              <a:rPr kumimoji="1" lang="en-US" altLang="zh-CN">
                <a:latin typeface="Times New Roman" panose="02020603050405020304" pitchFamily="18" charset="0"/>
              </a:rPr>
              <a:t>   Y</a:t>
            </a:r>
            <a:r>
              <a:rPr kumimoji="1" lang="en-US" altLang="zh-CN" sz="2400">
                <a:latin typeface="Times New Roman" panose="02020603050405020304" pitchFamily="18" charset="0"/>
              </a:rPr>
              <a:t>1</a:t>
            </a:r>
            <a:r>
              <a:rPr kumimoji="1" lang="en-US" altLang="zh-CN">
                <a:latin typeface="Times New Roman" panose="02020603050405020304" pitchFamily="18" charset="0"/>
              </a:rPr>
              <a:t> Y</a:t>
            </a:r>
            <a:r>
              <a:rPr kumimoji="1" lang="en-US" altLang="zh-CN" sz="2400">
                <a:latin typeface="Times New Roman" panose="02020603050405020304" pitchFamily="18" charset="0"/>
              </a:rPr>
              <a:t>0</a:t>
            </a:r>
            <a:endParaRPr kumimoji="1" lang="zh-CN" altLang="en-US" sz="2400">
              <a:latin typeface="Times New Roman" panose="02020603050405020304" pitchFamily="18" charset="0"/>
            </a:endParaRPr>
          </a:p>
        </p:txBody>
      </p:sp>
      <p:sp>
        <p:nvSpPr>
          <p:cNvPr id="9" name="Line 6">
            <a:extLst>
              <a:ext uri="{FF2B5EF4-FFF2-40B4-BE49-F238E27FC236}">
                <a16:creationId xmlns:a16="http://schemas.microsoft.com/office/drawing/2014/main" id="{506AD065-BD0B-657A-1783-28F2194AF503}"/>
              </a:ext>
            </a:extLst>
          </p:cNvPr>
          <p:cNvSpPr>
            <a:spLocks noChangeShapeType="1"/>
          </p:cNvSpPr>
          <p:nvPr/>
        </p:nvSpPr>
        <p:spPr bwMode="auto">
          <a:xfrm>
            <a:off x="2987675" y="1881188"/>
            <a:ext cx="0" cy="23399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Line 7">
            <a:extLst>
              <a:ext uri="{FF2B5EF4-FFF2-40B4-BE49-F238E27FC236}">
                <a16:creationId xmlns:a16="http://schemas.microsoft.com/office/drawing/2014/main" id="{2D0B5A28-76F9-4DDE-90E3-38C8A84A9A7D}"/>
              </a:ext>
            </a:extLst>
          </p:cNvPr>
          <p:cNvSpPr>
            <a:spLocks noChangeShapeType="1"/>
          </p:cNvSpPr>
          <p:nvPr/>
        </p:nvSpPr>
        <p:spPr bwMode="auto">
          <a:xfrm>
            <a:off x="1079500" y="2384425"/>
            <a:ext cx="304641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 name="Line 8">
            <a:extLst>
              <a:ext uri="{FF2B5EF4-FFF2-40B4-BE49-F238E27FC236}">
                <a16:creationId xmlns:a16="http://schemas.microsoft.com/office/drawing/2014/main" id="{5EDA971D-5942-3587-1FE6-39973A167DE0}"/>
              </a:ext>
            </a:extLst>
          </p:cNvPr>
          <p:cNvSpPr>
            <a:spLocks noChangeShapeType="1"/>
          </p:cNvSpPr>
          <p:nvPr/>
        </p:nvSpPr>
        <p:spPr bwMode="auto">
          <a:xfrm>
            <a:off x="1079500" y="4221163"/>
            <a:ext cx="30480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 name="Line 9">
            <a:extLst>
              <a:ext uri="{FF2B5EF4-FFF2-40B4-BE49-F238E27FC236}">
                <a16:creationId xmlns:a16="http://schemas.microsoft.com/office/drawing/2014/main" id="{B4646D3C-CF6D-B969-5079-0F9FC30F9ED5}"/>
              </a:ext>
            </a:extLst>
          </p:cNvPr>
          <p:cNvSpPr>
            <a:spLocks noChangeShapeType="1"/>
          </p:cNvSpPr>
          <p:nvPr/>
        </p:nvSpPr>
        <p:spPr bwMode="auto">
          <a:xfrm>
            <a:off x="1079500" y="1887538"/>
            <a:ext cx="304641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Text Box 14">
            <a:extLst>
              <a:ext uri="{FF2B5EF4-FFF2-40B4-BE49-F238E27FC236}">
                <a16:creationId xmlns:a16="http://schemas.microsoft.com/office/drawing/2014/main" id="{BB638255-76C4-7436-849A-36C82A979EE0}"/>
              </a:ext>
            </a:extLst>
          </p:cNvPr>
          <p:cNvSpPr txBox="1">
            <a:spLocks noChangeArrowheads="1"/>
          </p:cNvSpPr>
          <p:nvPr/>
        </p:nvSpPr>
        <p:spPr bwMode="auto">
          <a:xfrm>
            <a:off x="1908175" y="1285875"/>
            <a:ext cx="12557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zh-CN" altLang="en-US"/>
              <a:t>真值表</a:t>
            </a:r>
          </a:p>
        </p:txBody>
      </p:sp>
      <p:grpSp>
        <p:nvGrpSpPr>
          <p:cNvPr id="14" name="Group 20">
            <a:extLst>
              <a:ext uri="{FF2B5EF4-FFF2-40B4-BE49-F238E27FC236}">
                <a16:creationId xmlns:a16="http://schemas.microsoft.com/office/drawing/2014/main" id="{F538C0F1-9520-9C4E-C5B2-DD0AFC702AF6}"/>
              </a:ext>
            </a:extLst>
          </p:cNvPr>
          <p:cNvGrpSpPr>
            <a:grpSpLocks/>
          </p:cNvGrpSpPr>
          <p:nvPr/>
        </p:nvGrpSpPr>
        <p:grpSpPr bwMode="auto">
          <a:xfrm>
            <a:off x="1450975" y="4678363"/>
            <a:ext cx="1474788" cy="519112"/>
            <a:chOff x="704" y="3057"/>
            <a:chExt cx="929" cy="327"/>
          </a:xfrm>
        </p:grpSpPr>
        <p:sp>
          <p:nvSpPr>
            <p:cNvPr id="15" name="Text Box 21">
              <a:extLst>
                <a:ext uri="{FF2B5EF4-FFF2-40B4-BE49-F238E27FC236}">
                  <a16:creationId xmlns:a16="http://schemas.microsoft.com/office/drawing/2014/main" id="{5D67DD4C-024D-DC18-1301-538929405A8D}"/>
                </a:ext>
              </a:extLst>
            </p:cNvPr>
            <p:cNvSpPr txBox="1">
              <a:spLocks noChangeArrowheads="1"/>
            </p:cNvSpPr>
            <p:nvPr/>
          </p:nvSpPr>
          <p:spPr bwMode="auto">
            <a:xfrm>
              <a:off x="704" y="3057"/>
              <a:ext cx="92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a:latin typeface="Times New Roman" panose="02020603050405020304" pitchFamily="18" charset="0"/>
                  <a:ea typeface="楷体_GB2312" pitchFamily="49" charset="-122"/>
                </a:rPr>
                <a:t>= I</a:t>
              </a:r>
              <a:r>
                <a:rPr kumimoji="1" lang="en-US" altLang="zh-CN" sz="2000">
                  <a:latin typeface="Times New Roman" panose="02020603050405020304" pitchFamily="18" charset="0"/>
                  <a:ea typeface="楷体_GB2312" pitchFamily="49" charset="-122"/>
                </a:rPr>
                <a:t>2 </a:t>
              </a:r>
              <a:r>
                <a:rPr kumimoji="1" lang="en-US" altLang="zh-CN">
                  <a:latin typeface="Times New Roman" panose="02020603050405020304" pitchFamily="18" charset="0"/>
                  <a:ea typeface="楷体_GB2312" pitchFamily="49" charset="-122"/>
                </a:rPr>
                <a:t>+ I</a:t>
              </a:r>
              <a:r>
                <a:rPr kumimoji="1" lang="en-US" altLang="zh-CN" sz="2000">
                  <a:latin typeface="Times New Roman" panose="02020603050405020304" pitchFamily="18" charset="0"/>
                  <a:ea typeface="楷体_GB2312" pitchFamily="49" charset="-122"/>
                </a:rPr>
                <a:t>3</a:t>
              </a:r>
            </a:p>
          </p:txBody>
        </p:sp>
        <p:grpSp>
          <p:nvGrpSpPr>
            <p:cNvPr id="16" name="Group 22">
              <a:extLst>
                <a:ext uri="{FF2B5EF4-FFF2-40B4-BE49-F238E27FC236}">
                  <a16:creationId xmlns:a16="http://schemas.microsoft.com/office/drawing/2014/main" id="{ACF29050-1AAB-F0F6-6FC0-882A9B4FFBC8}"/>
                </a:ext>
              </a:extLst>
            </p:cNvPr>
            <p:cNvGrpSpPr>
              <a:grpSpLocks/>
            </p:cNvGrpSpPr>
            <p:nvPr/>
          </p:nvGrpSpPr>
          <p:grpSpPr bwMode="auto">
            <a:xfrm>
              <a:off x="907" y="3103"/>
              <a:ext cx="569" cy="0"/>
              <a:chOff x="657" y="3194"/>
              <a:chExt cx="569" cy="0"/>
            </a:xfrm>
          </p:grpSpPr>
          <p:sp>
            <p:nvSpPr>
              <p:cNvPr id="17" name="Line 23">
                <a:extLst>
                  <a:ext uri="{FF2B5EF4-FFF2-40B4-BE49-F238E27FC236}">
                    <a16:creationId xmlns:a16="http://schemas.microsoft.com/office/drawing/2014/main" id="{D2BF0586-A32E-AD4F-3583-D08787A967EE}"/>
                  </a:ext>
                </a:extLst>
              </p:cNvPr>
              <p:cNvSpPr>
                <a:spLocks noChangeShapeType="1"/>
              </p:cNvSpPr>
              <p:nvPr/>
            </p:nvSpPr>
            <p:spPr bwMode="auto">
              <a:xfrm>
                <a:off x="657" y="3194"/>
                <a:ext cx="18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Line 24">
                <a:extLst>
                  <a:ext uri="{FF2B5EF4-FFF2-40B4-BE49-F238E27FC236}">
                    <a16:creationId xmlns:a16="http://schemas.microsoft.com/office/drawing/2014/main" id="{6512C57C-DF99-3C1E-4E37-84346A943F3D}"/>
                  </a:ext>
                </a:extLst>
              </p:cNvPr>
              <p:cNvSpPr>
                <a:spLocks noChangeShapeType="1"/>
              </p:cNvSpPr>
              <p:nvPr/>
            </p:nvSpPr>
            <p:spPr bwMode="auto">
              <a:xfrm>
                <a:off x="1044" y="3194"/>
                <a:ext cx="18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9" name="Group 25">
            <a:extLst>
              <a:ext uri="{FF2B5EF4-FFF2-40B4-BE49-F238E27FC236}">
                <a16:creationId xmlns:a16="http://schemas.microsoft.com/office/drawing/2014/main" id="{100C6395-25B0-44FB-AEA3-490938D27B79}"/>
              </a:ext>
            </a:extLst>
          </p:cNvPr>
          <p:cNvGrpSpPr>
            <a:grpSpLocks/>
          </p:cNvGrpSpPr>
          <p:nvPr/>
        </p:nvGrpSpPr>
        <p:grpSpPr bwMode="auto">
          <a:xfrm>
            <a:off x="1485900" y="5722938"/>
            <a:ext cx="1511300" cy="519112"/>
            <a:chOff x="726" y="3715"/>
            <a:chExt cx="952" cy="327"/>
          </a:xfrm>
        </p:grpSpPr>
        <p:sp>
          <p:nvSpPr>
            <p:cNvPr id="20" name="Text Box 26">
              <a:extLst>
                <a:ext uri="{FF2B5EF4-FFF2-40B4-BE49-F238E27FC236}">
                  <a16:creationId xmlns:a16="http://schemas.microsoft.com/office/drawing/2014/main" id="{6B6AF139-5D26-EC3D-0C5D-120ED1C05BF5}"/>
                </a:ext>
              </a:extLst>
            </p:cNvPr>
            <p:cNvSpPr txBox="1">
              <a:spLocks noChangeArrowheads="1"/>
            </p:cNvSpPr>
            <p:nvPr/>
          </p:nvSpPr>
          <p:spPr bwMode="auto">
            <a:xfrm>
              <a:off x="726" y="3715"/>
              <a:ext cx="95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a:latin typeface="Times New Roman" panose="02020603050405020304" pitchFamily="18" charset="0"/>
                  <a:ea typeface="楷体_GB2312" pitchFamily="49" charset="-122"/>
                </a:rPr>
                <a:t>= I</a:t>
              </a:r>
              <a:r>
                <a:rPr kumimoji="1" lang="en-US" altLang="zh-CN" sz="2000">
                  <a:latin typeface="Times New Roman" panose="02020603050405020304" pitchFamily="18" charset="0"/>
                  <a:ea typeface="楷体_GB2312" pitchFamily="49" charset="-122"/>
                </a:rPr>
                <a:t>1 </a:t>
              </a:r>
              <a:r>
                <a:rPr kumimoji="1" lang="en-US" altLang="zh-CN">
                  <a:latin typeface="Times New Roman" panose="02020603050405020304" pitchFamily="18" charset="0"/>
                  <a:ea typeface="楷体_GB2312" pitchFamily="49" charset="-122"/>
                </a:rPr>
                <a:t>+ I</a:t>
              </a:r>
              <a:r>
                <a:rPr kumimoji="1" lang="en-US" altLang="zh-CN" sz="2000">
                  <a:latin typeface="Times New Roman" panose="02020603050405020304" pitchFamily="18" charset="0"/>
                  <a:ea typeface="楷体_GB2312" pitchFamily="49" charset="-122"/>
                </a:rPr>
                <a:t>3</a:t>
              </a:r>
            </a:p>
          </p:txBody>
        </p:sp>
        <p:grpSp>
          <p:nvGrpSpPr>
            <p:cNvPr id="21" name="Group 27">
              <a:extLst>
                <a:ext uri="{FF2B5EF4-FFF2-40B4-BE49-F238E27FC236}">
                  <a16:creationId xmlns:a16="http://schemas.microsoft.com/office/drawing/2014/main" id="{4D81114F-10BC-E92E-E0C5-B7BA375053A7}"/>
                </a:ext>
              </a:extLst>
            </p:cNvPr>
            <p:cNvGrpSpPr>
              <a:grpSpLocks/>
            </p:cNvGrpSpPr>
            <p:nvPr/>
          </p:nvGrpSpPr>
          <p:grpSpPr bwMode="auto">
            <a:xfrm>
              <a:off x="929" y="3761"/>
              <a:ext cx="569" cy="0"/>
              <a:chOff x="657" y="3194"/>
              <a:chExt cx="569" cy="0"/>
            </a:xfrm>
          </p:grpSpPr>
          <p:sp>
            <p:nvSpPr>
              <p:cNvPr id="22" name="Line 28">
                <a:extLst>
                  <a:ext uri="{FF2B5EF4-FFF2-40B4-BE49-F238E27FC236}">
                    <a16:creationId xmlns:a16="http://schemas.microsoft.com/office/drawing/2014/main" id="{9E3E96EC-1142-7E39-9692-EC8B6CA80B1A}"/>
                  </a:ext>
                </a:extLst>
              </p:cNvPr>
              <p:cNvSpPr>
                <a:spLocks noChangeShapeType="1"/>
              </p:cNvSpPr>
              <p:nvPr/>
            </p:nvSpPr>
            <p:spPr bwMode="auto">
              <a:xfrm>
                <a:off x="657" y="3194"/>
                <a:ext cx="18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 name="Line 29">
                <a:extLst>
                  <a:ext uri="{FF2B5EF4-FFF2-40B4-BE49-F238E27FC236}">
                    <a16:creationId xmlns:a16="http://schemas.microsoft.com/office/drawing/2014/main" id="{6020354F-9868-DFF7-E1F8-DB58FDD4C6B9}"/>
                  </a:ext>
                </a:extLst>
              </p:cNvPr>
              <p:cNvSpPr>
                <a:spLocks noChangeShapeType="1"/>
              </p:cNvSpPr>
              <p:nvPr/>
            </p:nvSpPr>
            <p:spPr bwMode="auto">
              <a:xfrm>
                <a:off x="1044" y="3194"/>
                <a:ext cx="18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24" name="Text Box 32">
            <a:extLst>
              <a:ext uri="{FF2B5EF4-FFF2-40B4-BE49-F238E27FC236}">
                <a16:creationId xmlns:a16="http://schemas.microsoft.com/office/drawing/2014/main" id="{B18D06C7-2E29-8352-A573-FE1D020B31A6}"/>
              </a:ext>
            </a:extLst>
          </p:cNvPr>
          <p:cNvSpPr txBox="1">
            <a:spLocks noChangeArrowheads="1"/>
          </p:cNvSpPr>
          <p:nvPr/>
        </p:nvSpPr>
        <p:spPr bwMode="auto">
          <a:xfrm>
            <a:off x="7858125" y="19161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x</a:t>
            </a:r>
          </a:p>
        </p:txBody>
      </p:sp>
      <p:sp>
        <p:nvSpPr>
          <p:cNvPr id="25" name="Rectangle 33">
            <a:extLst>
              <a:ext uri="{FF2B5EF4-FFF2-40B4-BE49-F238E27FC236}">
                <a16:creationId xmlns:a16="http://schemas.microsoft.com/office/drawing/2014/main" id="{ED63B9C3-8AEC-37E0-933E-776E7C988DCD}"/>
              </a:ext>
            </a:extLst>
          </p:cNvPr>
          <p:cNvSpPr>
            <a:spLocks noChangeArrowheads="1"/>
          </p:cNvSpPr>
          <p:nvPr/>
        </p:nvSpPr>
        <p:spPr bwMode="auto">
          <a:xfrm>
            <a:off x="5945188" y="1874838"/>
            <a:ext cx="2397125" cy="1792287"/>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6" name="Line 34">
            <a:extLst>
              <a:ext uri="{FF2B5EF4-FFF2-40B4-BE49-F238E27FC236}">
                <a16:creationId xmlns:a16="http://schemas.microsoft.com/office/drawing/2014/main" id="{C02AC40C-2DA0-EDD8-EDAC-DA48F0E6BA36}"/>
              </a:ext>
            </a:extLst>
          </p:cNvPr>
          <p:cNvSpPr>
            <a:spLocks noChangeShapeType="1"/>
          </p:cNvSpPr>
          <p:nvPr/>
        </p:nvSpPr>
        <p:spPr bwMode="auto">
          <a:xfrm>
            <a:off x="5945188" y="2771775"/>
            <a:ext cx="2397125"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 name="Line 35">
            <a:extLst>
              <a:ext uri="{FF2B5EF4-FFF2-40B4-BE49-F238E27FC236}">
                <a16:creationId xmlns:a16="http://schemas.microsoft.com/office/drawing/2014/main" id="{BE3B54B4-D617-9C92-FF4E-ED02A2E8B7BA}"/>
              </a:ext>
            </a:extLst>
          </p:cNvPr>
          <p:cNvSpPr>
            <a:spLocks noChangeShapeType="1"/>
          </p:cNvSpPr>
          <p:nvPr/>
        </p:nvSpPr>
        <p:spPr bwMode="auto">
          <a:xfrm>
            <a:off x="7127875" y="1874838"/>
            <a:ext cx="0" cy="17922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 name="Line 36">
            <a:extLst>
              <a:ext uri="{FF2B5EF4-FFF2-40B4-BE49-F238E27FC236}">
                <a16:creationId xmlns:a16="http://schemas.microsoft.com/office/drawing/2014/main" id="{A4156244-6A33-6C10-8995-25DCE1AAA652}"/>
              </a:ext>
            </a:extLst>
          </p:cNvPr>
          <p:cNvSpPr>
            <a:spLocks noChangeShapeType="1"/>
          </p:cNvSpPr>
          <p:nvPr/>
        </p:nvSpPr>
        <p:spPr bwMode="auto">
          <a:xfrm>
            <a:off x="6543675" y="1874838"/>
            <a:ext cx="0" cy="17922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 name="Line 37">
            <a:extLst>
              <a:ext uri="{FF2B5EF4-FFF2-40B4-BE49-F238E27FC236}">
                <a16:creationId xmlns:a16="http://schemas.microsoft.com/office/drawing/2014/main" id="{A4A7E7AE-9211-8F32-54BA-CE8910E7FD0B}"/>
              </a:ext>
            </a:extLst>
          </p:cNvPr>
          <p:cNvSpPr>
            <a:spLocks noChangeShapeType="1"/>
          </p:cNvSpPr>
          <p:nvPr/>
        </p:nvSpPr>
        <p:spPr bwMode="auto">
          <a:xfrm>
            <a:off x="7727950" y="1874838"/>
            <a:ext cx="0" cy="17922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 name="Line 38">
            <a:extLst>
              <a:ext uri="{FF2B5EF4-FFF2-40B4-BE49-F238E27FC236}">
                <a16:creationId xmlns:a16="http://schemas.microsoft.com/office/drawing/2014/main" id="{D3876721-DC29-E197-AD22-71A786F68F59}"/>
              </a:ext>
            </a:extLst>
          </p:cNvPr>
          <p:cNvSpPr>
            <a:spLocks noChangeShapeType="1"/>
          </p:cNvSpPr>
          <p:nvPr/>
        </p:nvSpPr>
        <p:spPr bwMode="auto">
          <a:xfrm>
            <a:off x="5945188" y="2365375"/>
            <a:ext cx="2397125"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 name="Line 39">
            <a:extLst>
              <a:ext uri="{FF2B5EF4-FFF2-40B4-BE49-F238E27FC236}">
                <a16:creationId xmlns:a16="http://schemas.microsoft.com/office/drawing/2014/main" id="{D8B598FD-520A-C1D4-D60D-BF7B5B0CCCAC}"/>
              </a:ext>
            </a:extLst>
          </p:cNvPr>
          <p:cNvSpPr>
            <a:spLocks noChangeShapeType="1"/>
          </p:cNvSpPr>
          <p:nvPr/>
        </p:nvSpPr>
        <p:spPr bwMode="auto">
          <a:xfrm>
            <a:off x="5945188" y="3219450"/>
            <a:ext cx="2397125"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 name="Line 40">
            <a:extLst>
              <a:ext uri="{FF2B5EF4-FFF2-40B4-BE49-F238E27FC236}">
                <a16:creationId xmlns:a16="http://schemas.microsoft.com/office/drawing/2014/main" id="{85858A67-624B-1571-E254-F4644CFB30E7}"/>
              </a:ext>
            </a:extLst>
          </p:cNvPr>
          <p:cNvSpPr>
            <a:spLocks noChangeShapeType="1"/>
          </p:cNvSpPr>
          <p:nvPr/>
        </p:nvSpPr>
        <p:spPr bwMode="auto">
          <a:xfrm flipH="1" flipV="1">
            <a:off x="5453063" y="1427163"/>
            <a:ext cx="492125" cy="44767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 name="Text Box 41">
            <a:extLst>
              <a:ext uri="{FF2B5EF4-FFF2-40B4-BE49-F238E27FC236}">
                <a16:creationId xmlns:a16="http://schemas.microsoft.com/office/drawing/2014/main" id="{AA57C5C9-4228-45C3-6D53-EA4252FD7255}"/>
              </a:ext>
            </a:extLst>
          </p:cNvPr>
          <p:cNvSpPr txBox="1">
            <a:spLocks noChangeArrowheads="1"/>
          </p:cNvSpPr>
          <p:nvPr/>
        </p:nvSpPr>
        <p:spPr bwMode="auto">
          <a:xfrm>
            <a:off x="5084763" y="1500188"/>
            <a:ext cx="625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I</a:t>
            </a:r>
            <a:r>
              <a:rPr kumimoji="1" lang="en-US" altLang="zh-CN" sz="2400" baseline="-25000">
                <a:latin typeface="Times New Roman" panose="02020603050405020304" pitchFamily="18" charset="0"/>
                <a:ea typeface="楷体_GB2312" pitchFamily="49" charset="-122"/>
              </a:rPr>
              <a:t>3</a:t>
            </a:r>
            <a:r>
              <a:rPr kumimoji="1" lang="en-US" altLang="zh-CN" sz="2400">
                <a:latin typeface="Times New Roman" panose="02020603050405020304" pitchFamily="18" charset="0"/>
                <a:ea typeface="楷体_GB2312" pitchFamily="49" charset="-122"/>
              </a:rPr>
              <a:t>I</a:t>
            </a:r>
            <a:r>
              <a:rPr kumimoji="1" lang="en-US" altLang="zh-CN" sz="2400" baseline="-25000">
                <a:latin typeface="Times New Roman" panose="02020603050405020304" pitchFamily="18" charset="0"/>
                <a:ea typeface="楷体_GB2312" pitchFamily="49" charset="-122"/>
              </a:rPr>
              <a:t>2</a:t>
            </a:r>
            <a:endParaRPr kumimoji="1" lang="en-US" altLang="zh-CN" sz="2400">
              <a:latin typeface="Times New Roman" panose="02020603050405020304" pitchFamily="18" charset="0"/>
              <a:ea typeface="楷体_GB2312" pitchFamily="49" charset="-122"/>
            </a:endParaRPr>
          </a:p>
        </p:txBody>
      </p:sp>
      <p:sp>
        <p:nvSpPr>
          <p:cNvPr id="34" name="Text Box 42">
            <a:extLst>
              <a:ext uri="{FF2B5EF4-FFF2-40B4-BE49-F238E27FC236}">
                <a16:creationId xmlns:a16="http://schemas.microsoft.com/office/drawing/2014/main" id="{24ECB025-85FE-2725-1967-265D47838D5C}"/>
              </a:ext>
            </a:extLst>
          </p:cNvPr>
          <p:cNvSpPr txBox="1">
            <a:spLocks noChangeArrowheads="1"/>
          </p:cNvSpPr>
          <p:nvPr/>
        </p:nvSpPr>
        <p:spPr bwMode="auto">
          <a:xfrm>
            <a:off x="5565775" y="1165225"/>
            <a:ext cx="625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I</a:t>
            </a:r>
            <a:r>
              <a:rPr kumimoji="1" lang="en-US" altLang="zh-CN" sz="2400" baseline="-25000">
                <a:latin typeface="Times New Roman" panose="02020603050405020304" pitchFamily="18" charset="0"/>
                <a:ea typeface="楷体_GB2312" pitchFamily="49" charset="-122"/>
              </a:rPr>
              <a:t>1</a:t>
            </a:r>
            <a:r>
              <a:rPr kumimoji="1" lang="en-US" altLang="zh-CN" sz="2400">
                <a:latin typeface="Times New Roman" panose="02020603050405020304" pitchFamily="18" charset="0"/>
                <a:ea typeface="楷体_GB2312" pitchFamily="49" charset="-122"/>
              </a:rPr>
              <a:t>I</a:t>
            </a:r>
            <a:r>
              <a:rPr kumimoji="1" lang="en-US" altLang="zh-CN" sz="2400" baseline="-25000">
                <a:latin typeface="Times New Roman" panose="02020603050405020304" pitchFamily="18" charset="0"/>
                <a:ea typeface="楷体_GB2312" pitchFamily="49" charset="-122"/>
              </a:rPr>
              <a:t>0</a:t>
            </a:r>
            <a:endParaRPr kumimoji="1" lang="en-US" altLang="zh-CN" sz="2400">
              <a:latin typeface="Times New Roman" panose="02020603050405020304" pitchFamily="18" charset="0"/>
              <a:ea typeface="楷体_GB2312" pitchFamily="49" charset="-122"/>
            </a:endParaRPr>
          </a:p>
        </p:txBody>
      </p:sp>
      <p:sp>
        <p:nvSpPr>
          <p:cNvPr id="35" name="Text Box 43">
            <a:extLst>
              <a:ext uri="{FF2B5EF4-FFF2-40B4-BE49-F238E27FC236}">
                <a16:creationId xmlns:a16="http://schemas.microsoft.com/office/drawing/2014/main" id="{3E77FA10-03CE-984B-1463-BA409B79EB6D}"/>
              </a:ext>
            </a:extLst>
          </p:cNvPr>
          <p:cNvSpPr txBox="1">
            <a:spLocks noChangeArrowheads="1"/>
          </p:cNvSpPr>
          <p:nvPr/>
        </p:nvSpPr>
        <p:spPr bwMode="auto">
          <a:xfrm>
            <a:off x="5349875" y="193357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00</a:t>
            </a:r>
          </a:p>
        </p:txBody>
      </p:sp>
      <p:sp>
        <p:nvSpPr>
          <p:cNvPr id="36" name="Text Box 44">
            <a:extLst>
              <a:ext uri="{FF2B5EF4-FFF2-40B4-BE49-F238E27FC236}">
                <a16:creationId xmlns:a16="http://schemas.microsoft.com/office/drawing/2014/main" id="{8CB01C3D-A33A-37EF-1B1C-D6C425E34442}"/>
              </a:ext>
            </a:extLst>
          </p:cNvPr>
          <p:cNvSpPr txBox="1">
            <a:spLocks noChangeArrowheads="1"/>
          </p:cNvSpPr>
          <p:nvPr/>
        </p:nvSpPr>
        <p:spPr bwMode="auto">
          <a:xfrm>
            <a:off x="5365750" y="2357438"/>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01</a:t>
            </a:r>
          </a:p>
        </p:txBody>
      </p:sp>
      <p:sp>
        <p:nvSpPr>
          <p:cNvPr id="37" name="Text Box 45">
            <a:extLst>
              <a:ext uri="{FF2B5EF4-FFF2-40B4-BE49-F238E27FC236}">
                <a16:creationId xmlns:a16="http://schemas.microsoft.com/office/drawing/2014/main" id="{2BD09423-8440-97F9-3592-75E64EAE2DAF}"/>
              </a:ext>
            </a:extLst>
          </p:cNvPr>
          <p:cNvSpPr txBox="1">
            <a:spLocks noChangeArrowheads="1"/>
          </p:cNvSpPr>
          <p:nvPr/>
        </p:nvSpPr>
        <p:spPr bwMode="auto">
          <a:xfrm>
            <a:off x="5349875" y="2763838"/>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11</a:t>
            </a:r>
          </a:p>
        </p:txBody>
      </p:sp>
      <p:sp>
        <p:nvSpPr>
          <p:cNvPr id="38" name="Text Box 46">
            <a:extLst>
              <a:ext uri="{FF2B5EF4-FFF2-40B4-BE49-F238E27FC236}">
                <a16:creationId xmlns:a16="http://schemas.microsoft.com/office/drawing/2014/main" id="{435E7185-8541-F363-15C3-8BDB859FF7C1}"/>
              </a:ext>
            </a:extLst>
          </p:cNvPr>
          <p:cNvSpPr txBox="1">
            <a:spLocks noChangeArrowheads="1"/>
          </p:cNvSpPr>
          <p:nvPr/>
        </p:nvSpPr>
        <p:spPr bwMode="auto">
          <a:xfrm>
            <a:off x="5349875" y="3205163"/>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10</a:t>
            </a:r>
          </a:p>
        </p:txBody>
      </p:sp>
      <p:sp>
        <p:nvSpPr>
          <p:cNvPr id="39" name="Text Box 47">
            <a:extLst>
              <a:ext uri="{FF2B5EF4-FFF2-40B4-BE49-F238E27FC236}">
                <a16:creationId xmlns:a16="http://schemas.microsoft.com/office/drawing/2014/main" id="{C192AF35-67C7-6001-E666-56A9A3B22AB2}"/>
              </a:ext>
            </a:extLst>
          </p:cNvPr>
          <p:cNvSpPr txBox="1">
            <a:spLocks noChangeArrowheads="1"/>
          </p:cNvSpPr>
          <p:nvPr/>
        </p:nvSpPr>
        <p:spPr bwMode="auto">
          <a:xfrm>
            <a:off x="6021388" y="144462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00</a:t>
            </a:r>
          </a:p>
        </p:txBody>
      </p:sp>
      <p:sp>
        <p:nvSpPr>
          <p:cNvPr id="40" name="Text Box 48">
            <a:extLst>
              <a:ext uri="{FF2B5EF4-FFF2-40B4-BE49-F238E27FC236}">
                <a16:creationId xmlns:a16="http://schemas.microsoft.com/office/drawing/2014/main" id="{A82FF40D-3EBB-85FB-F3A6-D0B82D5B892F}"/>
              </a:ext>
            </a:extLst>
          </p:cNvPr>
          <p:cNvSpPr txBox="1">
            <a:spLocks noChangeArrowheads="1"/>
          </p:cNvSpPr>
          <p:nvPr/>
        </p:nvSpPr>
        <p:spPr bwMode="auto">
          <a:xfrm>
            <a:off x="6635750" y="144462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01</a:t>
            </a:r>
          </a:p>
        </p:txBody>
      </p:sp>
      <p:sp>
        <p:nvSpPr>
          <p:cNvPr id="41" name="Text Box 49">
            <a:extLst>
              <a:ext uri="{FF2B5EF4-FFF2-40B4-BE49-F238E27FC236}">
                <a16:creationId xmlns:a16="http://schemas.microsoft.com/office/drawing/2014/main" id="{CC2EEA0A-079C-109B-BAAB-BB2850AE0A58}"/>
              </a:ext>
            </a:extLst>
          </p:cNvPr>
          <p:cNvSpPr txBox="1">
            <a:spLocks noChangeArrowheads="1"/>
          </p:cNvSpPr>
          <p:nvPr/>
        </p:nvSpPr>
        <p:spPr bwMode="auto">
          <a:xfrm>
            <a:off x="7235825" y="1458913"/>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11</a:t>
            </a:r>
          </a:p>
        </p:txBody>
      </p:sp>
      <p:sp>
        <p:nvSpPr>
          <p:cNvPr id="42" name="Text Box 50">
            <a:extLst>
              <a:ext uri="{FF2B5EF4-FFF2-40B4-BE49-F238E27FC236}">
                <a16:creationId xmlns:a16="http://schemas.microsoft.com/office/drawing/2014/main" id="{958B23CC-A5FC-6549-6A5F-834EC9F2ACC9}"/>
              </a:ext>
            </a:extLst>
          </p:cNvPr>
          <p:cNvSpPr txBox="1">
            <a:spLocks noChangeArrowheads="1"/>
          </p:cNvSpPr>
          <p:nvPr/>
        </p:nvSpPr>
        <p:spPr bwMode="auto">
          <a:xfrm>
            <a:off x="7835900" y="1458913"/>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10</a:t>
            </a:r>
          </a:p>
        </p:txBody>
      </p:sp>
      <p:sp>
        <p:nvSpPr>
          <p:cNvPr id="43" name="Text Box 51">
            <a:extLst>
              <a:ext uri="{FF2B5EF4-FFF2-40B4-BE49-F238E27FC236}">
                <a16:creationId xmlns:a16="http://schemas.microsoft.com/office/drawing/2014/main" id="{423ED473-4204-4DE5-CED5-40BF5E7A83EF}"/>
              </a:ext>
            </a:extLst>
          </p:cNvPr>
          <p:cNvSpPr txBox="1">
            <a:spLocks noChangeArrowheads="1"/>
          </p:cNvSpPr>
          <p:nvPr/>
        </p:nvSpPr>
        <p:spPr bwMode="auto">
          <a:xfrm>
            <a:off x="6045200" y="320516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x</a:t>
            </a:r>
          </a:p>
        </p:txBody>
      </p:sp>
      <p:sp>
        <p:nvSpPr>
          <p:cNvPr id="44" name="Text Box 52">
            <a:extLst>
              <a:ext uri="{FF2B5EF4-FFF2-40B4-BE49-F238E27FC236}">
                <a16:creationId xmlns:a16="http://schemas.microsoft.com/office/drawing/2014/main" id="{A4E53080-49DF-E588-1FD8-16EA76097C4E}"/>
              </a:ext>
            </a:extLst>
          </p:cNvPr>
          <p:cNvSpPr txBox="1">
            <a:spLocks noChangeArrowheads="1"/>
          </p:cNvSpPr>
          <p:nvPr/>
        </p:nvSpPr>
        <p:spPr bwMode="auto">
          <a:xfrm>
            <a:off x="6057900" y="23225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x</a:t>
            </a:r>
          </a:p>
        </p:txBody>
      </p:sp>
      <p:sp>
        <p:nvSpPr>
          <p:cNvPr id="45" name="Text Box 53">
            <a:extLst>
              <a:ext uri="{FF2B5EF4-FFF2-40B4-BE49-F238E27FC236}">
                <a16:creationId xmlns:a16="http://schemas.microsoft.com/office/drawing/2014/main" id="{48C94E5B-22FC-DF4A-43D2-9FA19B624B44}"/>
              </a:ext>
            </a:extLst>
          </p:cNvPr>
          <p:cNvSpPr txBox="1">
            <a:spLocks noChangeArrowheads="1"/>
          </p:cNvSpPr>
          <p:nvPr/>
        </p:nvSpPr>
        <p:spPr bwMode="auto">
          <a:xfrm>
            <a:off x="6054725" y="193516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x</a:t>
            </a:r>
          </a:p>
        </p:txBody>
      </p:sp>
      <p:sp>
        <p:nvSpPr>
          <p:cNvPr id="46" name="Text Box 54">
            <a:extLst>
              <a:ext uri="{FF2B5EF4-FFF2-40B4-BE49-F238E27FC236}">
                <a16:creationId xmlns:a16="http://schemas.microsoft.com/office/drawing/2014/main" id="{41037870-FFC1-4136-DCAB-163AD76C140E}"/>
              </a:ext>
            </a:extLst>
          </p:cNvPr>
          <p:cNvSpPr txBox="1">
            <a:spLocks noChangeArrowheads="1"/>
          </p:cNvSpPr>
          <p:nvPr/>
        </p:nvSpPr>
        <p:spPr bwMode="auto">
          <a:xfrm>
            <a:off x="7269163" y="193516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x</a:t>
            </a:r>
          </a:p>
        </p:txBody>
      </p:sp>
      <p:sp>
        <p:nvSpPr>
          <p:cNvPr id="47" name="Text Box 55">
            <a:extLst>
              <a:ext uri="{FF2B5EF4-FFF2-40B4-BE49-F238E27FC236}">
                <a16:creationId xmlns:a16="http://schemas.microsoft.com/office/drawing/2014/main" id="{12D5E9DC-F367-47AB-F798-328F31AA6811}"/>
              </a:ext>
            </a:extLst>
          </p:cNvPr>
          <p:cNvSpPr txBox="1">
            <a:spLocks noChangeArrowheads="1"/>
          </p:cNvSpPr>
          <p:nvPr/>
        </p:nvSpPr>
        <p:spPr bwMode="auto">
          <a:xfrm>
            <a:off x="7281863" y="234156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1</a:t>
            </a:r>
          </a:p>
        </p:txBody>
      </p:sp>
      <p:sp>
        <p:nvSpPr>
          <p:cNvPr id="48" name="Text Box 56">
            <a:extLst>
              <a:ext uri="{FF2B5EF4-FFF2-40B4-BE49-F238E27FC236}">
                <a16:creationId xmlns:a16="http://schemas.microsoft.com/office/drawing/2014/main" id="{DBE2AFDD-C04D-A108-717C-10ECB81A3956}"/>
              </a:ext>
            </a:extLst>
          </p:cNvPr>
          <p:cNvSpPr txBox="1">
            <a:spLocks noChangeArrowheads="1"/>
          </p:cNvSpPr>
          <p:nvPr/>
        </p:nvSpPr>
        <p:spPr bwMode="auto">
          <a:xfrm>
            <a:off x="7845425" y="234156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x</a:t>
            </a:r>
          </a:p>
        </p:txBody>
      </p:sp>
      <p:sp>
        <p:nvSpPr>
          <p:cNvPr id="49" name="Text Box 57">
            <a:extLst>
              <a:ext uri="{FF2B5EF4-FFF2-40B4-BE49-F238E27FC236}">
                <a16:creationId xmlns:a16="http://schemas.microsoft.com/office/drawing/2014/main" id="{98022954-9116-AE08-F8D9-1411328D8ADF}"/>
              </a:ext>
            </a:extLst>
          </p:cNvPr>
          <p:cNvSpPr txBox="1">
            <a:spLocks noChangeArrowheads="1"/>
          </p:cNvSpPr>
          <p:nvPr/>
        </p:nvSpPr>
        <p:spPr bwMode="auto">
          <a:xfrm>
            <a:off x="6656388" y="234156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x</a:t>
            </a:r>
          </a:p>
        </p:txBody>
      </p:sp>
      <p:sp>
        <p:nvSpPr>
          <p:cNvPr id="50" name="Text Box 58">
            <a:extLst>
              <a:ext uri="{FF2B5EF4-FFF2-40B4-BE49-F238E27FC236}">
                <a16:creationId xmlns:a16="http://schemas.microsoft.com/office/drawing/2014/main" id="{2326810D-D0AD-FF9A-21FB-B14581E9663E}"/>
              </a:ext>
            </a:extLst>
          </p:cNvPr>
          <p:cNvSpPr txBox="1">
            <a:spLocks noChangeArrowheads="1"/>
          </p:cNvSpPr>
          <p:nvPr/>
        </p:nvSpPr>
        <p:spPr bwMode="auto">
          <a:xfrm>
            <a:off x="6054725" y="2782888"/>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x</a:t>
            </a:r>
          </a:p>
        </p:txBody>
      </p:sp>
      <p:sp>
        <p:nvSpPr>
          <p:cNvPr id="51" name="Text Box 59">
            <a:extLst>
              <a:ext uri="{FF2B5EF4-FFF2-40B4-BE49-F238E27FC236}">
                <a16:creationId xmlns:a16="http://schemas.microsoft.com/office/drawing/2014/main" id="{47DE0216-E215-A919-26F0-F60D16B42FFA}"/>
              </a:ext>
            </a:extLst>
          </p:cNvPr>
          <p:cNvSpPr txBox="1">
            <a:spLocks noChangeArrowheads="1"/>
          </p:cNvSpPr>
          <p:nvPr/>
        </p:nvSpPr>
        <p:spPr bwMode="auto">
          <a:xfrm>
            <a:off x="6669088" y="2782888"/>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0</a:t>
            </a:r>
          </a:p>
        </p:txBody>
      </p:sp>
      <p:sp>
        <p:nvSpPr>
          <p:cNvPr id="52" name="Text Box 60">
            <a:extLst>
              <a:ext uri="{FF2B5EF4-FFF2-40B4-BE49-F238E27FC236}">
                <a16:creationId xmlns:a16="http://schemas.microsoft.com/office/drawing/2014/main" id="{ECAE79E6-4B1C-F668-DBD5-9E4F9B7B1FEC}"/>
              </a:ext>
            </a:extLst>
          </p:cNvPr>
          <p:cNvSpPr txBox="1">
            <a:spLocks noChangeArrowheads="1"/>
          </p:cNvSpPr>
          <p:nvPr/>
        </p:nvSpPr>
        <p:spPr bwMode="auto">
          <a:xfrm>
            <a:off x="7269163" y="2782888"/>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x</a:t>
            </a:r>
          </a:p>
        </p:txBody>
      </p:sp>
      <p:sp>
        <p:nvSpPr>
          <p:cNvPr id="53" name="Text Box 61">
            <a:extLst>
              <a:ext uri="{FF2B5EF4-FFF2-40B4-BE49-F238E27FC236}">
                <a16:creationId xmlns:a16="http://schemas.microsoft.com/office/drawing/2014/main" id="{DC0C8D2A-02E7-87AD-53E5-DD275E15BB1A}"/>
              </a:ext>
            </a:extLst>
          </p:cNvPr>
          <p:cNvSpPr txBox="1">
            <a:spLocks noChangeArrowheads="1"/>
          </p:cNvSpPr>
          <p:nvPr/>
        </p:nvSpPr>
        <p:spPr bwMode="auto">
          <a:xfrm>
            <a:off x="7799388" y="2782888"/>
            <a:ext cx="412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 0</a:t>
            </a:r>
          </a:p>
        </p:txBody>
      </p:sp>
      <p:sp>
        <p:nvSpPr>
          <p:cNvPr id="54" name="Text Box 62">
            <a:extLst>
              <a:ext uri="{FF2B5EF4-FFF2-40B4-BE49-F238E27FC236}">
                <a16:creationId xmlns:a16="http://schemas.microsoft.com/office/drawing/2014/main" id="{0789E271-19C3-0E6E-BF33-68BC3E4C45FC}"/>
              </a:ext>
            </a:extLst>
          </p:cNvPr>
          <p:cNvSpPr txBox="1">
            <a:spLocks noChangeArrowheads="1"/>
          </p:cNvSpPr>
          <p:nvPr/>
        </p:nvSpPr>
        <p:spPr bwMode="auto">
          <a:xfrm>
            <a:off x="7845425" y="320516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x</a:t>
            </a:r>
          </a:p>
        </p:txBody>
      </p:sp>
      <p:sp>
        <p:nvSpPr>
          <p:cNvPr id="55" name="Text Box 63">
            <a:extLst>
              <a:ext uri="{FF2B5EF4-FFF2-40B4-BE49-F238E27FC236}">
                <a16:creationId xmlns:a16="http://schemas.microsoft.com/office/drawing/2014/main" id="{3A45FD34-B6AE-331B-E0D2-6974675A16E1}"/>
              </a:ext>
            </a:extLst>
          </p:cNvPr>
          <p:cNvSpPr txBox="1">
            <a:spLocks noChangeArrowheads="1"/>
          </p:cNvSpPr>
          <p:nvPr/>
        </p:nvSpPr>
        <p:spPr bwMode="auto">
          <a:xfrm>
            <a:off x="7258050" y="3240088"/>
            <a:ext cx="396875"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1</a:t>
            </a:r>
          </a:p>
        </p:txBody>
      </p:sp>
      <p:sp>
        <p:nvSpPr>
          <p:cNvPr id="56" name="Text Box 64">
            <a:extLst>
              <a:ext uri="{FF2B5EF4-FFF2-40B4-BE49-F238E27FC236}">
                <a16:creationId xmlns:a16="http://schemas.microsoft.com/office/drawing/2014/main" id="{4B013A18-0B7F-A4C4-EF89-714F9710B79F}"/>
              </a:ext>
            </a:extLst>
          </p:cNvPr>
          <p:cNvSpPr txBox="1">
            <a:spLocks noChangeArrowheads="1"/>
          </p:cNvSpPr>
          <p:nvPr/>
        </p:nvSpPr>
        <p:spPr bwMode="auto">
          <a:xfrm>
            <a:off x="6667500" y="3216275"/>
            <a:ext cx="3984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x</a:t>
            </a:r>
          </a:p>
        </p:txBody>
      </p:sp>
      <p:sp>
        <p:nvSpPr>
          <p:cNvPr id="57" name="Text Box 65">
            <a:extLst>
              <a:ext uri="{FF2B5EF4-FFF2-40B4-BE49-F238E27FC236}">
                <a16:creationId xmlns:a16="http://schemas.microsoft.com/office/drawing/2014/main" id="{6B7F7068-D5DD-B873-824D-6DDA55F1E714}"/>
              </a:ext>
            </a:extLst>
          </p:cNvPr>
          <p:cNvSpPr txBox="1">
            <a:spLocks noChangeArrowheads="1"/>
          </p:cNvSpPr>
          <p:nvPr/>
        </p:nvSpPr>
        <p:spPr bwMode="auto">
          <a:xfrm>
            <a:off x="6669088" y="1930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x</a:t>
            </a:r>
          </a:p>
        </p:txBody>
      </p:sp>
      <p:sp>
        <p:nvSpPr>
          <p:cNvPr id="58" name="Rectangle 66">
            <a:extLst>
              <a:ext uri="{FF2B5EF4-FFF2-40B4-BE49-F238E27FC236}">
                <a16:creationId xmlns:a16="http://schemas.microsoft.com/office/drawing/2014/main" id="{35DAAAEC-70A0-594E-15BC-26F795C43DBE}"/>
              </a:ext>
            </a:extLst>
          </p:cNvPr>
          <p:cNvSpPr>
            <a:spLocks noChangeArrowheads="1"/>
          </p:cNvSpPr>
          <p:nvPr/>
        </p:nvSpPr>
        <p:spPr bwMode="auto">
          <a:xfrm>
            <a:off x="4840288" y="1084263"/>
            <a:ext cx="568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a:latin typeface="Times New Roman" panose="02020603050405020304" pitchFamily="18" charset="0"/>
                <a:ea typeface="楷体_GB2312" pitchFamily="49" charset="-122"/>
              </a:rPr>
              <a:t>Y</a:t>
            </a:r>
            <a:r>
              <a:rPr kumimoji="1" lang="en-US" altLang="zh-CN" sz="2000">
                <a:latin typeface="Times New Roman" panose="02020603050405020304" pitchFamily="18" charset="0"/>
                <a:ea typeface="楷体_GB2312" pitchFamily="49" charset="-122"/>
              </a:rPr>
              <a:t>1</a:t>
            </a:r>
            <a:endParaRPr kumimoji="1" lang="zh-CN" altLang="en-US" sz="2000">
              <a:latin typeface="Times New Roman" panose="02020603050405020304" pitchFamily="18" charset="0"/>
              <a:ea typeface="楷体_GB2312" pitchFamily="49" charset="-122"/>
            </a:endParaRPr>
          </a:p>
        </p:txBody>
      </p:sp>
      <p:sp>
        <p:nvSpPr>
          <p:cNvPr id="59" name="Text Box 68">
            <a:extLst>
              <a:ext uri="{FF2B5EF4-FFF2-40B4-BE49-F238E27FC236}">
                <a16:creationId xmlns:a16="http://schemas.microsoft.com/office/drawing/2014/main" id="{4FD19EF5-B6E3-A659-905D-F7945897A0EF}"/>
              </a:ext>
            </a:extLst>
          </p:cNvPr>
          <p:cNvSpPr txBox="1">
            <a:spLocks noChangeArrowheads="1"/>
          </p:cNvSpPr>
          <p:nvPr/>
        </p:nvSpPr>
        <p:spPr bwMode="auto">
          <a:xfrm>
            <a:off x="6057900" y="58531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x</a:t>
            </a:r>
          </a:p>
        </p:txBody>
      </p:sp>
      <p:sp>
        <p:nvSpPr>
          <p:cNvPr id="60" name="Rectangle 69">
            <a:extLst>
              <a:ext uri="{FF2B5EF4-FFF2-40B4-BE49-F238E27FC236}">
                <a16:creationId xmlns:a16="http://schemas.microsoft.com/office/drawing/2014/main" id="{70FDA570-2176-848B-F04E-8ADE2EB6DCC9}"/>
              </a:ext>
            </a:extLst>
          </p:cNvPr>
          <p:cNvSpPr>
            <a:spLocks noChangeArrowheads="1"/>
          </p:cNvSpPr>
          <p:nvPr/>
        </p:nvSpPr>
        <p:spPr bwMode="auto">
          <a:xfrm>
            <a:off x="5930900" y="4521200"/>
            <a:ext cx="2420938" cy="1811338"/>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61" name="Line 70">
            <a:extLst>
              <a:ext uri="{FF2B5EF4-FFF2-40B4-BE49-F238E27FC236}">
                <a16:creationId xmlns:a16="http://schemas.microsoft.com/office/drawing/2014/main" id="{2664460C-65DC-98C1-484F-D3570B320C47}"/>
              </a:ext>
            </a:extLst>
          </p:cNvPr>
          <p:cNvSpPr>
            <a:spLocks noChangeShapeType="1"/>
          </p:cNvSpPr>
          <p:nvPr/>
        </p:nvSpPr>
        <p:spPr bwMode="auto">
          <a:xfrm>
            <a:off x="5930900" y="5426075"/>
            <a:ext cx="2420938"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 name="Line 71">
            <a:extLst>
              <a:ext uri="{FF2B5EF4-FFF2-40B4-BE49-F238E27FC236}">
                <a16:creationId xmlns:a16="http://schemas.microsoft.com/office/drawing/2014/main" id="{B995F377-DAD3-09EB-7AFC-FE5D308A85DB}"/>
              </a:ext>
            </a:extLst>
          </p:cNvPr>
          <p:cNvSpPr>
            <a:spLocks noChangeShapeType="1"/>
          </p:cNvSpPr>
          <p:nvPr/>
        </p:nvSpPr>
        <p:spPr bwMode="auto">
          <a:xfrm>
            <a:off x="7126288" y="4521200"/>
            <a:ext cx="0" cy="181133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 name="Line 72">
            <a:extLst>
              <a:ext uri="{FF2B5EF4-FFF2-40B4-BE49-F238E27FC236}">
                <a16:creationId xmlns:a16="http://schemas.microsoft.com/office/drawing/2014/main" id="{7751A869-52F5-4203-A53F-1266B265BDD1}"/>
              </a:ext>
            </a:extLst>
          </p:cNvPr>
          <p:cNvSpPr>
            <a:spLocks noChangeShapeType="1"/>
          </p:cNvSpPr>
          <p:nvPr/>
        </p:nvSpPr>
        <p:spPr bwMode="auto">
          <a:xfrm>
            <a:off x="6537325" y="4521200"/>
            <a:ext cx="0" cy="181133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 name="Line 73">
            <a:extLst>
              <a:ext uri="{FF2B5EF4-FFF2-40B4-BE49-F238E27FC236}">
                <a16:creationId xmlns:a16="http://schemas.microsoft.com/office/drawing/2014/main" id="{0F9F454D-BFA6-B456-2AC9-0EBF25FA3B51}"/>
              </a:ext>
            </a:extLst>
          </p:cNvPr>
          <p:cNvSpPr>
            <a:spLocks noChangeShapeType="1"/>
          </p:cNvSpPr>
          <p:nvPr/>
        </p:nvSpPr>
        <p:spPr bwMode="auto">
          <a:xfrm>
            <a:off x="7731125" y="4521200"/>
            <a:ext cx="0" cy="181133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 name="Line 74">
            <a:extLst>
              <a:ext uri="{FF2B5EF4-FFF2-40B4-BE49-F238E27FC236}">
                <a16:creationId xmlns:a16="http://schemas.microsoft.com/office/drawing/2014/main" id="{80133150-B7E8-8A57-F0D1-DED1AD29C3E0}"/>
              </a:ext>
            </a:extLst>
          </p:cNvPr>
          <p:cNvSpPr>
            <a:spLocks noChangeShapeType="1"/>
          </p:cNvSpPr>
          <p:nvPr/>
        </p:nvSpPr>
        <p:spPr bwMode="auto">
          <a:xfrm>
            <a:off x="5930900" y="5016500"/>
            <a:ext cx="2420938"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 name="Line 75">
            <a:extLst>
              <a:ext uri="{FF2B5EF4-FFF2-40B4-BE49-F238E27FC236}">
                <a16:creationId xmlns:a16="http://schemas.microsoft.com/office/drawing/2014/main" id="{93AC4FD5-8F76-B0F9-A700-C0689CD88526}"/>
              </a:ext>
            </a:extLst>
          </p:cNvPr>
          <p:cNvSpPr>
            <a:spLocks noChangeShapeType="1"/>
          </p:cNvSpPr>
          <p:nvPr/>
        </p:nvSpPr>
        <p:spPr bwMode="auto">
          <a:xfrm>
            <a:off x="5930900" y="5878513"/>
            <a:ext cx="2420938"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 name="Line 76">
            <a:extLst>
              <a:ext uri="{FF2B5EF4-FFF2-40B4-BE49-F238E27FC236}">
                <a16:creationId xmlns:a16="http://schemas.microsoft.com/office/drawing/2014/main" id="{BA922453-868E-2782-DF34-832F08D0F053}"/>
              </a:ext>
            </a:extLst>
          </p:cNvPr>
          <p:cNvSpPr>
            <a:spLocks noChangeShapeType="1"/>
          </p:cNvSpPr>
          <p:nvPr/>
        </p:nvSpPr>
        <p:spPr bwMode="auto">
          <a:xfrm flipH="1" flipV="1">
            <a:off x="5435600" y="4068763"/>
            <a:ext cx="495300" cy="452437"/>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 name="Text Box 77">
            <a:extLst>
              <a:ext uri="{FF2B5EF4-FFF2-40B4-BE49-F238E27FC236}">
                <a16:creationId xmlns:a16="http://schemas.microsoft.com/office/drawing/2014/main" id="{BB7FB4D8-350B-98E4-D5FA-F6A28ADA1D02}"/>
              </a:ext>
            </a:extLst>
          </p:cNvPr>
          <p:cNvSpPr txBox="1">
            <a:spLocks noChangeArrowheads="1"/>
          </p:cNvSpPr>
          <p:nvPr/>
        </p:nvSpPr>
        <p:spPr bwMode="auto">
          <a:xfrm>
            <a:off x="5349875" y="457835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00</a:t>
            </a:r>
          </a:p>
        </p:txBody>
      </p:sp>
      <p:sp>
        <p:nvSpPr>
          <p:cNvPr id="69" name="Text Box 78">
            <a:extLst>
              <a:ext uri="{FF2B5EF4-FFF2-40B4-BE49-F238E27FC236}">
                <a16:creationId xmlns:a16="http://schemas.microsoft.com/office/drawing/2014/main" id="{2352D205-8152-8850-B294-DC697C013C80}"/>
              </a:ext>
            </a:extLst>
          </p:cNvPr>
          <p:cNvSpPr txBox="1">
            <a:spLocks noChangeArrowheads="1"/>
          </p:cNvSpPr>
          <p:nvPr/>
        </p:nvSpPr>
        <p:spPr bwMode="auto">
          <a:xfrm>
            <a:off x="5368925" y="5005388"/>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01</a:t>
            </a:r>
          </a:p>
        </p:txBody>
      </p:sp>
      <p:sp>
        <p:nvSpPr>
          <p:cNvPr id="70" name="Text Box 79">
            <a:extLst>
              <a:ext uri="{FF2B5EF4-FFF2-40B4-BE49-F238E27FC236}">
                <a16:creationId xmlns:a16="http://schemas.microsoft.com/office/drawing/2014/main" id="{6E785969-FD96-CFC2-38B5-9182ACAF66B6}"/>
              </a:ext>
            </a:extLst>
          </p:cNvPr>
          <p:cNvSpPr txBox="1">
            <a:spLocks noChangeArrowheads="1"/>
          </p:cNvSpPr>
          <p:nvPr/>
        </p:nvSpPr>
        <p:spPr bwMode="auto">
          <a:xfrm>
            <a:off x="5353050" y="544512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11</a:t>
            </a:r>
          </a:p>
        </p:txBody>
      </p:sp>
      <p:sp>
        <p:nvSpPr>
          <p:cNvPr id="71" name="Text Box 80">
            <a:extLst>
              <a:ext uri="{FF2B5EF4-FFF2-40B4-BE49-F238E27FC236}">
                <a16:creationId xmlns:a16="http://schemas.microsoft.com/office/drawing/2014/main" id="{DB5F7D9C-988E-BE8E-A45C-2B81E959A7E9}"/>
              </a:ext>
            </a:extLst>
          </p:cNvPr>
          <p:cNvSpPr txBox="1">
            <a:spLocks noChangeArrowheads="1"/>
          </p:cNvSpPr>
          <p:nvPr/>
        </p:nvSpPr>
        <p:spPr bwMode="auto">
          <a:xfrm>
            <a:off x="5353050" y="5888038"/>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10</a:t>
            </a:r>
          </a:p>
        </p:txBody>
      </p:sp>
      <p:sp>
        <p:nvSpPr>
          <p:cNvPr id="72" name="Text Box 81">
            <a:extLst>
              <a:ext uri="{FF2B5EF4-FFF2-40B4-BE49-F238E27FC236}">
                <a16:creationId xmlns:a16="http://schemas.microsoft.com/office/drawing/2014/main" id="{DF0A59EC-9FD8-CB90-F8BF-9FF43317F60E}"/>
              </a:ext>
            </a:extLst>
          </p:cNvPr>
          <p:cNvSpPr txBox="1">
            <a:spLocks noChangeArrowheads="1"/>
          </p:cNvSpPr>
          <p:nvPr/>
        </p:nvSpPr>
        <p:spPr bwMode="auto">
          <a:xfrm>
            <a:off x="6008688" y="412432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00</a:t>
            </a:r>
          </a:p>
        </p:txBody>
      </p:sp>
      <p:sp>
        <p:nvSpPr>
          <p:cNvPr id="73" name="Text Box 82">
            <a:extLst>
              <a:ext uri="{FF2B5EF4-FFF2-40B4-BE49-F238E27FC236}">
                <a16:creationId xmlns:a16="http://schemas.microsoft.com/office/drawing/2014/main" id="{9C5ED8BB-DCBA-D9DA-72C6-ADC25BDC7C0A}"/>
              </a:ext>
            </a:extLst>
          </p:cNvPr>
          <p:cNvSpPr txBox="1">
            <a:spLocks noChangeArrowheads="1"/>
          </p:cNvSpPr>
          <p:nvPr/>
        </p:nvSpPr>
        <p:spPr bwMode="auto">
          <a:xfrm>
            <a:off x="6629400" y="412432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01</a:t>
            </a:r>
          </a:p>
        </p:txBody>
      </p:sp>
      <p:sp>
        <p:nvSpPr>
          <p:cNvPr id="74" name="Text Box 83">
            <a:extLst>
              <a:ext uri="{FF2B5EF4-FFF2-40B4-BE49-F238E27FC236}">
                <a16:creationId xmlns:a16="http://schemas.microsoft.com/office/drawing/2014/main" id="{420DCFE2-8C56-77FB-3D32-CC8B9F1CA6C6}"/>
              </a:ext>
            </a:extLst>
          </p:cNvPr>
          <p:cNvSpPr txBox="1">
            <a:spLocks noChangeArrowheads="1"/>
          </p:cNvSpPr>
          <p:nvPr/>
        </p:nvSpPr>
        <p:spPr bwMode="auto">
          <a:xfrm>
            <a:off x="7234238" y="413702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11</a:t>
            </a:r>
          </a:p>
        </p:txBody>
      </p:sp>
      <p:sp>
        <p:nvSpPr>
          <p:cNvPr id="75" name="Text Box 84">
            <a:extLst>
              <a:ext uri="{FF2B5EF4-FFF2-40B4-BE49-F238E27FC236}">
                <a16:creationId xmlns:a16="http://schemas.microsoft.com/office/drawing/2014/main" id="{F7A83253-FA58-4CDC-02A2-534DC4146F24}"/>
              </a:ext>
            </a:extLst>
          </p:cNvPr>
          <p:cNvSpPr txBox="1">
            <a:spLocks noChangeArrowheads="1"/>
          </p:cNvSpPr>
          <p:nvPr/>
        </p:nvSpPr>
        <p:spPr bwMode="auto">
          <a:xfrm>
            <a:off x="7839075" y="413702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10</a:t>
            </a:r>
          </a:p>
        </p:txBody>
      </p:sp>
      <p:sp>
        <p:nvSpPr>
          <p:cNvPr id="76" name="Text Box 85">
            <a:extLst>
              <a:ext uri="{FF2B5EF4-FFF2-40B4-BE49-F238E27FC236}">
                <a16:creationId xmlns:a16="http://schemas.microsoft.com/office/drawing/2014/main" id="{F21A5DEA-6A4B-F740-D2FB-EFECC6071AE8}"/>
              </a:ext>
            </a:extLst>
          </p:cNvPr>
          <p:cNvSpPr txBox="1">
            <a:spLocks noChangeArrowheads="1"/>
          </p:cNvSpPr>
          <p:nvPr/>
        </p:nvSpPr>
        <p:spPr bwMode="auto">
          <a:xfrm>
            <a:off x="6057900" y="4973638"/>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x</a:t>
            </a:r>
          </a:p>
        </p:txBody>
      </p:sp>
      <p:sp>
        <p:nvSpPr>
          <p:cNvPr id="77" name="Text Box 86">
            <a:extLst>
              <a:ext uri="{FF2B5EF4-FFF2-40B4-BE49-F238E27FC236}">
                <a16:creationId xmlns:a16="http://schemas.microsoft.com/office/drawing/2014/main" id="{263ED582-4D57-6AAC-D876-9066D920A809}"/>
              </a:ext>
            </a:extLst>
          </p:cNvPr>
          <p:cNvSpPr txBox="1">
            <a:spLocks noChangeArrowheads="1"/>
          </p:cNvSpPr>
          <p:nvPr/>
        </p:nvSpPr>
        <p:spPr bwMode="auto">
          <a:xfrm>
            <a:off x="6043613" y="45847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x</a:t>
            </a:r>
          </a:p>
        </p:txBody>
      </p:sp>
      <p:sp>
        <p:nvSpPr>
          <p:cNvPr id="78" name="Text Box 87">
            <a:extLst>
              <a:ext uri="{FF2B5EF4-FFF2-40B4-BE49-F238E27FC236}">
                <a16:creationId xmlns:a16="http://schemas.microsoft.com/office/drawing/2014/main" id="{36A94AE5-45C0-2DCE-F240-F956D532F1C4}"/>
              </a:ext>
            </a:extLst>
          </p:cNvPr>
          <p:cNvSpPr txBox="1">
            <a:spLocks noChangeArrowheads="1"/>
          </p:cNvSpPr>
          <p:nvPr/>
        </p:nvSpPr>
        <p:spPr bwMode="auto">
          <a:xfrm>
            <a:off x="7269163" y="45847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x</a:t>
            </a:r>
          </a:p>
        </p:txBody>
      </p:sp>
      <p:sp>
        <p:nvSpPr>
          <p:cNvPr id="79" name="Text Box 88">
            <a:extLst>
              <a:ext uri="{FF2B5EF4-FFF2-40B4-BE49-F238E27FC236}">
                <a16:creationId xmlns:a16="http://schemas.microsoft.com/office/drawing/2014/main" id="{D62A174C-E204-463D-3DAB-0D13DD919AE0}"/>
              </a:ext>
            </a:extLst>
          </p:cNvPr>
          <p:cNvSpPr txBox="1">
            <a:spLocks noChangeArrowheads="1"/>
          </p:cNvSpPr>
          <p:nvPr/>
        </p:nvSpPr>
        <p:spPr bwMode="auto">
          <a:xfrm>
            <a:off x="7269163" y="5005388"/>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1</a:t>
            </a:r>
          </a:p>
        </p:txBody>
      </p:sp>
      <p:sp>
        <p:nvSpPr>
          <p:cNvPr id="80" name="Text Box 89">
            <a:extLst>
              <a:ext uri="{FF2B5EF4-FFF2-40B4-BE49-F238E27FC236}">
                <a16:creationId xmlns:a16="http://schemas.microsoft.com/office/drawing/2014/main" id="{B37C45B0-3DF5-8294-865B-94AAAA7D28BF}"/>
              </a:ext>
            </a:extLst>
          </p:cNvPr>
          <p:cNvSpPr txBox="1">
            <a:spLocks noChangeArrowheads="1"/>
          </p:cNvSpPr>
          <p:nvPr/>
        </p:nvSpPr>
        <p:spPr bwMode="auto">
          <a:xfrm>
            <a:off x="7799388" y="5006975"/>
            <a:ext cx="4651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x</a:t>
            </a:r>
          </a:p>
        </p:txBody>
      </p:sp>
      <p:sp>
        <p:nvSpPr>
          <p:cNvPr id="81" name="Text Box 90">
            <a:extLst>
              <a:ext uri="{FF2B5EF4-FFF2-40B4-BE49-F238E27FC236}">
                <a16:creationId xmlns:a16="http://schemas.microsoft.com/office/drawing/2014/main" id="{987430DB-9B92-D68E-7EEA-B293F302F4ED}"/>
              </a:ext>
            </a:extLst>
          </p:cNvPr>
          <p:cNvSpPr txBox="1">
            <a:spLocks noChangeArrowheads="1"/>
          </p:cNvSpPr>
          <p:nvPr/>
        </p:nvSpPr>
        <p:spPr bwMode="auto">
          <a:xfrm>
            <a:off x="6656388" y="4992688"/>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x</a:t>
            </a:r>
          </a:p>
        </p:txBody>
      </p:sp>
      <p:sp>
        <p:nvSpPr>
          <p:cNvPr id="82" name="Text Box 91">
            <a:extLst>
              <a:ext uri="{FF2B5EF4-FFF2-40B4-BE49-F238E27FC236}">
                <a16:creationId xmlns:a16="http://schemas.microsoft.com/office/drawing/2014/main" id="{A6EB2D02-F917-6B9B-1AE7-718764F0AD54}"/>
              </a:ext>
            </a:extLst>
          </p:cNvPr>
          <p:cNvSpPr txBox="1">
            <a:spLocks noChangeArrowheads="1"/>
          </p:cNvSpPr>
          <p:nvPr/>
        </p:nvSpPr>
        <p:spPr bwMode="auto">
          <a:xfrm>
            <a:off x="6043613" y="54229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x</a:t>
            </a:r>
          </a:p>
        </p:txBody>
      </p:sp>
      <p:sp>
        <p:nvSpPr>
          <p:cNvPr id="83" name="Text Box 92">
            <a:extLst>
              <a:ext uri="{FF2B5EF4-FFF2-40B4-BE49-F238E27FC236}">
                <a16:creationId xmlns:a16="http://schemas.microsoft.com/office/drawing/2014/main" id="{D767ABF3-9B9C-151F-A376-476B77C653AB}"/>
              </a:ext>
            </a:extLst>
          </p:cNvPr>
          <p:cNvSpPr txBox="1">
            <a:spLocks noChangeArrowheads="1"/>
          </p:cNvSpPr>
          <p:nvPr/>
        </p:nvSpPr>
        <p:spPr bwMode="auto">
          <a:xfrm>
            <a:off x="6656388" y="546576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1</a:t>
            </a:r>
          </a:p>
        </p:txBody>
      </p:sp>
      <p:sp>
        <p:nvSpPr>
          <p:cNvPr id="84" name="Text Box 93">
            <a:extLst>
              <a:ext uri="{FF2B5EF4-FFF2-40B4-BE49-F238E27FC236}">
                <a16:creationId xmlns:a16="http://schemas.microsoft.com/office/drawing/2014/main" id="{8386DEC5-C806-C4C4-3860-7603A783F798}"/>
              </a:ext>
            </a:extLst>
          </p:cNvPr>
          <p:cNvSpPr txBox="1">
            <a:spLocks noChangeArrowheads="1"/>
          </p:cNvSpPr>
          <p:nvPr/>
        </p:nvSpPr>
        <p:spPr bwMode="auto">
          <a:xfrm>
            <a:off x="7269163" y="54451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x</a:t>
            </a:r>
          </a:p>
        </p:txBody>
      </p:sp>
      <p:sp>
        <p:nvSpPr>
          <p:cNvPr id="85" name="Text Box 94">
            <a:extLst>
              <a:ext uri="{FF2B5EF4-FFF2-40B4-BE49-F238E27FC236}">
                <a16:creationId xmlns:a16="http://schemas.microsoft.com/office/drawing/2014/main" id="{3C15679F-E089-200D-0189-6E1436ECF38A}"/>
              </a:ext>
            </a:extLst>
          </p:cNvPr>
          <p:cNvSpPr txBox="1">
            <a:spLocks noChangeArrowheads="1"/>
          </p:cNvSpPr>
          <p:nvPr/>
        </p:nvSpPr>
        <p:spPr bwMode="auto">
          <a:xfrm>
            <a:off x="7799388" y="546576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0</a:t>
            </a:r>
          </a:p>
        </p:txBody>
      </p:sp>
      <p:sp>
        <p:nvSpPr>
          <p:cNvPr id="86" name="Text Box 95">
            <a:extLst>
              <a:ext uri="{FF2B5EF4-FFF2-40B4-BE49-F238E27FC236}">
                <a16:creationId xmlns:a16="http://schemas.microsoft.com/office/drawing/2014/main" id="{5637752E-B674-5F25-1E06-FB91DA1AAC26}"/>
              </a:ext>
            </a:extLst>
          </p:cNvPr>
          <p:cNvSpPr txBox="1">
            <a:spLocks noChangeArrowheads="1"/>
          </p:cNvSpPr>
          <p:nvPr/>
        </p:nvSpPr>
        <p:spPr bwMode="auto">
          <a:xfrm>
            <a:off x="7799388" y="588486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x</a:t>
            </a:r>
          </a:p>
        </p:txBody>
      </p:sp>
      <p:sp>
        <p:nvSpPr>
          <p:cNvPr id="87" name="Text Box 96">
            <a:extLst>
              <a:ext uri="{FF2B5EF4-FFF2-40B4-BE49-F238E27FC236}">
                <a16:creationId xmlns:a16="http://schemas.microsoft.com/office/drawing/2014/main" id="{1F180958-1C07-9349-5271-AE27CEFFBF14}"/>
              </a:ext>
            </a:extLst>
          </p:cNvPr>
          <p:cNvSpPr txBox="1">
            <a:spLocks noChangeArrowheads="1"/>
          </p:cNvSpPr>
          <p:nvPr/>
        </p:nvSpPr>
        <p:spPr bwMode="auto">
          <a:xfrm>
            <a:off x="7275513" y="5899150"/>
            <a:ext cx="33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0</a:t>
            </a:r>
          </a:p>
        </p:txBody>
      </p:sp>
      <p:sp>
        <p:nvSpPr>
          <p:cNvPr id="88" name="Text Box 97">
            <a:extLst>
              <a:ext uri="{FF2B5EF4-FFF2-40B4-BE49-F238E27FC236}">
                <a16:creationId xmlns:a16="http://schemas.microsoft.com/office/drawing/2014/main" id="{E5AB01C9-43A3-6ECA-C38C-902B154986FD}"/>
              </a:ext>
            </a:extLst>
          </p:cNvPr>
          <p:cNvSpPr txBox="1">
            <a:spLocks noChangeArrowheads="1"/>
          </p:cNvSpPr>
          <p:nvPr/>
        </p:nvSpPr>
        <p:spPr bwMode="auto">
          <a:xfrm>
            <a:off x="6664325" y="5864225"/>
            <a:ext cx="4016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x</a:t>
            </a:r>
          </a:p>
        </p:txBody>
      </p:sp>
      <p:sp>
        <p:nvSpPr>
          <p:cNvPr id="89" name="Text Box 98">
            <a:extLst>
              <a:ext uri="{FF2B5EF4-FFF2-40B4-BE49-F238E27FC236}">
                <a16:creationId xmlns:a16="http://schemas.microsoft.com/office/drawing/2014/main" id="{F85160E2-ED2D-58EA-FC25-0039968F42A0}"/>
              </a:ext>
            </a:extLst>
          </p:cNvPr>
          <p:cNvSpPr txBox="1">
            <a:spLocks noChangeArrowheads="1"/>
          </p:cNvSpPr>
          <p:nvPr/>
        </p:nvSpPr>
        <p:spPr bwMode="auto">
          <a:xfrm>
            <a:off x="6669088" y="4579938"/>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x</a:t>
            </a:r>
          </a:p>
        </p:txBody>
      </p:sp>
      <p:sp>
        <p:nvSpPr>
          <p:cNvPr id="90" name="Text Box 99">
            <a:extLst>
              <a:ext uri="{FF2B5EF4-FFF2-40B4-BE49-F238E27FC236}">
                <a16:creationId xmlns:a16="http://schemas.microsoft.com/office/drawing/2014/main" id="{6C8DD61A-DEA0-7B72-3DC9-122CE4048112}"/>
              </a:ext>
            </a:extLst>
          </p:cNvPr>
          <p:cNvSpPr txBox="1">
            <a:spLocks noChangeArrowheads="1"/>
          </p:cNvSpPr>
          <p:nvPr/>
        </p:nvSpPr>
        <p:spPr bwMode="auto">
          <a:xfrm>
            <a:off x="7799388" y="456406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x</a:t>
            </a:r>
          </a:p>
        </p:txBody>
      </p:sp>
      <p:sp>
        <p:nvSpPr>
          <p:cNvPr id="91" name="Text Box 100">
            <a:extLst>
              <a:ext uri="{FF2B5EF4-FFF2-40B4-BE49-F238E27FC236}">
                <a16:creationId xmlns:a16="http://schemas.microsoft.com/office/drawing/2014/main" id="{0B7890EC-DB6A-0590-24E2-6A77E6AC9CF6}"/>
              </a:ext>
            </a:extLst>
          </p:cNvPr>
          <p:cNvSpPr txBox="1">
            <a:spLocks noChangeArrowheads="1"/>
          </p:cNvSpPr>
          <p:nvPr/>
        </p:nvSpPr>
        <p:spPr bwMode="auto">
          <a:xfrm>
            <a:off x="5084763" y="4179888"/>
            <a:ext cx="625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I</a:t>
            </a:r>
            <a:r>
              <a:rPr kumimoji="1" lang="en-US" altLang="zh-CN" sz="2400" baseline="-25000">
                <a:latin typeface="Times New Roman" panose="02020603050405020304" pitchFamily="18" charset="0"/>
                <a:ea typeface="楷体_GB2312" pitchFamily="49" charset="-122"/>
              </a:rPr>
              <a:t>3</a:t>
            </a:r>
            <a:r>
              <a:rPr kumimoji="1" lang="en-US" altLang="zh-CN" sz="2400">
                <a:latin typeface="Times New Roman" panose="02020603050405020304" pitchFamily="18" charset="0"/>
                <a:ea typeface="楷体_GB2312" pitchFamily="49" charset="-122"/>
              </a:rPr>
              <a:t>I</a:t>
            </a:r>
            <a:r>
              <a:rPr kumimoji="1" lang="en-US" altLang="zh-CN" sz="2400" baseline="-25000">
                <a:latin typeface="Times New Roman" panose="02020603050405020304" pitchFamily="18" charset="0"/>
                <a:ea typeface="楷体_GB2312" pitchFamily="49" charset="-122"/>
              </a:rPr>
              <a:t>2</a:t>
            </a:r>
            <a:endParaRPr kumimoji="1" lang="en-US" altLang="zh-CN" sz="2400">
              <a:latin typeface="Times New Roman" panose="02020603050405020304" pitchFamily="18" charset="0"/>
              <a:ea typeface="楷体_GB2312" pitchFamily="49" charset="-122"/>
            </a:endParaRPr>
          </a:p>
        </p:txBody>
      </p:sp>
      <p:sp>
        <p:nvSpPr>
          <p:cNvPr id="92" name="Text Box 101">
            <a:extLst>
              <a:ext uri="{FF2B5EF4-FFF2-40B4-BE49-F238E27FC236}">
                <a16:creationId xmlns:a16="http://schemas.microsoft.com/office/drawing/2014/main" id="{42F863C1-BDC8-38E1-BA88-7F234A6C7B96}"/>
              </a:ext>
            </a:extLst>
          </p:cNvPr>
          <p:cNvSpPr txBox="1">
            <a:spLocks noChangeArrowheads="1"/>
          </p:cNvSpPr>
          <p:nvPr/>
        </p:nvSpPr>
        <p:spPr bwMode="auto">
          <a:xfrm>
            <a:off x="5565775" y="3852863"/>
            <a:ext cx="625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I</a:t>
            </a:r>
            <a:r>
              <a:rPr kumimoji="1" lang="en-US" altLang="zh-CN" sz="2400" baseline="-25000">
                <a:latin typeface="Times New Roman" panose="02020603050405020304" pitchFamily="18" charset="0"/>
                <a:ea typeface="楷体_GB2312" pitchFamily="49" charset="-122"/>
              </a:rPr>
              <a:t>1</a:t>
            </a:r>
            <a:r>
              <a:rPr kumimoji="1" lang="en-US" altLang="zh-CN" sz="2400">
                <a:latin typeface="Times New Roman" panose="02020603050405020304" pitchFamily="18" charset="0"/>
                <a:ea typeface="楷体_GB2312" pitchFamily="49" charset="-122"/>
              </a:rPr>
              <a:t>I</a:t>
            </a:r>
            <a:r>
              <a:rPr kumimoji="1" lang="en-US" altLang="zh-CN" sz="2400" baseline="-25000">
                <a:latin typeface="Times New Roman" panose="02020603050405020304" pitchFamily="18" charset="0"/>
                <a:ea typeface="楷体_GB2312" pitchFamily="49" charset="-122"/>
              </a:rPr>
              <a:t>0</a:t>
            </a:r>
            <a:endParaRPr kumimoji="1" lang="en-US" altLang="zh-CN" sz="2400">
              <a:latin typeface="Times New Roman" panose="02020603050405020304" pitchFamily="18" charset="0"/>
              <a:ea typeface="楷体_GB2312" pitchFamily="49" charset="-122"/>
            </a:endParaRPr>
          </a:p>
        </p:txBody>
      </p:sp>
      <p:sp>
        <p:nvSpPr>
          <p:cNvPr id="93" name="Rectangle 102">
            <a:extLst>
              <a:ext uri="{FF2B5EF4-FFF2-40B4-BE49-F238E27FC236}">
                <a16:creationId xmlns:a16="http://schemas.microsoft.com/office/drawing/2014/main" id="{B3AA535C-7393-1F12-C207-8AE46DBC5EC2}"/>
              </a:ext>
            </a:extLst>
          </p:cNvPr>
          <p:cNvSpPr>
            <a:spLocks noChangeArrowheads="1"/>
          </p:cNvSpPr>
          <p:nvPr/>
        </p:nvSpPr>
        <p:spPr bwMode="auto">
          <a:xfrm>
            <a:off x="4838700" y="3732213"/>
            <a:ext cx="568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a:latin typeface="Times New Roman" panose="02020603050405020304" pitchFamily="18" charset="0"/>
                <a:ea typeface="楷体_GB2312" pitchFamily="49" charset="-122"/>
              </a:rPr>
              <a:t>Y</a:t>
            </a:r>
            <a:r>
              <a:rPr kumimoji="1" lang="en-US" altLang="zh-CN" sz="2000">
                <a:latin typeface="Times New Roman" panose="02020603050405020304" pitchFamily="18" charset="0"/>
                <a:ea typeface="楷体_GB2312" pitchFamily="49" charset="-122"/>
              </a:rPr>
              <a:t>0</a:t>
            </a:r>
            <a:endParaRPr kumimoji="1" lang="zh-CN" altLang="en-US" sz="2000">
              <a:latin typeface="Times New Roman" panose="02020603050405020304" pitchFamily="18" charset="0"/>
              <a:ea typeface="楷体_GB2312" pitchFamily="49" charset="-122"/>
            </a:endParaRPr>
          </a:p>
        </p:txBody>
      </p:sp>
      <p:grpSp>
        <p:nvGrpSpPr>
          <p:cNvPr id="94" name="Group 108">
            <a:extLst>
              <a:ext uri="{FF2B5EF4-FFF2-40B4-BE49-F238E27FC236}">
                <a16:creationId xmlns:a16="http://schemas.microsoft.com/office/drawing/2014/main" id="{0BE0B62D-2322-6CE7-0ECB-24B9D93E3B50}"/>
              </a:ext>
            </a:extLst>
          </p:cNvPr>
          <p:cNvGrpSpPr>
            <a:grpSpLocks/>
          </p:cNvGrpSpPr>
          <p:nvPr/>
        </p:nvGrpSpPr>
        <p:grpSpPr bwMode="auto">
          <a:xfrm>
            <a:off x="2781300" y="4694238"/>
            <a:ext cx="1368425" cy="519112"/>
            <a:chOff x="1565" y="3158"/>
            <a:chExt cx="862" cy="327"/>
          </a:xfrm>
        </p:grpSpPr>
        <p:sp>
          <p:nvSpPr>
            <p:cNvPr id="95" name="Text Box 109">
              <a:extLst>
                <a:ext uri="{FF2B5EF4-FFF2-40B4-BE49-F238E27FC236}">
                  <a16:creationId xmlns:a16="http://schemas.microsoft.com/office/drawing/2014/main" id="{FD42A8AA-7C79-57DE-A2E0-29121DB168CF}"/>
                </a:ext>
              </a:extLst>
            </p:cNvPr>
            <p:cNvSpPr txBox="1">
              <a:spLocks noChangeArrowheads="1"/>
            </p:cNvSpPr>
            <p:nvPr/>
          </p:nvSpPr>
          <p:spPr bwMode="auto">
            <a:xfrm>
              <a:off x="1565" y="3158"/>
              <a:ext cx="86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a:latin typeface="Times New Roman" panose="02020603050405020304" pitchFamily="18" charset="0"/>
                  <a:ea typeface="楷体_GB2312" pitchFamily="49" charset="-122"/>
                </a:rPr>
                <a:t>= I</a:t>
              </a:r>
              <a:r>
                <a:rPr kumimoji="1" lang="en-US" altLang="zh-CN" sz="2000">
                  <a:latin typeface="Times New Roman" panose="02020603050405020304" pitchFamily="18" charset="0"/>
                  <a:ea typeface="楷体_GB2312" pitchFamily="49" charset="-122"/>
                </a:rPr>
                <a:t>2 </a:t>
              </a:r>
              <a:r>
                <a:rPr kumimoji="1" lang="en-US" altLang="zh-CN">
                  <a:latin typeface="Times New Roman" panose="02020603050405020304" pitchFamily="18" charset="0"/>
                  <a:ea typeface="楷体_GB2312" pitchFamily="49" charset="-122"/>
                </a:rPr>
                <a:t>I</a:t>
              </a:r>
              <a:r>
                <a:rPr kumimoji="1" lang="en-US" altLang="zh-CN" sz="2000">
                  <a:latin typeface="Times New Roman" panose="02020603050405020304" pitchFamily="18" charset="0"/>
                  <a:ea typeface="楷体_GB2312" pitchFamily="49" charset="-122"/>
                </a:rPr>
                <a:t>3</a:t>
              </a:r>
            </a:p>
          </p:txBody>
        </p:sp>
        <p:sp>
          <p:nvSpPr>
            <p:cNvPr id="96" name="Line 110">
              <a:extLst>
                <a:ext uri="{FF2B5EF4-FFF2-40B4-BE49-F238E27FC236}">
                  <a16:creationId xmlns:a16="http://schemas.microsoft.com/office/drawing/2014/main" id="{6C14E737-2478-F98D-9B66-EFDE046B91C6}"/>
                </a:ext>
              </a:extLst>
            </p:cNvPr>
            <p:cNvSpPr>
              <a:spLocks noChangeShapeType="1"/>
            </p:cNvSpPr>
            <p:nvPr/>
          </p:nvSpPr>
          <p:spPr bwMode="auto">
            <a:xfrm>
              <a:off x="1791" y="3204"/>
              <a:ext cx="38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7" name="Group 111">
            <a:extLst>
              <a:ext uri="{FF2B5EF4-FFF2-40B4-BE49-F238E27FC236}">
                <a16:creationId xmlns:a16="http://schemas.microsoft.com/office/drawing/2014/main" id="{34C8E7D9-0E93-F599-FFBC-BDC1D39EBB09}"/>
              </a:ext>
            </a:extLst>
          </p:cNvPr>
          <p:cNvGrpSpPr>
            <a:grpSpLocks/>
          </p:cNvGrpSpPr>
          <p:nvPr/>
        </p:nvGrpSpPr>
        <p:grpSpPr bwMode="auto">
          <a:xfrm>
            <a:off x="2817813" y="5722938"/>
            <a:ext cx="1368425" cy="519112"/>
            <a:chOff x="1565" y="3158"/>
            <a:chExt cx="862" cy="327"/>
          </a:xfrm>
        </p:grpSpPr>
        <p:sp>
          <p:nvSpPr>
            <p:cNvPr id="98" name="Text Box 112">
              <a:extLst>
                <a:ext uri="{FF2B5EF4-FFF2-40B4-BE49-F238E27FC236}">
                  <a16:creationId xmlns:a16="http://schemas.microsoft.com/office/drawing/2014/main" id="{CD0AB8A5-B226-9B33-9E9D-C11F3E4BFC7A}"/>
                </a:ext>
              </a:extLst>
            </p:cNvPr>
            <p:cNvSpPr txBox="1">
              <a:spLocks noChangeArrowheads="1"/>
            </p:cNvSpPr>
            <p:nvPr/>
          </p:nvSpPr>
          <p:spPr bwMode="auto">
            <a:xfrm>
              <a:off x="1565" y="3158"/>
              <a:ext cx="86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a:latin typeface="Times New Roman" panose="02020603050405020304" pitchFamily="18" charset="0"/>
                  <a:ea typeface="楷体_GB2312" pitchFamily="49" charset="-122"/>
                </a:rPr>
                <a:t>= I</a:t>
              </a:r>
              <a:r>
                <a:rPr kumimoji="1" lang="en-US" altLang="zh-CN" sz="2000">
                  <a:latin typeface="Times New Roman" panose="02020603050405020304" pitchFamily="18" charset="0"/>
                  <a:ea typeface="楷体_GB2312" pitchFamily="49" charset="-122"/>
                </a:rPr>
                <a:t>1 </a:t>
              </a:r>
              <a:r>
                <a:rPr kumimoji="1" lang="en-US" altLang="zh-CN">
                  <a:latin typeface="Times New Roman" panose="02020603050405020304" pitchFamily="18" charset="0"/>
                  <a:ea typeface="楷体_GB2312" pitchFamily="49" charset="-122"/>
                </a:rPr>
                <a:t>I</a:t>
              </a:r>
              <a:r>
                <a:rPr kumimoji="1" lang="en-US" altLang="zh-CN" sz="2000">
                  <a:latin typeface="Times New Roman" panose="02020603050405020304" pitchFamily="18" charset="0"/>
                  <a:ea typeface="楷体_GB2312" pitchFamily="49" charset="-122"/>
                </a:rPr>
                <a:t>3</a:t>
              </a:r>
            </a:p>
          </p:txBody>
        </p:sp>
        <p:sp>
          <p:nvSpPr>
            <p:cNvPr id="99" name="Line 113">
              <a:extLst>
                <a:ext uri="{FF2B5EF4-FFF2-40B4-BE49-F238E27FC236}">
                  <a16:creationId xmlns:a16="http://schemas.microsoft.com/office/drawing/2014/main" id="{B0603C04-24A5-C3F0-E6BD-5C38A1B6032B}"/>
                </a:ext>
              </a:extLst>
            </p:cNvPr>
            <p:cNvSpPr>
              <a:spLocks noChangeShapeType="1"/>
            </p:cNvSpPr>
            <p:nvPr/>
          </p:nvSpPr>
          <p:spPr bwMode="auto">
            <a:xfrm>
              <a:off x="1791" y="3204"/>
              <a:ext cx="38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00" name="AutoShape 19">
            <a:extLst>
              <a:ext uri="{FF2B5EF4-FFF2-40B4-BE49-F238E27FC236}">
                <a16:creationId xmlns:a16="http://schemas.microsoft.com/office/drawing/2014/main" id="{C7012C13-4BE3-ABFA-38F2-F7873B58109E}"/>
              </a:ext>
            </a:extLst>
          </p:cNvPr>
          <p:cNvSpPr>
            <a:spLocks noChangeArrowheads="1"/>
          </p:cNvSpPr>
          <p:nvPr/>
        </p:nvSpPr>
        <p:spPr bwMode="auto">
          <a:xfrm>
            <a:off x="6053138" y="1952625"/>
            <a:ext cx="2212975" cy="763588"/>
          </a:xfrm>
          <a:prstGeom prst="roundRect">
            <a:avLst>
              <a:gd name="adj" fmla="val 16667"/>
            </a:avLst>
          </a:pr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endParaRPr lang="zh-CN" altLang="en-US" sz="2000" b="0">
              <a:solidFill>
                <a:srgbClr val="0000FF"/>
              </a:solidFill>
            </a:endParaRPr>
          </a:p>
        </p:txBody>
      </p:sp>
      <p:sp>
        <p:nvSpPr>
          <p:cNvPr id="101" name="AutoShape 104">
            <a:extLst>
              <a:ext uri="{FF2B5EF4-FFF2-40B4-BE49-F238E27FC236}">
                <a16:creationId xmlns:a16="http://schemas.microsoft.com/office/drawing/2014/main" id="{3FFBEC3B-3AAD-683F-119C-2DC88ED88F0B}"/>
              </a:ext>
            </a:extLst>
          </p:cNvPr>
          <p:cNvSpPr>
            <a:spLocks/>
          </p:cNvSpPr>
          <p:nvPr/>
        </p:nvSpPr>
        <p:spPr bwMode="auto">
          <a:xfrm rot="5400000" flipH="1">
            <a:off x="6900069" y="2399507"/>
            <a:ext cx="501650" cy="2303462"/>
          </a:xfrm>
          <a:prstGeom prst="rightBracket">
            <a:avLst>
              <a:gd name="adj" fmla="val 38265"/>
            </a:avLst>
          </a:prstGeom>
          <a:noFill/>
          <a:ln w="28575"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02" name="AutoShape 105">
            <a:extLst>
              <a:ext uri="{FF2B5EF4-FFF2-40B4-BE49-F238E27FC236}">
                <a16:creationId xmlns:a16="http://schemas.microsoft.com/office/drawing/2014/main" id="{1064C892-16EA-85EA-3175-3AEF1DBE83B4}"/>
              </a:ext>
            </a:extLst>
          </p:cNvPr>
          <p:cNvSpPr>
            <a:spLocks/>
          </p:cNvSpPr>
          <p:nvPr/>
        </p:nvSpPr>
        <p:spPr bwMode="auto">
          <a:xfrm rot="16200000" flipH="1">
            <a:off x="6878638" y="890587"/>
            <a:ext cx="541338" cy="2303463"/>
          </a:xfrm>
          <a:prstGeom prst="rightBracket">
            <a:avLst>
              <a:gd name="adj" fmla="val 35459"/>
            </a:avLst>
          </a:prstGeom>
          <a:noFill/>
          <a:ln w="28575"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03" name="AutoShape 106">
            <a:extLst>
              <a:ext uri="{FF2B5EF4-FFF2-40B4-BE49-F238E27FC236}">
                <a16:creationId xmlns:a16="http://schemas.microsoft.com/office/drawing/2014/main" id="{AE273A09-DA3E-72F0-F828-E197EC664970}"/>
              </a:ext>
            </a:extLst>
          </p:cNvPr>
          <p:cNvSpPr>
            <a:spLocks noChangeArrowheads="1"/>
          </p:cNvSpPr>
          <p:nvPr/>
        </p:nvSpPr>
        <p:spPr bwMode="auto">
          <a:xfrm>
            <a:off x="5994400" y="4587875"/>
            <a:ext cx="2232025" cy="763588"/>
          </a:xfrm>
          <a:prstGeom prst="roundRect">
            <a:avLst>
              <a:gd name="adj" fmla="val 16667"/>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endParaRPr lang="zh-CN" altLang="en-US" sz="2000" b="0">
              <a:solidFill>
                <a:srgbClr val="0000FF"/>
              </a:solidFill>
            </a:endParaRPr>
          </a:p>
        </p:txBody>
      </p:sp>
      <p:sp>
        <p:nvSpPr>
          <p:cNvPr id="104" name="AutoShape 107">
            <a:extLst>
              <a:ext uri="{FF2B5EF4-FFF2-40B4-BE49-F238E27FC236}">
                <a16:creationId xmlns:a16="http://schemas.microsoft.com/office/drawing/2014/main" id="{6C7AF00F-44BC-1655-4B9E-94D33C7A3D41}"/>
              </a:ext>
            </a:extLst>
          </p:cNvPr>
          <p:cNvSpPr>
            <a:spLocks noChangeArrowheads="1"/>
          </p:cNvSpPr>
          <p:nvPr/>
        </p:nvSpPr>
        <p:spPr bwMode="auto">
          <a:xfrm>
            <a:off x="6065838" y="4675188"/>
            <a:ext cx="936625" cy="1606550"/>
          </a:xfrm>
          <a:prstGeom prst="roundRect">
            <a:avLst>
              <a:gd name="adj" fmla="val 16667"/>
            </a:avLst>
          </a:pr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endParaRPr lang="zh-CN" altLang="en-US" sz="2000" b="0">
              <a:solidFill>
                <a:srgbClr val="0000FF"/>
              </a:solidFill>
            </a:endParaRPr>
          </a:p>
        </p:txBody>
      </p:sp>
      <p:sp>
        <p:nvSpPr>
          <p:cNvPr id="105" name="Rectangle 118">
            <a:extLst>
              <a:ext uri="{FF2B5EF4-FFF2-40B4-BE49-F238E27FC236}">
                <a16:creationId xmlns:a16="http://schemas.microsoft.com/office/drawing/2014/main" id="{F617655A-D938-7CF5-2C04-C1A276666200}"/>
              </a:ext>
            </a:extLst>
          </p:cNvPr>
          <p:cNvSpPr>
            <a:spLocks noChangeArrowheads="1"/>
          </p:cNvSpPr>
          <p:nvPr/>
        </p:nvSpPr>
        <p:spPr bwMode="auto">
          <a:xfrm>
            <a:off x="958850" y="4657725"/>
            <a:ext cx="568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a:latin typeface="Times New Roman" panose="02020603050405020304" pitchFamily="18" charset="0"/>
                <a:ea typeface="楷体_GB2312" pitchFamily="49" charset="-122"/>
              </a:rPr>
              <a:t>Y</a:t>
            </a:r>
            <a:r>
              <a:rPr kumimoji="1" lang="en-US" altLang="zh-CN" sz="2000">
                <a:latin typeface="Times New Roman" panose="02020603050405020304" pitchFamily="18" charset="0"/>
                <a:ea typeface="楷体_GB2312" pitchFamily="49" charset="-122"/>
              </a:rPr>
              <a:t>1</a:t>
            </a:r>
            <a:endParaRPr kumimoji="1" lang="zh-CN" altLang="en-US" sz="2000">
              <a:latin typeface="Times New Roman" panose="02020603050405020304" pitchFamily="18" charset="0"/>
              <a:ea typeface="楷体_GB2312" pitchFamily="49" charset="-122"/>
            </a:endParaRPr>
          </a:p>
        </p:txBody>
      </p:sp>
      <p:sp>
        <p:nvSpPr>
          <p:cNvPr id="106" name="Rectangle 119">
            <a:extLst>
              <a:ext uri="{FF2B5EF4-FFF2-40B4-BE49-F238E27FC236}">
                <a16:creationId xmlns:a16="http://schemas.microsoft.com/office/drawing/2014/main" id="{C9F3A6D3-7360-02A2-3262-2F72A3D63A41}"/>
              </a:ext>
            </a:extLst>
          </p:cNvPr>
          <p:cNvSpPr>
            <a:spLocks noChangeArrowheads="1"/>
          </p:cNvSpPr>
          <p:nvPr/>
        </p:nvSpPr>
        <p:spPr bwMode="auto">
          <a:xfrm>
            <a:off x="942975" y="5716588"/>
            <a:ext cx="568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a:latin typeface="Times New Roman" panose="02020603050405020304" pitchFamily="18" charset="0"/>
                <a:ea typeface="楷体_GB2312" pitchFamily="49" charset="-122"/>
              </a:rPr>
              <a:t>Y</a:t>
            </a:r>
            <a:r>
              <a:rPr kumimoji="1" lang="en-US" altLang="zh-CN" sz="2000">
                <a:latin typeface="Times New Roman" panose="02020603050405020304" pitchFamily="18" charset="0"/>
                <a:ea typeface="楷体_GB2312" pitchFamily="49" charset="-122"/>
              </a:rPr>
              <a:t>0</a:t>
            </a:r>
            <a:endParaRPr kumimoji="1" lang="zh-CN" altLang="en-US" sz="2000">
              <a:latin typeface="Times New Roman" panose="02020603050405020304" pitchFamily="18" charset="0"/>
              <a:ea typeface="楷体_GB2312" pitchFamily="49" charset="-122"/>
            </a:endParaRPr>
          </a:p>
        </p:txBody>
      </p:sp>
    </p:spTree>
    <p:extLst>
      <p:ext uri="{BB962C8B-B14F-4D97-AF65-F5344CB8AC3E}">
        <p14:creationId xmlns:p14="http://schemas.microsoft.com/office/powerpoint/2010/main" val="4842605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2DE2EF-0231-F656-F447-55D8062C37AB}"/>
              </a:ext>
            </a:extLst>
          </p:cNvPr>
          <p:cNvSpPr>
            <a:spLocks noGrp="1"/>
          </p:cNvSpPr>
          <p:nvPr>
            <p:ph type="title"/>
          </p:nvPr>
        </p:nvSpPr>
        <p:spPr/>
        <p:txBody>
          <a:bodyPr>
            <a:normAutofit fontScale="90000"/>
          </a:bodyPr>
          <a:lstStyle/>
          <a:p>
            <a:r>
              <a:rPr lang="en-US" altLang="zh-CN" dirty="0"/>
              <a:t>4</a:t>
            </a:r>
            <a:r>
              <a:rPr lang="zh-CN" altLang="en-US" dirty="0"/>
              <a:t>线</a:t>
            </a:r>
            <a:r>
              <a:rPr lang="en-US" altLang="zh-CN" dirty="0"/>
              <a:t>-2</a:t>
            </a:r>
            <a:r>
              <a:rPr lang="zh-CN" altLang="en-US" dirty="0"/>
              <a:t>线普通编码器</a:t>
            </a:r>
            <a:r>
              <a:rPr lang="en-US" altLang="zh-CN" dirty="0">
                <a:latin typeface="宋体" panose="02010600030101010101" pitchFamily="2" charset="-122"/>
              </a:rPr>
              <a:t>(</a:t>
            </a:r>
            <a:r>
              <a:rPr lang="zh-CN" altLang="en-US" dirty="0">
                <a:latin typeface="宋体" panose="02010600030101010101" pitchFamily="2" charset="-122"/>
              </a:rPr>
              <a:t>续</a:t>
            </a:r>
            <a:r>
              <a:rPr lang="en-US" altLang="zh-CN" dirty="0">
                <a:latin typeface="宋体" panose="02010600030101010101" pitchFamily="2" charset="-122"/>
              </a:rPr>
              <a:t>1)</a:t>
            </a:r>
            <a:endParaRPr kumimoji="1" lang="zh-CN" altLang="en-US" dirty="0"/>
          </a:p>
        </p:txBody>
      </p:sp>
      <p:sp>
        <p:nvSpPr>
          <p:cNvPr id="4" name="页脚占位符 3">
            <a:extLst>
              <a:ext uri="{FF2B5EF4-FFF2-40B4-BE49-F238E27FC236}">
                <a16:creationId xmlns:a16="http://schemas.microsoft.com/office/drawing/2014/main" id="{EFE0AF49-DF19-9312-01B9-51D395D84C68}"/>
              </a:ext>
            </a:extLst>
          </p:cNvPr>
          <p:cNvSpPr>
            <a:spLocks noGrp="1"/>
          </p:cNvSpPr>
          <p:nvPr>
            <p:ph type="ftr" sz="quarter" idx="11"/>
          </p:nvPr>
        </p:nvSpPr>
        <p:spPr/>
        <p:txBody>
          <a:bodyPr/>
          <a:lstStyle/>
          <a:p>
            <a:r>
              <a:rPr lang="zh-CN" altLang="en-US"/>
              <a:t>模拟与数字电路：</a:t>
            </a:r>
            <a:r>
              <a:rPr lang="en-US" altLang="zh-CN"/>
              <a:t>6. </a:t>
            </a:r>
            <a:r>
              <a:rPr lang="zh-CN" altLang="en-US"/>
              <a:t>组合逻辑电路</a:t>
            </a:r>
            <a:r>
              <a:rPr lang="en-US" altLang="zh-CN"/>
              <a:t>2</a:t>
            </a:r>
            <a:endParaRPr lang="en-US" dirty="0"/>
          </a:p>
        </p:txBody>
      </p:sp>
      <p:sp>
        <p:nvSpPr>
          <p:cNvPr id="5" name="灯片编号占位符 4">
            <a:extLst>
              <a:ext uri="{FF2B5EF4-FFF2-40B4-BE49-F238E27FC236}">
                <a16:creationId xmlns:a16="http://schemas.microsoft.com/office/drawing/2014/main" id="{AD58D2B5-90C9-E21D-CC9A-B2D3E12EAAED}"/>
              </a:ext>
            </a:extLst>
          </p:cNvPr>
          <p:cNvSpPr>
            <a:spLocks noGrp="1"/>
          </p:cNvSpPr>
          <p:nvPr>
            <p:ph type="sldNum" sz="quarter" idx="12"/>
          </p:nvPr>
        </p:nvSpPr>
        <p:spPr/>
        <p:txBody>
          <a:bodyPr/>
          <a:lstStyle/>
          <a:p>
            <a:fld id="{9E260BC5-5BF3-8746-862B-DC45E9CAA88B}" type="slidenum">
              <a:rPr lang="en-US" smtClean="0"/>
              <a:pPr/>
              <a:t>6</a:t>
            </a:fld>
            <a:r>
              <a:rPr lang="en-US" altLang="zh-CN" dirty="0"/>
              <a:t>/38</a:t>
            </a:r>
            <a:endParaRPr lang="en-US" dirty="0"/>
          </a:p>
        </p:txBody>
      </p:sp>
      <p:sp>
        <p:nvSpPr>
          <p:cNvPr id="6" name="Rectangle 2">
            <a:extLst>
              <a:ext uri="{FF2B5EF4-FFF2-40B4-BE49-F238E27FC236}">
                <a16:creationId xmlns:a16="http://schemas.microsoft.com/office/drawing/2014/main" id="{1D52291B-3273-7DA4-BFBA-5AEE121C1031}"/>
              </a:ext>
            </a:extLst>
          </p:cNvPr>
          <p:cNvSpPr txBox="1">
            <a:spLocks noChangeArrowheads="1"/>
          </p:cNvSpPr>
          <p:nvPr/>
        </p:nvSpPr>
        <p:spPr>
          <a:xfrm>
            <a:off x="115095" y="3924155"/>
            <a:ext cx="5926135" cy="2751138"/>
          </a:xfrm>
          <a:prstGeom prst="rect">
            <a:avLst/>
          </a:prstGeom>
          <a:noFill/>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2800" kern="1200">
                <a:solidFill>
                  <a:schemeClr val="accent1">
                    <a:lumMod val="50000"/>
                  </a:schemeClr>
                </a:solidFill>
                <a:latin typeface="+mj-ea"/>
                <a:ea typeface="+mj-ea"/>
                <a:cs typeface="+mn-cs"/>
              </a:defRPr>
            </a:lvl1pPr>
            <a:lvl2pPr marL="742950" indent="-285750" algn="l" defTabSz="457200" rtl="0" eaLnBrk="1" latinLnBrk="0" hangingPunct="1">
              <a:spcBef>
                <a:spcPct val="20000"/>
              </a:spcBef>
              <a:buFont typeface="Arial"/>
              <a:buChar char="–"/>
              <a:defRPr sz="2400" kern="1200">
                <a:solidFill>
                  <a:schemeClr val="accent1">
                    <a:lumMod val="75000"/>
                  </a:schemeClr>
                </a:solidFill>
                <a:latin typeface="+mj-ea"/>
                <a:ea typeface="+mj-ea"/>
                <a:cs typeface="+mn-cs"/>
              </a:defRPr>
            </a:lvl2pPr>
            <a:lvl3pPr marL="1143000" indent="-228600" algn="l" defTabSz="457200" rtl="0" eaLnBrk="1" latinLnBrk="0" hangingPunct="1">
              <a:spcBef>
                <a:spcPct val="20000"/>
              </a:spcBef>
              <a:buFont typeface="Arial"/>
              <a:buChar char="•"/>
              <a:defRPr sz="2000" kern="1200">
                <a:solidFill>
                  <a:schemeClr val="tx1">
                    <a:lumMod val="50000"/>
                    <a:lumOff val="50000"/>
                  </a:schemeClr>
                </a:solidFill>
                <a:latin typeface="+mj-ea"/>
                <a:ea typeface="+mj-ea"/>
                <a:cs typeface="+mn-cs"/>
              </a:defRPr>
            </a:lvl3pPr>
            <a:lvl4pPr marL="1600200" indent="-228600" algn="l" defTabSz="457200" rtl="0" eaLnBrk="1" latinLnBrk="0" hangingPunct="1">
              <a:spcBef>
                <a:spcPct val="20000"/>
              </a:spcBef>
              <a:buFont typeface="Arial"/>
              <a:buChar char="–"/>
              <a:defRPr sz="2000" kern="1200">
                <a:solidFill>
                  <a:schemeClr val="tx1">
                    <a:lumMod val="50000"/>
                    <a:lumOff val="50000"/>
                  </a:schemeClr>
                </a:solidFill>
                <a:latin typeface="+mj-ea"/>
                <a:ea typeface="+mj-ea"/>
                <a:cs typeface="+mn-cs"/>
              </a:defRPr>
            </a:lvl4pPr>
            <a:lvl5pPr marL="2057400" indent="-228600" algn="l" defTabSz="457200" rtl="0" eaLnBrk="1" latinLnBrk="0" hangingPunct="1">
              <a:spcBef>
                <a:spcPct val="20000"/>
              </a:spcBef>
              <a:buFont typeface="Arial"/>
              <a:buChar char="»"/>
              <a:defRPr sz="2000" kern="1200">
                <a:solidFill>
                  <a:schemeClr val="tx1">
                    <a:lumMod val="50000"/>
                    <a:lumOff val="50000"/>
                  </a:schemeClr>
                </a:solidFill>
                <a:latin typeface="+mj-ea"/>
                <a:ea typeface="+mj-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nSpc>
                <a:spcPct val="110000"/>
              </a:lnSpc>
            </a:pPr>
            <a:r>
              <a:rPr lang="zh-CN" altLang="en-US" dirty="0">
                <a:latin typeface="Times New Roman" panose="02020603050405020304" pitchFamily="18" charset="0"/>
              </a:rPr>
              <a:t>编码器的限制</a:t>
            </a:r>
          </a:p>
          <a:p>
            <a:pPr lvl="1">
              <a:lnSpc>
                <a:spcPct val="110000"/>
              </a:lnSpc>
            </a:pPr>
            <a:r>
              <a:rPr lang="zh-CN" altLang="en-US" dirty="0">
                <a:latin typeface="Times New Roman" panose="02020603050405020304" pitchFamily="18" charset="0"/>
              </a:rPr>
              <a:t>不能区分输入</a:t>
            </a:r>
            <a:r>
              <a:rPr lang="en-US" altLang="zh-CN" dirty="0">
                <a:latin typeface="Times New Roman" panose="02020603050405020304" pitchFamily="18" charset="0"/>
              </a:rPr>
              <a:t>I</a:t>
            </a:r>
            <a:r>
              <a:rPr lang="en-US" altLang="zh-CN" sz="1800" dirty="0">
                <a:latin typeface="Times New Roman" panose="02020603050405020304" pitchFamily="18" charset="0"/>
              </a:rPr>
              <a:t>0</a:t>
            </a:r>
            <a:r>
              <a:rPr lang="zh-CN" altLang="en-US" dirty="0">
                <a:latin typeface="Times New Roman" panose="02020603050405020304" pitchFamily="18" charset="0"/>
              </a:rPr>
              <a:t>有效与无输入有效</a:t>
            </a:r>
          </a:p>
          <a:p>
            <a:pPr lvl="1">
              <a:lnSpc>
                <a:spcPct val="110000"/>
              </a:lnSpc>
            </a:pPr>
            <a:r>
              <a:rPr lang="zh-CN" altLang="en-US" dirty="0">
                <a:latin typeface="Times New Roman" panose="02020603050405020304" pitchFamily="18" charset="0"/>
              </a:rPr>
              <a:t>不能处理多输入同时有效</a:t>
            </a:r>
            <a:endParaRPr lang="en-US" altLang="zh-CN" dirty="0">
              <a:latin typeface="Times New Roman" panose="02020603050405020304" pitchFamily="18" charset="0"/>
            </a:endParaRPr>
          </a:p>
        </p:txBody>
      </p:sp>
      <p:grpSp>
        <p:nvGrpSpPr>
          <p:cNvPr id="7" name="Group 4">
            <a:extLst>
              <a:ext uri="{FF2B5EF4-FFF2-40B4-BE49-F238E27FC236}">
                <a16:creationId xmlns:a16="http://schemas.microsoft.com/office/drawing/2014/main" id="{D83D67BB-57B7-5646-6943-20A0A4B7271D}"/>
              </a:ext>
            </a:extLst>
          </p:cNvPr>
          <p:cNvGrpSpPr>
            <a:grpSpLocks/>
          </p:cNvGrpSpPr>
          <p:nvPr/>
        </p:nvGrpSpPr>
        <p:grpSpPr bwMode="auto">
          <a:xfrm>
            <a:off x="5688013" y="1377950"/>
            <a:ext cx="2649537" cy="4967288"/>
            <a:chOff x="372" y="868"/>
            <a:chExt cx="1669" cy="3129"/>
          </a:xfrm>
        </p:grpSpPr>
        <p:sp>
          <p:nvSpPr>
            <p:cNvPr id="8" name="Text Box 5">
              <a:extLst>
                <a:ext uri="{FF2B5EF4-FFF2-40B4-BE49-F238E27FC236}">
                  <a16:creationId xmlns:a16="http://schemas.microsoft.com/office/drawing/2014/main" id="{1F9DC78E-C3F2-BE0B-2AF0-AF1FE89D2C4B}"/>
                </a:ext>
              </a:extLst>
            </p:cNvPr>
            <p:cNvSpPr txBox="1">
              <a:spLocks noChangeArrowheads="1"/>
            </p:cNvSpPr>
            <p:nvPr/>
          </p:nvSpPr>
          <p:spPr bwMode="auto">
            <a:xfrm>
              <a:off x="419" y="1171"/>
              <a:ext cx="1556" cy="2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spcAft>
                  <a:spcPct val="0"/>
                </a:spcAft>
                <a:buFontTx/>
                <a:buNone/>
              </a:pPr>
              <a:r>
                <a:rPr kumimoji="1" lang="en-US" altLang="zh-CN" sz="2000">
                  <a:solidFill>
                    <a:srgbClr val="0000FF"/>
                  </a:solidFill>
                  <a:latin typeface="Times New Roman" panose="02020603050405020304" pitchFamily="18" charset="0"/>
                  <a:ea typeface="楷体_GB2312" pitchFamily="49" charset="-122"/>
                </a:rPr>
                <a:t>0    0    0    0       1    1</a:t>
              </a:r>
            </a:p>
            <a:p>
              <a:pPr eaLnBrk="1" hangingPunct="1">
                <a:lnSpc>
                  <a:spcPct val="90000"/>
                </a:lnSpc>
                <a:spcAft>
                  <a:spcPct val="0"/>
                </a:spcAft>
                <a:buFontTx/>
                <a:buNone/>
              </a:pPr>
              <a:r>
                <a:rPr kumimoji="1" lang="en-US" altLang="zh-CN" sz="2000">
                  <a:solidFill>
                    <a:srgbClr val="0000FF"/>
                  </a:solidFill>
                  <a:latin typeface="Times New Roman" panose="02020603050405020304" pitchFamily="18" charset="0"/>
                  <a:ea typeface="楷体_GB2312" pitchFamily="49" charset="-122"/>
                </a:rPr>
                <a:t>0    0    0    1       1    1</a:t>
              </a:r>
            </a:p>
            <a:p>
              <a:pPr eaLnBrk="1" hangingPunct="1">
                <a:lnSpc>
                  <a:spcPct val="90000"/>
                </a:lnSpc>
                <a:spcAft>
                  <a:spcPct val="0"/>
                </a:spcAft>
                <a:buFontTx/>
                <a:buNone/>
              </a:pPr>
              <a:r>
                <a:rPr kumimoji="1" lang="en-US" altLang="zh-CN" sz="2000">
                  <a:solidFill>
                    <a:srgbClr val="0000FF"/>
                  </a:solidFill>
                  <a:latin typeface="Times New Roman" panose="02020603050405020304" pitchFamily="18" charset="0"/>
                  <a:ea typeface="楷体_GB2312" pitchFamily="49" charset="-122"/>
                </a:rPr>
                <a:t>0    0    1    0       1    1</a:t>
              </a:r>
            </a:p>
            <a:p>
              <a:pPr eaLnBrk="1" hangingPunct="1">
                <a:lnSpc>
                  <a:spcPct val="90000"/>
                </a:lnSpc>
                <a:spcAft>
                  <a:spcPct val="0"/>
                </a:spcAft>
                <a:buFontTx/>
                <a:buNone/>
              </a:pPr>
              <a:r>
                <a:rPr kumimoji="1" lang="en-US" altLang="zh-CN" sz="2000">
                  <a:solidFill>
                    <a:srgbClr val="0000FF"/>
                  </a:solidFill>
                  <a:latin typeface="Times New Roman" panose="02020603050405020304" pitchFamily="18" charset="0"/>
                  <a:ea typeface="楷体_GB2312" pitchFamily="49" charset="-122"/>
                </a:rPr>
                <a:t>0    0    1    1       1    1</a:t>
              </a:r>
            </a:p>
            <a:p>
              <a:pPr eaLnBrk="1" hangingPunct="1">
                <a:lnSpc>
                  <a:spcPct val="90000"/>
                </a:lnSpc>
                <a:spcAft>
                  <a:spcPct val="0"/>
                </a:spcAft>
                <a:buFontTx/>
                <a:buNone/>
              </a:pPr>
              <a:r>
                <a:rPr kumimoji="1" lang="en-US" altLang="zh-CN" sz="2000">
                  <a:solidFill>
                    <a:srgbClr val="0000FF"/>
                  </a:solidFill>
                  <a:latin typeface="Times New Roman" panose="02020603050405020304" pitchFamily="18" charset="0"/>
                  <a:ea typeface="楷体_GB2312" pitchFamily="49" charset="-122"/>
                </a:rPr>
                <a:t>0    1    0    0       1    1</a:t>
              </a:r>
            </a:p>
            <a:p>
              <a:pPr eaLnBrk="1" hangingPunct="1">
                <a:lnSpc>
                  <a:spcPct val="90000"/>
                </a:lnSpc>
                <a:spcAft>
                  <a:spcPct val="0"/>
                </a:spcAft>
                <a:buFontTx/>
                <a:buNone/>
              </a:pPr>
              <a:r>
                <a:rPr kumimoji="1" lang="en-US" altLang="zh-CN" sz="2000">
                  <a:solidFill>
                    <a:srgbClr val="0000FF"/>
                  </a:solidFill>
                  <a:latin typeface="Times New Roman" panose="02020603050405020304" pitchFamily="18" charset="0"/>
                  <a:ea typeface="楷体_GB2312" pitchFamily="49" charset="-122"/>
                </a:rPr>
                <a:t>0    1    0    1       1    1</a:t>
              </a:r>
            </a:p>
            <a:p>
              <a:pPr eaLnBrk="1" hangingPunct="1">
                <a:lnSpc>
                  <a:spcPct val="90000"/>
                </a:lnSpc>
                <a:spcAft>
                  <a:spcPct val="0"/>
                </a:spcAft>
                <a:buFontTx/>
                <a:buNone/>
              </a:pPr>
              <a:r>
                <a:rPr kumimoji="1" lang="en-US" altLang="zh-CN" sz="2000">
                  <a:solidFill>
                    <a:srgbClr val="0000FF"/>
                  </a:solidFill>
                  <a:latin typeface="Times New Roman" panose="02020603050405020304" pitchFamily="18" charset="0"/>
                  <a:ea typeface="楷体_GB2312" pitchFamily="49" charset="-122"/>
                </a:rPr>
                <a:t>0    1    1    0       1    1</a:t>
              </a:r>
            </a:p>
            <a:p>
              <a:pPr eaLnBrk="1" hangingPunct="1">
                <a:lnSpc>
                  <a:spcPct val="90000"/>
                </a:lnSpc>
                <a:spcAft>
                  <a:spcPct val="0"/>
                </a:spcAft>
                <a:buFontTx/>
                <a:buNone/>
              </a:pPr>
              <a:r>
                <a:rPr kumimoji="1" lang="en-US" altLang="zh-CN" sz="2000">
                  <a:solidFill>
                    <a:srgbClr val="0000FF"/>
                  </a:solidFill>
                  <a:latin typeface="Times New Roman" panose="02020603050405020304" pitchFamily="18" charset="0"/>
                  <a:ea typeface="楷体_GB2312" pitchFamily="49" charset="-122"/>
                </a:rPr>
                <a:t>0    1    1    1       1    1</a:t>
              </a:r>
            </a:p>
            <a:p>
              <a:pPr eaLnBrk="1" hangingPunct="1">
                <a:lnSpc>
                  <a:spcPct val="90000"/>
                </a:lnSpc>
                <a:spcAft>
                  <a:spcPct val="0"/>
                </a:spcAft>
                <a:buFontTx/>
                <a:buAutoNum type="arabicPlain"/>
              </a:pPr>
              <a:r>
                <a:rPr kumimoji="1" lang="en-US" altLang="zh-CN" sz="2000">
                  <a:solidFill>
                    <a:srgbClr val="0000FF"/>
                  </a:solidFill>
                  <a:latin typeface="Times New Roman" panose="02020603050405020304" pitchFamily="18" charset="0"/>
                  <a:ea typeface="楷体_GB2312" pitchFamily="49" charset="-122"/>
                </a:rPr>
                <a:t>    0    0    0       1    1</a:t>
              </a:r>
            </a:p>
            <a:p>
              <a:pPr eaLnBrk="1" hangingPunct="1">
                <a:lnSpc>
                  <a:spcPct val="90000"/>
                </a:lnSpc>
                <a:spcAft>
                  <a:spcPct val="0"/>
                </a:spcAft>
                <a:buFontTx/>
                <a:buNone/>
              </a:pPr>
              <a:r>
                <a:rPr kumimoji="1" lang="en-US" altLang="zh-CN" sz="2000">
                  <a:solidFill>
                    <a:srgbClr val="0000FF"/>
                  </a:solidFill>
                  <a:latin typeface="Times New Roman" panose="02020603050405020304" pitchFamily="18" charset="0"/>
                  <a:ea typeface="楷体_GB2312" pitchFamily="49" charset="-122"/>
                </a:rPr>
                <a:t>1    0    0    1       1    1</a:t>
              </a:r>
            </a:p>
            <a:p>
              <a:pPr eaLnBrk="1" hangingPunct="1">
                <a:lnSpc>
                  <a:spcPct val="90000"/>
                </a:lnSpc>
                <a:spcAft>
                  <a:spcPct val="0"/>
                </a:spcAft>
                <a:buFontTx/>
                <a:buAutoNum type="arabicPlain"/>
              </a:pPr>
              <a:r>
                <a:rPr kumimoji="1" lang="en-US" altLang="zh-CN" sz="2000">
                  <a:latin typeface="Times New Roman" panose="02020603050405020304" pitchFamily="18" charset="0"/>
                  <a:ea typeface="楷体_GB2312" pitchFamily="49" charset="-122"/>
                </a:rPr>
                <a:t>    0    1    0       1    0</a:t>
              </a:r>
            </a:p>
            <a:p>
              <a:pPr eaLnBrk="1" hangingPunct="1">
                <a:lnSpc>
                  <a:spcPct val="90000"/>
                </a:lnSpc>
                <a:spcAft>
                  <a:spcPct val="0"/>
                </a:spcAft>
                <a:buFontTx/>
                <a:buNone/>
              </a:pPr>
              <a:r>
                <a:rPr kumimoji="1" lang="en-US" altLang="zh-CN" sz="2000">
                  <a:latin typeface="Times New Roman" panose="02020603050405020304" pitchFamily="18" charset="0"/>
                  <a:ea typeface="楷体_GB2312" pitchFamily="49" charset="-122"/>
                </a:rPr>
                <a:t>1    0    1    1       1    0</a:t>
              </a:r>
            </a:p>
            <a:p>
              <a:pPr eaLnBrk="1" hangingPunct="1">
                <a:lnSpc>
                  <a:spcPct val="90000"/>
                </a:lnSpc>
                <a:spcAft>
                  <a:spcPct val="0"/>
                </a:spcAft>
                <a:buFontTx/>
                <a:buAutoNum type="arabicPlain"/>
              </a:pPr>
              <a:r>
                <a:rPr kumimoji="1" lang="en-US" altLang="zh-CN" sz="2000">
                  <a:solidFill>
                    <a:srgbClr val="000000"/>
                  </a:solidFill>
                  <a:latin typeface="Times New Roman" panose="02020603050405020304" pitchFamily="18" charset="0"/>
                  <a:ea typeface="楷体_GB2312" pitchFamily="49" charset="-122"/>
                </a:rPr>
                <a:t>    1    0    0       0    1</a:t>
              </a:r>
            </a:p>
            <a:p>
              <a:pPr eaLnBrk="1" hangingPunct="1">
                <a:lnSpc>
                  <a:spcPct val="90000"/>
                </a:lnSpc>
                <a:spcAft>
                  <a:spcPct val="0"/>
                </a:spcAft>
                <a:buFontTx/>
                <a:buNone/>
              </a:pPr>
              <a:r>
                <a:rPr kumimoji="1" lang="en-US" altLang="zh-CN" sz="2000">
                  <a:solidFill>
                    <a:srgbClr val="000000"/>
                  </a:solidFill>
                  <a:latin typeface="Times New Roman" panose="02020603050405020304" pitchFamily="18" charset="0"/>
                  <a:ea typeface="楷体_GB2312" pitchFamily="49" charset="-122"/>
                </a:rPr>
                <a:t>1    1    0    1       0    1</a:t>
              </a:r>
            </a:p>
            <a:p>
              <a:pPr eaLnBrk="1" hangingPunct="1">
                <a:lnSpc>
                  <a:spcPct val="90000"/>
                </a:lnSpc>
                <a:spcAft>
                  <a:spcPct val="0"/>
                </a:spcAft>
                <a:buFontTx/>
                <a:buNone/>
              </a:pPr>
              <a:r>
                <a:rPr kumimoji="1" lang="en-US" altLang="zh-CN" sz="2000">
                  <a:solidFill>
                    <a:srgbClr val="FF0000"/>
                  </a:solidFill>
                  <a:latin typeface="Times New Roman" panose="02020603050405020304" pitchFamily="18" charset="0"/>
                  <a:ea typeface="楷体_GB2312" pitchFamily="49" charset="-122"/>
                </a:rPr>
                <a:t>1    1    1    0       0    0</a:t>
              </a:r>
            </a:p>
            <a:p>
              <a:pPr eaLnBrk="1" hangingPunct="1">
                <a:lnSpc>
                  <a:spcPct val="90000"/>
                </a:lnSpc>
                <a:spcAft>
                  <a:spcPct val="0"/>
                </a:spcAft>
                <a:buFontTx/>
                <a:buNone/>
              </a:pPr>
              <a:r>
                <a:rPr kumimoji="1" lang="en-US" altLang="zh-CN" sz="2000">
                  <a:solidFill>
                    <a:srgbClr val="FF0000"/>
                  </a:solidFill>
                  <a:latin typeface="Times New Roman" panose="02020603050405020304" pitchFamily="18" charset="0"/>
                  <a:ea typeface="楷体_GB2312" pitchFamily="49" charset="-122"/>
                </a:rPr>
                <a:t>1    1    1    1       0    0</a:t>
              </a:r>
              <a:r>
                <a:rPr kumimoji="1" lang="en-US" altLang="zh-CN" sz="2000">
                  <a:latin typeface="Times New Roman" panose="02020603050405020304" pitchFamily="18" charset="0"/>
                  <a:ea typeface="楷体_GB2312" pitchFamily="49" charset="-122"/>
                </a:rPr>
                <a:t> </a:t>
              </a:r>
            </a:p>
          </p:txBody>
        </p:sp>
        <p:sp>
          <p:nvSpPr>
            <p:cNvPr id="9" name="Rectangle 6">
              <a:extLst>
                <a:ext uri="{FF2B5EF4-FFF2-40B4-BE49-F238E27FC236}">
                  <a16:creationId xmlns:a16="http://schemas.microsoft.com/office/drawing/2014/main" id="{D075715E-F7A9-7714-A6A1-C40F4D905DEF}"/>
                </a:ext>
              </a:extLst>
            </p:cNvPr>
            <p:cNvSpPr>
              <a:spLocks noChangeArrowheads="1"/>
            </p:cNvSpPr>
            <p:nvPr/>
          </p:nvSpPr>
          <p:spPr bwMode="auto">
            <a:xfrm>
              <a:off x="387" y="885"/>
              <a:ext cx="165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rPr>
                <a:t>I</a:t>
              </a:r>
              <a:r>
                <a:rPr kumimoji="1" lang="en-US" altLang="zh-CN" sz="2000">
                  <a:latin typeface="Times New Roman" panose="02020603050405020304" pitchFamily="18" charset="0"/>
                </a:rPr>
                <a:t>3</a:t>
              </a:r>
              <a:r>
                <a:rPr kumimoji="1" lang="en-US" altLang="zh-CN" sz="2400">
                  <a:latin typeface="Times New Roman" panose="02020603050405020304" pitchFamily="18" charset="0"/>
                </a:rPr>
                <a:t>  I</a:t>
              </a:r>
              <a:r>
                <a:rPr kumimoji="1" lang="en-US" altLang="zh-CN" sz="2000">
                  <a:latin typeface="Times New Roman" panose="02020603050405020304" pitchFamily="18" charset="0"/>
                </a:rPr>
                <a:t>2</a:t>
              </a:r>
              <a:r>
                <a:rPr kumimoji="1" lang="en-US" altLang="zh-CN" sz="2400">
                  <a:latin typeface="Times New Roman" panose="02020603050405020304" pitchFamily="18" charset="0"/>
                </a:rPr>
                <a:t>  I</a:t>
              </a:r>
              <a:r>
                <a:rPr kumimoji="1" lang="en-US" altLang="zh-CN" sz="2000">
                  <a:latin typeface="Times New Roman" panose="02020603050405020304" pitchFamily="18" charset="0"/>
                </a:rPr>
                <a:t>1</a:t>
              </a:r>
              <a:r>
                <a:rPr kumimoji="1" lang="en-US" altLang="zh-CN" sz="2400">
                  <a:latin typeface="Times New Roman" panose="02020603050405020304" pitchFamily="18" charset="0"/>
                </a:rPr>
                <a:t>  I</a:t>
              </a:r>
              <a:r>
                <a:rPr kumimoji="1" lang="en-US" altLang="zh-CN" sz="2000">
                  <a:latin typeface="Times New Roman" panose="02020603050405020304" pitchFamily="18" charset="0"/>
                </a:rPr>
                <a:t>0</a:t>
              </a:r>
              <a:r>
                <a:rPr kumimoji="1" lang="en-US" altLang="zh-CN" sz="2400">
                  <a:latin typeface="Times New Roman" panose="02020603050405020304" pitchFamily="18" charset="0"/>
                </a:rPr>
                <a:t>   Y</a:t>
              </a:r>
              <a:r>
                <a:rPr kumimoji="1" lang="en-US" altLang="zh-CN" sz="2000">
                  <a:latin typeface="Times New Roman" panose="02020603050405020304" pitchFamily="18" charset="0"/>
                </a:rPr>
                <a:t>1</a:t>
              </a:r>
              <a:r>
                <a:rPr kumimoji="1" lang="en-US" altLang="zh-CN" sz="2400">
                  <a:latin typeface="Times New Roman" panose="02020603050405020304" pitchFamily="18" charset="0"/>
                </a:rPr>
                <a:t> Y</a:t>
              </a:r>
              <a:r>
                <a:rPr kumimoji="1" lang="en-US" altLang="zh-CN" sz="2000">
                  <a:latin typeface="Times New Roman" panose="02020603050405020304" pitchFamily="18" charset="0"/>
                </a:rPr>
                <a:t>0</a:t>
              </a:r>
              <a:endParaRPr kumimoji="1" lang="zh-CN" altLang="en-US" sz="2000">
                <a:latin typeface="Times New Roman" panose="02020603050405020304" pitchFamily="18" charset="0"/>
              </a:endParaRPr>
            </a:p>
          </p:txBody>
        </p:sp>
        <p:sp>
          <p:nvSpPr>
            <p:cNvPr id="10" name="Line 7">
              <a:extLst>
                <a:ext uri="{FF2B5EF4-FFF2-40B4-BE49-F238E27FC236}">
                  <a16:creationId xmlns:a16="http://schemas.microsoft.com/office/drawing/2014/main" id="{056362C1-F453-AB0E-293D-6B5E77B533D7}"/>
                </a:ext>
              </a:extLst>
            </p:cNvPr>
            <p:cNvSpPr>
              <a:spLocks noChangeShapeType="1"/>
            </p:cNvSpPr>
            <p:nvPr/>
          </p:nvSpPr>
          <p:spPr bwMode="auto">
            <a:xfrm>
              <a:off x="1429" y="868"/>
              <a:ext cx="0" cy="312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 name="Line 8">
              <a:extLst>
                <a:ext uri="{FF2B5EF4-FFF2-40B4-BE49-F238E27FC236}">
                  <a16:creationId xmlns:a16="http://schemas.microsoft.com/office/drawing/2014/main" id="{8075D3E9-8653-A730-5A53-DA8B5E5C69ED}"/>
                </a:ext>
              </a:extLst>
            </p:cNvPr>
            <p:cNvSpPr>
              <a:spLocks noChangeShapeType="1"/>
            </p:cNvSpPr>
            <p:nvPr/>
          </p:nvSpPr>
          <p:spPr bwMode="auto">
            <a:xfrm>
              <a:off x="372" y="1185"/>
              <a:ext cx="158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 name="Line 9">
              <a:extLst>
                <a:ext uri="{FF2B5EF4-FFF2-40B4-BE49-F238E27FC236}">
                  <a16:creationId xmlns:a16="http://schemas.microsoft.com/office/drawing/2014/main" id="{5C3A2668-B2F7-EB83-6AEA-32D0CE39A013}"/>
                </a:ext>
              </a:extLst>
            </p:cNvPr>
            <p:cNvSpPr>
              <a:spLocks noChangeShapeType="1"/>
            </p:cNvSpPr>
            <p:nvPr/>
          </p:nvSpPr>
          <p:spPr bwMode="auto">
            <a:xfrm>
              <a:off x="372" y="3997"/>
              <a:ext cx="15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Line 10">
              <a:extLst>
                <a:ext uri="{FF2B5EF4-FFF2-40B4-BE49-F238E27FC236}">
                  <a16:creationId xmlns:a16="http://schemas.microsoft.com/office/drawing/2014/main" id="{506501DA-1661-3A9F-70B9-1BB63D21E053}"/>
                </a:ext>
              </a:extLst>
            </p:cNvPr>
            <p:cNvSpPr>
              <a:spLocks noChangeShapeType="1"/>
            </p:cNvSpPr>
            <p:nvPr/>
          </p:nvSpPr>
          <p:spPr bwMode="auto">
            <a:xfrm>
              <a:off x="372" y="868"/>
              <a:ext cx="158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4" name="Text Box 11">
            <a:extLst>
              <a:ext uri="{FF2B5EF4-FFF2-40B4-BE49-F238E27FC236}">
                <a16:creationId xmlns:a16="http://schemas.microsoft.com/office/drawing/2014/main" id="{93811088-B48C-DB63-4C5E-6FE064FF3ADE}"/>
              </a:ext>
            </a:extLst>
          </p:cNvPr>
          <p:cNvSpPr txBox="1">
            <a:spLocks noChangeArrowheads="1"/>
          </p:cNvSpPr>
          <p:nvPr/>
        </p:nvSpPr>
        <p:spPr bwMode="auto">
          <a:xfrm>
            <a:off x="3221038" y="2565400"/>
            <a:ext cx="568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a:latin typeface="Times New Roman" panose="02020603050405020304" pitchFamily="18" charset="0"/>
                <a:ea typeface="楷体_GB2312" pitchFamily="49" charset="-122"/>
              </a:rPr>
              <a:t>Y</a:t>
            </a:r>
            <a:r>
              <a:rPr kumimoji="1" lang="en-US" altLang="zh-CN" sz="2000">
                <a:latin typeface="Times New Roman" panose="02020603050405020304" pitchFamily="18" charset="0"/>
                <a:ea typeface="楷体_GB2312" pitchFamily="49" charset="-122"/>
              </a:rPr>
              <a:t>0</a:t>
            </a:r>
          </a:p>
        </p:txBody>
      </p:sp>
      <p:sp>
        <p:nvSpPr>
          <p:cNvPr id="15" name="Text Box 12">
            <a:extLst>
              <a:ext uri="{FF2B5EF4-FFF2-40B4-BE49-F238E27FC236}">
                <a16:creationId xmlns:a16="http://schemas.microsoft.com/office/drawing/2014/main" id="{81A05019-BA81-C654-CB1D-D08D78118FEB}"/>
              </a:ext>
            </a:extLst>
          </p:cNvPr>
          <p:cNvSpPr txBox="1">
            <a:spLocks noChangeArrowheads="1"/>
          </p:cNvSpPr>
          <p:nvPr/>
        </p:nvSpPr>
        <p:spPr bwMode="auto">
          <a:xfrm>
            <a:off x="3221038" y="1701800"/>
            <a:ext cx="568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a:latin typeface="Times New Roman" panose="02020603050405020304" pitchFamily="18" charset="0"/>
                <a:ea typeface="楷体_GB2312" pitchFamily="49" charset="-122"/>
              </a:rPr>
              <a:t>Y</a:t>
            </a:r>
            <a:r>
              <a:rPr kumimoji="1" lang="en-US" altLang="zh-CN" sz="2000">
                <a:latin typeface="Times New Roman" panose="02020603050405020304" pitchFamily="18" charset="0"/>
                <a:ea typeface="楷体_GB2312" pitchFamily="49" charset="-122"/>
              </a:rPr>
              <a:t>1</a:t>
            </a:r>
          </a:p>
        </p:txBody>
      </p:sp>
      <p:grpSp>
        <p:nvGrpSpPr>
          <p:cNvPr id="16" name="Group 13">
            <a:extLst>
              <a:ext uri="{FF2B5EF4-FFF2-40B4-BE49-F238E27FC236}">
                <a16:creationId xmlns:a16="http://schemas.microsoft.com/office/drawing/2014/main" id="{2C9EDCB7-B060-2979-A714-745C944872D3}"/>
              </a:ext>
            </a:extLst>
          </p:cNvPr>
          <p:cNvGrpSpPr>
            <a:grpSpLocks/>
          </p:cNvGrpSpPr>
          <p:nvPr/>
        </p:nvGrpSpPr>
        <p:grpSpPr bwMode="auto">
          <a:xfrm>
            <a:off x="900113" y="1557338"/>
            <a:ext cx="2249487" cy="1708150"/>
            <a:chOff x="725" y="1412"/>
            <a:chExt cx="1417" cy="1076"/>
          </a:xfrm>
        </p:grpSpPr>
        <p:sp>
          <p:nvSpPr>
            <p:cNvPr id="17" name="Text Box 14">
              <a:extLst>
                <a:ext uri="{FF2B5EF4-FFF2-40B4-BE49-F238E27FC236}">
                  <a16:creationId xmlns:a16="http://schemas.microsoft.com/office/drawing/2014/main" id="{CE7F748B-3C0F-145E-1279-872DDC7E279B}"/>
                </a:ext>
              </a:extLst>
            </p:cNvPr>
            <p:cNvSpPr txBox="1">
              <a:spLocks noChangeArrowheads="1"/>
            </p:cNvSpPr>
            <p:nvPr/>
          </p:nvSpPr>
          <p:spPr bwMode="auto">
            <a:xfrm>
              <a:off x="725" y="1788"/>
              <a:ext cx="28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a:latin typeface="Times New Roman" panose="02020603050405020304" pitchFamily="18" charset="0"/>
                  <a:ea typeface="楷体_GB2312" pitchFamily="49" charset="-122"/>
                </a:rPr>
                <a:t>I</a:t>
              </a:r>
              <a:r>
                <a:rPr kumimoji="1" lang="en-US" altLang="zh-CN" sz="2000">
                  <a:latin typeface="Times New Roman" panose="02020603050405020304" pitchFamily="18" charset="0"/>
                  <a:ea typeface="楷体_GB2312" pitchFamily="49" charset="-122"/>
                </a:rPr>
                <a:t>3</a:t>
              </a:r>
            </a:p>
          </p:txBody>
        </p:sp>
        <p:sp>
          <p:nvSpPr>
            <p:cNvPr id="18" name="Line 15">
              <a:extLst>
                <a:ext uri="{FF2B5EF4-FFF2-40B4-BE49-F238E27FC236}">
                  <a16:creationId xmlns:a16="http://schemas.microsoft.com/office/drawing/2014/main" id="{D5AFEBE4-1E06-FFFB-62E4-279B1CC34C59}"/>
                </a:ext>
              </a:extLst>
            </p:cNvPr>
            <p:cNvSpPr>
              <a:spLocks noChangeShapeType="1"/>
            </p:cNvSpPr>
            <p:nvPr/>
          </p:nvSpPr>
          <p:spPr bwMode="auto">
            <a:xfrm>
              <a:off x="1328" y="2128"/>
              <a:ext cx="17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Line 16">
              <a:extLst>
                <a:ext uri="{FF2B5EF4-FFF2-40B4-BE49-F238E27FC236}">
                  <a16:creationId xmlns:a16="http://schemas.microsoft.com/office/drawing/2014/main" id="{97B94E0C-EEB3-69CD-584C-92A1DD6C4857}"/>
                </a:ext>
              </a:extLst>
            </p:cNvPr>
            <p:cNvSpPr>
              <a:spLocks noChangeShapeType="1"/>
            </p:cNvSpPr>
            <p:nvPr/>
          </p:nvSpPr>
          <p:spPr bwMode="auto">
            <a:xfrm>
              <a:off x="1076" y="2319"/>
              <a:ext cx="42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 name="Line 17">
              <a:extLst>
                <a:ext uri="{FF2B5EF4-FFF2-40B4-BE49-F238E27FC236}">
                  <a16:creationId xmlns:a16="http://schemas.microsoft.com/office/drawing/2014/main" id="{97FB002A-15C7-00E8-F130-2939FB7AD4D4}"/>
                </a:ext>
              </a:extLst>
            </p:cNvPr>
            <p:cNvSpPr>
              <a:spLocks noChangeShapeType="1"/>
            </p:cNvSpPr>
            <p:nvPr/>
          </p:nvSpPr>
          <p:spPr bwMode="auto">
            <a:xfrm>
              <a:off x="1887" y="1684"/>
              <a:ext cx="25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 name="Line 18">
              <a:extLst>
                <a:ext uri="{FF2B5EF4-FFF2-40B4-BE49-F238E27FC236}">
                  <a16:creationId xmlns:a16="http://schemas.microsoft.com/office/drawing/2014/main" id="{72E42711-FB6A-B148-E3FE-81F69E457D38}"/>
                </a:ext>
              </a:extLst>
            </p:cNvPr>
            <p:cNvSpPr>
              <a:spLocks noChangeShapeType="1"/>
            </p:cNvSpPr>
            <p:nvPr/>
          </p:nvSpPr>
          <p:spPr bwMode="auto">
            <a:xfrm flipV="1">
              <a:off x="1326" y="1775"/>
              <a:ext cx="0" cy="3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Line 19">
              <a:extLst>
                <a:ext uri="{FF2B5EF4-FFF2-40B4-BE49-F238E27FC236}">
                  <a16:creationId xmlns:a16="http://schemas.microsoft.com/office/drawing/2014/main" id="{C83624F1-F190-74C4-21DB-98F915B8523D}"/>
                </a:ext>
              </a:extLst>
            </p:cNvPr>
            <p:cNvSpPr>
              <a:spLocks noChangeShapeType="1"/>
            </p:cNvSpPr>
            <p:nvPr/>
          </p:nvSpPr>
          <p:spPr bwMode="auto">
            <a:xfrm>
              <a:off x="1076" y="1584"/>
              <a:ext cx="42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Line 20">
              <a:extLst>
                <a:ext uri="{FF2B5EF4-FFF2-40B4-BE49-F238E27FC236}">
                  <a16:creationId xmlns:a16="http://schemas.microsoft.com/office/drawing/2014/main" id="{450E3A23-F52C-6504-A3EF-063CC99A9E99}"/>
                </a:ext>
              </a:extLst>
            </p:cNvPr>
            <p:cNvSpPr>
              <a:spLocks noChangeShapeType="1"/>
            </p:cNvSpPr>
            <p:nvPr/>
          </p:nvSpPr>
          <p:spPr bwMode="auto">
            <a:xfrm>
              <a:off x="1326" y="1775"/>
              <a:ext cx="17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 name="Line 21">
              <a:extLst>
                <a:ext uri="{FF2B5EF4-FFF2-40B4-BE49-F238E27FC236}">
                  <a16:creationId xmlns:a16="http://schemas.microsoft.com/office/drawing/2014/main" id="{CC9FDCE1-89E1-CC5B-89C8-1CEE15586B1B}"/>
                </a:ext>
              </a:extLst>
            </p:cNvPr>
            <p:cNvSpPr>
              <a:spLocks noChangeShapeType="1"/>
            </p:cNvSpPr>
            <p:nvPr/>
          </p:nvSpPr>
          <p:spPr bwMode="auto">
            <a:xfrm>
              <a:off x="1076" y="1957"/>
              <a:ext cx="249" cy="0"/>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 name="Text Box 22">
              <a:extLst>
                <a:ext uri="{FF2B5EF4-FFF2-40B4-BE49-F238E27FC236}">
                  <a16:creationId xmlns:a16="http://schemas.microsoft.com/office/drawing/2014/main" id="{E2449FE6-AB25-3F0D-E4F2-2F6AB7510693}"/>
                </a:ext>
              </a:extLst>
            </p:cNvPr>
            <p:cNvSpPr txBox="1">
              <a:spLocks noChangeArrowheads="1"/>
            </p:cNvSpPr>
            <p:nvPr/>
          </p:nvSpPr>
          <p:spPr bwMode="auto">
            <a:xfrm>
              <a:off x="725" y="1412"/>
              <a:ext cx="28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a:latin typeface="Times New Roman" panose="02020603050405020304" pitchFamily="18" charset="0"/>
                  <a:ea typeface="楷体_GB2312" pitchFamily="49" charset="-122"/>
                </a:rPr>
                <a:t>I</a:t>
              </a:r>
              <a:r>
                <a:rPr kumimoji="1" lang="en-US" altLang="zh-CN" sz="2000">
                  <a:latin typeface="Times New Roman" panose="02020603050405020304" pitchFamily="18" charset="0"/>
                  <a:ea typeface="楷体_GB2312" pitchFamily="49" charset="-122"/>
                </a:rPr>
                <a:t>2</a:t>
              </a:r>
            </a:p>
          </p:txBody>
        </p:sp>
        <p:sp>
          <p:nvSpPr>
            <p:cNvPr id="26" name="Text Box 23">
              <a:extLst>
                <a:ext uri="{FF2B5EF4-FFF2-40B4-BE49-F238E27FC236}">
                  <a16:creationId xmlns:a16="http://schemas.microsoft.com/office/drawing/2014/main" id="{21213096-169F-66EC-D4D0-33C88023852F}"/>
                </a:ext>
              </a:extLst>
            </p:cNvPr>
            <p:cNvSpPr txBox="1">
              <a:spLocks noChangeArrowheads="1"/>
            </p:cNvSpPr>
            <p:nvPr/>
          </p:nvSpPr>
          <p:spPr bwMode="auto">
            <a:xfrm>
              <a:off x="725" y="2161"/>
              <a:ext cx="28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a:latin typeface="Times New Roman" panose="02020603050405020304" pitchFamily="18" charset="0"/>
                  <a:ea typeface="楷体_GB2312" pitchFamily="49" charset="-122"/>
                </a:rPr>
                <a:t>I</a:t>
              </a:r>
              <a:r>
                <a:rPr kumimoji="1" lang="en-US" altLang="zh-CN" sz="2000">
                  <a:latin typeface="Times New Roman" panose="02020603050405020304" pitchFamily="18" charset="0"/>
                  <a:ea typeface="楷体_GB2312" pitchFamily="49" charset="-122"/>
                </a:rPr>
                <a:t>1</a:t>
              </a:r>
            </a:p>
          </p:txBody>
        </p:sp>
        <p:sp>
          <p:nvSpPr>
            <p:cNvPr id="27" name="Oval 24">
              <a:extLst>
                <a:ext uri="{FF2B5EF4-FFF2-40B4-BE49-F238E27FC236}">
                  <a16:creationId xmlns:a16="http://schemas.microsoft.com/office/drawing/2014/main" id="{BCCDF082-E5C9-9893-3E66-A79B97FD6F67}"/>
                </a:ext>
              </a:extLst>
            </p:cNvPr>
            <p:cNvSpPr>
              <a:spLocks noChangeArrowheads="1"/>
            </p:cNvSpPr>
            <p:nvPr/>
          </p:nvSpPr>
          <p:spPr bwMode="auto">
            <a:xfrm>
              <a:off x="1858" y="1638"/>
              <a:ext cx="90" cy="90"/>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8" name="Line 25">
              <a:extLst>
                <a:ext uri="{FF2B5EF4-FFF2-40B4-BE49-F238E27FC236}">
                  <a16:creationId xmlns:a16="http://schemas.microsoft.com/office/drawing/2014/main" id="{BA547FD2-E80C-FCDB-3AE6-D64CE6A3392C}"/>
                </a:ext>
              </a:extLst>
            </p:cNvPr>
            <p:cNvSpPr>
              <a:spLocks noChangeShapeType="1"/>
            </p:cNvSpPr>
            <p:nvPr/>
          </p:nvSpPr>
          <p:spPr bwMode="auto">
            <a:xfrm>
              <a:off x="1886" y="2228"/>
              <a:ext cx="25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 name="Oval 26">
              <a:extLst>
                <a:ext uri="{FF2B5EF4-FFF2-40B4-BE49-F238E27FC236}">
                  <a16:creationId xmlns:a16="http://schemas.microsoft.com/office/drawing/2014/main" id="{6BCC5F2B-9245-64FF-8112-3B3210D275BF}"/>
                </a:ext>
              </a:extLst>
            </p:cNvPr>
            <p:cNvSpPr>
              <a:spLocks noChangeArrowheads="1"/>
            </p:cNvSpPr>
            <p:nvPr/>
          </p:nvSpPr>
          <p:spPr bwMode="auto">
            <a:xfrm>
              <a:off x="1858" y="2183"/>
              <a:ext cx="90" cy="90"/>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30" name="AutoShape 27">
              <a:extLst>
                <a:ext uri="{FF2B5EF4-FFF2-40B4-BE49-F238E27FC236}">
                  <a16:creationId xmlns:a16="http://schemas.microsoft.com/office/drawing/2014/main" id="{BFB4F8AE-B2B5-B70E-04D9-3FB1496D938E}"/>
                </a:ext>
              </a:extLst>
            </p:cNvPr>
            <p:cNvSpPr>
              <a:spLocks noChangeArrowheads="1"/>
            </p:cNvSpPr>
            <p:nvPr/>
          </p:nvSpPr>
          <p:spPr bwMode="auto">
            <a:xfrm>
              <a:off x="1495" y="1502"/>
              <a:ext cx="363" cy="374"/>
            </a:xfrm>
            <a:prstGeom prst="flowChartDelay">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31" name="AutoShape 28">
              <a:extLst>
                <a:ext uri="{FF2B5EF4-FFF2-40B4-BE49-F238E27FC236}">
                  <a16:creationId xmlns:a16="http://schemas.microsoft.com/office/drawing/2014/main" id="{99BF72F6-406D-C497-593B-2B23D8A1908D}"/>
                </a:ext>
              </a:extLst>
            </p:cNvPr>
            <p:cNvSpPr>
              <a:spLocks noChangeArrowheads="1"/>
            </p:cNvSpPr>
            <p:nvPr/>
          </p:nvSpPr>
          <p:spPr bwMode="auto">
            <a:xfrm>
              <a:off x="1495" y="2035"/>
              <a:ext cx="363" cy="374"/>
            </a:xfrm>
            <a:prstGeom prst="flowChartDelay">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grpSp>
      <p:grpSp>
        <p:nvGrpSpPr>
          <p:cNvPr id="32" name="Group 29">
            <a:extLst>
              <a:ext uri="{FF2B5EF4-FFF2-40B4-BE49-F238E27FC236}">
                <a16:creationId xmlns:a16="http://schemas.microsoft.com/office/drawing/2014/main" id="{71D5187A-BC1E-2C5F-5D39-3DF03CE376F2}"/>
              </a:ext>
            </a:extLst>
          </p:cNvPr>
          <p:cNvGrpSpPr>
            <a:grpSpLocks/>
          </p:cNvGrpSpPr>
          <p:nvPr/>
        </p:nvGrpSpPr>
        <p:grpSpPr bwMode="auto">
          <a:xfrm>
            <a:off x="3744913" y="1700213"/>
            <a:ext cx="1368425" cy="519112"/>
            <a:chOff x="1565" y="3158"/>
            <a:chExt cx="862" cy="327"/>
          </a:xfrm>
        </p:grpSpPr>
        <p:sp>
          <p:nvSpPr>
            <p:cNvPr id="33" name="Text Box 30">
              <a:extLst>
                <a:ext uri="{FF2B5EF4-FFF2-40B4-BE49-F238E27FC236}">
                  <a16:creationId xmlns:a16="http://schemas.microsoft.com/office/drawing/2014/main" id="{D838A067-F313-6CB4-C5C7-E2A8FD880056}"/>
                </a:ext>
              </a:extLst>
            </p:cNvPr>
            <p:cNvSpPr txBox="1">
              <a:spLocks noChangeArrowheads="1"/>
            </p:cNvSpPr>
            <p:nvPr/>
          </p:nvSpPr>
          <p:spPr bwMode="auto">
            <a:xfrm>
              <a:off x="1565" y="3158"/>
              <a:ext cx="86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a:latin typeface="Times New Roman" panose="02020603050405020304" pitchFamily="18" charset="0"/>
                  <a:ea typeface="楷体_GB2312" pitchFamily="49" charset="-122"/>
                </a:rPr>
                <a:t>= I</a:t>
              </a:r>
              <a:r>
                <a:rPr kumimoji="1" lang="en-US" altLang="zh-CN" sz="2000">
                  <a:latin typeface="Times New Roman" panose="02020603050405020304" pitchFamily="18" charset="0"/>
                  <a:ea typeface="楷体_GB2312" pitchFamily="49" charset="-122"/>
                </a:rPr>
                <a:t>2 </a:t>
              </a:r>
              <a:r>
                <a:rPr kumimoji="1" lang="en-US" altLang="zh-CN">
                  <a:latin typeface="Times New Roman" panose="02020603050405020304" pitchFamily="18" charset="0"/>
                  <a:ea typeface="楷体_GB2312" pitchFamily="49" charset="-122"/>
                </a:rPr>
                <a:t>I</a:t>
              </a:r>
              <a:r>
                <a:rPr kumimoji="1" lang="en-US" altLang="zh-CN" sz="2000">
                  <a:latin typeface="Times New Roman" panose="02020603050405020304" pitchFamily="18" charset="0"/>
                  <a:ea typeface="楷体_GB2312" pitchFamily="49" charset="-122"/>
                </a:rPr>
                <a:t>3</a:t>
              </a:r>
            </a:p>
          </p:txBody>
        </p:sp>
        <p:sp>
          <p:nvSpPr>
            <p:cNvPr id="34" name="Line 31">
              <a:extLst>
                <a:ext uri="{FF2B5EF4-FFF2-40B4-BE49-F238E27FC236}">
                  <a16:creationId xmlns:a16="http://schemas.microsoft.com/office/drawing/2014/main" id="{CBD92446-C9A6-63AC-36EB-50A8707E1230}"/>
                </a:ext>
              </a:extLst>
            </p:cNvPr>
            <p:cNvSpPr>
              <a:spLocks noChangeShapeType="1"/>
            </p:cNvSpPr>
            <p:nvPr/>
          </p:nvSpPr>
          <p:spPr bwMode="auto">
            <a:xfrm>
              <a:off x="1791" y="3204"/>
              <a:ext cx="38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5" name="Group 32">
            <a:extLst>
              <a:ext uri="{FF2B5EF4-FFF2-40B4-BE49-F238E27FC236}">
                <a16:creationId xmlns:a16="http://schemas.microsoft.com/office/drawing/2014/main" id="{C5D066C9-7FBE-1AE6-9E45-67FC480B24CB}"/>
              </a:ext>
            </a:extLst>
          </p:cNvPr>
          <p:cNvGrpSpPr>
            <a:grpSpLocks/>
          </p:cNvGrpSpPr>
          <p:nvPr/>
        </p:nvGrpSpPr>
        <p:grpSpPr bwMode="auto">
          <a:xfrm>
            <a:off x="3781425" y="2586038"/>
            <a:ext cx="1368425" cy="519112"/>
            <a:chOff x="1565" y="3158"/>
            <a:chExt cx="862" cy="327"/>
          </a:xfrm>
        </p:grpSpPr>
        <p:sp>
          <p:nvSpPr>
            <p:cNvPr id="36" name="Text Box 33">
              <a:extLst>
                <a:ext uri="{FF2B5EF4-FFF2-40B4-BE49-F238E27FC236}">
                  <a16:creationId xmlns:a16="http://schemas.microsoft.com/office/drawing/2014/main" id="{B11D11EC-9A22-5B5B-F3A8-3D705F05E587}"/>
                </a:ext>
              </a:extLst>
            </p:cNvPr>
            <p:cNvSpPr txBox="1">
              <a:spLocks noChangeArrowheads="1"/>
            </p:cNvSpPr>
            <p:nvPr/>
          </p:nvSpPr>
          <p:spPr bwMode="auto">
            <a:xfrm>
              <a:off x="1565" y="3158"/>
              <a:ext cx="86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a:latin typeface="Times New Roman" panose="02020603050405020304" pitchFamily="18" charset="0"/>
                  <a:ea typeface="楷体_GB2312" pitchFamily="49" charset="-122"/>
                </a:rPr>
                <a:t>= I</a:t>
              </a:r>
              <a:r>
                <a:rPr kumimoji="1" lang="en-US" altLang="zh-CN" sz="2000">
                  <a:latin typeface="Times New Roman" panose="02020603050405020304" pitchFamily="18" charset="0"/>
                  <a:ea typeface="楷体_GB2312" pitchFamily="49" charset="-122"/>
                </a:rPr>
                <a:t>1 </a:t>
              </a:r>
              <a:r>
                <a:rPr kumimoji="1" lang="en-US" altLang="zh-CN">
                  <a:latin typeface="Times New Roman" panose="02020603050405020304" pitchFamily="18" charset="0"/>
                  <a:ea typeface="楷体_GB2312" pitchFamily="49" charset="-122"/>
                </a:rPr>
                <a:t>I</a:t>
              </a:r>
              <a:r>
                <a:rPr kumimoji="1" lang="en-US" altLang="zh-CN" sz="2000">
                  <a:latin typeface="Times New Roman" panose="02020603050405020304" pitchFamily="18" charset="0"/>
                  <a:ea typeface="楷体_GB2312" pitchFamily="49" charset="-122"/>
                </a:rPr>
                <a:t>3</a:t>
              </a:r>
            </a:p>
          </p:txBody>
        </p:sp>
        <p:sp>
          <p:nvSpPr>
            <p:cNvPr id="37" name="Line 34">
              <a:extLst>
                <a:ext uri="{FF2B5EF4-FFF2-40B4-BE49-F238E27FC236}">
                  <a16:creationId xmlns:a16="http://schemas.microsoft.com/office/drawing/2014/main" id="{82C77E1B-BC56-C17C-04F3-9B33F0CD24AB}"/>
                </a:ext>
              </a:extLst>
            </p:cNvPr>
            <p:cNvSpPr>
              <a:spLocks noChangeShapeType="1"/>
            </p:cNvSpPr>
            <p:nvPr/>
          </p:nvSpPr>
          <p:spPr bwMode="auto">
            <a:xfrm>
              <a:off x="1791" y="3204"/>
              <a:ext cx="38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8" name="圆角矩形 37">
            <a:extLst>
              <a:ext uri="{FF2B5EF4-FFF2-40B4-BE49-F238E27FC236}">
                <a16:creationId xmlns:a16="http://schemas.microsoft.com/office/drawing/2014/main" id="{F2A0FD42-CC11-4305-40C4-22A20A76E40A}"/>
              </a:ext>
            </a:extLst>
          </p:cNvPr>
          <p:cNvSpPr/>
          <p:nvPr/>
        </p:nvSpPr>
        <p:spPr>
          <a:xfrm>
            <a:off x="5711825" y="5759450"/>
            <a:ext cx="2520950" cy="261938"/>
          </a:xfrm>
          <a:prstGeom prst="roundRect">
            <a:avLst/>
          </a:prstGeom>
          <a:noFill/>
          <a:ln>
            <a:solidFill>
              <a:srgbClr val="0099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9" name="圆角矩形 38">
            <a:extLst>
              <a:ext uri="{FF2B5EF4-FFF2-40B4-BE49-F238E27FC236}">
                <a16:creationId xmlns:a16="http://schemas.microsoft.com/office/drawing/2014/main" id="{00FF33DD-F87F-322A-C996-F98C6C301670}"/>
              </a:ext>
            </a:extLst>
          </p:cNvPr>
          <p:cNvSpPr/>
          <p:nvPr/>
        </p:nvSpPr>
        <p:spPr>
          <a:xfrm>
            <a:off x="5711825" y="3832225"/>
            <a:ext cx="2520950" cy="261938"/>
          </a:xfrm>
          <a:prstGeom prst="roundRect">
            <a:avLst/>
          </a:prstGeom>
          <a:noFill/>
          <a:ln>
            <a:solidFill>
              <a:srgbClr val="0099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0" name="圆角矩形 39">
            <a:extLst>
              <a:ext uri="{FF2B5EF4-FFF2-40B4-BE49-F238E27FC236}">
                <a16:creationId xmlns:a16="http://schemas.microsoft.com/office/drawing/2014/main" id="{7FA7F2AF-BD55-AFD9-AD26-71B2FB1BFF68}"/>
              </a:ext>
            </a:extLst>
          </p:cNvPr>
          <p:cNvSpPr/>
          <p:nvPr/>
        </p:nvSpPr>
        <p:spPr>
          <a:xfrm>
            <a:off x="5711825" y="5461000"/>
            <a:ext cx="2520950" cy="261938"/>
          </a:xfrm>
          <a:prstGeom prst="roundRect">
            <a:avLst/>
          </a:prstGeom>
          <a:noFill/>
          <a:ln>
            <a:solidFill>
              <a:srgbClr val="0099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1" name="圆角矩形 40">
            <a:extLst>
              <a:ext uri="{FF2B5EF4-FFF2-40B4-BE49-F238E27FC236}">
                <a16:creationId xmlns:a16="http://schemas.microsoft.com/office/drawing/2014/main" id="{71BD520E-B36D-6B13-EAB2-7B6DED9FFE9B}"/>
              </a:ext>
            </a:extLst>
          </p:cNvPr>
          <p:cNvSpPr/>
          <p:nvPr/>
        </p:nvSpPr>
        <p:spPr>
          <a:xfrm>
            <a:off x="5688013" y="4906963"/>
            <a:ext cx="2520950" cy="261937"/>
          </a:xfrm>
          <a:prstGeom prst="roundRect">
            <a:avLst/>
          </a:prstGeom>
          <a:noFill/>
          <a:ln>
            <a:solidFill>
              <a:srgbClr val="0099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extLst>
      <p:ext uri="{BB962C8B-B14F-4D97-AF65-F5344CB8AC3E}">
        <p14:creationId xmlns:p14="http://schemas.microsoft.com/office/powerpoint/2010/main" val="24147105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896631-E7B1-E6CA-D712-EA177326E6C0}"/>
              </a:ext>
            </a:extLst>
          </p:cNvPr>
          <p:cNvSpPr>
            <a:spLocks noGrp="1"/>
          </p:cNvSpPr>
          <p:nvPr>
            <p:ph type="title"/>
          </p:nvPr>
        </p:nvSpPr>
        <p:spPr/>
        <p:txBody>
          <a:bodyPr>
            <a:normAutofit fontScale="90000"/>
          </a:bodyPr>
          <a:lstStyle/>
          <a:p>
            <a:r>
              <a:rPr lang="zh-CN" altLang="en-US" dirty="0"/>
              <a:t>优先编码器</a:t>
            </a:r>
            <a:endParaRPr kumimoji="1" lang="zh-CN" altLang="en-US" dirty="0"/>
          </a:p>
        </p:txBody>
      </p:sp>
      <p:sp>
        <p:nvSpPr>
          <p:cNvPr id="3" name="内容占位符 2">
            <a:extLst>
              <a:ext uri="{FF2B5EF4-FFF2-40B4-BE49-F238E27FC236}">
                <a16:creationId xmlns:a16="http://schemas.microsoft.com/office/drawing/2014/main" id="{C060A741-CA09-C30B-2EBC-2D9528147A93}"/>
              </a:ext>
            </a:extLst>
          </p:cNvPr>
          <p:cNvSpPr>
            <a:spLocks noGrp="1"/>
          </p:cNvSpPr>
          <p:nvPr>
            <p:ph idx="1"/>
          </p:nvPr>
        </p:nvSpPr>
        <p:spPr/>
        <p:txBody>
          <a:bodyPr/>
          <a:lstStyle/>
          <a:p>
            <a:r>
              <a:rPr lang="zh-CN" altLang="en-US" dirty="0">
                <a:latin typeface="Times New Roman" panose="02020603050405020304" pitchFamily="18" charset="0"/>
              </a:rPr>
              <a:t>允许两个以上输入信号同时有效，并对其中优先级最高的一个进行编码</a:t>
            </a:r>
          </a:p>
          <a:p>
            <a:r>
              <a:rPr lang="zh-CN" altLang="en-US" dirty="0">
                <a:latin typeface="Times New Roman" panose="02020603050405020304" pitchFamily="18" charset="0"/>
              </a:rPr>
              <a:t>设计</a:t>
            </a:r>
            <a:r>
              <a:rPr lang="en-US" altLang="zh-CN" dirty="0">
                <a:latin typeface="Times New Roman" panose="02020603050405020304" pitchFamily="18" charset="0"/>
              </a:rPr>
              <a:t>4</a:t>
            </a:r>
            <a:r>
              <a:rPr lang="zh-CN" altLang="en-US" dirty="0">
                <a:latin typeface="Times New Roman" panose="02020603050405020304" pitchFamily="18" charset="0"/>
              </a:rPr>
              <a:t>线</a:t>
            </a:r>
            <a:r>
              <a:rPr lang="en-US" altLang="zh-CN" dirty="0">
                <a:latin typeface="Times New Roman" panose="02020603050405020304" pitchFamily="18" charset="0"/>
              </a:rPr>
              <a:t>-2</a:t>
            </a:r>
            <a:r>
              <a:rPr lang="zh-CN" altLang="en-US" dirty="0">
                <a:latin typeface="Times New Roman" panose="02020603050405020304" pitchFamily="18" charset="0"/>
              </a:rPr>
              <a:t>线优先编码器 </a:t>
            </a:r>
            <a:r>
              <a:rPr lang="en-US" altLang="zh-CN" dirty="0">
                <a:latin typeface="Times New Roman" panose="02020603050405020304" pitchFamily="18" charset="0"/>
              </a:rPr>
              <a:t>(</a:t>
            </a:r>
            <a:r>
              <a:rPr lang="zh-CN" altLang="en-US" dirty="0">
                <a:latin typeface="Times New Roman" panose="02020603050405020304" pitchFamily="18" charset="0"/>
              </a:rPr>
              <a:t>输入和输出信号均为低电平有效</a:t>
            </a:r>
            <a:r>
              <a:rPr lang="en-US" altLang="zh-CN" dirty="0">
                <a:latin typeface="Times New Roman" panose="02020603050405020304" pitchFamily="18" charset="0"/>
              </a:rPr>
              <a:t>)</a:t>
            </a:r>
          </a:p>
          <a:p>
            <a:endParaRPr kumimoji="1" lang="zh-CN" altLang="en-US" dirty="0"/>
          </a:p>
        </p:txBody>
      </p:sp>
      <p:sp>
        <p:nvSpPr>
          <p:cNvPr id="4" name="页脚占位符 3">
            <a:extLst>
              <a:ext uri="{FF2B5EF4-FFF2-40B4-BE49-F238E27FC236}">
                <a16:creationId xmlns:a16="http://schemas.microsoft.com/office/drawing/2014/main" id="{17199FA2-0E37-4933-016A-F115CD54BC2D}"/>
              </a:ext>
            </a:extLst>
          </p:cNvPr>
          <p:cNvSpPr>
            <a:spLocks noGrp="1"/>
          </p:cNvSpPr>
          <p:nvPr>
            <p:ph type="ftr" sz="quarter" idx="11"/>
          </p:nvPr>
        </p:nvSpPr>
        <p:spPr/>
        <p:txBody>
          <a:bodyPr/>
          <a:lstStyle/>
          <a:p>
            <a:r>
              <a:rPr lang="zh-CN" altLang="en-US"/>
              <a:t>模拟与数字电路：</a:t>
            </a:r>
            <a:r>
              <a:rPr lang="en-US" altLang="zh-CN"/>
              <a:t>6. </a:t>
            </a:r>
            <a:r>
              <a:rPr lang="zh-CN" altLang="en-US"/>
              <a:t>组合逻辑电路</a:t>
            </a:r>
            <a:r>
              <a:rPr lang="en-US" altLang="zh-CN"/>
              <a:t>2</a:t>
            </a:r>
            <a:endParaRPr lang="en-US" dirty="0"/>
          </a:p>
        </p:txBody>
      </p:sp>
      <p:sp>
        <p:nvSpPr>
          <p:cNvPr id="5" name="灯片编号占位符 4">
            <a:extLst>
              <a:ext uri="{FF2B5EF4-FFF2-40B4-BE49-F238E27FC236}">
                <a16:creationId xmlns:a16="http://schemas.microsoft.com/office/drawing/2014/main" id="{091B277F-29E1-C481-0194-AC6FFAFE8ABB}"/>
              </a:ext>
            </a:extLst>
          </p:cNvPr>
          <p:cNvSpPr>
            <a:spLocks noGrp="1"/>
          </p:cNvSpPr>
          <p:nvPr>
            <p:ph type="sldNum" sz="quarter" idx="12"/>
          </p:nvPr>
        </p:nvSpPr>
        <p:spPr/>
        <p:txBody>
          <a:bodyPr/>
          <a:lstStyle/>
          <a:p>
            <a:fld id="{9E260BC5-5BF3-8746-862B-DC45E9CAA88B}" type="slidenum">
              <a:rPr lang="en-US" smtClean="0"/>
              <a:pPr/>
              <a:t>7</a:t>
            </a:fld>
            <a:r>
              <a:rPr lang="en-US" altLang="zh-CN" dirty="0"/>
              <a:t>/38</a:t>
            </a:r>
            <a:endParaRPr lang="en-US" dirty="0"/>
          </a:p>
        </p:txBody>
      </p:sp>
      <p:sp>
        <p:nvSpPr>
          <p:cNvPr id="6" name="Text Box 6">
            <a:extLst>
              <a:ext uri="{FF2B5EF4-FFF2-40B4-BE49-F238E27FC236}">
                <a16:creationId xmlns:a16="http://schemas.microsoft.com/office/drawing/2014/main" id="{3480286E-61E3-D29F-F536-F87E7C6F8DB6}"/>
              </a:ext>
            </a:extLst>
          </p:cNvPr>
          <p:cNvSpPr txBox="1">
            <a:spLocks noChangeArrowheads="1"/>
          </p:cNvSpPr>
          <p:nvPr/>
        </p:nvSpPr>
        <p:spPr bwMode="auto">
          <a:xfrm>
            <a:off x="5065136" y="3734522"/>
            <a:ext cx="3240087" cy="201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spcAft>
                <a:spcPct val="0"/>
              </a:spcAft>
              <a:buFontTx/>
              <a:buNone/>
            </a:pPr>
            <a:r>
              <a:rPr kumimoji="1" lang="en-US" altLang="zh-CN" b="0">
                <a:latin typeface="Times New Roman" panose="02020603050405020304" pitchFamily="18" charset="0"/>
                <a:ea typeface="楷体_GB2312" pitchFamily="49" charset="-122"/>
              </a:rPr>
              <a:t>1   1   1   1     1   x   x 0   x   x   x     0   0   0</a:t>
            </a:r>
          </a:p>
          <a:p>
            <a:pPr eaLnBrk="1" hangingPunct="1">
              <a:lnSpc>
                <a:spcPct val="90000"/>
              </a:lnSpc>
              <a:spcAft>
                <a:spcPct val="0"/>
              </a:spcAft>
              <a:buFontTx/>
              <a:buNone/>
            </a:pPr>
            <a:r>
              <a:rPr kumimoji="1" lang="en-US" altLang="zh-CN" b="0">
                <a:latin typeface="Times New Roman" panose="02020603050405020304" pitchFamily="18" charset="0"/>
                <a:ea typeface="楷体_GB2312" pitchFamily="49" charset="-122"/>
              </a:rPr>
              <a:t>1   0   x   x     0   0   1</a:t>
            </a:r>
          </a:p>
          <a:p>
            <a:pPr eaLnBrk="1" hangingPunct="1">
              <a:lnSpc>
                <a:spcPct val="90000"/>
              </a:lnSpc>
              <a:spcAft>
                <a:spcPct val="0"/>
              </a:spcAft>
              <a:buFontTx/>
              <a:buNone/>
            </a:pPr>
            <a:r>
              <a:rPr kumimoji="1" lang="en-US" altLang="zh-CN" b="0">
                <a:latin typeface="Times New Roman" panose="02020603050405020304" pitchFamily="18" charset="0"/>
                <a:ea typeface="楷体_GB2312" pitchFamily="49" charset="-122"/>
              </a:rPr>
              <a:t>1   1   0   x     0   1   0</a:t>
            </a:r>
          </a:p>
          <a:p>
            <a:pPr eaLnBrk="1" hangingPunct="1">
              <a:lnSpc>
                <a:spcPct val="90000"/>
              </a:lnSpc>
              <a:spcAft>
                <a:spcPct val="0"/>
              </a:spcAft>
              <a:buFontTx/>
              <a:buNone/>
            </a:pPr>
            <a:r>
              <a:rPr kumimoji="1" lang="en-US" altLang="zh-CN" b="0">
                <a:latin typeface="Times New Roman" panose="02020603050405020304" pitchFamily="18" charset="0"/>
                <a:ea typeface="楷体_GB2312" pitchFamily="49" charset="-122"/>
              </a:rPr>
              <a:t>1   1   1   0     0   1   1</a:t>
            </a:r>
          </a:p>
        </p:txBody>
      </p:sp>
      <p:grpSp>
        <p:nvGrpSpPr>
          <p:cNvPr id="7" name="Group 43">
            <a:extLst>
              <a:ext uri="{FF2B5EF4-FFF2-40B4-BE49-F238E27FC236}">
                <a16:creationId xmlns:a16="http://schemas.microsoft.com/office/drawing/2014/main" id="{EF1F5AC6-DBD8-BB34-6DA6-2941682A9438}"/>
              </a:ext>
            </a:extLst>
          </p:cNvPr>
          <p:cNvGrpSpPr>
            <a:grpSpLocks/>
          </p:cNvGrpSpPr>
          <p:nvPr/>
        </p:nvGrpSpPr>
        <p:grpSpPr bwMode="auto">
          <a:xfrm>
            <a:off x="5100061" y="2612159"/>
            <a:ext cx="3290887" cy="3175000"/>
            <a:chOff x="3265" y="1884"/>
            <a:chExt cx="2073" cy="2000"/>
          </a:xfrm>
        </p:grpSpPr>
        <p:sp>
          <p:nvSpPr>
            <p:cNvPr id="8" name="Text Box 5">
              <a:extLst>
                <a:ext uri="{FF2B5EF4-FFF2-40B4-BE49-F238E27FC236}">
                  <a16:creationId xmlns:a16="http://schemas.microsoft.com/office/drawing/2014/main" id="{7A2D7D3D-8EF4-E7B7-4F61-DF048C0942A3}"/>
                </a:ext>
              </a:extLst>
            </p:cNvPr>
            <p:cNvSpPr txBox="1">
              <a:spLocks noChangeArrowheads="1"/>
            </p:cNvSpPr>
            <p:nvPr/>
          </p:nvSpPr>
          <p:spPr bwMode="auto">
            <a:xfrm>
              <a:off x="4409" y="2273"/>
              <a:ext cx="92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lang="en-US" altLang="zh-CN" sz="2400">
                  <a:latin typeface="Times New Roman" panose="02020603050405020304" pitchFamily="18" charset="0"/>
                </a:rPr>
                <a:t>Y</a:t>
              </a:r>
              <a:r>
                <a:rPr lang="en-US" altLang="zh-CN" sz="1400">
                  <a:latin typeface="Times New Roman" panose="02020603050405020304" pitchFamily="18" charset="0"/>
                </a:rPr>
                <a:t>EX</a:t>
              </a:r>
              <a:r>
                <a:rPr kumimoji="1" lang="en-US" altLang="zh-CN" sz="2400">
                  <a:latin typeface="Times New Roman" panose="02020603050405020304" pitchFamily="18" charset="0"/>
                  <a:ea typeface="楷体_GB2312" pitchFamily="49" charset="-122"/>
                </a:rPr>
                <a:t> Y</a:t>
              </a:r>
              <a:r>
                <a:rPr kumimoji="1" lang="en-US" altLang="zh-CN" sz="1800">
                  <a:latin typeface="Times New Roman" panose="02020603050405020304" pitchFamily="18" charset="0"/>
                  <a:ea typeface="楷体_GB2312" pitchFamily="49" charset="-122"/>
                </a:rPr>
                <a:t>1</a:t>
              </a:r>
              <a:r>
                <a:rPr kumimoji="1" lang="en-US" altLang="zh-CN" sz="2400">
                  <a:latin typeface="Times New Roman" panose="02020603050405020304" pitchFamily="18" charset="0"/>
                  <a:ea typeface="楷体_GB2312" pitchFamily="49" charset="-122"/>
                </a:rPr>
                <a:t> Y</a:t>
              </a:r>
              <a:r>
                <a:rPr kumimoji="1" lang="en-US" altLang="zh-CN" sz="1800">
                  <a:latin typeface="Times New Roman" panose="02020603050405020304" pitchFamily="18" charset="0"/>
                  <a:ea typeface="楷体_GB2312" pitchFamily="49" charset="-122"/>
                </a:rPr>
                <a:t>0</a:t>
              </a:r>
              <a:endParaRPr kumimoji="1" lang="zh-CN" altLang="en-US" sz="1800">
                <a:latin typeface="Times New Roman" panose="02020603050405020304" pitchFamily="18" charset="0"/>
                <a:ea typeface="楷体_GB2312" pitchFamily="49" charset="-122"/>
              </a:endParaRPr>
            </a:p>
          </p:txBody>
        </p:sp>
        <p:sp>
          <p:nvSpPr>
            <p:cNvPr id="9" name="Line 7">
              <a:extLst>
                <a:ext uri="{FF2B5EF4-FFF2-40B4-BE49-F238E27FC236}">
                  <a16:creationId xmlns:a16="http://schemas.microsoft.com/office/drawing/2014/main" id="{8527AB90-680A-AC19-1FF0-2AA119BAD9CA}"/>
                </a:ext>
              </a:extLst>
            </p:cNvPr>
            <p:cNvSpPr>
              <a:spLocks noChangeShapeType="1"/>
            </p:cNvSpPr>
            <p:nvPr/>
          </p:nvSpPr>
          <p:spPr bwMode="auto">
            <a:xfrm>
              <a:off x="4399" y="2251"/>
              <a:ext cx="0" cy="163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0" name="Group 8">
              <a:extLst>
                <a:ext uri="{FF2B5EF4-FFF2-40B4-BE49-F238E27FC236}">
                  <a16:creationId xmlns:a16="http://schemas.microsoft.com/office/drawing/2014/main" id="{C87F8932-54B5-BBA1-F128-2C09681AEEA7}"/>
                </a:ext>
              </a:extLst>
            </p:cNvPr>
            <p:cNvGrpSpPr>
              <a:grpSpLocks/>
            </p:cNvGrpSpPr>
            <p:nvPr/>
          </p:nvGrpSpPr>
          <p:grpSpPr bwMode="auto">
            <a:xfrm>
              <a:off x="3265" y="2251"/>
              <a:ext cx="1996" cy="1633"/>
              <a:chOff x="476" y="2024"/>
              <a:chExt cx="1384" cy="1814"/>
            </a:xfrm>
          </p:grpSpPr>
          <p:sp>
            <p:nvSpPr>
              <p:cNvPr id="13" name="Line 9">
                <a:extLst>
                  <a:ext uri="{FF2B5EF4-FFF2-40B4-BE49-F238E27FC236}">
                    <a16:creationId xmlns:a16="http://schemas.microsoft.com/office/drawing/2014/main" id="{2502428E-AA19-FC8D-3B30-E555F8413F3A}"/>
                  </a:ext>
                </a:extLst>
              </p:cNvPr>
              <p:cNvSpPr>
                <a:spLocks noChangeShapeType="1"/>
              </p:cNvSpPr>
              <p:nvPr/>
            </p:nvSpPr>
            <p:spPr bwMode="auto">
              <a:xfrm>
                <a:off x="476" y="2409"/>
                <a:ext cx="138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Line 10">
                <a:extLst>
                  <a:ext uri="{FF2B5EF4-FFF2-40B4-BE49-F238E27FC236}">
                    <a16:creationId xmlns:a16="http://schemas.microsoft.com/office/drawing/2014/main" id="{C5F8FED2-F332-A204-FF5E-0133DB22F2B5}"/>
                  </a:ext>
                </a:extLst>
              </p:cNvPr>
              <p:cNvSpPr>
                <a:spLocks noChangeShapeType="1"/>
              </p:cNvSpPr>
              <p:nvPr/>
            </p:nvSpPr>
            <p:spPr bwMode="auto">
              <a:xfrm>
                <a:off x="476" y="3838"/>
                <a:ext cx="138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Line 11">
                <a:extLst>
                  <a:ext uri="{FF2B5EF4-FFF2-40B4-BE49-F238E27FC236}">
                    <a16:creationId xmlns:a16="http://schemas.microsoft.com/office/drawing/2014/main" id="{61F3A68D-9715-EE85-D4B1-DECF376412D1}"/>
                  </a:ext>
                </a:extLst>
              </p:cNvPr>
              <p:cNvSpPr>
                <a:spLocks noChangeShapeType="1"/>
              </p:cNvSpPr>
              <p:nvPr/>
            </p:nvSpPr>
            <p:spPr bwMode="auto">
              <a:xfrm>
                <a:off x="476" y="2024"/>
                <a:ext cx="138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1" name="Text Box 12">
              <a:extLst>
                <a:ext uri="{FF2B5EF4-FFF2-40B4-BE49-F238E27FC236}">
                  <a16:creationId xmlns:a16="http://schemas.microsoft.com/office/drawing/2014/main" id="{474F32AD-8E58-4FB5-479D-ED9B1D3B1795}"/>
                </a:ext>
              </a:extLst>
            </p:cNvPr>
            <p:cNvSpPr txBox="1">
              <a:spLocks noChangeArrowheads="1"/>
            </p:cNvSpPr>
            <p:nvPr/>
          </p:nvSpPr>
          <p:spPr bwMode="auto">
            <a:xfrm>
              <a:off x="3265" y="2242"/>
              <a:ext cx="115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dirty="0">
                  <a:latin typeface="Times New Roman" panose="02020603050405020304" pitchFamily="18" charset="0"/>
                </a:rPr>
                <a:t>I</a:t>
              </a:r>
              <a:r>
                <a:rPr lang="en-US" altLang="zh-CN" sz="1800" dirty="0">
                  <a:latin typeface="Times New Roman" panose="02020603050405020304" pitchFamily="18" charset="0"/>
                </a:rPr>
                <a:t>3    </a:t>
              </a:r>
              <a:r>
                <a:rPr lang="en-US" altLang="zh-CN" sz="2400" dirty="0">
                  <a:latin typeface="Times New Roman" panose="02020603050405020304" pitchFamily="18" charset="0"/>
                </a:rPr>
                <a:t>I</a:t>
              </a:r>
              <a:r>
                <a:rPr lang="en-US" altLang="zh-CN" sz="1800" dirty="0">
                  <a:latin typeface="Times New Roman" panose="02020603050405020304" pitchFamily="18" charset="0"/>
                </a:rPr>
                <a:t>2</a:t>
              </a:r>
              <a:r>
                <a:rPr lang="en-US" altLang="zh-CN" sz="2400" dirty="0">
                  <a:latin typeface="Times New Roman" panose="02020603050405020304" pitchFamily="18" charset="0"/>
                </a:rPr>
                <a:t>   I</a:t>
              </a:r>
              <a:r>
                <a:rPr lang="en-US" altLang="zh-CN" sz="1800" dirty="0">
                  <a:latin typeface="Times New Roman" panose="02020603050405020304" pitchFamily="18" charset="0"/>
                </a:rPr>
                <a:t>1   </a:t>
              </a:r>
              <a:r>
                <a:rPr lang="en-US" altLang="zh-CN" sz="2400" dirty="0">
                  <a:latin typeface="Times New Roman" panose="02020603050405020304" pitchFamily="18" charset="0"/>
                </a:rPr>
                <a:t>I</a:t>
              </a:r>
              <a:r>
                <a:rPr lang="en-US" altLang="zh-CN" sz="1800" dirty="0">
                  <a:latin typeface="Times New Roman" panose="02020603050405020304" pitchFamily="18" charset="0"/>
                </a:rPr>
                <a:t>0</a:t>
              </a:r>
              <a:r>
                <a:rPr lang="en-US" altLang="zh-CN" dirty="0">
                  <a:latin typeface="Times New Roman" panose="02020603050405020304" pitchFamily="18" charset="0"/>
                </a:rPr>
                <a:t> </a:t>
              </a:r>
            </a:p>
          </p:txBody>
        </p:sp>
        <p:sp>
          <p:nvSpPr>
            <p:cNvPr id="12" name="Text Box 13">
              <a:extLst>
                <a:ext uri="{FF2B5EF4-FFF2-40B4-BE49-F238E27FC236}">
                  <a16:creationId xmlns:a16="http://schemas.microsoft.com/office/drawing/2014/main" id="{F3F3A18C-7584-41FD-8207-1A09E58C6D5B}"/>
                </a:ext>
              </a:extLst>
            </p:cNvPr>
            <p:cNvSpPr txBox="1">
              <a:spLocks noChangeArrowheads="1"/>
            </p:cNvSpPr>
            <p:nvPr/>
          </p:nvSpPr>
          <p:spPr bwMode="auto">
            <a:xfrm>
              <a:off x="3944" y="1884"/>
              <a:ext cx="69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zh-CN" altLang="en-US" sz="2400"/>
                <a:t>真值表</a:t>
              </a:r>
            </a:p>
          </p:txBody>
        </p:sp>
      </p:grpSp>
      <p:grpSp>
        <p:nvGrpSpPr>
          <p:cNvPr id="16" name="Group 14">
            <a:extLst>
              <a:ext uri="{FF2B5EF4-FFF2-40B4-BE49-F238E27FC236}">
                <a16:creationId xmlns:a16="http://schemas.microsoft.com/office/drawing/2014/main" id="{A6D451E0-3147-69C1-FC8C-F1F4D44E88B7}"/>
              </a:ext>
            </a:extLst>
          </p:cNvPr>
          <p:cNvGrpSpPr>
            <a:grpSpLocks/>
          </p:cNvGrpSpPr>
          <p:nvPr/>
        </p:nvGrpSpPr>
        <p:grpSpPr bwMode="auto">
          <a:xfrm>
            <a:off x="1926648" y="3740872"/>
            <a:ext cx="649288" cy="1728787"/>
            <a:chOff x="1473" y="1888"/>
            <a:chExt cx="1181" cy="1089"/>
          </a:xfrm>
        </p:grpSpPr>
        <p:sp>
          <p:nvSpPr>
            <p:cNvPr id="17" name="Line 15">
              <a:extLst>
                <a:ext uri="{FF2B5EF4-FFF2-40B4-BE49-F238E27FC236}">
                  <a16:creationId xmlns:a16="http://schemas.microsoft.com/office/drawing/2014/main" id="{49749862-2AAB-EE67-D07F-92DC6FC265BA}"/>
                </a:ext>
              </a:extLst>
            </p:cNvPr>
            <p:cNvSpPr>
              <a:spLocks noChangeShapeType="1"/>
            </p:cNvSpPr>
            <p:nvPr/>
          </p:nvSpPr>
          <p:spPr bwMode="auto">
            <a:xfrm>
              <a:off x="1473" y="1888"/>
              <a:ext cx="118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Line 16">
              <a:extLst>
                <a:ext uri="{FF2B5EF4-FFF2-40B4-BE49-F238E27FC236}">
                  <a16:creationId xmlns:a16="http://schemas.microsoft.com/office/drawing/2014/main" id="{A035C06C-D5AF-6046-5BB3-9B6A1990F353}"/>
                </a:ext>
              </a:extLst>
            </p:cNvPr>
            <p:cNvSpPr>
              <a:spLocks noChangeShapeType="1"/>
            </p:cNvSpPr>
            <p:nvPr/>
          </p:nvSpPr>
          <p:spPr bwMode="auto">
            <a:xfrm>
              <a:off x="1474" y="2251"/>
              <a:ext cx="118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Line 17">
              <a:extLst>
                <a:ext uri="{FF2B5EF4-FFF2-40B4-BE49-F238E27FC236}">
                  <a16:creationId xmlns:a16="http://schemas.microsoft.com/office/drawing/2014/main" id="{C937220B-624D-12B0-029B-631CE0113753}"/>
                </a:ext>
              </a:extLst>
            </p:cNvPr>
            <p:cNvSpPr>
              <a:spLocks noChangeShapeType="1"/>
            </p:cNvSpPr>
            <p:nvPr/>
          </p:nvSpPr>
          <p:spPr bwMode="auto">
            <a:xfrm>
              <a:off x="1474" y="2614"/>
              <a:ext cx="118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 name="Line 18">
              <a:extLst>
                <a:ext uri="{FF2B5EF4-FFF2-40B4-BE49-F238E27FC236}">
                  <a16:creationId xmlns:a16="http://schemas.microsoft.com/office/drawing/2014/main" id="{CD823A8C-3E20-7E59-D6B4-ADD109F4DA6E}"/>
                </a:ext>
              </a:extLst>
            </p:cNvPr>
            <p:cNvSpPr>
              <a:spLocks noChangeShapeType="1"/>
            </p:cNvSpPr>
            <p:nvPr/>
          </p:nvSpPr>
          <p:spPr bwMode="auto">
            <a:xfrm>
              <a:off x="1474" y="2977"/>
              <a:ext cx="118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1" name="Text Box 19">
            <a:extLst>
              <a:ext uri="{FF2B5EF4-FFF2-40B4-BE49-F238E27FC236}">
                <a16:creationId xmlns:a16="http://schemas.microsoft.com/office/drawing/2014/main" id="{998F678F-2CE7-081A-DC4D-096AA74F74D7}"/>
              </a:ext>
            </a:extLst>
          </p:cNvPr>
          <p:cNvSpPr txBox="1">
            <a:spLocks noChangeArrowheads="1"/>
          </p:cNvSpPr>
          <p:nvPr/>
        </p:nvSpPr>
        <p:spPr bwMode="auto">
          <a:xfrm>
            <a:off x="2582286" y="3374159"/>
            <a:ext cx="1312862" cy="2382838"/>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nchorCtr="1"/>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lang="en-US" altLang="zh-CN" sz="2400"/>
              <a:t>4</a:t>
            </a:r>
            <a:r>
              <a:rPr lang="zh-CN" altLang="en-US" sz="2400"/>
              <a:t>线</a:t>
            </a:r>
            <a:r>
              <a:rPr lang="en-US" altLang="zh-CN" sz="2400"/>
              <a:t>-2</a:t>
            </a:r>
            <a:r>
              <a:rPr lang="zh-CN" altLang="en-US" sz="2400"/>
              <a:t>线</a:t>
            </a:r>
          </a:p>
          <a:p>
            <a:pPr algn="ctr" eaLnBrk="1" hangingPunct="1">
              <a:spcAft>
                <a:spcPct val="0"/>
              </a:spcAft>
              <a:buFontTx/>
              <a:buNone/>
            </a:pPr>
            <a:r>
              <a:rPr lang="zh-CN" altLang="en-US" sz="2400"/>
              <a:t>优先</a:t>
            </a:r>
          </a:p>
          <a:p>
            <a:pPr algn="ctr" eaLnBrk="1" hangingPunct="1">
              <a:spcAft>
                <a:spcPct val="0"/>
              </a:spcAft>
              <a:buFontTx/>
              <a:buNone/>
            </a:pPr>
            <a:r>
              <a:rPr lang="zh-CN" altLang="en-US" sz="2400"/>
              <a:t>编码器</a:t>
            </a:r>
          </a:p>
        </p:txBody>
      </p:sp>
      <p:sp>
        <p:nvSpPr>
          <p:cNvPr id="22" name="Line 20">
            <a:extLst>
              <a:ext uri="{FF2B5EF4-FFF2-40B4-BE49-F238E27FC236}">
                <a16:creationId xmlns:a16="http://schemas.microsoft.com/office/drawing/2014/main" id="{69204269-CE63-5B33-33B6-E7BAB080196F}"/>
              </a:ext>
            </a:extLst>
          </p:cNvPr>
          <p:cNvSpPr>
            <a:spLocks noChangeShapeType="1"/>
          </p:cNvSpPr>
          <p:nvPr/>
        </p:nvSpPr>
        <p:spPr bwMode="auto">
          <a:xfrm>
            <a:off x="3890386" y="4598122"/>
            <a:ext cx="6127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 name="Line 21">
            <a:extLst>
              <a:ext uri="{FF2B5EF4-FFF2-40B4-BE49-F238E27FC236}">
                <a16:creationId xmlns:a16="http://schemas.microsoft.com/office/drawing/2014/main" id="{A77DDB6F-58D5-3849-2315-438DFAA1A109}"/>
              </a:ext>
            </a:extLst>
          </p:cNvPr>
          <p:cNvSpPr>
            <a:spLocks noChangeShapeType="1"/>
          </p:cNvSpPr>
          <p:nvPr/>
        </p:nvSpPr>
        <p:spPr bwMode="auto">
          <a:xfrm>
            <a:off x="3890386" y="5174384"/>
            <a:ext cx="6127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Text Box 22">
            <a:extLst>
              <a:ext uri="{FF2B5EF4-FFF2-40B4-BE49-F238E27FC236}">
                <a16:creationId xmlns:a16="http://schemas.microsoft.com/office/drawing/2014/main" id="{5146215F-CD70-0FA4-C4EB-892E354C80A1}"/>
              </a:ext>
            </a:extLst>
          </p:cNvPr>
          <p:cNvSpPr txBox="1">
            <a:spLocks noChangeArrowheads="1"/>
          </p:cNvSpPr>
          <p:nvPr/>
        </p:nvSpPr>
        <p:spPr bwMode="auto">
          <a:xfrm>
            <a:off x="2071111" y="3263034"/>
            <a:ext cx="430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Times New Roman" panose="02020603050405020304" pitchFamily="18" charset="0"/>
              </a:rPr>
              <a:t>I</a:t>
            </a:r>
            <a:r>
              <a:rPr lang="en-US" altLang="zh-CN" sz="2000">
                <a:latin typeface="Times New Roman" panose="02020603050405020304" pitchFamily="18" charset="0"/>
              </a:rPr>
              <a:t>3</a:t>
            </a:r>
          </a:p>
        </p:txBody>
      </p:sp>
      <p:sp>
        <p:nvSpPr>
          <p:cNvPr id="25" name="Text Box 23">
            <a:extLst>
              <a:ext uri="{FF2B5EF4-FFF2-40B4-BE49-F238E27FC236}">
                <a16:creationId xmlns:a16="http://schemas.microsoft.com/office/drawing/2014/main" id="{445B6D5A-4370-3A7D-0186-B8AE76E38CF8}"/>
              </a:ext>
            </a:extLst>
          </p:cNvPr>
          <p:cNvSpPr txBox="1">
            <a:spLocks noChangeArrowheads="1"/>
          </p:cNvSpPr>
          <p:nvPr/>
        </p:nvSpPr>
        <p:spPr bwMode="auto">
          <a:xfrm>
            <a:off x="2071111" y="3839297"/>
            <a:ext cx="430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Times New Roman" panose="02020603050405020304" pitchFamily="18" charset="0"/>
              </a:rPr>
              <a:t>I</a:t>
            </a:r>
            <a:r>
              <a:rPr lang="en-US" altLang="zh-CN" sz="2000">
                <a:latin typeface="Times New Roman" panose="02020603050405020304" pitchFamily="18" charset="0"/>
              </a:rPr>
              <a:t>2</a:t>
            </a:r>
          </a:p>
        </p:txBody>
      </p:sp>
      <p:sp>
        <p:nvSpPr>
          <p:cNvPr id="26" name="Text Box 24">
            <a:extLst>
              <a:ext uri="{FF2B5EF4-FFF2-40B4-BE49-F238E27FC236}">
                <a16:creationId xmlns:a16="http://schemas.microsoft.com/office/drawing/2014/main" id="{C7C8DB41-EFAE-C163-BD4D-14F94385FF23}"/>
              </a:ext>
            </a:extLst>
          </p:cNvPr>
          <p:cNvSpPr txBox="1">
            <a:spLocks noChangeArrowheads="1"/>
          </p:cNvSpPr>
          <p:nvPr/>
        </p:nvSpPr>
        <p:spPr bwMode="auto">
          <a:xfrm>
            <a:off x="2072698" y="4415559"/>
            <a:ext cx="430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Times New Roman" panose="02020603050405020304" pitchFamily="18" charset="0"/>
              </a:rPr>
              <a:t>I</a:t>
            </a:r>
            <a:r>
              <a:rPr lang="en-US" altLang="zh-CN" sz="2000">
                <a:latin typeface="Times New Roman" panose="02020603050405020304" pitchFamily="18" charset="0"/>
              </a:rPr>
              <a:t>1</a:t>
            </a:r>
          </a:p>
        </p:txBody>
      </p:sp>
      <p:sp>
        <p:nvSpPr>
          <p:cNvPr id="27" name="Text Box 25">
            <a:extLst>
              <a:ext uri="{FF2B5EF4-FFF2-40B4-BE49-F238E27FC236}">
                <a16:creationId xmlns:a16="http://schemas.microsoft.com/office/drawing/2014/main" id="{8B9CA5F1-9266-4940-2E08-AD528ADD387F}"/>
              </a:ext>
            </a:extLst>
          </p:cNvPr>
          <p:cNvSpPr txBox="1">
            <a:spLocks noChangeArrowheads="1"/>
          </p:cNvSpPr>
          <p:nvPr/>
        </p:nvSpPr>
        <p:spPr bwMode="auto">
          <a:xfrm>
            <a:off x="2072698" y="4991822"/>
            <a:ext cx="430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Times New Roman" panose="02020603050405020304" pitchFamily="18" charset="0"/>
              </a:rPr>
              <a:t>I</a:t>
            </a:r>
            <a:r>
              <a:rPr lang="en-US" altLang="zh-CN" sz="2000">
                <a:latin typeface="Times New Roman" panose="02020603050405020304" pitchFamily="18" charset="0"/>
              </a:rPr>
              <a:t>0</a:t>
            </a:r>
          </a:p>
        </p:txBody>
      </p:sp>
      <p:sp>
        <p:nvSpPr>
          <p:cNvPr id="28" name="Text Box 26">
            <a:extLst>
              <a:ext uri="{FF2B5EF4-FFF2-40B4-BE49-F238E27FC236}">
                <a16:creationId xmlns:a16="http://schemas.microsoft.com/office/drawing/2014/main" id="{56FECACB-52B2-88C2-6AFB-7A32D5D3226E}"/>
              </a:ext>
            </a:extLst>
          </p:cNvPr>
          <p:cNvSpPr txBox="1">
            <a:spLocks noChangeArrowheads="1"/>
          </p:cNvSpPr>
          <p:nvPr/>
        </p:nvSpPr>
        <p:spPr bwMode="auto">
          <a:xfrm>
            <a:off x="4071361" y="4131397"/>
            <a:ext cx="5191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Times New Roman" panose="02020603050405020304" pitchFamily="18" charset="0"/>
              </a:rPr>
              <a:t>Y</a:t>
            </a:r>
            <a:r>
              <a:rPr lang="en-US" altLang="zh-CN" sz="1800">
                <a:latin typeface="Times New Roman" panose="02020603050405020304" pitchFamily="18" charset="0"/>
              </a:rPr>
              <a:t>1</a:t>
            </a:r>
          </a:p>
        </p:txBody>
      </p:sp>
      <p:sp>
        <p:nvSpPr>
          <p:cNvPr id="29" name="Text Box 27">
            <a:extLst>
              <a:ext uri="{FF2B5EF4-FFF2-40B4-BE49-F238E27FC236}">
                <a16:creationId xmlns:a16="http://schemas.microsoft.com/office/drawing/2014/main" id="{63264BD7-6803-946F-BF24-DBCFD082D4C6}"/>
              </a:ext>
            </a:extLst>
          </p:cNvPr>
          <p:cNvSpPr txBox="1">
            <a:spLocks noChangeArrowheads="1"/>
          </p:cNvSpPr>
          <p:nvPr/>
        </p:nvSpPr>
        <p:spPr bwMode="auto">
          <a:xfrm>
            <a:off x="4071361" y="4707659"/>
            <a:ext cx="5191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Times New Roman" panose="02020603050405020304" pitchFamily="18" charset="0"/>
              </a:rPr>
              <a:t>Y</a:t>
            </a:r>
            <a:r>
              <a:rPr lang="en-US" altLang="zh-CN" sz="1800">
                <a:latin typeface="Times New Roman" panose="02020603050405020304" pitchFamily="18" charset="0"/>
              </a:rPr>
              <a:t>0</a:t>
            </a:r>
          </a:p>
        </p:txBody>
      </p:sp>
      <p:sp>
        <p:nvSpPr>
          <p:cNvPr id="30" name="Line 28">
            <a:extLst>
              <a:ext uri="{FF2B5EF4-FFF2-40B4-BE49-F238E27FC236}">
                <a16:creationId xmlns:a16="http://schemas.microsoft.com/office/drawing/2014/main" id="{38EEACE1-379E-BB45-CF42-6072B6D351B9}"/>
              </a:ext>
            </a:extLst>
          </p:cNvPr>
          <p:cNvSpPr>
            <a:spLocks noChangeShapeType="1"/>
          </p:cNvSpPr>
          <p:nvPr/>
        </p:nvSpPr>
        <p:spPr bwMode="auto">
          <a:xfrm>
            <a:off x="3888798" y="3913909"/>
            <a:ext cx="6127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 name="Text Box 29">
            <a:extLst>
              <a:ext uri="{FF2B5EF4-FFF2-40B4-BE49-F238E27FC236}">
                <a16:creationId xmlns:a16="http://schemas.microsoft.com/office/drawing/2014/main" id="{51BBA5AB-09FC-2C15-B0DB-D2DF4F8A0BCC}"/>
              </a:ext>
            </a:extLst>
          </p:cNvPr>
          <p:cNvSpPr txBox="1">
            <a:spLocks noChangeArrowheads="1"/>
          </p:cNvSpPr>
          <p:nvPr/>
        </p:nvSpPr>
        <p:spPr bwMode="auto">
          <a:xfrm>
            <a:off x="3968173" y="3447184"/>
            <a:ext cx="6524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Times New Roman" panose="02020603050405020304" pitchFamily="18" charset="0"/>
              </a:rPr>
              <a:t>Y</a:t>
            </a:r>
            <a:r>
              <a:rPr lang="en-US" altLang="zh-CN" sz="1400">
                <a:latin typeface="Times New Roman" panose="02020603050405020304" pitchFamily="18" charset="0"/>
              </a:rPr>
              <a:t>EX</a:t>
            </a:r>
            <a:endParaRPr lang="en-US" altLang="zh-CN" sz="1000">
              <a:latin typeface="Times New Roman" panose="02020603050405020304" pitchFamily="18" charset="0"/>
            </a:endParaRPr>
          </a:p>
        </p:txBody>
      </p:sp>
      <p:sp>
        <p:nvSpPr>
          <p:cNvPr id="32" name="Line 30">
            <a:extLst>
              <a:ext uri="{FF2B5EF4-FFF2-40B4-BE49-F238E27FC236}">
                <a16:creationId xmlns:a16="http://schemas.microsoft.com/office/drawing/2014/main" id="{5CE0DF53-18AB-CF6D-5EAA-E277011B3868}"/>
              </a:ext>
            </a:extLst>
          </p:cNvPr>
          <p:cNvSpPr>
            <a:spLocks noChangeShapeType="1"/>
          </p:cNvSpPr>
          <p:nvPr/>
        </p:nvSpPr>
        <p:spPr bwMode="auto">
          <a:xfrm flipV="1">
            <a:off x="1728211" y="3644034"/>
            <a:ext cx="0" cy="1908175"/>
          </a:xfrm>
          <a:prstGeom prst="line">
            <a:avLst/>
          </a:prstGeom>
          <a:noFill/>
          <a:ln w="28575">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zh-CN" altLang="en-US"/>
          </a:p>
        </p:txBody>
      </p:sp>
      <p:sp>
        <p:nvSpPr>
          <p:cNvPr id="33" name="Text Box 31">
            <a:extLst>
              <a:ext uri="{FF2B5EF4-FFF2-40B4-BE49-F238E27FC236}">
                <a16:creationId xmlns:a16="http://schemas.microsoft.com/office/drawing/2014/main" id="{D8831BFB-C935-3C65-588C-52D1E6F85739}"/>
              </a:ext>
            </a:extLst>
          </p:cNvPr>
          <p:cNvSpPr txBox="1">
            <a:spLocks noChangeArrowheads="1"/>
          </p:cNvSpPr>
          <p:nvPr/>
        </p:nvSpPr>
        <p:spPr bwMode="auto">
          <a:xfrm>
            <a:off x="848736" y="3050309"/>
            <a:ext cx="11033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zh-CN" altLang="en-US" sz="2400"/>
              <a:t>优先级</a:t>
            </a:r>
          </a:p>
        </p:txBody>
      </p:sp>
      <p:sp>
        <p:nvSpPr>
          <p:cNvPr id="34" name="Text Box 32">
            <a:extLst>
              <a:ext uri="{FF2B5EF4-FFF2-40B4-BE49-F238E27FC236}">
                <a16:creationId xmlns:a16="http://schemas.microsoft.com/office/drawing/2014/main" id="{32578273-A2A1-986E-E09B-7921B1BA5B68}"/>
              </a:ext>
            </a:extLst>
          </p:cNvPr>
          <p:cNvSpPr txBox="1">
            <a:spLocks noChangeArrowheads="1"/>
          </p:cNvSpPr>
          <p:nvPr/>
        </p:nvSpPr>
        <p:spPr bwMode="auto">
          <a:xfrm>
            <a:off x="1080511" y="3588472"/>
            <a:ext cx="49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zh-CN" altLang="en-US" sz="2400"/>
              <a:t>高</a:t>
            </a:r>
          </a:p>
        </p:txBody>
      </p:sp>
      <p:sp>
        <p:nvSpPr>
          <p:cNvPr id="35" name="Text Box 33">
            <a:extLst>
              <a:ext uri="{FF2B5EF4-FFF2-40B4-BE49-F238E27FC236}">
                <a16:creationId xmlns:a16="http://schemas.microsoft.com/office/drawing/2014/main" id="{A0887B03-A0AA-7E06-0F20-E7BC4A2A727E}"/>
              </a:ext>
            </a:extLst>
          </p:cNvPr>
          <p:cNvSpPr txBox="1">
            <a:spLocks noChangeArrowheads="1"/>
          </p:cNvSpPr>
          <p:nvPr/>
        </p:nvSpPr>
        <p:spPr bwMode="auto">
          <a:xfrm>
            <a:off x="1080511" y="5121997"/>
            <a:ext cx="49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zh-CN" altLang="en-US" sz="2400"/>
              <a:t>低</a:t>
            </a:r>
          </a:p>
        </p:txBody>
      </p:sp>
    </p:spTree>
    <p:extLst>
      <p:ext uri="{BB962C8B-B14F-4D97-AF65-F5344CB8AC3E}">
        <p14:creationId xmlns:p14="http://schemas.microsoft.com/office/powerpoint/2010/main" val="3347467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DE2561-EBDE-D3F5-C836-4E15ABDB9C3C}"/>
              </a:ext>
            </a:extLst>
          </p:cNvPr>
          <p:cNvSpPr>
            <a:spLocks noGrp="1"/>
          </p:cNvSpPr>
          <p:nvPr>
            <p:ph type="title"/>
          </p:nvPr>
        </p:nvSpPr>
        <p:spPr/>
        <p:txBody>
          <a:bodyPr>
            <a:normAutofit fontScale="90000"/>
          </a:bodyPr>
          <a:lstStyle/>
          <a:p>
            <a:r>
              <a:rPr lang="en-US" altLang="zh-CN" dirty="0"/>
              <a:t>4</a:t>
            </a:r>
            <a:r>
              <a:rPr lang="zh-CN" altLang="en-US" dirty="0"/>
              <a:t>线</a:t>
            </a:r>
            <a:r>
              <a:rPr lang="en-US" altLang="zh-CN" dirty="0"/>
              <a:t>-2</a:t>
            </a:r>
            <a:r>
              <a:rPr lang="zh-CN" altLang="en-US" dirty="0"/>
              <a:t>线优先编码器</a:t>
            </a:r>
            <a:endParaRPr kumimoji="1" lang="zh-CN" altLang="en-US" dirty="0"/>
          </a:p>
        </p:txBody>
      </p:sp>
      <p:sp>
        <p:nvSpPr>
          <p:cNvPr id="4" name="页脚占位符 3">
            <a:extLst>
              <a:ext uri="{FF2B5EF4-FFF2-40B4-BE49-F238E27FC236}">
                <a16:creationId xmlns:a16="http://schemas.microsoft.com/office/drawing/2014/main" id="{C1728A88-4B99-E345-E404-4686F78F5F8E}"/>
              </a:ext>
            </a:extLst>
          </p:cNvPr>
          <p:cNvSpPr>
            <a:spLocks noGrp="1"/>
          </p:cNvSpPr>
          <p:nvPr>
            <p:ph type="ftr" sz="quarter" idx="11"/>
          </p:nvPr>
        </p:nvSpPr>
        <p:spPr/>
        <p:txBody>
          <a:bodyPr/>
          <a:lstStyle/>
          <a:p>
            <a:r>
              <a:rPr lang="zh-CN" altLang="en-US"/>
              <a:t>模拟与数字电路：</a:t>
            </a:r>
            <a:r>
              <a:rPr lang="en-US" altLang="zh-CN"/>
              <a:t>6. </a:t>
            </a:r>
            <a:r>
              <a:rPr lang="zh-CN" altLang="en-US"/>
              <a:t>组合逻辑电路</a:t>
            </a:r>
            <a:r>
              <a:rPr lang="en-US" altLang="zh-CN"/>
              <a:t>2</a:t>
            </a:r>
            <a:endParaRPr lang="en-US" dirty="0"/>
          </a:p>
        </p:txBody>
      </p:sp>
      <p:sp>
        <p:nvSpPr>
          <p:cNvPr id="5" name="灯片编号占位符 4">
            <a:extLst>
              <a:ext uri="{FF2B5EF4-FFF2-40B4-BE49-F238E27FC236}">
                <a16:creationId xmlns:a16="http://schemas.microsoft.com/office/drawing/2014/main" id="{A0FC56B9-84A6-AD50-19E6-C41525BF9206}"/>
              </a:ext>
            </a:extLst>
          </p:cNvPr>
          <p:cNvSpPr>
            <a:spLocks noGrp="1"/>
          </p:cNvSpPr>
          <p:nvPr>
            <p:ph type="sldNum" sz="quarter" idx="12"/>
          </p:nvPr>
        </p:nvSpPr>
        <p:spPr/>
        <p:txBody>
          <a:bodyPr/>
          <a:lstStyle/>
          <a:p>
            <a:fld id="{9E260BC5-5BF3-8746-862B-DC45E9CAA88B}" type="slidenum">
              <a:rPr lang="en-US" smtClean="0"/>
              <a:pPr/>
              <a:t>8</a:t>
            </a:fld>
            <a:r>
              <a:rPr lang="en-US" altLang="zh-CN" dirty="0"/>
              <a:t>/38</a:t>
            </a:r>
            <a:endParaRPr lang="en-US" dirty="0"/>
          </a:p>
        </p:txBody>
      </p:sp>
      <p:sp>
        <p:nvSpPr>
          <p:cNvPr id="6" name="AutoShape 75">
            <a:extLst>
              <a:ext uri="{FF2B5EF4-FFF2-40B4-BE49-F238E27FC236}">
                <a16:creationId xmlns:a16="http://schemas.microsoft.com/office/drawing/2014/main" id="{F375C84E-AB3E-2385-83E6-49B5D7F766BE}"/>
              </a:ext>
            </a:extLst>
          </p:cNvPr>
          <p:cNvSpPr>
            <a:spLocks noChangeArrowheads="1"/>
          </p:cNvSpPr>
          <p:nvPr/>
        </p:nvSpPr>
        <p:spPr bwMode="auto">
          <a:xfrm>
            <a:off x="6053138" y="2759075"/>
            <a:ext cx="2195512" cy="360363"/>
          </a:xfrm>
          <a:prstGeom prst="roundRect">
            <a:avLst>
              <a:gd name="adj" fmla="val 16667"/>
            </a:avLst>
          </a:pr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endParaRPr lang="zh-CN" altLang="en-US" sz="2000" b="0">
              <a:solidFill>
                <a:srgbClr val="0000FF"/>
              </a:solidFill>
            </a:endParaRPr>
          </a:p>
        </p:txBody>
      </p:sp>
      <p:sp>
        <p:nvSpPr>
          <p:cNvPr id="7" name="Text Box 7">
            <a:extLst>
              <a:ext uri="{FF2B5EF4-FFF2-40B4-BE49-F238E27FC236}">
                <a16:creationId xmlns:a16="http://schemas.microsoft.com/office/drawing/2014/main" id="{94491DBB-70E4-5528-A576-44B3932C8028}"/>
              </a:ext>
            </a:extLst>
          </p:cNvPr>
          <p:cNvSpPr txBox="1">
            <a:spLocks noChangeArrowheads="1"/>
          </p:cNvSpPr>
          <p:nvPr/>
        </p:nvSpPr>
        <p:spPr bwMode="auto">
          <a:xfrm>
            <a:off x="6057900" y="31607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0</a:t>
            </a:r>
          </a:p>
        </p:txBody>
      </p:sp>
      <p:sp>
        <p:nvSpPr>
          <p:cNvPr id="8" name="Rectangle 8">
            <a:extLst>
              <a:ext uri="{FF2B5EF4-FFF2-40B4-BE49-F238E27FC236}">
                <a16:creationId xmlns:a16="http://schemas.microsoft.com/office/drawing/2014/main" id="{B89FBAF1-8D5A-8992-E2FC-F481268A81AD}"/>
              </a:ext>
            </a:extLst>
          </p:cNvPr>
          <p:cNvSpPr>
            <a:spLocks noChangeArrowheads="1"/>
          </p:cNvSpPr>
          <p:nvPr/>
        </p:nvSpPr>
        <p:spPr bwMode="auto">
          <a:xfrm>
            <a:off x="5930900" y="1793875"/>
            <a:ext cx="2420938" cy="1812925"/>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9" name="Line 9">
            <a:extLst>
              <a:ext uri="{FF2B5EF4-FFF2-40B4-BE49-F238E27FC236}">
                <a16:creationId xmlns:a16="http://schemas.microsoft.com/office/drawing/2014/main" id="{D8B81F8E-6152-CFD5-00B3-49A1A001489A}"/>
              </a:ext>
            </a:extLst>
          </p:cNvPr>
          <p:cNvSpPr>
            <a:spLocks noChangeShapeType="1"/>
          </p:cNvSpPr>
          <p:nvPr/>
        </p:nvSpPr>
        <p:spPr bwMode="auto">
          <a:xfrm>
            <a:off x="5930900" y="2700338"/>
            <a:ext cx="2420938"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 name="Line 10">
            <a:extLst>
              <a:ext uri="{FF2B5EF4-FFF2-40B4-BE49-F238E27FC236}">
                <a16:creationId xmlns:a16="http://schemas.microsoft.com/office/drawing/2014/main" id="{CD0F186A-3D8E-337F-4CEE-19BF9A672A49}"/>
              </a:ext>
            </a:extLst>
          </p:cNvPr>
          <p:cNvSpPr>
            <a:spLocks noChangeShapeType="1"/>
          </p:cNvSpPr>
          <p:nvPr/>
        </p:nvSpPr>
        <p:spPr bwMode="auto">
          <a:xfrm>
            <a:off x="7126288" y="1793875"/>
            <a:ext cx="0" cy="18129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 name="Line 11">
            <a:extLst>
              <a:ext uri="{FF2B5EF4-FFF2-40B4-BE49-F238E27FC236}">
                <a16:creationId xmlns:a16="http://schemas.microsoft.com/office/drawing/2014/main" id="{63A8EB0D-3146-A0FE-ED94-4C3F6DD82763}"/>
              </a:ext>
            </a:extLst>
          </p:cNvPr>
          <p:cNvSpPr>
            <a:spLocks noChangeShapeType="1"/>
          </p:cNvSpPr>
          <p:nvPr/>
        </p:nvSpPr>
        <p:spPr bwMode="auto">
          <a:xfrm>
            <a:off x="6537325" y="1793875"/>
            <a:ext cx="0" cy="18129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 name="Line 12">
            <a:extLst>
              <a:ext uri="{FF2B5EF4-FFF2-40B4-BE49-F238E27FC236}">
                <a16:creationId xmlns:a16="http://schemas.microsoft.com/office/drawing/2014/main" id="{7C23707B-0BB4-1A69-4EA3-3CF23A4FD654}"/>
              </a:ext>
            </a:extLst>
          </p:cNvPr>
          <p:cNvSpPr>
            <a:spLocks noChangeShapeType="1"/>
          </p:cNvSpPr>
          <p:nvPr/>
        </p:nvSpPr>
        <p:spPr bwMode="auto">
          <a:xfrm>
            <a:off x="7740650" y="1793875"/>
            <a:ext cx="0" cy="18129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 name="Line 13">
            <a:extLst>
              <a:ext uri="{FF2B5EF4-FFF2-40B4-BE49-F238E27FC236}">
                <a16:creationId xmlns:a16="http://schemas.microsoft.com/office/drawing/2014/main" id="{BBB307AD-8E37-A935-00BA-8EE2DED66F97}"/>
              </a:ext>
            </a:extLst>
          </p:cNvPr>
          <p:cNvSpPr>
            <a:spLocks noChangeShapeType="1"/>
          </p:cNvSpPr>
          <p:nvPr/>
        </p:nvSpPr>
        <p:spPr bwMode="auto">
          <a:xfrm>
            <a:off x="5930900" y="2289175"/>
            <a:ext cx="2420938"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Line 14">
            <a:extLst>
              <a:ext uri="{FF2B5EF4-FFF2-40B4-BE49-F238E27FC236}">
                <a16:creationId xmlns:a16="http://schemas.microsoft.com/office/drawing/2014/main" id="{226567D6-ADC0-0BB2-F4E8-7B7E74D7A861}"/>
              </a:ext>
            </a:extLst>
          </p:cNvPr>
          <p:cNvSpPr>
            <a:spLocks noChangeShapeType="1"/>
          </p:cNvSpPr>
          <p:nvPr/>
        </p:nvSpPr>
        <p:spPr bwMode="auto">
          <a:xfrm>
            <a:off x="5930900" y="3152775"/>
            <a:ext cx="2420938"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 name="Line 15">
            <a:extLst>
              <a:ext uri="{FF2B5EF4-FFF2-40B4-BE49-F238E27FC236}">
                <a16:creationId xmlns:a16="http://schemas.microsoft.com/office/drawing/2014/main" id="{BEA358CC-4CB7-E969-6380-46E28A626257}"/>
              </a:ext>
            </a:extLst>
          </p:cNvPr>
          <p:cNvSpPr>
            <a:spLocks noChangeShapeType="1"/>
          </p:cNvSpPr>
          <p:nvPr/>
        </p:nvSpPr>
        <p:spPr bwMode="auto">
          <a:xfrm flipH="1" flipV="1">
            <a:off x="5435600" y="1341438"/>
            <a:ext cx="495300" cy="452437"/>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 name="Text Box 16">
            <a:extLst>
              <a:ext uri="{FF2B5EF4-FFF2-40B4-BE49-F238E27FC236}">
                <a16:creationId xmlns:a16="http://schemas.microsoft.com/office/drawing/2014/main" id="{62832391-08B5-C77D-D1AF-08EBE4F0457B}"/>
              </a:ext>
            </a:extLst>
          </p:cNvPr>
          <p:cNvSpPr txBox="1">
            <a:spLocks noChangeArrowheads="1"/>
          </p:cNvSpPr>
          <p:nvPr/>
        </p:nvSpPr>
        <p:spPr bwMode="auto">
          <a:xfrm>
            <a:off x="5349875" y="185102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00</a:t>
            </a:r>
          </a:p>
        </p:txBody>
      </p:sp>
      <p:sp>
        <p:nvSpPr>
          <p:cNvPr id="17" name="Text Box 17">
            <a:extLst>
              <a:ext uri="{FF2B5EF4-FFF2-40B4-BE49-F238E27FC236}">
                <a16:creationId xmlns:a16="http://schemas.microsoft.com/office/drawing/2014/main" id="{DEA3D444-1220-301D-5F80-5164543AABDB}"/>
              </a:ext>
            </a:extLst>
          </p:cNvPr>
          <p:cNvSpPr txBox="1">
            <a:spLocks noChangeArrowheads="1"/>
          </p:cNvSpPr>
          <p:nvPr/>
        </p:nvSpPr>
        <p:spPr bwMode="auto">
          <a:xfrm>
            <a:off x="5368925" y="227965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01</a:t>
            </a:r>
          </a:p>
        </p:txBody>
      </p:sp>
      <p:sp>
        <p:nvSpPr>
          <p:cNvPr id="18" name="Text Box 18">
            <a:extLst>
              <a:ext uri="{FF2B5EF4-FFF2-40B4-BE49-F238E27FC236}">
                <a16:creationId xmlns:a16="http://schemas.microsoft.com/office/drawing/2014/main" id="{0134849E-6D02-5D97-40D9-D0CBDECA90B2}"/>
              </a:ext>
            </a:extLst>
          </p:cNvPr>
          <p:cNvSpPr txBox="1">
            <a:spLocks noChangeArrowheads="1"/>
          </p:cNvSpPr>
          <p:nvPr/>
        </p:nvSpPr>
        <p:spPr bwMode="auto">
          <a:xfrm>
            <a:off x="5353050" y="272097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11</a:t>
            </a:r>
          </a:p>
        </p:txBody>
      </p:sp>
      <p:sp>
        <p:nvSpPr>
          <p:cNvPr id="19" name="Text Box 19">
            <a:extLst>
              <a:ext uri="{FF2B5EF4-FFF2-40B4-BE49-F238E27FC236}">
                <a16:creationId xmlns:a16="http://schemas.microsoft.com/office/drawing/2014/main" id="{8ABAE867-709A-5748-C3F8-5B3CAB279F65}"/>
              </a:ext>
            </a:extLst>
          </p:cNvPr>
          <p:cNvSpPr txBox="1">
            <a:spLocks noChangeArrowheads="1"/>
          </p:cNvSpPr>
          <p:nvPr/>
        </p:nvSpPr>
        <p:spPr bwMode="auto">
          <a:xfrm>
            <a:off x="5353050" y="31623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10</a:t>
            </a:r>
          </a:p>
        </p:txBody>
      </p:sp>
      <p:sp>
        <p:nvSpPr>
          <p:cNvPr id="20" name="Text Box 20">
            <a:extLst>
              <a:ext uri="{FF2B5EF4-FFF2-40B4-BE49-F238E27FC236}">
                <a16:creationId xmlns:a16="http://schemas.microsoft.com/office/drawing/2014/main" id="{58DBFC91-4CD5-A173-664A-2F3DF5064E3B}"/>
              </a:ext>
            </a:extLst>
          </p:cNvPr>
          <p:cNvSpPr txBox="1">
            <a:spLocks noChangeArrowheads="1"/>
          </p:cNvSpPr>
          <p:nvPr/>
        </p:nvSpPr>
        <p:spPr bwMode="auto">
          <a:xfrm>
            <a:off x="6008688" y="1360488"/>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00</a:t>
            </a:r>
          </a:p>
        </p:txBody>
      </p:sp>
      <p:sp>
        <p:nvSpPr>
          <p:cNvPr id="21" name="Text Box 21">
            <a:extLst>
              <a:ext uri="{FF2B5EF4-FFF2-40B4-BE49-F238E27FC236}">
                <a16:creationId xmlns:a16="http://schemas.microsoft.com/office/drawing/2014/main" id="{4822173A-A84B-F9C0-1B05-4F9A9893309D}"/>
              </a:ext>
            </a:extLst>
          </p:cNvPr>
          <p:cNvSpPr txBox="1">
            <a:spLocks noChangeArrowheads="1"/>
          </p:cNvSpPr>
          <p:nvPr/>
        </p:nvSpPr>
        <p:spPr bwMode="auto">
          <a:xfrm>
            <a:off x="6629400" y="1360488"/>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01</a:t>
            </a:r>
          </a:p>
        </p:txBody>
      </p:sp>
      <p:sp>
        <p:nvSpPr>
          <p:cNvPr id="22" name="Text Box 22">
            <a:extLst>
              <a:ext uri="{FF2B5EF4-FFF2-40B4-BE49-F238E27FC236}">
                <a16:creationId xmlns:a16="http://schemas.microsoft.com/office/drawing/2014/main" id="{9DED9682-C8B7-BD20-2F36-30272DE83819}"/>
              </a:ext>
            </a:extLst>
          </p:cNvPr>
          <p:cNvSpPr txBox="1">
            <a:spLocks noChangeArrowheads="1"/>
          </p:cNvSpPr>
          <p:nvPr/>
        </p:nvSpPr>
        <p:spPr bwMode="auto">
          <a:xfrm>
            <a:off x="7234238" y="13716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11</a:t>
            </a:r>
          </a:p>
        </p:txBody>
      </p:sp>
      <p:sp>
        <p:nvSpPr>
          <p:cNvPr id="23" name="Text Box 23">
            <a:extLst>
              <a:ext uri="{FF2B5EF4-FFF2-40B4-BE49-F238E27FC236}">
                <a16:creationId xmlns:a16="http://schemas.microsoft.com/office/drawing/2014/main" id="{B2E6B71E-2FF5-864F-EB1A-25E89DB455CE}"/>
              </a:ext>
            </a:extLst>
          </p:cNvPr>
          <p:cNvSpPr txBox="1">
            <a:spLocks noChangeArrowheads="1"/>
          </p:cNvSpPr>
          <p:nvPr/>
        </p:nvSpPr>
        <p:spPr bwMode="auto">
          <a:xfrm>
            <a:off x="7839075" y="13716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10</a:t>
            </a:r>
          </a:p>
        </p:txBody>
      </p:sp>
      <p:sp>
        <p:nvSpPr>
          <p:cNvPr id="24" name="Text Box 24">
            <a:extLst>
              <a:ext uri="{FF2B5EF4-FFF2-40B4-BE49-F238E27FC236}">
                <a16:creationId xmlns:a16="http://schemas.microsoft.com/office/drawing/2014/main" id="{811E4471-C10A-5558-0FC4-05A193B20ABD}"/>
              </a:ext>
            </a:extLst>
          </p:cNvPr>
          <p:cNvSpPr txBox="1">
            <a:spLocks noChangeArrowheads="1"/>
          </p:cNvSpPr>
          <p:nvPr/>
        </p:nvSpPr>
        <p:spPr bwMode="auto">
          <a:xfrm>
            <a:off x="6057900" y="22463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0</a:t>
            </a:r>
          </a:p>
        </p:txBody>
      </p:sp>
      <p:sp>
        <p:nvSpPr>
          <p:cNvPr id="25" name="Text Box 25">
            <a:extLst>
              <a:ext uri="{FF2B5EF4-FFF2-40B4-BE49-F238E27FC236}">
                <a16:creationId xmlns:a16="http://schemas.microsoft.com/office/drawing/2014/main" id="{4DCA5713-886A-34CC-05A1-A6953EC2A189}"/>
              </a:ext>
            </a:extLst>
          </p:cNvPr>
          <p:cNvSpPr txBox="1">
            <a:spLocks noChangeArrowheads="1"/>
          </p:cNvSpPr>
          <p:nvPr/>
        </p:nvSpPr>
        <p:spPr bwMode="auto">
          <a:xfrm>
            <a:off x="6043613" y="1803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0</a:t>
            </a:r>
          </a:p>
        </p:txBody>
      </p:sp>
      <p:sp>
        <p:nvSpPr>
          <p:cNvPr id="26" name="Text Box 26">
            <a:extLst>
              <a:ext uri="{FF2B5EF4-FFF2-40B4-BE49-F238E27FC236}">
                <a16:creationId xmlns:a16="http://schemas.microsoft.com/office/drawing/2014/main" id="{C52D9DAF-1ECD-FD17-8186-9AF9E0F87CB5}"/>
              </a:ext>
            </a:extLst>
          </p:cNvPr>
          <p:cNvSpPr txBox="1">
            <a:spLocks noChangeArrowheads="1"/>
          </p:cNvSpPr>
          <p:nvPr/>
        </p:nvSpPr>
        <p:spPr bwMode="auto">
          <a:xfrm>
            <a:off x="7269163" y="18145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0</a:t>
            </a:r>
          </a:p>
        </p:txBody>
      </p:sp>
      <p:sp>
        <p:nvSpPr>
          <p:cNvPr id="27" name="Text Box 27">
            <a:extLst>
              <a:ext uri="{FF2B5EF4-FFF2-40B4-BE49-F238E27FC236}">
                <a16:creationId xmlns:a16="http://schemas.microsoft.com/office/drawing/2014/main" id="{5BDAB57A-84F5-7B07-366B-DE27805E0431}"/>
              </a:ext>
            </a:extLst>
          </p:cNvPr>
          <p:cNvSpPr txBox="1">
            <a:spLocks noChangeArrowheads="1"/>
          </p:cNvSpPr>
          <p:nvPr/>
        </p:nvSpPr>
        <p:spPr bwMode="auto">
          <a:xfrm>
            <a:off x="7269163" y="227965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0</a:t>
            </a:r>
          </a:p>
        </p:txBody>
      </p:sp>
      <p:sp>
        <p:nvSpPr>
          <p:cNvPr id="28" name="Text Box 28">
            <a:extLst>
              <a:ext uri="{FF2B5EF4-FFF2-40B4-BE49-F238E27FC236}">
                <a16:creationId xmlns:a16="http://schemas.microsoft.com/office/drawing/2014/main" id="{90DE65A2-419A-0778-CBE1-5D7946B79CE2}"/>
              </a:ext>
            </a:extLst>
          </p:cNvPr>
          <p:cNvSpPr txBox="1">
            <a:spLocks noChangeArrowheads="1"/>
          </p:cNvSpPr>
          <p:nvPr/>
        </p:nvSpPr>
        <p:spPr bwMode="auto">
          <a:xfrm>
            <a:off x="7886700" y="2281238"/>
            <a:ext cx="4651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0</a:t>
            </a:r>
          </a:p>
        </p:txBody>
      </p:sp>
      <p:sp>
        <p:nvSpPr>
          <p:cNvPr id="29" name="Text Box 29">
            <a:extLst>
              <a:ext uri="{FF2B5EF4-FFF2-40B4-BE49-F238E27FC236}">
                <a16:creationId xmlns:a16="http://schemas.microsoft.com/office/drawing/2014/main" id="{4EE1844F-855B-1E5D-15F0-9498A16E1F5D}"/>
              </a:ext>
            </a:extLst>
          </p:cNvPr>
          <p:cNvSpPr txBox="1">
            <a:spLocks noChangeArrowheads="1"/>
          </p:cNvSpPr>
          <p:nvPr/>
        </p:nvSpPr>
        <p:spPr bwMode="auto">
          <a:xfrm>
            <a:off x="6656388" y="226536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0</a:t>
            </a:r>
          </a:p>
        </p:txBody>
      </p:sp>
      <p:sp>
        <p:nvSpPr>
          <p:cNvPr id="30" name="Text Box 30">
            <a:extLst>
              <a:ext uri="{FF2B5EF4-FFF2-40B4-BE49-F238E27FC236}">
                <a16:creationId xmlns:a16="http://schemas.microsoft.com/office/drawing/2014/main" id="{4FE7E908-3253-4176-074E-80EBF345FC90}"/>
              </a:ext>
            </a:extLst>
          </p:cNvPr>
          <p:cNvSpPr txBox="1">
            <a:spLocks noChangeArrowheads="1"/>
          </p:cNvSpPr>
          <p:nvPr/>
        </p:nvSpPr>
        <p:spPr bwMode="auto">
          <a:xfrm>
            <a:off x="6043613" y="27305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1</a:t>
            </a:r>
          </a:p>
        </p:txBody>
      </p:sp>
      <p:sp>
        <p:nvSpPr>
          <p:cNvPr id="31" name="Text Box 31">
            <a:extLst>
              <a:ext uri="{FF2B5EF4-FFF2-40B4-BE49-F238E27FC236}">
                <a16:creationId xmlns:a16="http://schemas.microsoft.com/office/drawing/2014/main" id="{D719675A-4617-DEB6-F91D-15933441094A}"/>
              </a:ext>
            </a:extLst>
          </p:cNvPr>
          <p:cNvSpPr txBox="1">
            <a:spLocks noChangeArrowheads="1"/>
          </p:cNvSpPr>
          <p:nvPr/>
        </p:nvSpPr>
        <p:spPr bwMode="auto">
          <a:xfrm>
            <a:off x="6656388" y="27400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1</a:t>
            </a:r>
          </a:p>
        </p:txBody>
      </p:sp>
      <p:sp>
        <p:nvSpPr>
          <p:cNvPr id="32" name="Text Box 32">
            <a:extLst>
              <a:ext uri="{FF2B5EF4-FFF2-40B4-BE49-F238E27FC236}">
                <a16:creationId xmlns:a16="http://schemas.microsoft.com/office/drawing/2014/main" id="{EC9AC8D2-719A-4663-3C03-2D3F1E1A0F88}"/>
              </a:ext>
            </a:extLst>
          </p:cNvPr>
          <p:cNvSpPr txBox="1">
            <a:spLocks noChangeArrowheads="1"/>
          </p:cNvSpPr>
          <p:nvPr/>
        </p:nvSpPr>
        <p:spPr bwMode="auto">
          <a:xfrm>
            <a:off x="7269163" y="27209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x</a:t>
            </a:r>
          </a:p>
        </p:txBody>
      </p:sp>
      <p:sp>
        <p:nvSpPr>
          <p:cNvPr id="33" name="Text Box 33">
            <a:extLst>
              <a:ext uri="{FF2B5EF4-FFF2-40B4-BE49-F238E27FC236}">
                <a16:creationId xmlns:a16="http://schemas.microsoft.com/office/drawing/2014/main" id="{5FCA89D5-C7DF-8D86-9DB7-5EFC91C92CC2}"/>
              </a:ext>
            </a:extLst>
          </p:cNvPr>
          <p:cNvSpPr txBox="1">
            <a:spLocks noChangeArrowheads="1"/>
          </p:cNvSpPr>
          <p:nvPr/>
        </p:nvSpPr>
        <p:spPr bwMode="auto">
          <a:xfrm>
            <a:off x="7886700" y="27400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1</a:t>
            </a:r>
          </a:p>
        </p:txBody>
      </p:sp>
      <p:sp>
        <p:nvSpPr>
          <p:cNvPr id="34" name="Text Box 34">
            <a:extLst>
              <a:ext uri="{FF2B5EF4-FFF2-40B4-BE49-F238E27FC236}">
                <a16:creationId xmlns:a16="http://schemas.microsoft.com/office/drawing/2014/main" id="{ACC77C58-62AF-07D0-7B1F-C6560303F3C0}"/>
              </a:ext>
            </a:extLst>
          </p:cNvPr>
          <p:cNvSpPr txBox="1">
            <a:spLocks noChangeArrowheads="1"/>
          </p:cNvSpPr>
          <p:nvPr/>
        </p:nvSpPr>
        <p:spPr bwMode="auto">
          <a:xfrm>
            <a:off x="7886700" y="31591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0</a:t>
            </a:r>
          </a:p>
        </p:txBody>
      </p:sp>
      <p:sp>
        <p:nvSpPr>
          <p:cNvPr id="35" name="Text Box 35">
            <a:extLst>
              <a:ext uri="{FF2B5EF4-FFF2-40B4-BE49-F238E27FC236}">
                <a16:creationId xmlns:a16="http://schemas.microsoft.com/office/drawing/2014/main" id="{8BB723A2-4C2E-88D9-C9C2-FAA5D5898ED8}"/>
              </a:ext>
            </a:extLst>
          </p:cNvPr>
          <p:cNvSpPr txBox="1">
            <a:spLocks noChangeArrowheads="1"/>
          </p:cNvSpPr>
          <p:nvPr/>
        </p:nvSpPr>
        <p:spPr bwMode="auto">
          <a:xfrm>
            <a:off x="7275513" y="3173413"/>
            <a:ext cx="33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0</a:t>
            </a:r>
          </a:p>
        </p:txBody>
      </p:sp>
      <p:sp>
        <p:nvSpPr>
          <p:cNvPr id="36" name="Text Box 36">
            <a:extLst>
              <a:ext uri="{FF2B5EF4-FFF2-40B4-BE49-F238E27FC236}">
                <a16:creationId xmlns:a16="http://schemas.microsoft.com/office/drawing/2014/main" id="{4916F71F-4844-6777-48E6-8FBFCECCC09E}"/>
              </a:ext>
            </a:extLst>
          </p:cNvPr>
          <p:cNvSpPr txBox="1">
            <a:spLocks noChangeArrowheads="1"/>
          </p:cNvSpPr>
          <p:nvPr/>
        </p:nvSpPr>
        <p:spPr bwMode="auto">
          <a:xfrm>
            <a:off x="6664325" y="3171825"/>
            <a:ext cx="4016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0</a:t>
            </a:r>
          </a:p>
        </p:txBody>
      </p:sp>
      <p:sp>
        <p:nvSpPr>
          <p:cNvPr id="37" name="Text Box 37">
            <a:extLst>
              <a:ext uri="{FF2B5EF4-FFF2-40B4-BE49-F238E27FC236}">
                <a16:creationId xmlns:a16="http://schemas.microsoft.com/office/drawing/2014/main" id="{A204766E-9905-61D8-5AC0-B6F5F34A848E}"/>
              </a:ext>
            </a:extLst>
          </p:cNvPr>
          <p:cNvSpPr txBox="1">
            <a:spLocks noChangeArrowheads="1"/>
          </p:cNvSpPr>
          <p:nvPr/>
        </p:nvSpPr>
        <p:spPr bwMode="auto">
          <a:xfrm>
            <a:off x="6669088" y="18145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0</a:t>
            </a:r>
          </a:p>
        </p:txBody>
      </p:sp>
      <p:sp>
        <p:nvSpPr>
          <p:cNvPr id="38" name="Text Box 38">
            <a:extLst>
              <a:ext uri="{FF2B5EF4-FFF2-40B4-BE49-F238E27FC236}">
                <a16:creationId xmlns:a16="http://schemas.microsoft.com/office/drawing/2014/main" id="{7EC45AE1-D704-212A-AFC5-C9033560EBC9}"/>
              </a:ext>
            </a:extLst>
          </p:cNvPr>
          <p:cNvSpPr txBox="1">
            <a:spLocks noChangeArrowheads="1"/>
          </p:cNvSpPr>
          <p:nvPr/>
        </p:nvSpPr>
        <p:spPr bwMode="auto">
          <a:xfrm>
            <a:off x="7886700" y="18145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0</a:t>
            </a:r>
          </a:p>
        </p:txBody>
      </p:sp>
      <p:sp>
        <p:nvSpPr>
          <p:cNvPr id="39" name="Text Box 39">
            <a:extLst>
              <a:ext uri="{FF2B5EF4-FFF2-40B4-BE49-F238E27FC236}">
                <a16:creationId xmlns:a16="http://schemas.microsoft.com/office/drawing/2014/main" id="{CD789A15-F4E0-6052-2734-6C2ACF0BD2BF}"/>
              </a:ext>
            </a:extLst>
          </p:cNvPr>
          <p:cNvSpPr txBox="1">
            <a:spLocks noChangeArrowheads="1"/>
          </p:cNvSpPr>
          <p:nvPr/>
        </p:nvSpPr>
        <p:spPr bwMode="auto">
          <a:xfrm>
            <a:off x="5084763" y="1414463"/>
            <a:ext cx="625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I</a:t>
            </a:r>
            <a:r>
              <a:rPr kumimoji="1" lang="en-US" altLang="zh-CN" sz="2400" baseline="-25000">
                <a:latin typeface="Times New Roman" panose="02020603050405020304" pitchFamily="18" charset="0"/>
                <a:ea typeface="楷体_GB2312" pitchFamily="49" charset="-122"/>
              </a:rPr>
              <a:t>3</a:t>
            </a:r>
            <a:r>
              <a:rPr kumimoji="1" lang="en-US" altLang="zh-CN" sz="2400">
                <a:latin typeface="Times New Roman" panose="02020603050405020304" pitchFamily="18" charset="0"/>
                <a:ea typeface="楷体_GB2312" pitchFamily="49" charset="-122"/>
              </a:rPr>
              <a:t>I</a:t>
            </a:r>
            <a:r>
              <a:rPr kumimoji="1" lang="en-US" altLang="zh-CN" sz="2400" baseline="-25000">
                <a:latin typeface="Times New Roman" panose="02020603050405020304" pitchFamily="18" charset="0"/>
                <a:ea typeface="楷体_GB2312" pitchFamily="49" charset="-122"/>
              </a:rPr>
              <a:t>2</a:t>
            </a:r>
            <a:endParaRPr kumimoji="1" lang="en-US" altLang="zh-CN" sz="2400">
              <a:latin typeface="Times New Roman" panose="02020603050405020304" pitchFamily="18" charset="0"/>
              <a:ea typeface="楷体_GB2312" pitchFamily="49" charset="-122"/>
            </a:endParaRPr>
          </a:p>
        </p:txBody>
      </p:sp>
      <p:sp>
        <p:nvSpPr>
          <p:cNvPr id="40" name="Text Box 40">
            <a:extLst>
              <a:ext uri="{FF2B5EF4-FFF2-40B4-BE49-F238E27FC236}">
                <a16:creationId xmlns:a16="http://schemas.microsoft.com/office/drawing/2014/main" id="{904315D0-A3A5-59F3-D755-495336563112}"/>
              </a:ext>
            </a:extLst>
          </p:cNvPr>
          <p:cNvSpPr txBox="1">
            <a:spLocks noChangeArrowheads="1"/>
          </p:cNvSpPr>
          <p:nvPr/>
        </p:nvSpPr>
        <p:spPr bwMode="auto">
          <a:xfrm>
            <a:off x="5565775" y="1087438"/>
            <a:ext cx="625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I</a:t>
            </a:r>
            <a:r>
              <a:rPr kumimoji="1" lang="en-US" altLang="zh-CN" sz="2400" baseline="-25000">
                <a:latin typeface="Times New Roman" panose="02020603050405020304" pitchFamily="18" charset="0"/>
                <a:ea typeface="楷体_GB2312" pitchFamily="49" charset="-122"/>
              </a:rPr>
              <a:t>1</a:t>
            </a:r>
            <a:r>
              <a:rPr kumimoji="1" lang="en-US" altLang="zh-CN" sz="2400">
                <a:latin typeface="Times New Roman" panose="02020603050405020304" pitchFamily="18" charset="0"/>
                <a:ea typeface="楷体_GB2312" pitchFamily="49" charset="-122"/>
              </a:rPr>
              <a:t>I</a:t>
            </a:r>
            <a:r>
              <a:rPr kumimoji="1" lang="en-US" altLang="zh-CN" sz="2400" baseline="-25000">
                <a:latin typeface="Times New Roman" panose="02020603050405020304" pitchFamily="18" charset="0"/>
                <a:ea typeface="楷体_GB2312" pitchFamily="49" charset="-122"/>
              </a:rPr>
              <a:t>0</a:t>
            </a:r>
            <a:endParaRPr kumimoji="1" lang="en-US" altLang="zh-CN" sz="2400">
              <a:latin typeface="Times New Roman" panose="02020603050405020304" pitchFamily="18" charset="0"/>
              <a:ea typeface="楷体_GB2312" pitchFamily="49" charset="-122"/>
            </a:endParaRPr>
          </a:p>
        </p:txBody>
      </p:sp>
      <p:sp>
        <p:nvSpPr>
          <p:cNvPr id="41" name="Rectangle 77">
            <a:extLst>
              <a:ext uri="{FF2B5EF4-FFF2-40B4-BE49-F238E27FC236}">
                <a16:creationId xmlns:a16="http://schemas.microsoft.com/office/drawing/2014/main" id="{74317BC2-B806-DBF3-3949-5CE1C16D6B7E}"/>
              </a:ext>
            </a:extLst>
          </p:cNvPr>
          <p:cNvSpPr>
            <a:spLocks noChangeArrowheads="1"/>
          </p:cNvSpPr>
          <p:nvPr/>
        </p:nvSpPr>
        <p:spPr bwMode="auto">
          <a:xfrm>
            <a:off x="4795838" y="2416175"/>
            <a:ext cx="568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a:latin typeface="Times New Roman" panose="02020603050405020304" pitchFamily="18" charset="0"/>
                <a:ea typeface="楷体_GB2312" pitchFamily="49" charset="-122"/>
              </a:rPr>
              <a:t>Y</a:t>
            </a:r>
            <a:r>
              <a:rPr kumimoji="1" lang="en-US" altLang="zh-CN" sz="2000">
                <a:latin typeface="Times New Roman" panose="02020603050405020304" pitchFamily="18" charset="0"/>
                <a:ea typeface="楷体_GB2312" pitchFamily="49" charset="-122"/>
              </a:rPr>
              <a:t>1</a:t>
            </a:r>
            <a:endParaRPr kumimoji="1" lang="zh-CN" altLang="en-US" sz="2000">
              <a:latin typeface="Times New Roman" panose="02020603050405020304" pitchFamily="18" charset="0"/>
              <a:ea typeface="楷体_GB2312" pitchFamily="49" charset="-122"/>
            </a:endParaRPr>
          </a:p>
        </p:txBody>
      </p:sp>
      <p:sp>
        <p:nvSpPr>
          <p:cNvPr id="42" name="Text Box 79">
            <a:extLst>
              <a:ext uri="{FF2B5EF4-FFF2-40B4-BE49-F238E27FC236}">
                <a16:creationId xmlns:a16="http://schemas.microsoft.com/office/drawing/2014/main" id="{C9788E9E-4A9B-526D-72C2-16100748FDC8}"/>
              </a:ext>
            </a:extLst>
          </p:cNvPr>
          <p:cNvSpPr txBox="1">
            <a:spLocks noChangeArrowheads="1"/>
          </p:cNvSpPr>
          <p:nvPr/>
        </p:nvSpPr>
        <p:spPr bwMode="auto">
          <a:xfrm>
            <a:off x="6061075" y="5837238"/>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1</a:t>
            </a:r>
          </a:p>
        </p:txBody>
      </p:sp>
      <p:sp>
        <p:nvSpPr>
          <p:cNvPr id="43" name="Rectangle 80">
            <a:extLst>
              <a:ext uri="{FF2B5EF4-FFF2-40B4-BE49-F238E27FC236}">
                <a16:creationId xmlns:a16="http://schemas.microsoft.com/office/drawing/2014/main" id="{F557DFF6-515B-3093-AB2C-5923ABB174E6}"/>
              </a:ext>
            </a:extLst>
          </p:cNvPr>
          <p:cNvSpPr>
            <a:spLocks noChangeArrowheads="1"/>
          </p:cNvSpPr>
          <p:nvPr/>
        </p:nvSpPr>
        <p:spPr bwMode="auto">
          <a:xfrm>
            <a:off x="5934075" y="4467225"/>
            <a:ext cx="2420938" cy="1812925"/>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44" name="Line 81">
            <a:extLst>
              <a:ext uri="{FF2B5EF4-FFF2-40B4-BE49-F238E27FC236}">
                <a16:creationId xmlns:a16="http://schemas.microsoft.com/office/drawing/2014/main" id="{482AB8DC-36F7-BC6B-BCF6-DDC7EC7DEF3E}"/>
              </a:ext>
            </a:extLst>
          </p:cNvPr>
          <p:cNvSpPr>
            <a:spLocks noChangeShapeType="1"/>
          </p:cNvSpPr>
          <p:nvPr/>
        </p:nvSpPr>
        <p:spPr bwMode="auto">
          <a:xfrm>
            <a:off x="5934075" y="5373688"/>
            <a:ext cx="2420938"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 name="Line 82">
            <a:extLst>
              <a:ext uri="{FF2B5EF4-FFF2-40B4-BE49-F238E27FC236}">
                <a16:creationId xmlns:a16="http://schemas.microsoft.com/office/drawing/2014/main" id="{8051E824-E58E-AD1B-491C-277A6B11287A}"/>
              </a:ext>
            </a:extLst>
          </p:cNvPr>
          <p:cNvSpPr>
            <a:spLocks noChangeShapeType="1"/>
          </p:cNvSpPr>
          <p:nvPr/>
        </p:nvSpPr>
        <p:spPr bwMode="auto">
          <a:xfrm>
            <a:off x="7129463" y="4467225"/>
            <a:ext cx="0" cy="18129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 name="Line 83">
            <a:extLst>
              <a:ext uri="{FF2B5EF4-FFF2-40B4-BE49-F238E27FC236}">
                <a16:creationId xmlns:a16="http://schemas.microsoft.com/office/drawing/2014/main" id="{4507426A-362E-B37B-779A-27E8A8D39E08}"/>
              </a:ext>
            </a:extLst>
          </p:cNvPr>
          <p:cNvSpPr>
            <a:spLocks noChangeShapeType="1"/>
          </p:cNvSpPr>
          <p:nvPr/>
        </p:nvSpPr>
        <p:spPr bwMode="auto">
          <a:xfrm>
            <a:off x="6540500" y="4467225"/>
            <a:ext cx="0" cy="18129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 name="Line 84">
            <a:extLst>
              <a:ext uri="{FF2B5EF4-FFF2-40B4-BE49-F238E27FC236}">
                <a16:creationId xmlns:a16="http://schemas.microsoft.com/office/drawing/2014/main" id="{4A9288FB-CC2D-48FC-6D1D-8A15409AF9E2}"/>
              </a:ext>
            </a:extLst>
          </p:cNvPr>
          <p:cNvSpPr>
            <a:spLocks noChangeShapeType="1"/>
          </p:cNvSpPr>
          <p:nvPr/>
        </p:nvSpPr>
        <p:spPr bwMode="auto">
          <a:xfrm>
            <a:off x="7743825" y="4467225"/>
            <a:ext cx="0" cy="18129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 name="Line 85">
            <a:extLst>
              <a:ext uri="{FF2B5EF4-FFF2-40B4-BE49-F238E27FC236}">
                <a16:creationId xmlns:a16="http://schemas.microsoft.com/office/drawing/2014/main" id="{20D44F08-C6C4-FAE3-798C-A7CB2FB2DFD3}"/>
              </a:ext>
            </a:extLst>
          </p:cNvPr>
          <p:cNvSpPr>
            <a:spLocks noChangeShapeType="1"/>
          </p:cNvSpPr>
          <p:nvPr/>
        </p:nvSpPr>
        <p:spPr bwMode="auto">
          <a:xfrm>
            <a:off x="5934075" y="4962525"/>
            <a:ext cx="2420938"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 name="Line 86">
            <a:extLst>
              <a:ext uri="{FF2B5EF4-FFF2-40B4-BE49-F238E27FC236}">
                <a16:creationId xmlns:a16="http://schemas.microsoft.com/office/drawing/2014/main" id="{955335AF-2B28-69FF-C9E8-37361D5B622B}"/>
              </a:ext>
            </a:extLst>
          </p:cNvPr>
          <p:cNvSpPr>
            <a:spLocks noChangeShapeType="1"/>
          </p:cNvSpPr>
          <p:nvPr/>
        </p:nvSpPr>
        <p:spPr bwMode="auto">
          <a:xfrm>
            <a:off x="5934075" y="5826125"/>
            <a:ext cx="2420938"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 name="Line 87">
            <a:extLst>
              <a:ext uri="{FF2B5EF4-FFF2-40B4-BE49-F238E27FC236}">
                <a16:creationId xmlns:a16="http://schemas.microsoft.com/office/drawing/2014/main" id="{998EA3F6-4644-66DB-6DF5-3ADB5F0D5F4A}"/>
              </a:ext>
            </a:extLst>
          </p:cNvPr>
          <p:cNvSpPr>
            <a:spLocks noChangeShapeType="1"/>
          </p:cNvSpPr>
          <p:nvPr/>
        </p:nvSpPr>
        <p:spPr bwMode="auto">
          <a:xfrm flipH="1" flipV="1">
            <a:off x="5438775" y="4014788"/>
            <a:ext cx="495300" cy="452437"/>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 name="Text Box 88">
            <a:extLst>
              <a:ext uri="{FF2B5EF4-FFF2-40B4-BE49-F238E27FC236}">
                <a16:creationId xmlns:a16="http://schemas.microsoft.com/office/drawing/2014/main" id="{A9E6B80E-3D85-1A66-485E-586B12C83EB0}"/>
              </a:ext>
            </a:extLst>
          </p:cNvPr>
          <p:cNvSpPr txBox="1">
            <a:spLocks noChangeArrowheads="1"/>
          </p:cNvSpPr>
          <p:nvPr/>
        </p:nvSpPr>
        <p:spPr bwMode="auto">
          <a:xfrm>
            <a:off x="5353050" y="452437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00</a:t>
            </a:r>
          </a:p>
        </p:txBody>
      </p:sp>
      <p:sp>
        <p:nvSpPr>
          <p:cNvPr id="52" name="Text Box 89">
            <a:extLst>
              <a:ext uri="{FF2B5EF4-FFF2-40B4-BE49-F238E27FC236}">
                <a16:creationId xmlns:a16="http://schemas.microsoft.com/office/drawing/2014/main" id="{586DDD06-E378-C6FD-3EBF-0BC993BEADA6}"/>
              </a:ext>
            </a:extLst>
          </p:cNvPr>
          <p:cNvSpPr txBox="1">
            <a:spLocks noChangeArrowheads="1"/>
          </p:cNvSpPr>
          <p:nvPr/>
        </p:nvSpPr>
        <p:spPr bwMode="auto">
          <a:xfrm>
            <a:off x="5372100" y="49530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01</a:t>
            </a:r>
          </a:p>
        </p:txBody>
      </p:sp>
      <p:sp>
        <p:nvSpPr>
          <p:cNvPr id="53" name="Text Box 90">
            <a:extLst>
              <a:ext uri="{FF2B5EF4-FFF2-40B4-BE49-F238E27FC236}">
                <a16:creationId xmlns:a16="http://schemas.microsoft.com/office/drawing/2014/main" id="{365C8690-BEC1-69F0-49C7-6278DA87F444}"/>
              </a:ext>
            </a:extLst>
          </p:cNvPr>
          <p:cNvSpPr txBox="1">
            <a:spLocks noChangeArrowheads="1"/>
          </p:cNvSpPr>
          <p:nvPr/>
        </p:nvSpPr>
        <p:spPr bwMode="auto">
          <a:xfrm>
            <a:off x="5356225" y="539432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11</a:t>
            </a:r>
          </a:p>
        </p:txBody>
      </p:sp>
      <p:sp>
        <p:nvSpPr>
          <p:cNvPr id="54" name="Text Box 91">
            <a:extLst>
              <a:ext uri="{FF2B5EF4-FFF2-40B4-BE49-F238E27FC236}">
                <a16:creationId xmlns:a16="http://schemas.microsoft.com/office/drawing/2014/main" id="{920EFC3F-219E-5274-EBB2-24EB56DC0505}"/>
              </a:ext>
            </a:extLst>
          </p:cNvPr>
          <p:cNvSpPr txBox="1">
            <a:spLocks noChangeArrowheads="1"/>
          </p:cNvSpPr>
          <p:nvPr/>
        </p:nvSpPr>
        <p:spPr bwMode="auto">
          <a:xfrm>
            <a:off x="5356225" y="583565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10</a:t>
            </a:r>
          </a:p>
        </p:txBody>
      </p:sp>
      <p:sp>
        <p:nvSpPr>
          <p:cNvPr id="55" name="Text Box 92">
            <a:extLst>
              <a:ext uri="{FF2B5EF4-FFF2-40B4-BE49-F238E27FC236}">
                <a16:creationId xmlns:a16="http://schemas.microsoft.com/office/drawing/2014/main" id="{242E5410-C3E7-D6A9-3C1B-FBEC56DC088C}"/>
              </a:ext>
            </a:extLst>
          </p:cNvPr>
          <p:cNvSpPr txBox="1">
            <a:spLocks noChangeArrowheads="1"/>
          </p:cNvSpPr>
          <p:nvPr/>
        </p:nvSpPr>
        <p:spPr bwMode="auto">
          <a:xfrm>
            <a:off x="6011863" y="4033838"/>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00</a:t>
            </a:r>
          </a:p>
        </p:txBody>
      </p:sp>
      <p:sp>
        <p:nvSpPr>
          <p:cNvPr id="56" name="Text Box 93">
            <a:extLst>
              <a:ext uri="{FF2B5EF4-FFF2-40B4-BE49-F238E27FC236}">
                <a16:creationId xmlns:a16="http://schemas.microsoft.com/office/drawing/2014/main" id="{05F1D340-6130-847D-FA0E-53DB0150F908}"/>
              </a:ext>
            </a:extLst>
          </p:cNvPr>
          <p:cNvSpPr txBox="1">
            <a:spLocks noChangeArrowheads="1"/>
          </p:cNvSpPr>
          <p:nvPr/>
        </p:nvSpPr>
        <p:spPr bwMode="auto">
          <a:xfrm>
            <a:off x="6632575" y="4033838"/>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01</a:t>
            </a:r>
          </a:p>
        </p:txBody>
      </p:sp>
      <p:sp>
        <p:nvSpPr>
          <p:cNvPr id="57" name="Text Box 94">
            <a:extLst>
              <a:ext uri="{FF2B5EF4-FFF2-40B4-BE49-F238E27FC236}">
                <a16:creationId xmlns:a16="http://schemas.microsoft.com/office/drawing/2014/main" id="{E8129A5F-59DA-B1A3-8E0C-4807AC48131A}"/>
              </a:ext>
            </a:extLst>
          </p:cNvPr>
          <p:cNvSpPr txBox="1">
            <a:spLocks noChangeArrowheads="1"/>
          </p:cNvSpPr>
          <p:nvPr/>
        </p:nvSpPr>
        <p:spPr bwMode="auto">
          <a:xfrm>
            <a:off x="7237413" y="404495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11</a:t>
            </a:r>
          </a:p>
        </p:txBody>
      </p:sp>
      <p:sp>
        <p:nvSpPr>
          <p:cNvPr id="58" name="Text Box 95">
            <a:extLst>
              <a:ext uri="{FF2B5EF4-FFF2-40B4-BE49-F238E27FC236}">
                <a16:creationId xmlns:a16="http://schemas.microsoft.com/office/drawing/2014/main" id="{A8D20DD9-0534-884E-6899-429D4C95D586}"/>
              </a:ext>
            </a:extLst>
          </p:cNvPr>
          <p:cNvSpPr txBox="1">
            <a:spLocks noChangeArrowheads="1"/>
          </p:cNvSpPr>
          <p:nvPr/>
        </p:nvSpPr>
        <p:spPr bwMode="auto">
          <a:xfrm>
            <a:off x="7842250" y="404495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10</a:t>
            </a:r>
          </a:p>
        </p:txBody>
      </p:sp>
      <p:sp>
        <p:nvSpPr>
          <p:cNvPr id="59" name="Text Box 96">
            <a:extLst>
              <a:ext uri="{FF2B5EF4-FFF2-40B4-BE49-F238E27FC236}">
                <a16:creationId xmlns:a16="http://schemas.microsoft.com/office/drawing/2014/main" id="{6BC35C5F-BBA1-0DAE-8E57-DDFA03B822F1}"/>
              </a:ext>
            </a:extLst>
          </p:cNvPr>
          <p:cNvSpPr txBox="1">
            <a:spLocks noChangeArrowheads="1"/>
          </p:cNvSpPr>
          <p:nvPr/>
        </p:nvSpPr>
        <p:spPr bwMode="auto">
          <a:xfrm>
            <a:off x="6061075" y="491966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0</a:t>
            </a:r>
          </a:p>
        </p:txBody>
      </p:sp>
      <p:sp>
        <p:nvSpPr>
          <p:cNvPr id="60" name="Text Box 97">
            <a:extLst>
              <a:ext uri="{FF2B5EF4-FFF2-40B4-BE49-F238E27FC236}">
                <a16:creationId xmlns:a16="http://schemas.microsoft.com/office/drawing/2014/main" id="{0C8F5577-4B9E-72FC-F9D2-325AD90DC07D}"/>
              </a:ext>
            </a:extLst>
          </p:cNvPr>
          <p:cNvSpPr txBox="1">
            <a:spLocks noChangeArrowheads="1"/>
          </p:cNvSpPr>
          <p:nvPr/>
        </p:nvSpPr>
        <p:spPr bwMode="auto">
          <a:xfrm>
            <a:off x="6046788" y="447675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0</a:t>
            </a:r>
          </a:p>
        </p:txBody>
      </p:sp>
      <p:sp>
        <p:nvSpPr>
          <p:cNvPr id="61" name="Text Box 98">
            <a:extLst>
              <a:ext uri="{FF2B5EF4-FFF2-40B4-BE49-F238E27FC236}">
                <a16:creationId xmlns:a16="http://schemas.microsoft.com/office/drawing/2014/main" id="{785CFFD6-DBB0-37F7-5CA5-AFD44D793BD1}"/>
              </a:ext>
            </a:extLst>
          </p:cNvPr>
          <p:cNvSpPr txBox="1">
            <a:spLocks noChangeArrowheads="1"/>
          </p:cNvSpPr>
          <p:nvPr/>
        </p:nvSpPr>
        <p:spPr bwMode="auto">
          <a:xfrm>
            <a:off x="7272338" y="448786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0</a:t>
            </a:r>
          </a:p>
        </p:txBody>
      </p:sp>
      <p:sp>
        <p:nvSpPr>
          <p:cNvPr id="62" name="Text Box 99">
            <a:extLst>
              <a:ext uri="{FF2B5EF4-FFF2-40B4-BE49-F238E27FC236}">
                <a16:creationId xmlns:a16="http://schemas.microsoft.com/office/drawing/2014/main" id="{B140CF41-7D85-9852-59C7-0FC310EAA494}"/>
              </a:ext>
            </a:extLst>
          </p:cNvPr>
          <p:cNvSpPr txBox="1">
            <a:spLocks noChangeArrowheads="1"/>
          </p:cNvSpPr>
          <p:nvPr/>
        </p:nvSpPr>
        <p:spPr bwMode="auto">
          <a:xfrm>
            <a:off x="7272338" y="4953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0</a:t>
            </a:r>
          </a:p>
        </p:txBody>
      </p:sp>
      <p:sp>
        <p:nvSpPr>
          <p:cNvPr id="63" name="Text Box 100">
            <a:extLst>
              <a:ext uri="{FF2B5EF4-FFF2-40B4-BE49-F238E27FC236}">
                <a16:creationId xmlns:a16="http://schemas.microsoft.com/office/drawing/2014/main" id="{73802D6A-D86F-6379-A70F-2FAE31262E80}"/>
              </a:ext>
            </a:extLst>
          </p:cNvPr>
          <p:cNvSpPr txBox="1">
            <a:spLocks noChangeArrowheads="1"/>
          </p:cNvSpPr>
          <p:nvPr/>
        </p:nvSpPr>
        <p:spPr bwMode="auto">
          <a:xfrm>
            <a:off x="7889875" y="4954588"/>
            <a:ext cx="4651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0</a:t>
            </a:r>
          </a:p>
        </p:txBody>
      </p:sp>
      <p:sp>
        <p:nvSpPr>
          <p:cNvPr id="64" name="Text Box 101">
            <a:extLst>
              <a:ext uri="{FF2B5EF4-FFF2-40B4-BE49-F238E27FC236}">
                <a16:creationId xmlns:a16="http://schemas.microsoft.com/office/drawing/2014/main" id="{3633F919-2512-5DE5-CECF-608E5271769D}"/>
              </a:ext>
            </a:extLst>
          </p:cNvPr>
          <p:cNvSpPr txBox="1">
            <a:spLocks noChangeArrowheads="1"/>
          </p:cNvSpPr>
          <p:nvPr/>
        </p:nvSpPr>
        <p:spPr bwMode="auto">
          <a:xfrm>
            <a:off x="6659563" y="49387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0</a:t>
            </a:r>
          </a:p>
        </p:txBody>
      </p:sp>
      <p:sp>
        <p:nvSpPr>
          <p:cNvPr id="65" name="Text Box 102">
            <a:extLst>
              <a:ext uri="{FF2B5EF4-FFF2-40B4-BE49-F238E27FC236}">
                <a16:creationId xmlns:a16="http://schemas.microsoft.com/office/drawing/2014/main" id="{CEBD8A04-5A9B-88B9-F16A-7A42B5C1895D}"/>
              </a:ext>
            </a:extLst>
          </p:cNvPr>
          <p:cNvSpPr txBox="1">
            <a:spLocks noChangeArrowheads="1"/>
          </p:cNvSpPr>
          <p:nvPr/>
        </p:nvSpPr>
        <p:spPr bwMode="auto">
          <a:xfrm>
            <a:off x="6072188" y="53705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0</a:t>
            </a:r>
          </a:p>
        </p:txBody>
      </p:sp>
      <p:sp>
        <p:nvSpPr>
          <p:cNvPr id="66" name="Text Box 103">
            <a:extLst>
              <a:ext uri="{FF2B5EF4-FFF2-40B4-BE49-F238E27FC236}">
                <a16:creationId xmlns:a16="http://schemas.microsoft.com/office/drawing/2014/main" id="{C3B8528C-3DB4-D367-9AAF-27938E18F969}"/>
              </a:ext>
            </a:extLst>
          </p:cNvPr>
          <p:cNvSpPr txBox="1">
            <a:spLocks noChangeArrowheads="1"/>
          </p:cNvSpPr>
          <p:nvPr/>
        </p:nvSpPr>
        <p:spPr bwMode="auto">
          <a:xfrm>
            <a:off x="6659563" y="53959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0</a:t>
            </a:r>
          </a:p>
        </p:txBody>
      </p:sp>
      <p:sp>
        <p:nvSpPr>
          <p:cNvPr id="67" name="Text Box 104">
            <a:extLst>
              <a:ext uri="{FF2B5EF4-FFF2-40B4-BE49-F238E27FC236}">
                <a16:creationId xmlns:a16="http://schemas.microsoft.com/office/drawing/2014/main" id="{99443F24-5B4B-D4DC-59C7-245F3B73FBA0}"/>
              </a:ext>
            </a:extLst>
          </p:cNvPr>
          <p:cNvSpPr txBox="1">
            <a:spLocks noChangeArrowheads="1"/>
          </p:cNvSpPr>
          <p:nvPr/>
        </p:nvSpPr>
        <p:spPr bwMode="auto">
          <a:xfrm>
            <a:off x="7272338" y="53943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x</a:t>
            </a:r>
          </a:p>
        </p:txBody>
      </p:sp>
      <p:sp>
        <p:nvSpPr>
          <p:cNvPr id="68" name="Text Box 105">
            <a:extLst>
              <a:ext uri="{FF2B5EF4-FFF2-40B4-BE49-F238E27FC236}">
                <a16:creationId xmlns:a16="http://schemas.microsoft.com/office/drawing/2014/main" id="{A3EBF110-2B1C-C8FF-26EE-FE177DEF043C}"/>
              </a:ext>
            </a:extLst>
          </p:cNvPr>
          <p:cNvSpPr txBox="1">
            <a:spLocks noChangeArrowheads="1"/>
          </p:cNvSpPr>
          <p:nvPr/>
        </p:nvSpPr>
        <p:spPr bwMode="auto">
          <a:xfrm>
            <a:off x="7889875" y="54133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1</a:t>
            </a:r>
          </a:p>
        </p:txBody>
      </p:sp>
      <p:sp>
        <p:nvSpPr>
          <p:cNvPr id="69" name="Text Box 106">
            <a:extLst>
              <a:ext uri="{FF2B5EF4-FFF2-40B4-BE49-F238E27FC236}">
                <a16:creationId xmlns:a16="http://schemas.microsoft.com/office/drawing/2014/main" id="{BB97E321-A723-3514-89A2-D3A30480BD69}"/>
              </a:ext>
            </a:extLst>
          </p:cNvPr>
          <p:cNvSpPr txBox="1">
            <a:spLocks noChangeArrowheads="1"/>
          </p:cNvSpPr>
          <p:nvPr/>
        </p:nvSpPr>
        <p:spPr bwMode="auto">
          <a:xfrm>
            <a:off x="7889875" y="58324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1</a:t>
            </a:r>
          </a:p>
        </p:txBody>
      </p:sp>
      <p:sp>
        <p:nvSpPr>
          <p:cNvPr id="70" name="Text Box 107">
            <a:extLst>
              <a:ext uri="{FF2B5EF4-FFF2-40B4-BE49-F238E27FC236}">
                <a16:creationId xmlns:a16="http://schemas.microsoft.com/office/drawing/2014/main" id="{5D40A868-92C3-8A36-1B8C-E3A30A878568}"/>
              </a:ext>
            </a:extLst>
          </p:cNvPr>
          <p:cNvSpPr txBox="1">
            <a:spLocks noChangeArrowheads="1"/>
          </p:cNvSpPr>
          <p:nvPr/>
        </p:nvSpPr>
        <p:spPr bwMode="auto">
          <a:xfrm>
            <a:off x="7278688" y="5846763"/>
            <a:ext cx="33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1</a:t>
            </a:r>
          </a:p>
        </p:txBody>
      </p:sp>
      <p:sp>
        <p:nvSpPr>
          <p:cNvPr id="71" name="Text Box 108">
            <a:extLst>
              <a:ext uri="{FF2B5EF4-FFF2-40B4-BE49-F238E27FC236}">
                <a16:creationId xmlns:a16="http://schemas.microsoft.com/office/drawing/2014/main" id="{0D93EA25-E760-82E5-6C02-A607775EF3C4}"/>
              </a:ext>
            </a:extLst>
          </p:cNvPr>
          <p:cNvSpPr txBox="1">
            <a:spLocks noChangeArrowheads="1"/>
          </p:cNvSpPr>
          <p:nvPr/>
        </p:nvSpPr>
        <p:spPr bwMode="auto">
          <a:xfrm>
            <a:off x="6667500" y="5848350"/>
            <a:ext cx="4016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1</a:t>
            </a:r>
          </a:p>
        </p:txBody>
      </p:sp>
      <p:sp>
        <p:nvSpPr>
          <p:cNvPr id="72" name="Text Box 109">
            <a:extLst>
              <a:ext uri="{FF2B5EF4-FFF2-40B4-BE49-F238E27FC236}">
                <a16:creationId xmlns:a16="http://schemas.microsoft.com/office/drawing/2014/main" id="{B36292AB-51FA-05AE-8E10-223DCFABFA71}"/>
              </a:ext>
            </a:extLst>
          </p:cNvPr>
          <p:cNvSpPr txBox="1">
            <a:spLocks noChangeArrowheads="1"/>
          </p:cNvSpPr>
          <p:nvPr/>
        </p:nvSpPr>
        <p:spPr bwMode="auto">
          <a:xfrm>
            <a:off x="6672263" y="448786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0</a:t>
            </a:r>
          </a:p>
        </p:txBody>
      </p:sp>
      <p:sp>
        <p:nvSpPr>
          <p:cNvPr id="73" name="Text Box 110">
            <a:extLst>
              <a:ext uri="{FF2B5EF4-FFF2-40B4-BE49-F238E27FC236}">
                <a16:creationId xmlns:a16="http://schemas.microsoft.com/office/drawing/2014/main" id="{FCC024CC-561A-3781-6EE1-F5CDC57CF2D3}"/>
              </a:ext>
            </a:extLst>
          </p:cNvPr>
          <p:cNvSpPr txBox="1">
            <a:spLocks noChangeArrowheads="1"/>
          </p:cNvSpPr>
          <p:nvPr/>
        </p:nvSpPr>
        <p:spPr bwMode="auto">
          <a:xfrm>
            <a:off x="7889875" y="448786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0</a:t>
            </a:r>
          </a:p>
        </p:txBody>
      </p:sp>
      <p:sp>
        <p:nvSpPr>
          <p:cNvPr id="74" name="Text Box 111">
            <a:extLst>
              <a:ext uri="{FF2B5EF4-FFF2-40B4-BE49-F238E27FC236}">
                <a16:creationId xmlns:a16="http://schemas.microsoft.com/office/drawing/2014/main" id="{5BB66B36-8440-1A0F-1414-10711E2F3AB7}"/>
              </a:ext>
            </a:extLst>
          </p:cNvPr>
          <p:cNvSpPr txBox="1">
            <a:spLocks noChangeArrowheads="1"/>
          </p:cNvSpPr>
          <p:nvPr/>
        </p:nvSpPr>
        <p:spPr bwMode="auto">
          <a:xfrm>
            <a:off x="5087938" y="4087813"/>
            <a:ext cx="625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I</a:t>
            </a:r>
            <a:r>
              <a:rPr kumimoji="1" lang="en-US" altLang="zh-CN" sz="2400" baseline="-25000">
                <a:latin typeface="Times New Roman" panose="02020603050405020304" pitchFamily="18" charset="0"/>
                <a:ea typeface="楷体_GB2312" pitchFamily="49" charset="-122"/>
              </a:rPr>
              <a:t>3</a:t>
            </a:r>
            <a:r>
              <a:rPr kumimoji="1" lang="en-US" altLang="zh-CN" sz="2400">
                <a:latin typeface="Times New Roman" panose="02020603050405020304" pitchFamily="18" charset="0"/>
                <a:ea typeface="楷体_GB2312" pitchFamily="49" charset="-122"/>
              </a:rPr>
              <a:t>I</a:t>
            </a:r>
            <a:r>
              <a:rPr kumimoji="1" lang="en-US" altLang="zh-CN" sz="2400" baseline="-25000">
                <a:latin typeface="Times New Roman" panose="02020603050405020304" pitchFamily="18" charset="0"/>
                <a:ea typeface="楷体_GB2312" pitchFamily="49" charset="-122"/>
              </a:rPr>
              <a:t>2</a:t>
            </a:r>
            <a:endParaRPr kumimoji="1" lang="en-US" altLang="zh-CN" sz="2400">
              <a:latin typeface="Times New Roman" panose="02020603050405020304" pitchFamily="18" charset="0"/>
              <a:ea typeface="楷体_GB2312" pitchFamily="49" charset="-122"/>
            </a:endParaRPr>
          </a:p>
        </p:txBody>
      </p:sp>
      <p:sp>
        <p:nvSpPr>
          <p:cNvPr id="75" name="Text Box 112">
            <a:extLst>
              <a:ext uri="{FF2B5EF4-FFF2-40B4-BE49-F238E27FC236}">
                <a16:creationId xmlns:a16="http://schemas.microsoft.com/office/drawing/2014/main" id="{C9BB4511-F9F9-B6C4-74E8-4EDF3F1F85C6}"/>
              </a:ext>
            </a:extLst>
          </p:cNvPr>
          <p:cNvSpPr txBox="1">
            <a:spLocks noChangeArrowheads="1"/>
          </p:cNvSpPr>
          <p:nvPr/>
        </p:nvSpPr>
        <p:spPr bwMode="auto">
          <a:xfrm>
            <a:off x="5568950" y="3760788"/>
            <a:ext cx="625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I</a:t>
            </a:r>
            <a:r>
              <a:rPr kumimoji="1" lang="en-US" altLang="zh-CN" sz="2400" baseline="-25000">
                <a:latin typeface="Times New Roman" panose="02020603050405020304" pitchFamily="18" charset="0"/>
                <a:ea typeface="楷体_GB2312" pitchFamily="49" charset="-122"/>
              </a:rPr>
              <a:t>1</a:t>
            </a:r>
            <a:r>
              <a:rPr kumimoji="1" lang="en-US" altLang="zh-CN" sz="2400">
                <a:latin typeface="Times New Roman" panose="02020603050405020304" pitchFamily="18" charset="0"/>
                <a:ea typeface="楷体_GB2312" pitchFamily="49" charset="-122"/>
              </a:rPr>
              <a:t>I</a:t>
            </a:r>
            <a:r>
              <a:rPr kumimoji="1" lang="en-US" altLang="zh-CN" sz="2400" baseline="-25000">
                <a:latin typeface="Times New Roman" panose="02020603050405020304" pitchFamily="18" charset="0"/>
                <a:ea typeface="楷体_GB2312" pitchFamily="49" charset="-122"/>
              </a:rPr>
              <a:t>0</a:t>
            </a:r>
            <a:endParaRPr kumimoji="1" lang="en-US" altLang="zh-CN" sz="2400">
              <a:latin typeface="Times New Roman" panose="02020603050405020304" pitchFamily="18" charset="0"/>
              <a:ea typeface="楷体_GB2312" pitchFamily="49" charset="-122"/>
            </a:endParaRPr>
          </a:p>
        </p:txBody>
      </p:sp>
      <p:sp>
        <p:nvSpPr>
          <p:cNvPr id="76" name="Rectangle 113">
            <a:extLst>
              <a:ext uri="{FF2B5EF4-FFF2-40B4-BE49-F238E27FC236}">
                <a16:creationId xmlns:a16="http://schemas.microsoft.com/office/drawing/2014/main" id="{A73404C0-0C71-A9E8-82E2-D8FCA18A7714}"/>
              </a:ext>
            </a:extLst>
          </p:cNvPr>
          <p:cNvSpPr>
            <a:spLocks noChangeArrowheads="1"/>
          </p:cNvSpPr>
          <p:nvPr/>
        </p:nvSpPr>
        <p:spPr bwMode="auto">
          <a:xfrm>
            <a:off x="4799013" y="5089525"/>
            <a:ext cx="568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a:latin typeface="Times New Roman" panose="02020603050405020304" pitchFamily="18" charset="0"/>
                <a:ea typeface="楷体_GB2312" pitchFamily="49" charset="-122"/>
              </a:rPr>
              <a:t>Y</a:t>
            </a:r>
            <a:r>
              <a:rPr kumimoji="1" lang="en-US" altLang="zh-CN" sz="2000">
                <a:latin typeface="Times New Roman" panose="02020603050405020304" pitchFamily="18" charset="0"/>
                <a:ea typeface="楷体_GB2312" pitchFamily="49" charset="-122"/>
              </a:rPr>
              <a:t>0</a:t>
            </a:r>
          </a:p>
        </p:txBody>
      </p:sp>
      <p:sp>
        <p:nvSpPr>
          <p:cNvPr id="77" name="Text Box 69">
            <a:extLst>
              <a:ext uri="{FF2B5EF4-FFF2-40B4-BE49-F238E27FC236}">
                <a16:creationId xmlns:a16="http://schemas.microsoft.com/office/drawing/2014/main" id="{DC8DFD93-D57E-24EF-7E60-AF6C4FE5417B}"/>
              </a:ext>
            </a:extLst>
          </p:cNvPr>
          <p:cNvSpPr txBox="1">
            <a:spLocks noChangeArrowheads="1"/>
          </p:cNvSpPr>
          <p:nvPr/>
        </p:nvSpPr>
        <p:spPr bwMode="auto">
          <a:xfrm>
            <a:off x="3121025" y="27051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1</a:t>
            </a:r>
          </a:p>
        </p:txBody>
      </p:sp>
      <p:sp>
        <p:nvSpPr>
          <p:cNvPr id="78" name="Text Box 41">
            <a:extLst>
              <a:ext uri="{FF2B5EF4-FFF2-40B4-BE49-F238E27FC236}">
                <a16:creationId xmlns:a16="http://schemas.microsoft.com/office/drawing/2014/main" id="{190C88F4-EB97-0E9E-E9AC-93FE7E2402FE}"/>
              </a:ext>
            </a:extLst>
          </p:cNvPr>
          <p:cNvSpPr txBox="1">
            <a:spLocks noChangeArrowheads="1"/>
          </p:cNvSpPr>
          <p:nvPr/>
        </p:nvSpPr>
        <p:spPr bwMode="auto">
          <a:xfrm>
            <a:off x="3709988" y="18383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0</a:t>
            </a:r>
          </a:p>
        </p:txBody>
      </p:sp>
      <p:sp>
        <p:nvSpPr>
          <p:cNvPr id="79" name="Rectangle 42">
            <a:extLst>
              <a:ext uri="{FF2B5EF4-FFF2-40B4-BE49-F238E27FC236}">
                <a16:creationId xmlns:a16="http://schemas.microsoft.com/office/drawing/2014/main" id="{621D32FD-246A-AE32-8BCC-A7AE035DEEEB}"/>
              </a:ext>
            </a:extLst>
          </p:cNvPr>
          <p:cNvSpPr>
            <a:spLocks noChangeArrowheads="1"/>
          </p:cNvSpPr>
          <p:nvPr/>
        </p:nvSpPr>
        <p:spPr bwMode="auto">
          <a:xfrm>
            <a:off x="1797050" y="1797050"/>
            <a:ext cx="2397125" cy="1792288"/>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80" name="Line 43">
            <a:extLst>
              <a:ext uri="{FF2B5EF4-FFF2-40B4-BE49-F238E27FC236}">
                <a16:creationId xmlns:a16="http://schemas.microsoft.com/office/drawing/2014/main" id="{ADB42D9A-BCD5-805B-6E8A-4B758A0EEFEE}"/>
              </a:ext>
            </a:extLst>
          </p:cNvPr>
          <p:cNvSpPr>
            <a:spLocks noChangeShapeType="1"/>
          </p:cNvSpPr>
          <p:nvPr/>
        </p:nvSpPr>
        <p:spPr bwMode="auto">
          <a:xfrm>
            <a:off x="1797050" y="2693988"/>
            <a:ext cx="2397125"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 name="Line 44">
            <a:extLst>
              <a:ext uri="{FF2B5EF4-FFF2-40B4-BE49-F238E27FC236}">
                <a16:creationId xmlns:a16="http://schemas.microsoft.com/office/drawing/2014/main" id="{70788EBC-A241-85B0-01F5-F596F63620B5}"/>
              </a:ext>
            </a:extLst>
          </p:cNvPr>
          <p:cNvSpPr>
            <a:spLocks noChangeShapeType="1"/>
          </p:cNvSpPr>
          <p:nvPr/>
        </p:nvSpPr>
        <p:spPr bwMode="auto">
          <a:xfrm>
            <a:off x="2979738" y="1797050"/>
            <a:ext cx="0" cy="17922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 name="Line 45">
            <a:extLst>
              <a:ext uri="{FF2B5EF4-FFF2-40B4-BE49-F238E27FC236}">
                <a16:creationId xmlns:a16="http://schemas.microsoft.com/office/drawing/2014/main" id="{FD304718-D8FA-4469-1F07-F33B2AE3B85E}"/>
              </a:ext>
            </a:extLst>
          </p:cNvPr>
          <p:cNvSpPr>
            <a:spLocks noChangeShapeType="1"/>
          </p:cNvSpPr>
          <p:nvPr/>
        </p:nvSpPr>
        <p:spPr bwMode="auto">
          <a:xfrm>
            <a:off x="2395538" y="1797050"/>
            <a:ext cx="0" cy="17922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 name="Line 46">
            <a:extLst>
              <a:ext uri="{FF2B5EF4-FFF2-40B4-BE49-F238E27FC236}">
                <a16:creationId xmlns:a16="http://schemas.microsoft.com/office/drawing/2014/main" id="{AABEA4DA-3215-D096-3ECB-1B64798ADAF0}"/>
              </a:ext>
            </a:extLst>
          </p:cNvPr>
          <p:cNvSpPr>
            <a:spLocks noChangeShapeType="1"/>
          </p:cNvSpPr>
          <p:nvPr/>
        </p:nvSpPr>
        <p:spPr bwMode="auto">
          <a:xfrm>
            <a:off x="3579813" y="1797050"/>
            <a:ext cx="0" cy="17922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 name="Line 47">
            <a:extLst>
              <a:ext uri="{FF2B5EF4-FFF2-40B4-BE49-F238E27FC236}">
                <a16:creationId xmlns:a16="http://schemas.microsoft.com/office/drawing/2014/main" id="{D8451AC5-1957-0959-429B-B1B4BFC8179B}"/>
              </a:ext>
            </a:extLst>
          </p:cNvPr>
          <p:cNvSpPr>
            <a:spLocks noChangeShapeType="1"/>
          </p:cNvSpPr>
          <p:nvPr/>
        </p:nvSpPr>
        <p:spPr bwMode="auto">
          <a:xfrm>
            <a:off x="1797050" y="2287588"/>
            <a:ext cx="2397125"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 name="Line 48">
            <a:extLst>
              <a:ext uri="{FF2B5EF4-FFF2-40B4-BE49-F238E27FC236}">
                <a16:creationId xmlns:a16="http://schemas.microsoft.com/office/drawing/2014/main" id="{E852E1AA-E4EB-2EC8-D6B8-5D384EAE38EF}"/>
              </a:ext>
            </a:extLst>
          </p:cNvPr>
          <p:cNvSpPr>
            <a:spLocks noChangeShapeType="1"/>
          </p:cNvSpPr>
          <p:nvPr/>
        </p:nvSpPr>
        <p:spPr bwMode="auto">
          <a:xfrm>
            <a:off x="1797050" y="3143250"/>
            <a:ext cx="2397125"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6" name="Line 49">
            <a:extLst>
              <a:ext uri="{FF2B5EF4-FFF2-40B4-BE49-F238E27FC236}">
                <a16:creationId xmlns:a16="http://schemas.microsoft.com/office/drawing/2014/main" id="{D6401336-B658-5B94-1C2B-B71EF88D4BF6}"/>
              </a:ext>
            </a:extLst>
          </p:cNvPr>
          <p:cNvSpPr>
            <a:spLocks noChangeShapeType="1"/>
          </p:cNvSpPr>
          <p:nvPr/>
        </p:nvSpPr>
        <p:spPr bwMode="auto">
          <a:xfrm flipH="1" flipV="1">
            <a:off x="1304925" y="1349375"/>
            <a:ext cx="492125" cy="44767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7" name="Text Box 50">
            <a:extLst>
              <a:ext uri="{FF2B5EF4-FFF2-40B4-BE49-F238E27FC236}">
                <a16:creationId xmlns:a16="http://schemas.microsoft.com/office/drawing/2014/main" id="{576AC783-C3A3-207E-0D76-A19D677165E3}"/>
              </a:ext>
            </a:extLst>
          </p:cNvPr>
          <p:cNvSpPr txBox="1">
            <a:spLocks noChangeArrowheads="1"/>
          </p:cNvSpPr>
          <p:nvPr/>
        </p:nvSpPr>
        <p:spPr bwMode="auto">
          <a:xfrm>
            <a:off x="936625" y="1409700"/>
            <a:ext cx="625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I</a:t>
            </a:r>
            <a:r>
              <a:rPr kumimoji="1" lang="en-US" altLang="zh-CN" sz="2400" baseline="-25000">
                <a:latin typeface="Times New Roman" panose="02020603050405020304" pitchFamily="18" charset="0"/>
                <a:ea typeface="楷体_GB2312" pitchFamily="49" charset="-122"/>
              </a:rPr>
              <a:t>3</a:t>
            </a:r>
            <a:r>
              <a:rPr kumimoji="1" lang="en-US" altLang="zh-CN" sz="2400">
                <a:latin typeface="Times New Roman" panose="02020603050405020304" pitchFamily="18" charset="0"/>
                <a:ea typeface="楷体_GB2312" pitchFamily="49" charset="-122"/>
              </a:rPr>
              <a:t>I</a:t>
            </a:r>
            <a:r>
              <a:rPr kumimoji="1" lang="en-US" altLang="zh-CN" sz="2400" baseline="-25000">
                <a:latin typeface="Times New Roman" panose="02020603050405020304" pitchFamily="18" charset="0"/>
                <a:ea typeface="楷体_GB2312" pitchFamily="49" charset="-122"/>
              </a:rPr>
              <a:t>2</a:t>
            </a:r>
            <a:endParaRPr kumimoji="1" lang="en-US" altLang="zh-CN" sz="2400">
              <a:latin typeface="Times New Roman" panose="02020603050405020304" pitchFamily="18" charset="0"/>
              <a:ea typeface="楷体_GB2312" pitchFamily="49" charset="-122"/>
            </a:endParaRPr>
          </a:p>
        </p:txBody>
      </p:sp>
      <p:sp>
        <p:nvSpPr>
          <p:cNvPr id="88" name="Text Box 51">
            <a:extLst>
              <a:ext uri="{FF2B5EF4-FFF2-40B4-BE49-F238E27FC236}">
                <a16:creationId xmlns:a16="http://schemas.microsoft.com/office/drawing/2014/main" id="{19E585EF-C2EB-ABEE-9374-B7DC813816FF}"/>
              </a:ext>
            </a:extLst>
          </p:cNvPr>
          <p:cNvSpPr txBox="1">
            <a:spLocks noChangeArrowheads="1"/>
          </p:cNvSpPr>
          <p:nvPr/>
        </p:nvSpPr>
        <p:spPr bwMode="auto">
          <a:xfrm>
            <a:off x="1417638" y="1087438"/>
            <a:ext cx="625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I</a:t>
            </a:r>
            <a:r>
              <a:rPr kumimoji="1" lang="en-US" altLang="zh-CN" sz="2400" baseline="-25000">
                <a:latin typeface="Times New Roman" panose="02020603050405020304" pitchFamily="18" charset="0"/>
                <a:ea typeface="楷体_GB2312" pitchFamily="49" charset="-122"/>
              </a:rPr>
              <a:t>1</a:t>
            </a:r>
            <a:r>
              <a:rPr kumimoji="1" lang="en-US" altLang="zh-CN" sz="2400">
                <a:latin typeface="Times New Roman" panose="02020603050405020304" pitchFamily="18" charset="0"/>
                <a:ea typeface="楷体_GB2312" pitchFamily="49" charset="-122"/>
              </a:rPr>
              <a:t>I</a:t>
            </a:r>
            <a:r>
              <a:rPr kumimoji="1" lang="en-US" altLang="zh-CN" sz="2400" baseline="-25000">
                <a:latin typeface="Times New Roman" panose="02020603050405020304" pitchFamily="18" charset="0"/>
                <a:ea typeface="楷体_GB2312" pitchFamily="49" charset="-122"/>
              </a:rPr>
              <a:t>0</a:t>
            </a:r>
            <a:endParaRPr kumimoji="1" lang="en-US" altLang="zh-CN" sz="2400">
              <a:latin typeface="Times New Roman" panose="02020603050405020304" pitchFamily="18" charset="0"/>
              <a:ea typeface="楷体_GB2312" pitchFamily="49" charset="-122"/>
            </a:endParaRPr>
          </a:p>
        </p:txBody>
      </p:sp>
      <p:sp>
        <p:nvSpPr>
          <p:cNvPr id="89" name="Text Box 52">
            <a:extLst>
              <a:ext uri="{FF2B5EF4-FFF2-40B4-BE49-F238E27FC236}">
                <a16:creationId xmlns:a16="http://schemas.microsoft.com/office/drawing/2014/main" id="{CB62B5C6-FBDB-E5DF-3822-968AECB706FE}"/>
              </a:ext>
            </a:extLst>
          </p:cNvPr>
          <p:cNvSpPr txBox="1">
            <a:spLocks noChangeArrowheads="1"/>
          </p:cNvSpPr>
          <p:nvPr/>
        </p:nvSpPr>
        <p:spPr bwMode="auto">
          <a:xfrm>
            <a:off x="1201738" y="1855788"/>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00</a:t>
            </a:r>
          </a:p>
        </p:txBody>
      </p:sp>
      <p:sp>
        <p:nvSpPr>
          <p:cNvPr id="90" name="Text Box 53">
            <a:extLst>
              <a:ext uri="{FF2B5EF4-FFF2-40B4-BE49-F238E27FC236}">
                <a16:creationId xmlns:a16="http://schemas.microsoft.com/office/drawing/2014/main" id="{8A7EFF1C-3C6F-9EB8-BF75-58E1DB220039}"/>
              </a:ext>
            </a:extLst>
          </p:cNvPr>
          <p:cNvSpPr txBox="1">
            <a:spLocks noChangeArrowheads="1"/>
          </p:cNvSpPr>
          <p:nvPr/>
        </p:nvSpPr>
        <p:spPr bwMode="auto">
          <a:xfrm>
            <a:off x="1217613" y="227965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01</a:t>
            </a:r>
          </a:p>
        </p:txBody>
      </p:sp>
      <p:sp>
        <p:nvSpPr>
          <p:cNvPr id="91" name="Text Box 54">
            <a:extLst>
              <a:ext uri="{FF2B5EF4-FFF2-40B4-BE49-F238E27FC236}">
                <a16:creationId xmlns:a16="http://schemas.microsoft.com/office/drawing/2014/main" id="{CB1FB72B-2A38-E465-5BE6-DFF10E0DD2AF}"/>
              </a:ext>
            </a:extLst>
          </p:cNvPr>
          <p:cNvSpPr txBox="1">
            <a:spLocks noChangeArrowheads="1"/>
          </p:cNvSpPr>
          <p:nvPr/>
        </p:nvSpPr>
        <p:spPr bwMode="auto">
          <a:xfrm>
            <a:off x="1201738" y="268605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11</a:t>
            </a:r>
          </a:p>
        </p:txBody>
      </p:sp>
      <p:sp>
        <p:nvSpPr>
          <p:cNvPr id="92" name="Text Box 55">
            <a:extLst>
              <a:ext uri="{FF2B5EF4-FFF2-40B4-BE49-F238E27FC236}">
                <a16:creationId xmlns:a16="http://schemas.microsoft.com/office/drawing/2014/main" id="{1435C69F-1F0A-A373-D6E5-135F8AA18971}"/>
              </a:ext>
            </a:extLst>
          </p:cNvPr>
          <p:cNvSpPr txBox="1">
            <a:spLocks noChangeArrowheads="1"/>
          </p:cNvSpPr>
          <p:nvPr/>
        </p:nvSpPr>
        <p:spPr bwMode="auto">
          <a:xfrm>
            <a:off x="1201738" y="312737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10</a:t>
            </a:r>
          </a:p>
        </p:txBody>
      </p:sp>
      <p:sp>
        <p:nvSpPr>
          <p:cNvPr id="93" name="Text Box 56">
            <a:extLst>
              <a:ext uri="{FF2B5EF4-FFF2-40B4-BE49-F238E27FC236}">
                <a16:creationId xmlns:a16="http://schemas.microsoft.com/office/drawing/2014/main" id="{DAB3E893-F75D-B8CC-3345-E638E372B691}"/>
              </a:ext>
            </a:extLst>
          </p:cNvPr>
          <p:cNvSpPr txBox="1">
            <a:spLocks noChangeArrowheads="1"/>
          </p:cNvSpPr>
          <p:nvPr/>
        </p:nvSpPr>
        <p:spPr bwMode="auto">
          <a:xfrm>
            <a:off x="1873250" y="1379538"/>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00</a:t>
            </a:r>
          </a:p>
        </p:txBody>
      </p:sp>
      <p:sp>
        <p:nvSpPr>
          <p:cNvPr id="94" name="Text Box 57">
            <a:extLst>
              <a:ext uri="{FF2B5EF4-FFF2-40B4-BE49-F238E27FC236}">
                <a16:creationId xmlns:a16="http://schemas.microsoft.com/office/drawing/2014/main" id="{6875D893-FABC-9ED8-2ECC-C611A9E0F5CE}"/>
              </a:ext>
            </a:extLst>
          </p:cNvPr>
          <p:cNvSpPr txBox="1">
            <a:spLocks noChangeArrowheads="1"/>
          </p:cNvSpPr>
          <p:nvPr/>
        </p:nvSpPr>
        <p:spPr bwMode="auto">
          <a:xfrm>
            <a:off x="2487613" y="1379538"/>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01</a:t>
            </a:r>
          </a:p>
        </p:txBody>
      </p:sp>
      <p:sp>
        <p:nvSpPr>
          <p:cNvPr id="95" name="Text Box 58">
            <a:extLst>
              <a:ext uri="{FF2B5EF4-FFF2-40B4-BE49-F238E27FC236}">
                <a16:creationId xmlns:a16="http://schemas.microsoft.com/office/drawing/2014/main" id="{0489D3EF-E2AC-4AF9-0FE8-E6B9B74BD0CC}"/>
              </a:ext>
            </a:extLst>
          </p:cNvPr>
          <p:cNvSpPr txBox="1">
            <a:spLocks noChangeArrowheads="1"/>
          </p:cNvSpPr>
          <p:nvPr/>
        </p:nvSpPr>
        <p:spPr bwMode="auto">
          <a:xfrm>
            <a:off x="3087688" y="139382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11</a:t>
            </a:r>
          </a:p>
        </p:txBody>
      </p:sp>
      <p:sp>
        <p:nvSpPr>
          <p:cNvPr id="96" name="Text Box 59">
            <a:extLst>
              <a:ext uri="{FF2B5EF4-FFF2-40B4-BE49-F238E27FC236}">
                <a16:creationId xmlns:a16="http://schemas.microsoft.com/office/drawing/2014/main" id="{60BABC7A-9AD2-1C78-D34D-C5E7C12532E0}"/>
              </a:ext>
            </a:extLst>
          </p:cNvPr>
          <p:cNvSpPr txBox="1">
            <a:spLocks noChangeArrowheads="1"/>
          </p:cNvSpPr>
          <p:nvPr/>
        </p:nvSpPr>
        <p:spPr bwMode="auto">
          <a:xfrm>
            <a:off x="3687763" y="139382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10</a:t>
            </a:r>
          </a:p>
        </p:txBody>
      </p:sp>
      <p:sp>
        <p:nvSpPr>
          <p:cNvPr id="97" name="Text Box 60">
            <a:extLst>
              <a:ext uri="{FF2B5EF4-FFF2-40B4-BE49-F238E27FC236}">
                <a16:creationId xmlns:a16="http://schemas.microsoft.com/office/drawing/2014/main" id="{5C7C462E-99DD-D76D-3AB7-544642CB49D0}"/>
              </a:ext>
            </a:extLst>
          </p:cNvPr>
          <p:cNvSpPr txBox="1">
            <a:spLocks noChangeArrowheads="1"/>
          </p:cNvSpPr>
          <p:nvPr/>
        </p:nvSpPr>
        <p:spPr bwMode="auto">
          <a:xfrm>
            <a:off x="1897063" y="3163888"/>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0</a:t>
            </a:r>
          </a:p>
        </p:txBody>
      </p:sp>
      <p:sp>
        <p:nvSpPr>
          <p:cNvPr id="98" name="Text Box 61">
            <a:extLst>
              <a:ext uri="{FF2B5EF4-FFF2-40B4-BE49-F238E27FC236}">
                <a16:creationId xmlns:a16="http://schemas.microsoft.com/office/drawing/2014/main" id="{EFD7B02E-9FF4-B75E-F2D7-0E1A8C796DC7}"/>
              </a:ext>
            </a:extLst>
          </p:cNvPr>
          <p:cNvSpPr txBox="1">
            <a:spLocks noChangeArrowheads="1"/>
          </p:cNvSpPr>
          <p:nvPr/>
        </p:nvSpPr>
        <p:spPr bwMode="auto">
          <a:xfrm>
            <a:off x="1909763" y="22447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0</a:t>
            </a:r>
          </a:p>
        </p:txBody>
      </p:sp>
      <p:sp>
        <p:nvSpPr>
          <p:cNvPr id="99" name="Text Box 62">
            <a:extLst>
              <a:ext uri="{FF2B5EF4-FFF2-40B4-BE49-F238E27FC236}">
                <a16:creationId xmlns:a16="http://schemas.microsoft.com/office/drawing/2014/main" id="{EAA19F32-4F0A-0B8A-144F-37AF646520EF}"/>
              </a:ext>
            </a:extLst>
          </p:cNvPr>
          <p:cNvSpPr txBox="1">
            <a:spLocks noChangeArrowheads="1"/>
          </p:cNvSpPr>
          <p:nvPr/>
        </p:nvSpPr>
        <p:spPr bwMode="auto">
          <a:xfrm>
            <a:off x="1906588" y="18573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0</a:t>
            </a:r>
          </a:p>
        </p:txBody>
      </p:sp>
      <p:sp>
        <p:nvSpPr>
          <p:cNvPr id="100" name="Text Box 63">
            <a:extLst>
              <a:ext uri="{FF2B5EF4-FFF2-40B4-BE49-F238E27FC236}">
                <a16:creationId xmlns:a16="http://schemas.microsoft.com/office/drawing/2014/main" id="{BBD84CC0-6028-2F88-9BB5-48CD8CC60DD5}"/>
              </a:ext>
            </a:extLst>
          </p:cNvPr>
          <p:cNvSpPr txBox="1">
            <a:spLocks noChangeArrowheads="1"/>
          </p:cNvSpPr>
          <p:nvPr/>
        </p:nvSpPr>
        <p:spPr bwMode="auto">
          <a:xfrm>
            <a:off x="3121025" y="18573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0</a:t>
            </a:r>
          </a:p>
        </p:txBody>
      </p:sp>
      <p:sp>
        <p:nvSpPr>
          <p:cNvPr id="101" name="Text Box 64">
            <a:extLst>
              <a:ext uri="{FF2B5EF4-FFF2-40B4-BE49-F238E27FC236}">
                <a16:creationId xmlns:a16="http://schemas.microsoft.com/office/drawing/2014/main" id="{C87083C3-3421-09AF-9A86-FA780171EA84}"/>
              </a:ext>
            </a:extLst>
          </p:cNvPr>
          <p:cNvSpPr txBox="1">
            <a:spLocks noChangeArrowheads="1"/>
          </p:cNvSpPr>
          <p:nvPr/>
        </p:nvSpPr>
        <p:spPr bwMode="auto">
          <a:xfrm>
            <a:off x="3133725" y="22637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0</a:t>
            </a:r>
          </a:p>
        </p:txBody>
      </p:sp>
      <p:sp>
        <p:nvSpPr>
          <p:cNvPr id="102" name="Text Box 65">
            <a:extLst>
              <a:ext uri="{FF2B5EF4-FFF2-40B4-BE49-F238E27FC236}">
                <a16:creationId xmlns:a16="http://schemas.microsoft.com/office/drawing/2014/main" id="{A5B3ED62-8C2C-3DA7-47E8-C399B298DBD4}"/>
              </a:ext>
            </a:extLst>
          </p:cNvPr>
          <p:cNvSpPr txBox="1">
            <a:spLocks noChangeArrowheads="1"/>
          </p:cNvSpPr>
          <p:nvPr/>
        </p:nvSpPr>
        <p:spPr bwMode="auto">
          <a:xfrm>
            <a:off x="3697288" y="22637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0</a:t>
            </a:r>
          </a:p>
        </p:txBody>
      </p:sp>
      <p:sp>
        <p:nvSpPr>
          <p:cNvPr id="103" name="Text Box 66">
            <a:extLst>
              <a:ext uri="{FF2B5EF4-FFF2-40B4-BE49-F238E27FC236}">
                <a16:creationId xmlns:a16="http://schemas.microsoft.com/office/drawing/2014/main" id="{F5553243-9BFF-09F0-8484-8858F18A7C13}"/>
              </a:ext>
            </a:extLst>
          </p:cNvPr>
          <p:cNvSpPr txBox="1">
            <a:spLocks noChangeArrowheads="1"/>
          </p:cNvSpPr>
          <p:nvPr/>
        </p:nvSpPr>
        <p:spPr bwMode="auto">
          <a:xfrm>
            <a:off x="2508250" y="22637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0</a:t>
            </a:r>
          </a:p>
        </p:txBody>
      </p:sp>
      <p:sp>
        <p:nvSpPr>
          <p:cNvPr id="104" name="Text Box 67">
            <a:extLst>
              <a:ext uri="{FF2B5EF4-FFF2-40B4-BE49-F238E27FC236}">
                <a16:creationId xmlns:a16="http://schemas.microsoft.com/office/drawing/2014/main" id="{506C40AC-AC6E-2E1B-B3DD-F51E2B9A3328}"/>
              </a:ext>
            </a:extLst>
          </p:cNvPr>
          <p:cNvSpPr txBox="1">
            <a:spLocks noChangeArrowheads="1"/>
          </p:cNvSpPr>
          <p:nvPr/>
        </p:nvSpPr>
        <p:spPr bwMode="auto">
          <a:xfrm>
            <a:off x="1906588" y="27051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0</a:t>
            </a:r>
          </a:p>
        </p:txBody>
      </p:sp>
      <p:sp>
        <p:nvSpPr>
          <p:cNvPr id="105" name="Text Box 68">
            <a:extLst>
              <a:ext uri="{FF2B5EF4-FFF2-40B4-BE49-F238E27FC236}">
                <a16:creationId xmlns:a16="http://schemas.microsoft.com/office/drawing/2014/main" id="{A23A9D27-B81B-93B2-BD44-53F7ACEAFD0B}"/>
              </a:ext>
            </a:extLst>
          </p:cNvPr>
          <p:cNvSpPr txBox="1">
            <a:spLocks noChangeArrowheads="1"/>
          </p:cNvSpPr>
          <p:nvPr/>
        </p:nvSpPr>
        <p:spPr bwMode="auto">
          <a:xfrm>
            <a:off x="2520950" y="27051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0</a:t>
            </a:r>
          </a:p>
        </p:txBody>
      </p:sp>
      <p:sp>
        <p:nvSpPr>
          <p:cNvPr id="106" name="Text Box 70">
            <a:extLst>
              <a:ext uri="{FF2B5EF4-FFF2-40B4-BE49-F238E27FC236}">
                <a16:creationId xmlns:a16="http://schemas.microsoft.com/office/drawing/2014/main" id="{36CAFE5F-5CA4-A26E-2904-4BC30C18AF6E}"/>
              </a:ext>
            </a:extLst>
          </p:cNvPr>
          <p:cNvSpPr txBox="1">
            <a:spLocks noChangeArrowheads="1"/>
          </p:cNvSpPr>
          <p:nvPr/>
        </p:nvSpPr>
        <p:spPr bwMode="auto">
          <a:xfrm>
            <a:off x="3600450" y="2705100"/>
            <a:ext cx="412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 0</a:t>
            </a:r>
          </a:p>
        </p:txBody>
      </p:sp>
      <p:sp>
        <p:nvSpPr>
          <p:cNvPr id="107" name="Text Box 71">
            <a:extLst>
              <a:ext uri="{FF2B5EF4-FFF2-40B4-BE49-F238E27FC236}">
                <a16:creationId xmlns:a16="http://schemas.microsoft.com/office/drawing/2014/main" id="{087BDCF3-1213-063C-4B02-E148412D6C74}"/>
              </a:ext>
            </a:extLst>
          </p:cNvPr>
          <p:cNvSpPr txBox="1">
            <a:spLocks noChangeArrowheads="1"/>
          </p:cNvSpPr>
          <p:nvPr/>
        </p:nvSpPr>
        <p:spPr bwMode="auto">
          <a:xfrm>
            <a:off x="3697288" y="3171825"/>
            <a:ext cx="33655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0</a:t>
            </a:r>
          </a:p>
        </p:txBody>
      </p:sp>
      <p:sp>
        <p:nvSpPr>
          <p:cNvPr id="108" name="Text Box 72">
            <a:extLst>
              <a:ext uri="{FF2B5EF4-FFF2-40B4-BE49-F238E27FC236}">
                <a16:creationId xmlns:a16="http://schemas.microsoft.com/office/drawing/2014/main" id="{95B9351E-260A-34B7-33DD-9B1326C48533}"/>
              </a:ext>
            </a:extLst>
          </p:cNvPr>
          <p:cNvSpPr txBox="1">
            <a:spLocks noChangeArrowheads="1"/>
          </p:cNvSpPr>
          <p:nvPr/>
        </p:nvSpPr>
        <p:spPr bwMode="auto">
          <a:xfrm>
            <a:off x="3109913" y="3162300"/>
            <a:ext cx="396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0</a:t>
            </a:r>
          </a:p>
        </p:txBody>
      </p:sp>
      <p:sp>
        <p:nvSpPr>
          <p:cNvPr id="109" name="Text Box 73">
            <a:extLst>
              <a:ext uri="{FF2B5EF4-FFF2-40B4-BE49-F238E27FC236}">
                <a16:creationId xmlns:a16="http://schemas.microsoft.com/office/drawing/2014/main" id="{8D97ED39-630F-4F00-0180-1D71426FA18D}"/>
              </a:ext>
            </a:extLst>
          </p:cNvPr>
          <p:cNvSpPr txBox="1">
            <a:spLocks noChangeArrowheads="1"/>
          </p:cNvSpPr>
          <p:nvPr/>
        </p:nvSpPr>
        <p:spPr bwMode="auto">
          <a:xfrm>
            <a:off x="2519363" y="3160713"/>
            <a:ext cx="3984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0</a:t>
            </a:r>
          </a:p>
        </p:txBody>
      </p:sp>
      <p:sp>
        <p:nvSpPr>
          <p:cNvPr id="110" name="Text Box 74">
            <a:extLst>
              <a:ext uri="{FF2B5EF4-FFF2-40B4-BE49-F238E27FC236}">
                <a16:creationId xmlns:a16="http://schemas.microsoft.com/office/drawing/2014/main" id="{EE0B0C08-7021-61FA-6B73-5C02D5769AD4}"/>
              </a:ext>
            </a:extLst>
          </p:cNvPr>
          <p:cNvSpPr txBox="1">
            <a:spLocks noChangeArrowheads="1"/>
          </p:cNvSpPr>
          <p:nvPr/>
        </p:nvSpPr>
        <p:spPr bwMode="auto">
          <a:xfrm>
            <a:off x="2520950" y="18526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0</a:t>
            </a:r>
          </a:p>
        </p:txBody>
      </p:sp>
      <p:sp>
        <p:nvSpPr>
          <p:cNvPr id="111" name="Rectangle 76">
            <a:extLst>
              <a:ext uri="{FF2B5EF4-FFF2-40B4-BE49-F238E27FC236}">
                <a16:creationId xmlns:a16="http://schemas.microsoft.com/office/drawing/2014/main" id="{2F182C9B-CEFE-942A-CB0D-00CD24463704}"/>
              </a:ext>
            </a:extLst>
          </p:cNvPr>
          <p:cNvSpPr>
            <a:spLocks noChangeArrowheads="1"/>
          </p:cNvSpPr>
          <p:nvPr/>
        </p:nvSpPr>
        <p:spPr bwMode="auto">
          <a:xfrm>
            <a:off x="584200" y="2416175"/>
            <a:ext cx="7223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a:latin typeface="Times New Roman" panose="02020603050405020304" pitchFamily="18" charset="0"/>
              </a:rPr>
              <a:t>Y</a:t>
            </a:r>
            <a:r>
              <a:rPr lang="en-US" altLang="zh-CN" sz="1600">
                <a:latin typeface="Times New Roman" panose="02020603050405020304" pitchFamily="18" charset="0"/>
              </a:rPr>
              <a:t>EX</a:t>
            </a:r>
            <a:endParaRPr lang="zh-CN" altLang="en-US" sz="1600">
              <a:latin typeface="Times New Roman" panose="02020603050405020304" pitchFamily="18" charset="0"/>
            </a:endParaRPr>
          </a:p>
        </p:txBody>
      </p:sp>
      <p:sp>
        <p:nvSpPr>
          <p:cNvPr id="112" name="Oval 114">
            <a:extLst>
              <a:ext uri="{FF2B5EF4-FFF2-40B4-BE49-F238E27FC236}">
                <a16:creationId xmlns:a16="http://schemas.microsoft.com/office/drawing/2014/main" id="{1F2A7707-8005-B9D7-A3E1-95CB96184238}"/>
              </a:ext>
            </a:extLst>
          </p:cNvPr>
          <p:cNvSpPr>
            <a:spLocks noChangeArrowheads="1"/>
          </p:cNvSpPr>
          <p:nvPr/>
        </p:nvSpPr>
        <p:spPr bwMode="auto">
          <a:xfrm>
            <a:off x="3055938" y="2711450"/>
            <a:ext cx="430212" cy="430213"/>
          </a:xfrm>
          <a:prstGeom prst="ellipse">
            <a:avLst/>
          </a:pr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grpSp>
        <p:nvGrpSpPr>
          <p:cNvPr id="113" name="Group 134">
            <a:extLst>
              <a:ext uri="{FF2B5EF4-FFF2-40B4-BE49-F238E27FC236}">
                <a16:creationId xmlns:a16="http://schemas.microsoft.com/office/drawing/2014/main" id="{811A1EC1-EEEC-653D-EB4E-05BFF1AAC6B6}"/>
              </a:ext>
            </a:extLst>
          </p:cNvPr>
          <p:cNvGrpSpPr>
            <a:grpSpLocks/>
          </p:cNvGrpSpPr>
          <p:nvPr/>
        </p:nvGrpSpPr>
        <p:grpSpPr bwMode="auto">
          <a:xfrm>
            <a:off x="1081088" y="4103688"/>
            <a:ext cx="2627312" cy="1865312"/>
            <a:chOff x="681" y="2585"/>
            <a:chExt cx="1655" cy="1175"/>
          </a:xfrm>
        </p:grpSpPr>
        <p:sp>
          <p:nvSpPr>
            <p:cNvPr id="114" name="Text Box 4">
              <a:extLst>
                <a:ext uri="{FF2B5EF4-FFF2-40B4-BE49-F238E27FC236}">
                  <a16:creationId xmlns:a16="http://schemas.microsoft.com/office/drawing/2014/main" id="{FC2F8C93-ADFE-1F88-6E20-484326F134DE}"/>
                </a:ext>
              </a:extLst>
            </p:cNvPr>
            <p:cNvSpPr txBox="1">
              <a:spLocks noChangeArrowheads="1"/>
            </p:cNvSpPr>
            <p:nvPr/>
          </p:nvSpPr>
          <p:spPr bwMode="auto">
            <a:xfrm>
              <a:off x="681" y="3011"/>
              <a:ext cx="106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a:latin typeface="Times New Roman" panose="02020603050405020304" pitchFamily="18" charset="0"/>
                  <a:ea typeface="楷体_GB2312" pitchFamily="49" charset="-122"/>
                </a:rPr>
                <a:t>Y</a:t>
              </a:r>
              <a:r>
                <a:rPr kumimoji="1" lang="en-US" altLang="zh-CN" sz="2000">
                  <a:latin typeface="Times New Roman" panose="02020603050405020304" pitchFamily="18" charset="0"/>
                  <a:ea typeface="楷体_GB2312" pitchFamily="49" charset="-122"/>
                </a:rPr>
                <a:t>1 </a:t>
              </a:r>
              <a:r>
                <a:rPr kumimoji="1" lang="en-US" altLang="zh-CN">
                  <a:latin typeface="Times New Roman" panose="02020603050405020304" pitchFamily="18" charset="0"/>
                  <a:ea typeface="楷体_GB2312" pitchFamily="49" charset="-122"/>
                </a:rPr>
                <a:t>= I</a:t>
              </a:r>
              <a:r>
                <a:rPr kumimoji="1" lang="en-US" altLang="zh-CN" sz="2000">
                  <a:latin typeface="Times New Roman" panose="02020603050405020304" pitchFamily="18" charset="0"/>
                  <a:ea typeface="楷体_GB2312" pitchFamily="49" charset="-122"/>
                </a:rPr>
                <a:t>3</a:t>
              </a:r>
              <a:r>
                <a:rPr kumimoji="1" lang="en-US" altLang="zh-CN">
                  <a:latin typeface="Times New Roman" panose="02020603050405020304" pitchFamily="18" charset="0"/>
                  <a:ea typeface="楷体_GB2312" pitchFamily="49" charset="-122"/>
                </a:rPr>
                <a:t> I</a:t>
              </a:r>
              <a:r>
                <a:rPr kumimoji="1" lang="en-US" altLang="zh-CN" sz="2000">
                  <a:latin typeface="Times New Roman" panose="02020603050405020304" pitchFamily="18" charset="0"/>
                  <a:ea typeface="楷体_GB2312" pitchFamily="49" charset="-122"/>
                </a:rPr>
                <a:t>2</a:t>
              </a:r>
            </a:p>
          </p:txBody>
        </p:sp>
        <p:grpSp>
          <p:nvGrpSpPr>
            <p:cNvPr id="115" name="Group 128">
              <a:extLst>
                <a:ext uri="{FF2B5EF4-FFF2-40B4-BE49-F238E27FC236}">
                  <a16:creationId xmlns:a16="http://schemas.microsoft.com/office/drawing/2014/main" id="{3DE2F375-E8A0-C540-381B-EF06AD1596D9}"/>
                </a:ext>
              </a:extLst>
            </p:cNvPr>
            <p:cNvGrpSpPr>
              <a:grpSpLocks/>
            </p:cNvGrpSpPr>
            <p:nvPr/>
          </p:nvGrpSpPr>
          <p:grpSpPr bwMode="auto">
            <a:xfrm>
              <a:off x="681" y="3433"/>
              <a:ext cx="1655" cy="327"/>
              <a:chOff x="681" y="3113"/>
              <a:chExt cx="1655" cy="327"/>
            </a:xfrm>
          </p:grpSpPr>
          <p:sp>
            <p:nvSpPr>
              <p:cNvPr id="117" name="Text Box 116">
                <a:extLst>
                  <a:ext uri="{FF2B5EF4-FFF2-40B4-BE49-F238E27FC236}">
                    <a16:creationId xmlns:a16="http://schemas.microsoft.com/office/drawing/2014/main" id="{26E0C7DD-CDE8-661C-48BA-0A4A7C6F82DF}"/>
                  </a:ext>
                </a:extLst>
              </p:cNvPr>
              <p:cNvSpPr txBox="1">
                <a:spLocks noChangeArrowheads="1"/>
              </p:cNvSpPr>
              <p:nvPr/>
            </p:nvSpPr>
            <p:spPr bwMode="auto">
              <a:xfrm>
                <a:off x="681" y="3113"/>
                <a:ext cx="165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a:latin typeface="Times New Roman" panose="02020603050405020304" pitchFamily="18" charset="0"/>
                    <a:ea typeface="楷体_GB2312" pitchFamily="49" charset="-122"/>
                  </a:rPr>
                  <a:t>Y</a:t>
                </a:r>
                <a:r>
                  <a:rPr kumimoji="1" lang="en-US" altLang="zh-CN" sz="2000">
                    <a:latin typeface="Times New Roman" panose="02020603050405020304" pitchFamily="18" charset="0"/>
                    <a:ea typeface="楷体_GB2312" pitchFamily="49" charset="-122"/>
                  </a:rPr>
                  <a:t>0 </a:t>
                </a:r>
                <a:r>
                  <a:rPr kumimoji="1" lang="en-US" altLang="zh-CN">
                    <a:latin typeface="Times New Roman" panose="02020603050405020304" pitchFamily="18" charset="0"/>
                    <a:ea typeface="楷体_GB2312" pitchFamily="49" charset="-122"/>
                  </a:rPr>
                  <a:t>= I</a:t>
                </a:r>
                <a:r>
                  <a:rPr kumimoji="1" lang="en-US" altLang="zh-CN" sz="2000">
                    <a:latin typeface="Times New Roman" panose="02020603050405020304" pitchFamily="18" charset="0"/>
                    <a:ea typeface="楷体_GB2312" pitchFamily="49" charset="-122"/>
                  </a:rPr>
                  <a:t>3</a:t>
                </a:r>
                <a:r>
                  <a:rPr kumimoji="1" lang="en-US" altLang="zh-CN">
                    <a:latin typeface="Times New Roman" panose="02020603050405020304" pitchFamily="18" charset="0"/>
                    <a:ea typeface="楷体_GB2312" pitchFamily="49" charset="-122"/>
                  </a:rPr>
                  <a:t> I</a:t>
                </a:r>
                <a:r>
                  <a:rPr kumimoji="1" lang="en-US" altLang="zh-CN" sz="2000">
                    <a:latin typeface="Times New Roman" panose="02020603050405020304" pitchFamily="18" charset="0"/>
                    <a:ea typeface="楷体_GB2312" pitchFamily="49" charset="-122"/>
                  </a:rPr>
                  <a:t>2</a:t>
                </a:r>
                <a:r>
                  <a:rPr kumimoji="1" lang="en-US" altLang="zh-CN">
                    <a:latin typeface="Times New Roman" panose="02020603050405020304" pitchFamily="18" charset="0"/>
                    <a:ea typeface="楷体_GB2312" pitchFamily="49" charset="-122"/>
                  </a:rPr>
                  <a:t> + I</a:t>
                </a:r>
                <a:r>
                  <a:rPr kumimoji="1" lang="en-US" altLang="zh-CN" sz="2000">
                    <a:latin typeface="Times New Roman" panose="02020603050405020304" pitchFamily="18" charset="0"/>
                    <a:ea typeface="楷体_GB2312" pitchFamily="49" charset="-122"/>
                  </a:rPr>
                  <a:t>3</a:t>
                </a:r>
                <a:r>
                  <a:rPr kumimoji="1" lang="en-US" altLang="zh-CN">
                    <a:latin typeface="Times New Roman" panose="02020603050405020304" pitchFamily="18" charset="0"/>
                    <a:ea typeface="楷体_GB2312" pitchFamily="49" charset="-122"/>
                  </a:rPr>
                  <a:t> I</a:t>
                </a:r>
                <a:r>
                  <a:rPr kumimoji="1" lang="en-US" altLang="zh-CN" sz="2000">
                    <a:latin typeface="Times New Roman" panose="02020603050405020304" pitchFamily="18" charset="0"/>
                    <a:ea typeface="楷体_GB2312" pitchFamily="49" charset="-122"/>
                  </a:rPr>
                  <a:t>1</a:t>
                </a:r>
                <a:r>
                  <a:rPr kumimoji="1" lang="en-US" altLang="zh-CN">
                    <a:latin typeface="Times New Roman" panose="02020603050405020304" pitchFamily="18" charset="0"/>
                    <a:ea typeface="楷体_GB2312" pitchFamily="49" charset="-122"/>
                  </a:rPr>
                  <a:t> </a:t>
                </a:r>
              </a:p>
            </p:txBody>
          </p:sp>
          <p:sp>
            <p:nvSpPr>
              <p:cNvPr id="118" name="Line 117">
                <a:extLst>
                  <a:ext uri="{FF2B5EF4-FFF2-40B4-BE49-F238E27FC236}">
                    <a16:creationId xmlns:a16="http://schemas.microsoft.com/office/drawing/2014/main" id="{75786943-00DC-B327-209B-2439AF36DD17}"/>
                  </a:ext>
                </a:extLst>
              </p:cNvPr>
              <p:cNvSpPr>
                <a:spLocks noChangeShapeType="1"/>
              </p:cNvSpPr>
              <p:nvPr/>
            </p:nvSpPr>
            <p:spPr bwMode="auto">
              <a:xfrm>
                <a:off x="1419" y="3158"/>
                <a:ext cx="15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16" name="Text Box 121">
              <a:extLst>
                <a:ext uri="{FF2B5EF4-FFF2-40B4-BE49-F238E27FC236}">
                  <a16:creationId xmlns:a16="http://schemas.microsoft.com/office/drawing/2014/main" id="{7D371D59-A32E-BAD2-C732-66D3E3762F3C}"/>
                </a:ext>
              </a:extLst>
            </p:cNvPr>
            <p:cNvSpPr txBox="1">
              <a:spLocks noChangeArrowheads="1"/>
            </p:cNvSpPr>
            <p:nvPr/>
          </p:nvSpPr>
          <p:spPr bwMode="auto">
            <a:xfrm>
              <a:off x="681" y="2585"/>
              <a:ext cx="162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a:latin typeface="Times New Roman" panose="02020603050405020304" pitchFamily="18" charset="0"/>
                </a:rPr>
                <a:t>Y</a:t>
              </a:r>
              <a:r>
                <a:rPr lang="en-US" altLang="zh-CN" sz="1600">
                  <a:latin typeface="Times New Roman" panose="02020603050405020304" pitchFamily="18" charset="0"/>
                </a:rPr>
                <a:t>EX</a:t>
              </a:r>
              <a:r>
                <a:rPr kumimoji="1" lang="en-US" altLang="zh-CN">
                  <a:latin typeface="Times New Roman" panose="02020603050405020304" pitchFamily="18" charset="0"/>
                  <a:ea typeface="楷体_GB2312" pitchFamily="49" charset="-122"/>
                </a:rPr>
                <a:t> = I</a:t>
              </a:r>
              <a:r>
                <a:rPr kumimoji="1" lang="en-US" altLang="zh-CN" sz="2000">
                  <a:latin typeface="Times New Roman" panose="02020603050405020304" pitchFamily="18" charset="0"/>
                  <a:ea typeface="楷体_GB2312" pitchFamily="49" charset="-122"/>
                </a:rPr>
                <a:t>0 </a:t>
              </a:r>
              <a:r>
                <a:rPr kumimoji="1" lang="en-US" altLang="zh-CN">
                  <a:latin typeface="Times New Roman" panose="02020603050405020304" pitchFamily="18" charset="0"/>
                  <a:ea typeface="楷体_GB2312" pitchFamily="49" charset="-122"/>
                </a:rPr>
                <a:t>I</a:t>
              </a:r>
              <a:r>
                <a:rPr kumimoji="1" lang="en-US" altLang="zh-CN" sz="2000">
                  <a:latin typeface="Times New Roman" panose="02020603050405020304" pitchFamily="18" charset="0"/>
                  <a:ea typeface="楷体_GB2312" pitchFamily="49" charset="-122"/>
                </a:rPr>
                <a:t>1</a:t>
              </a:r>
              <a:r>
                <a:rPr kumimoji="1" lang="en-US" altLang="zh-CN">
                  <a:latin typeface="Times New Roman" panose="02020603050405020304" pitchFamily="18" charset="0"/>
                  <a:ea typeface="楷体_GB2312" pitchFamily="49" charset="-122"/>
                </a:rPr>
                <a:t> I</a:t>
              </a:r>
              <a:r>
                <a:rPr kumimoji="1" lang="en-US" altLang="zh-CN" sz="2000">
                  <a:latin typeface="Times New Roman" panose="02020603050405020304" pitchFamily="18" charset="0"/>
                  <a:ea typeface="楷体_GB2312" pitchFamily="49" charset="-122"/>
                </a:rPr>
                <a:t>2</a:t>
              </a:r>
              <a:r>
                <a:rPr kumimoji="1" lang="en-US" altLang="zh-CN">
                  <a:latin typeface="Times New Roman" panose="02020603050405020304" pitchFamily="18" charset="0"/>
                  <a:ea typeface="楷体_GB2312" pitchFamily="49" charset="-122"/>
                </a:rPr>
                <a:t> I</a:t>
              </a:r>
              <a:r>
                <a:rPr kumimoji="1" lang="en-US" altLang="zh-CN" sz="2000">
                  <a:latin typeface="Times New Roman" panose="02020603050405020304" pitchFamily="18" charset="0"/>
                  <a:ea typeface="楷体_GB2312" pitchFamily="49" charset="-122"/>
                </a:rPr>
                <a:t>3</a:t>
              </a:r>
            </a:p>
          </p:txBody>
        </p:sp>
      </p:grpSp>
      <p:sp>
        <p:nvSpPr>
          <p:cNvPr id="119" name="AutoShape 78">
            <a:extLst>
              <a:ext uri="{FF2B5EF4-FFF2-40B4-BE49-F238E27FC236}">
                <a16:creationId xmlns:a16="http://schemas.microsoft.com/office/drawing/2014/main" id="{FEF634FB-B3B8-3FF8-D11E-4BECCE980C1A}"/>
              </a:ext>
            </a:extLst>
          </p:cNvPr>
          <p:cNvSpPr>
            <a:spLocks noChangeArrowheads="1"/>
          </p:cNvSpPr>
          <p:nvPr/>
        </p:nvSpPr>
        <p:spPr bwMode="auto">
          <a:xfrm>
            <a:off x="7251700" y="5414963"/>
            <a:ext cx="1008063" cy="893762"/>
          </a:xfrm>
          <a:prstGeom prst="roundRect">
            <a:avLst>
              <a:gd name="adj" fmla="val 16667"/>
            </a:avLst>
          </a:pr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endParaRPr lang="zh-CN" altLang="en-US" sz="2000" b="0">
              <a:solidFill>
                <a:srgbClr val="0000FF"/>
              </a:solidFill>
            </a:endParaRPr>
          </a:p>
        </p:txBody>
      </p:sp>
      <p:sp>
        <p:nvSpPr>
          <p:cNvPr id="120" name="AutoShape 127">
            <a:extLst>
              <a:ext uri="{FF2B5EF4-FFF2-40B4-BE49-F238E27FC236}">
                <a16:creationId xmlns:a16="http://schemas.microsoft.com/office/drawing/2014/main" id="{96964B6C-D566-6286-909F-4B4E14544D4C}"/>
              </a:ext>
            </a:extLst>
          </p:cNvPr>
          <p:cNvSpPr>
            <a:spLocks noChangeArrowheads="1"/>
          </p:cNvSpPr>
          <p:nvPr/>
        </p:nvSpPr>
        <p:spPr bwMode="auto">
          <a:xfrm>
            <a:off x="6030913" y="5876925"/>
            <a:ext cx="2195512" cy="360363"/>
          </a:xfrm>
          <a:prstGeom prst="roundRect">
            <a:avLst>
              <a:gd name="adj" fmla="val 16667"/>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endParaRPr lang="zh-CN" altLang="en-US" sz="2000" b="0">
              <a:solidFill>
                <a:srgbClr val="FF0000"/>
              </a:solidFill>
            </a:endParaRPr>
          </a:p>
        </p:txBody>
      </p:sp>
    </p:spTree>
    <p:extLst>
      <p:ext uri="{BB962C8B-B14F-4D97-AF65-F5344CB8AC3E}">
        <p14:creationId xmlns:p14="http://schemas.microsoft.com/office/powerpoint/2010/main" val="130476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1C08AC-F36C-BE2D-8694-B3D06A5F9893}"/>
              </a:ext>
            </a:extLst>
          </p:cNvPr>
          <p:cNvSpPr>
            <a:spLocks noGrp="1"/>
          </p:cNvSpPr>
          <p:nvPr>
            <p:ph type="title"/>
          </p:nvPr>
        </p:nvSpPr>
        <p:spPr/>
        <p:txBody>
          <a:bodyPr>
            <a:normAutofit fontScale="90000"/>
          </a:bodyPr>
          <a:lstStyle/>
          <a:p>
            <a:r>
              <a:rPr lang="en-US" altLang="zh-CN" dirty="0"/>
              <a:t>4</a:t>
            </a:r>
            <a:r>
              <a:rPr lang="zh-CN" altLang="en-US" dirty="0"/>
              <a:t>线</a:t>
            </a:r>
            <a:r>
              <a:rPr lang="en-US" altLang="zh-CN" dirty="0"/>
              <a:t>-2</a:t>
            </a:r>
            <a:r>
              <a:rPr lang="zh-CN" altLang="en-US" dirty="0"/>
              <a:t>线优先编码器</a:t>
            </a:r>
            <a:r>
              <a:rPr lang="en-US" altLang="zh-CN" dirty="0">
                <a:latin typeface="宋体" panose="02010600030101010101" pitchFamily="2" charset="-122"/>
              </a:rPr>
              <a:t>(</a:t>
            </a:r>
            <a:r>
              <a:rPr lang="zh-CN" altLang="en-US" dirty="0">
                <a:latin typeface="宋体" panose="02010600030101010101" pitchFamily="2" charset="-122"/>
              </a:rPr>
              <a:t>续</a:t>
            </a:r>
            <a:r>
              <a:rPr lang="en-US" altLang="zh-CN" dirty="0">
                <a:latin typeface="宋体" panose="02010600030101010101" pitchFamily="2" charset="-122"/>
              </a:rPr>
              <a:t>)</a:t>
            </a:r>
            <a:endParaRPr kumimoji="1" lang="zh-CN" altLang="en-US" dirty="0"/>
          </a:p>
        </p:txBody>
      </p:sp>
      <p:sp>
        <p:nvSpPr>
          <p:cNvPr id="4" name="页脚占位符 3">
            <a:extLst>
              <a:ext uri="{FF2B5EF4-FFF2-40B4-BE49-F238E27FC236}">
                <a16:creationId xmlns:a16="http://schemas.microsoft.com/office/drawing/2014/main" id="{919762CB-DE22-95EC-CDD3-3C9667750D40}"/>
              </a:ext>
            </a:extLst>
          </p:cNvPr>
          <p:cNvSpPr>
            <a:spLocks noGrp="1"/>
          </p:cNvSpPr>
          <p:nvPr>
            <p:ph type="ftr" sz="quarter" idx="11"/>
          </p:nvPr>
        </p:nvSpPr>
        <p:spPr/>
        <p:txBody>
          <a:bodyPr/>
          <a:lstStyle/>
          <a:p>
            <a:r>
              <a:rPr lang="zh-CN" altLang="en-US"/>
              <a:t>模拟与数字电路：</a:t>
            </a:r>
            <a:r>
              <a:rPr lang="en-US" altLang="zh-CN"/>
              <a:t>6. </a:t>
            </a:r>
            <a:r>
              <a:rPr lang="zh-CN" altLang="en-US"/>
              <a:t>组合逻辑电路</a:t>
            </a:r>
            <a:r>
              <a:rPr lang="en-US" altLang="zh-CN"/>
              <a:t>2</a:t>
            </a:r>
            <a:endParaRPr lang="en-US" dirty="0"/>
          </a:p>
        </p:txBody>
      </p:sp>
      <p:sp>
        <p:nvSpPr>
          <p:cNvPr id="5" name="灯片编号占位符 4">
            <a:extLst>
              <a:ext uri="{FF2B5EF4-FFF2-40B4-BE49-F238E27FC236}">
                <a16:creationId xmlns:a16="http://schemas.microsoft.com/office/drawing/2014/main" id="{7F642F8D-5294-6866-4984-A045D708E881}"/>
              </a:ext>
            </a:extLst>
          </p:cNvPr>
          <p:cNvSpPr>
            <a:spLocks noGrp="1"/>
          </p:cNvSpPr>
          <p:nvPr>
            <p:ph type="sldNum" sz="quarter" idx="12"/>
          </p:nvPr>
        </p:nvSpPr>
        <p:spPr/>
        <p:txBody>
          <a:bodyPr/>
          <a:lstStyle/>
          <a:p>
            <a:fld id="{9E260BC5-5BF3-8746-862B-DC45E9CAA88B}" type="slidenum">
              <a:rPr lang="en-US" smtClean="0"/>
              <a:pPr/>
              <a:t>9</a:t>
            </a:fld>
            <a:r>
              <a:rPr lang="en-US" altLang="zh-CN" dirty="0"/>
              <a:t>/38</a:t>
            </a:r>
            <a:endParaRPr lang="en-US" dirty="0"/>
          </a:p>
        </p:txBody>
      </p:sp>
      <p:sp>
        <p:nvSpPr>
          <p:cNvPr id="6" name="Text Box 4">
            <a:extLst>
              <a:ext uri="{FF2B5EF4-FFF2-40B4-BE49-F238E27FC236}">
                <a16:creationId xmlns:a16="http://schemas.microsoft.com/office/drawing/2014/main" id="{6C319FCC-DFAC-CF6D-2409-0F8B86B47026}"/>
              </a:ext>
            </a:extLst>
          </p:cNvPr>
          <p:cNvSpPr txBox="1">
            <a:spLocks noChangeArrowheads="1"/>
          </p:cNvSpPr>
          <p:nvPr/>
        </p:nvSpPr>
        <p:spPr bwMode="auto">
          <a:xfrm>
            <a:off x="7567613" y="2563813"/>
            <a:ext cx="568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a:latin typeface="Times New Roman" panose="02020603050405020304" pitchFamily="18" charset="0"/>
                <a:ea typeface="楷体_GB2312" pitchFamily="49" charset="-122"/>
              </a:rPr>
              <a:t>Y</a:t>
            </a:r>
            <a:r>
              <a:rPr kumimoji="1" lang="en-US" altLang="zh-CN" sz="2000">
                <a:latin typeface="Times New Roman" panose="02020603050405020304" pitchFamily="18" charset="0"/>
                <a:ea typeface="楷体_GB2312" pitchFamily="49" charset="-122"/>
              </a:rPr>
              <a:t>1</a:t>
            </a:r>
          </a:p>
        </p:txBody>
      </p:sp>
      <p:sp>
        <p:nvSpPr>
          <p:cNvPr id="7" name="Text Box 5">
            <a:extLst>
              <a:ext uri="{FF2B5EF4-FFF2-40B4-BE49-F238E27FC236}">
                <a16:creationId xmlns:a16="http://schemas.microsoft.com/office/drawing/2014/main" id="{29536380-B472-37C5-88FB-027F1420CDAC}"/>
              </a:ext>
            </a:extLst>
          </p:cNvPr>
          <p:cNvSpPr txBox="1">
            <a:spLocks noChangeArrowheads="1"/>
          </p:cNvSpPr>
          <p:nvPr/>
        </p:nvSpPr>
        <p:spPr bwMode="auto">
          <a:xfrm>
            <a:off x="7567613" y="3716338"/>
            <a:ext cx="568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a:latin typeface="Times New Roman" panose="02020603050405020304" pitchFamily="18" charset="0"/>
                <a:ea typeface="楷体_GB2312" pitchFamily="49" charset="-122"/>
              </a:rPr>
              <a:t>Y</a:t>
            </a:r>
            <a:r>
              <a:rPr kumimoji="1" lang="en-US" altLang="zh-CN" sz="2000">
                <a:latin typeface="Times New Roman" panose="02020603050405020304" pitchFamily="18" charset="0"/>
                <a:ea typeface="楷体_GB2312" pitchFamily="49" charset="-122"/>
              </a:rPr>
              <a:t>0</a:t>
            </a:r>
          </a:p>
        </p:txBody>
      </p:sp>
      <p:sp>
        <p:nvSpPr>
          <p:cNvPr id="8" name="Text Box 6">
            <a:extLst>
              <a:ext uri="{FF2B5EF4-FFF2-40B4-BE49-F238E27FC236}">
                <a16:creationId xmlns:a16="http://schemas.microsoft.com/office/drawing/2014/main" id="{9791FD56-A362-9705-C783-95C9CC670FB4}"/>
              </a:ext>
            </a:extLst>
          </p:cNvPr>
          <p:cNvSpPr txBox="1">
            <a:spLocks noChangeArrowheads="1"/>
          </p:cNvSpPr>
          <p:nvPr/>
        </p:nvSpPr>
        <p:spPr bwMode="auto">
          <a:xfrm>
            <a:off x="2159000" y="5573713"/>
            <a:ext cx="4492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a:latin typeface="Times New Roman" panose="02020603050405020304" pitchFamily="18" charset="0"/>
                <a:ea typeface="楷体_GB2312" pitchFamily="49" charset="-122"/>
              </a:rPr>
              <a:t>I</a:t>
            </a:r>
            <a:r>
              <a:rPr kumimoji="1" lang="en-US" altLang="zh-CN" sz="2000">
                <a:latin typeface="Times New Roman" panose="02020603050405020304" pitchFamily="18" charset="0"/>
                <a:ea typeface="楷体_GB2312" pitchFamily="49" charset="-122"/>
              </a:rPr>
              <a:t>0</a:t>
            </a:r>
          </a:p>
        </p:txBody>
      </p:sp>
      <p:sp>
        <p:nvSpPr>
          <p:cNvPr id="9" name="Text Box 13">
            <a:extLst>
              <a:ext uri="{FF2B5EF4-FFF2-40B4-BE49-F238E27FC236}">
                <a16:creationId xmlns:a16="http://schemas.microsoft.com/office/drawing/2014/main" id="{1119EE66-874D-F591-8A5F-5BDF1D75AB2F}"/>
              </a:ext>
            </a:extLst>
          </p:cNvPr>
          <p:cNvSpPr txBox="1">
            <a:spLocks noChangeArrowheads="1"/>
          </p:cNvSpPr>
          <p:nvPr/>
        </p:nvSpPr>
        <p:spPr bwMode="auto">
          <a:xfrm>
            <a:off x="2159000" y="3736975"/>
            <a:ext cx="4492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a:latin typeface="Times New Roman" panose="02020603050405020304" pitchFamily="18" charset="0"/>
                <a:ea typeface="楷体_GB2312" pitchFamily="49" charset="-122"/>
              </a:rPr>
              <a:t>I</a:t>
            </a:r>
            <a:r>
              <a:rPr kumimoji="1" lang="en-US" altLang="zh-CN" sz="2000">
                <a:latin typeface="Times New Roman" panose="02020603050405020304" pitchFamily="18" charset="0"/>
                <a:ea typeface="楷体_GB2312" pitchFamily="49" charset="-122"/>
              </a:rPr>
              <a:t>2</a:t>
            </a:r>
          </a:p>
        </p:txBody>
      </p:sp>
      <p:sp>
        <p:nvSpPr>
          <p:cNvPr id="10" name="Text Box 14">
            <a:extLst>
              <a:ext uri="{FF2B5EF4-FFF2-40B4-BE49-F238E27FC236}">
                <a16:creationId xmlns:a16="http://schemas.microsoft.com/office/drawing/2014/main" id="{6D007DA6-BC0B-B633-4009-F01DE8D9C2CE}"/>
              </a:ext>
            </a:extLst>
          </p:cNvPr>
          <p:cNvSpPr txBox="1">
            <a:spLocks noChangeArrowheads="1"/>
          </p:cNvSpPr>
          <p:nvPr/>
        </p:nvSpPr>
        <p:spPr bwMode="auto">
          <a:xfrm>
            <a:off x="2159000" y="4673600"/>
            <a:ext cx="4492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a:latin typeface="Times New Roman" panose="02020603050405020304" pitchFamily="18" charset="0"/>
                <a:ea typeface="楷体_GB2312" pitchFamily="49" charset="-122"/>
              </a:rPr>
              <a:t>I</a:t>
            </a:r>
            <a:r>
              <a:rPr kumimoji="1" lang="en-US" altLang="zh-CN" sz="2000">
                <a:latin typeface="Times New Roman" panose="02020603050405020304" pitchFamily="18" charset="0"/>
                <a:ea typeface="楷体_GB2312" pitchFamily="49" charset="-122"/>
              </a:rPr>
              <a:t>1</a:t>
            </a:r>
          </a:p>
        </p:txBody>
      </p:sp>
      <p:sp>
        <p:nvSpPr>
          <p:cNvPr id="11" name="Text Box 58">
            <a:extLst>
              <a:ext uri="{FF2B5EF4-FFF2-40B4-BE49-F238E27FC236}">
                <a16:creationId xmlns:a16="http://schemas.microsoft.com/office/drawing/2014/main" id="{477FD889-39FF-9C13-4415-8EAF0065B97F}"/>
              </a:ext>
            </a:extLst>
          </p:cNvPr>
          <p:cNvSpPr txBox="1">
            <a:spLocks noChangeArrowheads="1"/>
          </p:cNvSpPr>
          <p:nvPr/>
        </p:nvSpPr>
        <p:spPr bwMode="auto">
          <a:xfrm>
            <a:off x="2159000" y="2384425"/>
            <a:ext cx="4492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a:latin typeface="Times New Roman" panose="02020603050405020304" pitchFamily="18" charset="0"/>
                <a:ea typeface="楷体_GB2312" pitchFamily="49" charset="-122"/>
              </a:rPr>
              <a:t>I</a:t>
            </a:r>
            <a:r>
              <a:rPr kumimoji="1" lang="en-US" altLang="zh-CN" sz="2000">
                <a:latin typeface="Times New Roman" panose="02020603050405020304" pitchFamily="18" charset="0"/>
                <a:ea typeface="楷体_GB2312" pitchFamily="49" charset="-122"/>
              </a:rPr>
              <a:t>3</a:t>
            </a:r>
          </a:p>
        </p:txBody>
      </p:sp>
      <p:sp>
        <p:nvSpPr>
          <p:cNvPr id="12" name="Text Box 59">
            <a:extLst>
              <a:ext uri="{FF2B5EF4-FFF2-40B4-BE49-F238E27FC236}">
                <a16:creationId xmlns:a16="http://schemas.microsoft.com/office/drawing/2014/main" id="{9F5F11AB-C139-42F7-D8C0-C2FD5AE61797}"/>
              </a:ext>
            </a:extLst>
          </p:cNvPr>
          <p:cNvSpPr txBox="1">
            <a:spLocks noChangeArrowheads="1"/>
          </p:cNvSpPr>
          <p:nvPr/>
        </p:nvSpPr>
        <p:spPr bwMode="auto">
          <a:xfrm>
            <a:off x="7604125" y="5284788"/>
            <a:ext cx="7588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a:latin typeface="Times New Roman" panose="02020603050405020304" pitchFamily="18" charset="0"/>
                <a:ea typeface="楷体_GB2312" pitchFamily="49" charset="-122"/>
              </a:rPr>
              <a:t>Y</a:t>
            </a:r>
            <a:r>
              <a:rPr kumimoji="1" lang="en-US" altLang="zh-CN" sz="1800">
                <a:latin typeface="Times New Roman" panose="02020603050405020304" pitchFamily="18" charset="0"/>
                <a:ea typeface="楷体_GB2312" pitchFamily="49" charset="-122"/>
              </a:rPr>
              <a:t>EX</a:t>
            </a:r>
          </a:p>
        </p:txBody>
      </p:sp>
      <p:sp>
        <p:nvSpPr>
          <p:cNvPr id="13" name="Text Box 76">
            <a:extLst>
              <a:ext uri="{FF2B5EF4-FFF2-40B4-BE49-F238E27FC236}">
                <a16:creationId xmlns:a16="http://schemas.microsoft.com/office/drawing/2014/main" id="{6323B5E4-596F-8DC4-6805-C52EBDB09573}"/>
              </a:ext>
            </a:extLst>
          </p:cNvPr>
          <p:cNvSpPr txBox="1">
            <a:spLocks noChangeArrowheads="1"/>
          </p:cNvSpPr>
          <p:nvPr/>
        </p:nvSpPr>
        <p:spPr bwMode="auto">
          <a:xfrm>
            <a:off x="611188" y="1520825"/>
            <a:ext cx="16129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zh-CN" altLang="en-US" dirty="0"/>
              <a:t>逻辑式：</a:t>
            </a:r>
          </a:p>
        </p:txBody>
      </p:sp>
      <p:sp>
        <p:nvSpPr>
          <p:cNvPr id="14" name="Text Box 77">
            <a:extLst>
              <a:ext uri="{FF2B5EF4-FFF2-40B4-BE49-F238E27FC236}">
                <a16:creationId xmlns:a16="http://schemas.microsoft.com/office/drawing/2014/main" id="{E03FE3D5-1EA8-DE57-7109-8C8216D79847}"/>
              </a:ext>
            </a:extLst>
          </p:cNvPr>
          <p:cNvSpPr txBox="1">
            <a:spLocks noChangeArrowheads="1"/>
          </p:cNvSpPr>
          <p:nvPr/>
        </p:nvSpPr>
        <p:spPr bwMode="auto">
          <a:xfrm>
            <a:off x="619125" y="2349500"/>
            <a:ext cx="16129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zh-CN" altLang="en-US" dirty="0"/>
              <a:t>逻辑图：</a:t>
            </a:r>
          </a:p>
        </p:txBody>
      </p:sp>
      <p:sp>
        <p:nvSpPr>
          <p:cNvPr id="15" name="Text Box 78">
            <a:extLst>
              <a:ext uri="{FF2B5EF4-FFF2-40B4-BE49-F238E27FC236}">
                <a16:creationId xmlns:a16="http://schemas.microsoft.com/office/drawing/2014/main" id="{8A118F4F-4B15-17B5-BA1F-B6912BD301D7}"/>
              </a:ext>
            </a:extLst>
          </p:cNvPr>
          <p:cNvSpPr txBox="1">
            <a:spLocks noChangeArrowheads="1"/>
          </p:cNvSpPr>
          <p:nvPr/>
        </p:nvSpPr>
        <p:spPr bwMode="auto">
          <a:xfrm>
            <a:off x="4391025" y="1546225"/>
            <a:ext cx="15589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a:latin typeface="Times New Roman" panose="02020603050405020304" pitchFamily="18" charset="0"/>
                <a:ea typeface="楷体_GB2312" pitchFamily="49" charset="-122"/>
              </a:rPr>
              <a:t>Y</a:t>
            </a:r>
            <a:r>
              <a:rPr kumimoji="1" lang="en-US" altLang="zh-CN" sz="2000">
                <a:latin typeface="Times New Roman" panose="02020603050405020304" pitchFamily="18" charset="0"/>
                <a:ea typeface="楷体_GB2312" pitchFamily="49" charset="-122"/>
              </a:rPr>
              <a:t>1 </a:t>
            </a:r>
            <a:r>
              <a:rPr kumimoji="1" lang="en-US" altLang="zh-CN">
                <a:latin typeface="Times New Roman" panose="02020603050405020304" pitchFamily="18" charset="0"/>
                <a:ea typeface="楷体_GB2312" pitchFamily="49" charset="-122"/>
              </a:rPr>
              <a:t>= I</a:t>
            </a:r>
            <a:r>
              <a:rPr kumimoji="1" lang="en-US" altLang="zh-CN" sz="2000">
                <a:latin typeface="Times New Roman" panose="02020603050405020304" pitchFamily="18" charset="0"/>
                <a:ea typeface="楷体_GB2312" pitchFamily="49" charset="-122"/>
              </a:rPr>
              <a:t>3</a:t>
            </a:r>
            <a:r>
              <a:rPr kumimoji="1" lang="en-US" altLang="zh-CN">
                <a:latin typeface="Times New Roman" panose="02020603050405020304" pitchFamily="18" charset="0"/>
                <a:ea typeface="楷体_GB2312" pitchFamily="49" charset="-122"/>
              </a:rPr>
              <a:t> I</a:t>
            </a:r>
            <a:r>
              <a:rPr kumimoji="1" lang="en-US" altLang="zh-CN" sz="2000">
                <a:latin typeface="Times New Roman" panose="02020603050405020304" pitchFamily="18" charset="0"/>
                <a:ea typeface="楷体_GB2312" pitchFamily="49" charset="-122"/>
              </a:rPr>
              <a:t>2</a:t>
            </a:r>
          </a:p>
        </p:txBody>
      </p:sp>
      <p:grpSp>
        <p:nvGrpSpPr>
          <p:cNvPr id="16" name="Group 79">
            <a:extLst>
              <a:ext uri="{FF2B5EF4-FFF2-40B4-BE49-F238E27FC236}">
                <a16:creationId xmlns:a16="http://schemas.microsoft.com/office/drawing/2014/main" id="{B7E4C166-FA99-5D7E-7D97-53339DBACA73}"/>
              </a:ext>
            </a:extLst>
          </p:cNvPr>
          <p:cNvGrpSpPr>
            <a:grpSpLocks/>
          </p:cNvGrpSpPr>
          <p:nvPr/>
        </p:nvGrpSpPr>
        <p:grpSpPr bwMode="auto">
          <a:xfrm>
            <a:off x="6102350" y="1538288"/>
            <a:ext cx="2627313" cy="519112"/>
            <a:chOff x="681" y="3113"/>
            <a:chExt cx="1655" cy="327"/>
          </a:xfrm>
        </p:grpSpPr>
        <p:sp>
          <p:nvSpPr>
            <p:cNvPr id="17" name="Text Box 80">
              <a:extLst>
                <a:ext uri="{FF2B5EF4-FFF2-40B4-BE49-F238E27FC236}">
                  <a16:creationId xmlns:a16="http://schemas.microsoft.com/office/drawing/2014/main" id="{6B2F5C2C-B54D-AD3C-46D8-1F0A560B2F35}"/>
                </a:ext>
              </a:extLst>
            </p:cNvPr>
            <p:cNvSpPr txBox="1">
              <a:spLocks noChangeArrowheads="1"/>
            </p:cNvSpPr>
            <p:nvPr/>
          </p:nvSpPr>
          <p:spPr bwMode="auto">
            <a:xfrm>
              <a:off x="681" y="3113"/>
              <a:ext cx="165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a:latin typeface="Times New Roman" panose="02020603050405020304" pitchFamily="18" charset="0"/>
                  <a:ea typeface="楷体_GB2312" pitchFamily="49" charset="-122"/>
                </a:rPr>
                <a:t>Y</a:t>
              </a:r>
              <a:r>
                <a:rPr kumimoji="1" lang="en-US" altLang="zh-CN" sz="2000">
                  <a:latin typeface="Times New Roman" panose="02020603050405020304" pitchFamily="18" charset="0"/>
                  <a:ea typeface="楷体_GB2312" pitchFamily="49" charset="-122"/>
                </a:rPr>
                <a:t>0 </a:t>
              </a:r>
              <a:r>
                <a:rPr kumimoji="1" lang="en-US" altLang="zh-CN">
                  <a:latin typeface="Times New Roman" panose="02020603050405020304" pitchFamily="18" charset="0"/>
                  <a:ea typeface="楷体_GB2312" pitchFamily="49" charset="-122"/>
                </a:rPr>
                <a:t>= I</a:t>
              </a:r>
              <a:r>
                <a:rPr kumimoji="1" lang="en-US" altLang="zh-CN" sz="2000">
                  <a:latin typeface="Times New Roman" panose="02020603050405020304" pitchFamily="18" charset="0"/>
                  <a:ea typeface="楷体_GB2312" pitchFamily="49" charset="-122"/>
                </a:rPr>
                <a:t>3</a:t>
              </a:r>
              <a:r>
                <a:rPr kumimoji="1" lang="en-US" altLang="zh-CN">
                  <a:latin typeface="Times New Roman" panose="02020603050405020304" pitchFamily="18" charset="0"/>
                  <a:ea typeface="楷体_GB2312" pitchFamily="49" charset="-122"/>
                </a:rPr>
                <a:t> I</a:t>
              </a:r>
              <a:r>
                <a:rPr kumimoji="1" lang="en-US" altLang="zh-CN" sz="2000">
                  <a:latin typeface="Times New Roman" panose="02020603050405020304" pitchFamily="18" charset="0"/>
                  <a:ea typeface="楷体_GB2312" pitchFamily="49" charset="-122"/>
                </a:rPr>
                <a:t>2 </a:t>
              </a:r>
              <a:r>
                <a:rPr kumimoji="1" lang="en-US" altLang="zh-CN">
                  <a:latin typeface="Times New Roman" panose="02020603050405020304" pitchFamily="18" charset="0"/>
                  <a:ea typeface="楷体_GB2312" pitchFamily="49" charset="-122"/>
                </a:rPr>
                <a:t>+ I</a:t>
              </a:r>
              <a:r>
                <a:rPr kumimoji="1" lang="en-US" altLang="zh-CN" sz="2000">
                  <a:latin typeface="Times New Roman" panose="02020603050405020304" pitchFamily="18" charset="0"/>
                  <a:ea typeface="楷体_GB2312" pitchFamily="49" charset="-122"/>
                </a:rPr>
                <a:t>3 </a:t>
              </a:r>
              <a:r>
                <a:rPr kumimoji="1" lang="en-US" altLang="zh-CN">
                  <a:latin typeface="Times New Roman" panose="02020603050405020304" pitchFamily="18" charset="0"/>
                  <a:ea typeface="楷体_GB2312" pitchFamily="49" charset="-122"/>
                </a:rPr>
                <a:t>I</a:t>
              </a:r>
              <a:r>
                <a:rPr kumimoji="1" lang="en-US" altLang="zh-CN" sz="2000">
                  <a:latin typeface="Times New Roman" panose="02020603050405020304" pitchFamily="18" charset="0"/>
                  <a:ea typeface="楷体_GB2312" pitchFamily="49" charset="-122"/>
                </a:rPr>
                <a:t>1</a:t>
              </a:r>
              <a:r>
                <a:rPr kumimoji="1" lang="en-US" altLang="zh-CN">
                  <a:latin typeface="Times New Roman" panose="02020603050405020304" pitchFamily="18" charset="0"/>
                  <a:ea typeface="楷体_GB2312" pitchFamily="49" charset="-122"/>
                </a:rPr>
                <a:t> </a:t>
              </a:r>
            </a:p>
          </p:txBody>
        </p:sp>
        <p:sp>
          <p:nvSpPr>
            <p:cNvPr id="18" name="Line 81">
              <a:extLst>
                <a:ext uri="{FF2B5EF4-FFF2-40B4-BE49-F238E27FC236}">
                  <a16:creationId xmlns:a16="http://schemas.microsoft.com/office/drawing/2014/main" id="{A2D77693-5551-BF2A-6199-F2CAA1906249}"/>
                </a:ext>
              </a:extLst>
            </p:cNvPr>
            <p:cNvSpPr>
              <a:spLocks noChangeShapeType="1"/>
            </p:cNvSpPr>
            <p:nvPr/>
          </p:nvSpPr>
          <p:spPr bwMode="auto">
            <a:xfrm>
              <a:off x="1419" y="3158"/>
              <a:ext cx="15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9" name="Text Box 82">
            <a:extLst>
              <a:ext uri="{FF2B5EF4-FFF2-40B4-BE49-F238E27FC236}">
                <a16:creationId xmlns:a16="http://schemas.microsoft.com/office/drawing/2014/main" id="{F216F43B-687B-418C-74D5-3F7A68770FE8}"/>
              </a:ext>
            </a:extLst>
          </p:cNvPr>
          <p:cNvSpPr txBox="1">
            <a:spLocks noChangeArrowheads="1"/>
          </p:cNvSpPr>
          <p:nvPr/>
        </p:nvSpPr>
        <p:spPr bwMode="auto">
          <a:xfrm>
            <a:off x="1935163" y="1546225"/>
            <a:ext cx="23923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a:latin typeface="Times New Roman" panose="02020603050405020304" pitchFamily="18" charset="0"/>
              </a:rPr>
              <a:t>Y</a:t>
            </a:r>
            <a:r>
              <a:rPr lang="en-US" altLang="zh-CN" sz="1600">
                <a:latin typeface="Times New Roman" panose="02020603050405020304" pitchFamily="18" charset="0"/>
              </a:rPr>
              <a:t>EX</a:t>
            </a:r>
            <a:r>
              <a:rPr kumimoji="1" lang="en-US" altLang="zh-CN">
                <a:latin typeface="Times New Roman" panose="02020603050405020304" pitchFamily="18" charset="0"/>
                <a:ea typeface="楷体_GB2312" pitchFamily="49" charset="-122"/>
              </a:rPr>
              <a:t> = I</a:t>
            </a:r>
            <a:r>
              <a:rPr kumimoji="1" lang="en-US" altLang="zh-CN" sz="2000">
                <a:latin typeface="Times New Roman" panose="02020603050405020304" pitchFamily="18" charset="0"/>
                <a:ea typeface="楷体_GB2312" pitchFamily="49" charset="-122"/>
              </a:rPr>
              <a:t>0 </a:t>
            </a:r>
            <a:r>
              <a:rPr kumimoji="1" lang="en-US" altLang="zh-CN">
                <a:latin typeface="Times New Roman" panose="02020603050405020304" pitchFamily="18" charset="0"/>
                <a:ea typeface="楷体_GB2312" pitchFamily="49" charset="-122"/>
              </a:rPr>
              <a:t>I</a:t>
            </a:r>
            <a:r>
              <a:rPr kumimoji="1" lang="en-US" altLang="zh-CN" sz="2000">
                <a:latin typeface="Times New Roman" panose="02020603050405020304" pitchFamily="18" charset="0"/>
                <a:ea typeface="楷体_GB2312" pitchFamily="49" charset="-122"/>
              </a:rPr>
              <a:t>1 </a:t>
            </a:r>
            <a:r>
              <a:rPr kumimoji="1" lang="en-US" altLang="zh-CN">
                <a:latin typeface="Times New Roman" panose="02020603050405020304" pitchFamily="18" charset="0"/>
                <a:ea typeface="楷体_GB2312" pitchFamily="49" charset="-122"/>
              </a:rPr>
              <a:t>I</a:t>
            </a:r>
            <a:r>
              <a:rPr kumimoji="1" lang="en-US" altLang="zh-CN" sz="2000">
                <a:latin typeface="Times New Roman" panose="02020603050405020304" pitchFamily="18" charset="0"/>
                <a:ea typeface="楷体_GB2312" pitchFamily="49" charset="-122"/>
              </a:rPr>
              <a:t>2 </a:t>
            </a:r>
            <a:r>
              <a:rPr kumimoji="1" lang="en-US" altLang="zh-CN">
                <a:latin typeface="Times New Roman" panose="02020603050405020304" pitchFamily="18" charset="0"/>
                <a:ea typeface="楷体_GB2312" pitchFamily="49" charset="-122"/>
              </a:rPr>
              <a:t>I</a:t>
            </a:r>
            <a:r>
              <a:rPr kumimoji="1" lang="en-US" altLang="zh-CN" sz="2000">
                <a:latin typeface="Times New Roman" panose="02020603050405020304" pitchFamily="18" charset="0"/>
                <a:ea typeface="楷体_GB2312" pitchFamily="49" charset="-122"/>
              </a:rPr>
              <a:t>3</a:t>
            </a:r>
          </a:p>
        </p:txBody>
      </p:sp>
      <p:grpSp>
        <p:nvGrpSpPr>
          <p:cNvPr id="20" name="Group 99">
            <a:extLst>
              <a:ext uri="{FF2B5EF4-FFF2-40B4-BE49-F238E27FC236}">
                <a16:creationId xmlns:a16="http://schemas.microsoft.com/office/drawing/2014/main" id="{2B56B39D-A666-A5C8-93F1-1C218AED170D}"/>
              </a:ext>
            </a:extLst>
          </p:cNvPr>
          <p:cNvGrpSpPr>
            <a:grpSpLocks/>
          </p:cNvGrpSpPr>
          <p:nvPr/>
        </p:nvGrpSpPr>
        <p:grpSpPr bwMode="auto">
          <a:xfrm>
            <a:off x="2686050" y="2492375"/>
            <a:ext cx="4873625" cy="3492500"/>
            <a:chOff x="1692" y="1570"/>
            <a:chExt cx="3070" cy="2200"/>
          </a:xfrm>
        </p:grpSpPr>
        <p:sp>
          <p:nvSpPr>
            <p:cNvPr id="21" name="Line 7">
              <a:extLst>
                <a:ext uri="{FF2B5EF4-FFF2-40B4-BE49-F238E27FC236}">
                  <a16:creationId xmlns:a16="http://schemas.microsoft.com/office/drawing/2014/main" id="{696BCA60-BF58-02D9-EC95-4B01A7A29669}"/>
                </a:ext>
              </a:extLst>
            </p:cNvPr>
            <p:cNvSpPr>
              <a:spLocks noChangeShapeType="1"/>
            </p:cNvSpPr>
            <p:nvPr/>
          </p:nvSpPr>
          <p:spPr bwMode="auto">
            <a:xfrm>
              <a:off x="1692" y="3096"/>
              <a:ext cx="13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 name="Line 8">
              <a:extLst>
                <a:ext uri="{FF2B5EF4-FFF2-40B4-BE49-F238E27FC236}">
                  <a16:creationId xmlns:a16="http://schemas.microsoft.com/office/drawing/2014/main" id="{76B36AB9-1895-2896-146E-26A32B4E9EEA}"/>
                </a:ext>
              </a:extLst>
            </p:cNvPr>
            <p:cNvSpPr>
              <a:spLocks noChangeShapeType="1"/>
            </p:cNvSpPr>
            <p:nvPr/>
          </p:nvSpPr>
          <p:spPr bwMode="auto">
            <a:xfrm>
              <a:off x="4407" y="3498"/>
              <a:ext cx="34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Line 10">
              <a:extLst>
                <a:ext uri="{FF2B5EF4-FFF2-40B4-BE49-F238E27FC236}">
                  <a16:creationId xmlns:a16="http://schemas.microsoft.com/office/drawing/2014/main" id="{AE39A0F2-4B82-A5F3-5950-364FF34A9B1C}"/>
                </a:ext>
              </a:extLst>
            </p:cNvPr>
            <p:cNvSpPr>
              <a:spLocks noChangeShapeType="1"/>
            </p:cNvSpPr>
            <p:nvPr/>
          </p:nvSpPr>
          <p:spPr bwMode="auto">
            <a:xfrm>
              <a:off x="1711" y="1661"/>
              <a:ext cx="135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 name="Line 11">
              <a:extLst>
                <a:ext uri="{FF2B5EF4-FFF2-40B4-BE49-F238E27FC236}">
                  <a16:creationId xmlns:a16="http://schemas.microsoft.com/office/drawing/2014/main" id="{060127B5-B171-69AB-4CBF-7AB71AC73961}"/>
                </a:ext>
              </a:extLst>
            </p:cNvPr>
            <p:cNvSpPr>
              <a:spLocks noChangeShapeType="1"/>
            </p:cNvSpPr>
            <p:nvPr/>
          </p:nvSpPr>
          <p:spPr bwMode="auto">
            <a:xfrm>
              <a:off x="3401" y="1774"/>
              <a:ext cx="136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 name="AutoShape 26">
              <a:extLst>
                <a:ext uri="{FF2B5EF4-FFF2-40B4-BE49-F238E27FC236}">
                  <a16:creationId xmlns:a16="http://schemas.microsoft.com/office/drawing/2014/main" id="{6AE2F550-0B40-0F5A-43E3-5850CF79E0AF}"/>
                </a:ext>
              </a:extLst>
            </p:cNvPr>
            <p:cNvSpPr>
              <a:spLocks noChangeArrowheads="1"/>
            </p:cNvSpPr>
            <p:nvPr/>
          </p:nvSpPr>
          <p:spPr bwMode="auto">
            <a:xfrm>
              <a:off x="3062" y="1570"/>
              <a:ext cx="340" cy="374"/>
            </a:xfrm>
            <a:prstGeom prst="flowChartDelay">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6" name="AutoShape 27">
              <a:extLst>
                <a:ext uri="{FF2B5EF4-FFF2-40B4-BE49-F238E27FC236}">
                  <a16:creationId xmlns:a16="http://schemas.microsoft.com/office/drawing/2014/main" id="{C1015B9C-23EF-DCB6-B9FB-C13D97BCF688}"/>
                </a:ext>
              </a:extLst>
            </p:cNvPr>
            <p:cNvSpPr>
              <a:spLocks noChangeArrowheads="1"/>
            </p:cNvSpPr>
            <p:nvPr/>
          </p:nvSpPr>
          <p:spPr bwMode="auto">
            <a:xfrm>
              <a:off x="3061" y="2806"/>
              <a:ext cx="340" cy="374"/>
            </a:xfrm>
            <a:prstGeom prst="flowChartDelay">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7" name="AutoShape 28">
              <a:extLst>
                <a:ext uri="{FF2B5EF4-FFF2-40B4-BE49-F238E27FC236}">
                  <a16:creationId xmlns:a16="http://schemas.microsoft.com/office/drawing/2014/main" id="{1DE7CBD2-BB6B-3105-3EA9-E17E9F56C780}"/>
                </a:ext>
              </a:extLst>
            </p:cNvPr>
            <p:cNvSpPr>
              <a:spLocks noChangeArrowheads="1"/>
            </p:cNvSpPr>
            <p:nvPr/>
          </p:nvSpPr>
          <p:spPr bwMode="auto">
            <a:xfrm>
              <a:off x="3061" y="2239"/>
              <a:ext cx="340" cy="374"/>
            </a:xfrm>
            <a:prstGeom prst="flowChartDelay">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8" name="AutoShape 29">
              <a:extLst>
                <a:ext uri="{FF2B5EF4-FFF2-40B4-BE49-F238E27FC236}">
                  <a16:creationId xmlns:a16="http://schemas.microsoft.com/office/drawing/2014/main" id="{CB1DC18A-70B6-A596-5D54-7378FB602CF7}"/>
                </a:ext>
              </a:extLst>
            </p:cNvPr>
            <p:cNvSpPr>
              <a:spLocks noChangeArrowheads="1"/>
            </p:cNvSpPr>
            <p:nvPr/>
          </p:nvSpPr>
          <p:spPr bwMode="auto">
            <a:xfrm>
              <a:off x="3062" y="3396"/>
              <a:ext cx="340" cy="374"/>
            </a:xfrm>
            <a:prstGeom prst="flowChartDelay">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9" name="AutoShape 30">
              <a:extLst>
                <a:ext uri="{FF2B5EF4-FFF2-40B4-BE49-F238E27FC236}">
                  <a16:creationId xmlns:a16="http://schemas.microsoft.com/office/drawing/2014/main" id="{3830024C-9FA5-6C6E-71F6-FEF23993CC02}"/>
                </a:ext>
              </a:extLst>
            </p:cNvPr>
            <p:cNvSpPr>
              <a:spLocks noChangeArrowheads="1"/>
            </p:cNvSpPr>
            <p:nvPr/>
          </p:nvSpPr>
          <p:spPr bwMode="auto">
            <a:xfrm>
              <a:off x="4059" y="3305"/>
              <a:ext cx="340" cy="374"/>
            </a:xfrm>
            <a:prstGeom prst="flowChartDelay">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30" name="Line 37">
              <a:extLst>
                <a:ext uri="{FF2B5EF4-FFF2-40B4-BE49-F238E27FC236}">
                  <a16:creationId xmlns:a16="http://schemas.microsoft.com/office/drawing/2014/main" id="{2804F2AE-8B2E-34B6-D426-BFE23F8836B2}"/>
                </a:ext>
              </a:extLst>
            </p:cNvPr>
            <p:cNvSpPr>
              <a:spLocks noChangeShapeType="1"/>
            </p:cNvSpPr>
            <p:nvPr/>
          </p:nvSpPr>
          <p:spPr bwMode="auto">
            <a:xfrm>
              <a:off x="1692" y="3679"/>
              <a:ext cx="136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 name="Line 39">
              <a:extLst>
                <a:ext uri="{FF2B5EF4-FFF2-40B4-BE49-F238E27FC236}">
                  <a16:creationId xmlns:a16="http://schemas.microsoft.com/office/drawing/2014/main" id="{A0E154D6-31EA-B5C7-6277-C987E0AB8B25}"/>
                </a:ext>
              </a:extLst>
            </p:cNvPr>
            <p:cNvSpPr>
              <a:spLocks noChangeShapeType="1"/>
            </p:cNvSpPr>
            <p:nvPr/>
          </p:nvSpPr>
          <p:spPr bwMode="auto">
            <a:xfrm flipV="1">
              <a:off x="2630" y="1660"/>
              <a:ext cx="0" cy="1248"/>
            </a:xfrm>
            <a:prstGeom prst="line">
              <a:avLst/>
            </a:prstGeom>
            <a:noFill/>
            <a:ln w="28575">
              <a:solidFill>
                <a:schemeClr val="tx1"/>
              </a:solidFill>
              <a:round/>
              <a:headEnd/>
              <a:tailEnd type="oval" w="lg" len="lg"/>
            </a:ln>
            <a:extLst>
              <a:ext uri="{909E8E84-426E-40DD-AFC4-6F175D3DCCD1}">
                <a14:hiddenFill xmlns:a14="http://schemas.microsoft.com/office/drawing/2010/main">
                  <a:noFill/>
                </a14:hiddenFill>
              </a:ext>
            </a:extLst>
          </p:spPr>
          <p:txBody>
            <a:bodyPr/>
            <a:lstStyle/>
            <a:p>
              <a:endParaRPr lang="zh-CN" altLang="en-US"/>
            </a:p>
          </p:txBody>
        </p:sp>
        <p:sp>
          <p:nvSpPr>
            <p:cNvPr id="32" name="Line 40">
              <a:extLst>
                <a:ext uri="{FF2B5EF4-FFF2-40B4-BE49-F238E27FC236}">
                  <a16:creationId xmlns:a16="http://schemas.microsoft.com/office/drawing/2014/main" id="{5F95E99E-6147-6AEE-6112-05A706FB6CDC}"/>
                </a:ext>
              </a:extLst>
            </p:cNvPr>
            <p:cNvSpPr>
              <a:spLocks noChangeShapeType="1"/>
            </p:cNvSpPr>
            <p:nvPr/>
          </p:nvSpPr>
          <p:spPr bwMode="auto">
            <a:xfrm>
              <a:off x="2630" y="2908"/>
              <a:ext cx="43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 name="Line 42">
              <a:extLst>
                <a:ext uri="{FF2B5EF4-FFF2-40B4-BE49-F238E27FC236}">
                  <a16:creationId xmlns:a16="http://schemas.microsoft.com/office/drawing/2014/main" id="{889E8251-373E-85A4-25BB-390D33D32FB1}"/>
                </a:ext>
              </a:extLst>
            </p:cNvPr>
            <p:cNvSpPr>
              <a:spLocks noChangeShapeType="1"/>
            </p:cNvSpPr>
            <p:nvPr/>
          </p:nvSpPr>
          <p:spPr bwMode="auto">
            <a:xfrm>
              <a:off x="2630" y="3498"/>
              <a:ext cx="43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 name="Line 44">
              <a:extLst>
                <a:ext uri="{FF2B5EF4-FFF2-40B4-BE49-F238E27FC236}">
                  <a16:creationId xmlns:a16="http://schemas.microsoft.com/office/drawing/2014/main" id="{F35751A9-64A1-4BC7-7CFC-5A7D6DA5AF54}"/>
                </a:ext>
              </a:extLst>
            </p:cNvPr>
            <p:cNvSpPr>
              <a:spLocks noChangeShapeType="1"/>
            </p:cNvSpPr>
            <p:nvPr/>
          </p:nvSpPr>
          <p:spPr bwMode="auto">
            <a:xfrm>
              <a:off x="2630" y="2341"/>
              <a:ext cx="431" cy="0"/>
            </a:xfrm>
            <a:prstGeom prst="line">
              <a:avLst/>
            </a:prstGeom>
            <a:noFill/>
            <a:ln w="28575">
              <a:solidFill>
                <a:schemeClr val="tx1"/>
              </a:solidFill>
              <a:round/>
              <a:headEnd type="oval" w="lg"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 name="Line 45">
              <a:extLst>
                <a:ext uri="{FF2B5EF4-FFF2-40B4-BE49-F238E27FC236}">
                  <a16:creationId xmlns:a16="http://schemas.microsoft.com/office/drawing/2014/main" id="{19935494-570D-6D5F-F115-27A440C31AEB}"/>
                </a:ext>
              </a:extLst>
            </p:cNvPr>
            <p:cNvSpPr>
              <a:spLocks noChangeShapeType="1"/>
            </p:cNvSpPr>
            <p:nvPr/>
          </p:nvSpPr>
          <p:spPr bwMode="auto">
            <a:xfrm>
              <a:off x="1700" y="2523"/>
              <a:ext cx="136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 name="Line 47">
              <a:extLst>
                <a:ext uri="{FF2B5EF4-FFF2-40B4-BE49-F238E27FC236}">
                  <a16:creationId xmlns:a16="http://schemas.microsoft.com/office/drawing/2014/main" id="{879D3DAD-ADAB-DB36-8A88-FB6A58DDA8B0}"/>
                </a:ext>
              </a:extLst>
            </p:cNvPr>
            <p:cNvSpPr>
              <a:spLocks noChangeShapeType="1"/>
            </p:cNvSpPr>
            <p:nvPr/>
          </p:nvSpPr>
          <p:spPr bwMode="auto">
            <a:xfrm>
              <a:off x="1941" y="1842"/>
              <a:ext cx="112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7" name="Line 48">
              <a:extLst>
                <a:ext uri="{FF2B5EF4-FFF2-40B4-BE49-F238E27FC236}">
                  <a16:creationId xmlns:a16="http://schemas.microsoft.com/office/drawing/2014/main" id="{F96D14F1-690E-B7F8-75A7-78330B9BD3FE}"/>
                </a:ext>
              </a:extLst>
            </p:cNvPr>
            <p:cNvSpPr>
              <a:spLocks noChangeShapeType="1"/>
            </p:cNvSpPr>
            <p:nvPr/>
          </p:nvSpPr>
          <p:spPr bwMode="auto">
            <a:xfrm flipV="1">
              <a:off x="2630" y="3090"/>
              <a:ext cx="0" cy="408"/>
            </a:xfrm>
            <a:prstGeom prst="line">
              <a:avLst/>
            </a:prstGeom>
            <a:noFill/>
            <a:ln w="28575">
              <a:solidFill>
                <a:schemeClr val="tx1"/>
              </a:solidFill>
              <a:round/>
              <a:headEnd/>
              <a:tailEnd type="oval" w="lg" len="lg"/>
            </a:ln>
            <a:extLst>
              <a:ext uri="{909E8E84-426E-40DD-AFC4-6F175D3DCCD1}">
                <a14:hiddenFill xmlns:a14="http://schemas.microsoft.com/office/drawing/2010/main">
                  <a:noFill/>
                </a14:hiddenFill>
              </a:ext>
            </a:extLst>
          </p:spPr>
          <p:txBody>
            <a:bodyPr/>
            <a:lstStyle/>
            <a:p>
              <a:endParaRPr lang="zh-CN" altLang="en-US"/>
            </a:p>
          </p:txBody>
        </p:sp>
        <p:sp>
          <p:nvSpPr>
            <p:cNvPr id="38" name="Line 49">
              <a:extLst>
                <a:ext uri="{FF2B5EF4-FFF2-40B4-BE49-F238E27FC236}">
                  <a16:creationId xmlns:a16="http://schemas.microsoft.com/office/drawing/2014/main" id="{8878C85D-CE10-B2A5-7871-0457B978A9EC}"/>
                </a:ext>
              </a:extLst>
            </p:cNvPr>
            <p:cNvSpPr>
              <a:spLocks noChangeShapeType="1"/>
            </p:cNvSpPr>
            <p:nvPr/>
          </p:nvSpPr>
          <p:spPr bwMode="auto">
            <a:xfrm flipV="1">
              <a:off x="3628" y="1773"/>
              <a:ext cx="0" cy="1634"/>
            </a:xfrm>
            <a:prstGeom prst="line">
              <a:avLst/>
            </a:prstGeom>
            <a:noFill/>
            <a:ln w="28575">
              <a:solidFill>
                <a:schemeClr val="tx1"/>
              </a:solidFill>
              <a:round/>
              <a:headEnd/>
              <a:tailEnd type="oval" w="lg" len="lg"/>
            </a:ln>
            <a:extLst>
              <a:ext uri="{909E8E84-426E-40DD-AFC4-6F175D3DCCD1}">
                <a14:hiddenFill xmlns:a14="http://schemas.microsoft.com/office/drawing/2010/main">
                  <a:noFill/>
                </a14:hiddenFill>
              </a:ext>
            </a:extLst>
          </p:spPr>
          <p:txBody>
            <a:bodyPr/>
            <a:lstStyle/>
            <a:p>
              <a:endParaRPr lang="zh-CN" altLang="en-US"/>
            </a:p>
          </p:txBody>
        </p:sp>
        <p:sp>
          <p:nvSpPr>
            <p:cNvPr id="39" name="Line 50">
              <a:extLst>
                <a:ext uri="{FF2B5EF4-FFF2-40B4-BE49-F238E27FC236}">
                  <a16:creationId xmlns:a16="http://schemas.microsoft.com/office/drawing/2014/main" id="{42078474-C992-5721-D927-A7FD3B640A32}"/>
                </a:ext>
              </a:extLst>
            </p:cNvPr>
            <p:cNvSpPr>
              <a:spLocks noChangeShapeType="1"/>
            </p:cNvSpPr>
            <p:nvPr/>
          </p:nvSpPr>
          <p:spPr bwMode="auto">
            <a:xfrm flipV="1">
              <a:off x="3855" y="2613"/>
              <a:ext cx="0" cy="38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 name="Line 51">
              <a:extLst>
                <a:ext uri="{FF2B5EF4-FFF2-40B4-BE49-F238E27FC236}">
                  <a16:creationId xmlns:a16="http://schemas.microsoft.com/office/drawing/2014/main" id="{185482D4-DB40-8FBD-1AD8-B100A404667F}"/>
                </a:ext>
              </a:extLst>
            </p:cNvPr>
            <p:cNvSpPr>
              <a:spLocks noChangeShapeType="1"/>
            </p:cNvSpPr>
            <p:nvPr/>
          </p:nvSpPr>
          <p:spPr bwMode="auto">
            <a:xfrm>
              <a:off x="3401" y="3000"/>
              <a:ext cx="45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 name="Line 52">
              <a:extLst>
                <a:ext uri="{FF2B5EF4-FFF2-40B4-BE49-F238E27FC236}">
                  <a16:creationId xmlns:a16="http://schemas.microsoft.com/office/drawing/2014/main" id="{40C9D877-6103-E63B-3228-197683D7AF24}"/>
                </a:ext>
              </a:extLst>
            </p:cNvPr>
            <p:cNvSpPr>
              <a:spLocks noChangeShapeType="1"/>
            </p:cNvSpPr>
            <p:nvPr/>
          </p:nvSpPr>
          <p:spPr bwMode="auto">
            <a:xfrm>
              <a:off x="4474" y="2522"/>
              <a:ext cx="2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 name="Line 53">
              <a:extLst>
                <a:ext uri="{FF2B5EF4-FFF2-40B4-BE49-F238E27FC236}">
                  <a16:creationId xmlns:a16="http://schemas.microsoft.com/office/drawing/2014/main" id="{254DA4C4-12DD-12BA-9DD3-BC4EB39DD4A0}"/>
                </a:ext>
              </a:extLst>
            </p:cNvPr>
            <p:cNvSpPr>
              <a:spLocks noChangeShapeType="1"/>
            </p:cNvSpPr>
            <p:nvPr/>
          </p:nvSpPr>
          <p:spPr bwMode="auto">
            <a:xfrm>
              <a:off x="3401" y="2431"/>
              <a:ext cx="72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 name="Line 54">
              <a:extLst>
                <a:ext uri="{FF2B5EF4-FFF2-40B4-BE49-F238E27FC236}">
                  <a16:creationId xmlns:a16="http://schemas.microsoft.com/office/drawing/2014/main" id="{BC4ACB63-C291-BF28-3A33-A368C2B9B191}"/>
                </a:ext>
              </a:extLst>
            </p:cNvPr>
            <p:cNvSpPr>
              <a:spLocks noChangeShapeType="1"/>
            </p:cNvSpPr>
            <p:nvPr/>
          </p:nvSpPr>
          <p:spPr bwMode="auto">
            <a:xfrm>
              <a:off x="3855" y="2613"/>
              <a:ext cx="27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 name="Line 55">
              <a:extLst>
                <a:ext uri="{FF2B5EF4-FFF2-40B4-BE49-F238E27FC236}">
                  <a16:creationId xmlns:a16="http://schemas.microsoft.com/office/drawing/2014/main" id="{385C9859-1B43-714D-4C92-EE64848A6972}"/>
                </a:ext>
              </a:extLst>
            </p:cNvPr>
            <p:cNvSpPr>
              <a:spLocks noChangeShapeType="1"/>
            </p:cNvSpPr>
            <p:nvPr/>
          </p:nvSpPr>
          <p:spPr bwMode="auto">
            <a:xfrm>
              <a:off x="3628" y="3406"/>
              <a:ext cx="43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 name="Line 56">
              <a:extLst>
                <a:ext uri="{FF2B5EF4-FFF2-40B4-BE49-F238E27FC236}">
                  <a16:creationId xmlns:a16="http://schemas.microsoft.com/office/drawing/2014/main" id="{25572550-97E2-32EB-20A9-22435FDE5201}"/>
                </a:ext>
              </a:extLst>
            </p:cNvPr>
            <p:cNvSpPr>
              <a:spLocks noChangeShapeType="1"/>
            </p:cNvSpPr>
            <p:nvPr/>
          </p:nvSpPr>
          <p:spPr bwMode="auto">
            <a:xfrm>
              <a:off x="3401" y="3588"/>
              <a:ext cx="65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 name="Line 57">
              <a:extLst>
                <a:ext uri="{FF2B5EF4-FFF2-40B4-BE49-F238E27FC236}">
                  <a16:creationId xmlns:a16="http://schemas.microsoft.com/office/drawing/2014/main" id="{CE80C16F-06DB-F2AB-8801-735A516A2ACC}"/>
                </a:ext>
              </a:extLst>
            </p:cNvPr>
            <p:cNvSpPr>
              <a:spLocks noChangeShapeType="1"/>
            </p:cNvSpPr>
            <p:nvPr/>
          </p:nvSpPr>
          <p:spPr bwMode="auto">
            <a:xfrm flipV="1">
              <a:off x="1950" y="1843"/>
              <a:ext cx="0" cy="679"/>
            </a:xfrm>
            <a:prstGeom prst="line">
              <a:avLst/>
            </a:prstGeom>
            <a:noFill/>
            <a:ln w="28575">
              <a:solidFill>
                <a:schemeClr val="tx1"/>
              </a:solidFill>
              <a:round/>
              <a:headEnd type="oval" w="lg" len="lg"/>
              <a:tailEnd type="none" w="lg" len="lg"/>
            </a:ln>
            <a:extLst>
              <a:ext uri="{909E8E84-426E-40DD-AFC4-6F175D3DCCD1}">
                <a14:hiddenFill xmlns:a14="http://schemas.microsoft.com/office/drawing/2010/main">
                  <a:noFill/>
                </a14:hiddenFill>
              </a:ext>
            </a:extLst>
          </p:spPr>
          <p:txBody>
            <a:bodyPr/>
            <a:lstStyle/>
            <a:p>
              <a:endParaRPr lang="zh-CN" altLang="en-US"/>
            </a:p>
          </p:txBody>
        </p:sp>
        <p:grpSp>
          <p:nvGrpSpPr>
            <p:cNvPr id="47" name="Group 23">
              <a:extLst>
                <a:ext uri="{FF2B5EF4-FFF2-40B4-BE49-F238E27FC236}">
                  <a16:creationId xmlns:a16="http://schemas.microsoft.com/office/drawing/2014/main" id="{D5290A22-5920-3C41-7A7C-42146BD7A8A3}"/>
                </a:ext>
              </a:extLst>
            </p:cNvPr>
            <p:cNvGrpSpPr>
              <a:grpSpLocks/>
            </p:cNvGrpSpPr>
            <p:nvPr/>
          </p:nvGrpSpPr>
          <p:grpSpPr bwMode="auto">
            <a:xfrm>
              <a:off x="2139" y="2399"/>
              <a:ext cx="283" cy="248"/>
              <a:chOff x="3209" y="3283"/>
              <a:chExt cx="283" cy="248"/>
            </a:xfrm>
          </p:grpSpPr>
          <p:sp>
            <p:nvSpPr>
              <p:cNvPr id="54" name="AutoShape 24">
                <a:extLst>
                  <a:ext uri="{FF2B5EF4-FFF2-40B4-BE49-F238E27FC236}">
                    <a16:creationId xmlns:a16="http://schemas.microsoft.com/office/drawing/2014/main" id="{28291833-DDB3-A36C-7959-F571492A0820}"/>
                  </a:ext>
                </a:extLst>
              </p:cNvPr>
              <p:cNvSpPr>
                <a:spLocks noChangeArrowheads="1"/>
              </p:cNvSpPr>
              <p:nvPr/>
            </p:nvSpPr>
            <p:spPr bwMode="auto">
              <a:xfrm rot="5400000">
                <a:off x="3202" y="3290"/>
                <a:ext cx="248" cy="234"/>
              </a:xfrm>
              <a:prstGeom prst="triangle">
                <a:avLst>
                  <a:gd name="adj" fmla="val 50000"/>
                </a:avLst>
              </a:prstGeom>
              <a:solidFill>
                <a:schemeClr val="bg1"/>
              </a:solidFill>
              <a:ln w="28575">
                <a:solidFill>
                  <a:schemeClr val="tx1"/>
                </a:solidFill>
                <a:miter lim="800000"/>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55" name="Oval 25">
                <a:extLst>
                  <a:ext uri="{FF2B5EF4-FFF2-40B4-BE49-F238E27FC236}">
                    <a16:creationId xmlns:a16="http://schemas.microsoft.com/office/drawing/2014/main" id="{C7485D27-1CB3-B6C1-874F-C09B82BBD3EF}"/>
                  </a:ext>
                </a:extLst>
              </p:cNvPr>
              <p:cNvSpPr>
                <a:spLocks noChangeArrowheads="1"/>
              </p:cNvSpPr>
              <p:nvPr/>
            </p:nvSpPr>
            <p:spPr bwMode="auto">
              <a:xfrm>
                <a:off x="3402" y="3359"/>
                <a:ext cx="90" cy="89"/>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grpSp>
        <p:grpSp>
          <p:nvGrpSpPr>
            <p:cNvPr id="48" name="Group 92">
              <a:extLst>
                <a:ext uri="{FF2B5EF4-FFF2-40B4-BE49-F238E27FC236}">
                  <a16:creationId xmlns:a16="http://schemas.microsoft.com/office/drawing/2014/main" id="{FC5A5C74-9A7D-FD93-26E5-45E44B1A253C}"/>
                </a:ext>
              </a:extLst>
            </p:cNvPr>
            <p:cNvGrpSpPr>
              <a:grpSpLocks/>
            </p:cNvGrpSpPr>
            <p:nvPr/>
          </p:nvGrpSpPr>
          <p:grpSpPr bwMode="auto">
            <a:xfrm>
              <a:off x="3578" y="2327"/>
              <a:ext cx="904" cy="378"/>
              <a:chOff x="986" y="3158"/>
              <a:chExt cx="1671" cy="658"/>
            </a:xfrm>
          </p:grpSpPr>
          <p:sp>
            <p:nvSpPr>
              <p:cNvPr id="49" name="Arc 93">
                <a:extLst>
                  <a:ext uri="{FF2B5EF4-FFF2-40B4-BE49-F238E27FC236}">
                    <a16:creationId xmlns:a16="http://schemas.microsoft.com/office/drawing/2014/main" id="{F8386D9A-A540-14EC-A850-424D1FF016E3}"/>
                  </a:ext>
                </a:extLst>
              </p:cNvPr>
              <p:cNvSpPr>
                <a:spLocks/>
              </p:cNvSpPr>
              <p:nvPr/>
            </p:nvSpPr>
            <p:spPr bwMode="auto">
              <a:xfrm>
                <a:off x="2177" y="3159"/>
                <a:ext cx="480" cy="657"/>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0" name="Arc 94">
                <a:extLst>
                  <a:ext uri="{FF2B5EF4-FFF2-40B4-BE49-F238E27FC236}">
                    <a16:creationId xmlns:a16="http://schemas.microsoft.com/office/drawing/2014/main" id="{B9669142-EA81-641E-146C-DCE2F4A96A78}"/>
                  </a:ext>
                </a:extLst>
              </p:cNvPr>
              <p:cNvSpPr>
                <a:spLocks/>
              </p:cNvSpPr>
              <p:nvPr/>
            </p:nvSpPr>
            <p:spPr bwMode="auto">
              <a:xfrm flipV="1">
                <a:off x="2183" y="3159"/>
                <a:ext cx="470" cy="657"/>
              </a:xfrm>
              <a:custGeom>
                <a:avLst/>
                <a:gdLst>
                  <a:gd name="T0" fmla="*/ 0 w 18607"/>
                  <a:gd name="T1" fmla="*/ 0 h 21600"/>
                  <a:gd name="T2" fmla="*/ 0 w 18607"/>
                  <a:gd name="T3" fmla="*/ 0 h 21600"/>
                  <a:gd name="T4" fmla="*/ 0 w 18607"/>
                  <a:gd name="T5" fmla="*/ 0 h 21600"/>
                  <a:gd name="T6" fmla="*/ 0 60000 65536"/>
                  <a:gd name="T7" fmla="*/ 0 60000 65536"/>
                  <a:gd name="T8" fmla="*/ 0 60000 65536"/>
                  <a:gd name="T9" fmla="*/ 0 w 18607"/>
                  <a:gd name="T10" fmla="*/ 0 h 21600"/>
                  <a:gd name="T11" fmla="*/ 18607 w 18607"/>
                  <a:gd name="T12" fmla="*/ 21600 h 21600"/>
                </a:gdLst>
                <a:ahLst/>
                <a:cxnLst>
                  <a:cxn ang="T6">
                    <a:pos x="T0" y="T1"/>
                  </a:cxn>
                  <a:cxn ang="T7">
                    <a:pos x="T2" y="T3"/>
                  </a:cxn>
                  <a:cxn ang="T8">
                    <a:pos x="T4" y="T5"/>
                  </a:cxn>
                </a:cxnLst>
                <a:rect l="T9" t="T10" r="T11" b="T12"/>
                <a:pathLst>
                  <a:path w="18607" h="21600" fill="none" extrusionOk="0">
                    <a:moveTo>
                      <a:pt x="-1" y="0"/>
                    </a:moveTo>
                    <a:cubicBezTo>
                      <a:pt x="7646" y="0"/>
                      <a:pt x="14724" y="4043"/>
                      <a:pt x="18607" y="10630"/>
                    </a:cubicBezTo>
                  </a:path>
                  <a:path w="18607" h="21600" stroke="0" extrusionOk="0">
                    <a:moveTo>
                      <a:pt x="-1" y="0"/>
                    </a:moveTo>
                    <a:cubicBezTo>
                      <a:pt x="7646" y="0"/>
                      <a:pt x="14724" y="4043"/>
                      <a:pt x="18607" y="10630"/>
                    </a:cubicBezTo>
                    <a:lnTo>
                      <a:pt x="0" y="21600"/>
                    </a:lnTo>
                    <a:lnTo>
                      <a:pt x="-1"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rot="10800000" wrap="none" anchor="ctr"/>
              <a:lstStyle/>
              <a:p>
                <a:endParaRPr lang="zh-CN" altLang="en-US"/>
              </a:p>
            </p:txBody>
          </p:sp>
          <p:sp>
            <p:nvSpPr>
              <p:cNvPr id="51" name="Arc 95">
                <a:extLst>
                  <a:ext uri="{FF2B5EF4-FFF2-40B4-BE49-F238E27FC236}">
                    <a16:creationId xmlns:a16="http://schemas.microsoft.com/office/drawing/2014/main" id="{21C1E39F-3055-6CA4-0FC3-82220CA60EEC}"/>
                  </a:ext>
                </a:extLst>
              </p:cNvPr>
              <p:cNvSpPr>
                <a:spLocks/>
              </p:cNvSpPr>
              <p:nvPr/>
            </p:nvSpPr>
            <p:spPr bwMode="auto">
              <a:xfrm rot="5400000">
                <a:off x="1174" y="2973"/>
                <a:ext cx="655" cy="1032"/>
              </a:xfrm>
              <a:custGeom>
                <a:avLst/>
                <a:gdLst>
                  <a:gd name="T0" fmla="*/ 0 w 21674"/>
                  <a:gd name="T1" fmla="*/ 0 h 21600"/>
                  <a:gd name="T2" fmla="*/ 0 w 21674"/>
                  <a:gd name="T3" fmla="*/ 0 h 21600"/>
                  <a:gd name="T4" fmla="*/ 0 w 21674"/>
                  <a:gd name="T5" fmla="*/ 0 h 21600"/>
                  <a:gd name="T6" fmla="*/ 0 60000 65536"/>
                  <a:gd name="T7" fmla="*/ 0 60000 65536"/>
                  <a:gd name="T8" fmla="*/ 0 60000 65536"/>
                  <a:gd name="T9" fmla="*/ 0 w 21674"/>
                  <a:gd name="T10" fmla="*/ 0 h 21600"/>
                  <a:gd name="T11" fmla="*/ 21674 w 21674"/>
                  <a:gd name="T12" fmla="*/ 21600 h 21600"/>
                </a:gdLst>
                <a:ahLst/>
                <a:cxnLst>
                  <a:cxn ang="T6">
                    <a:pos x="T0" y="T1"/>
                  </a:cxn>
                  <a:cxn ang="T7">
                    <a:pos x="T2" y="T3"/>
                  </a:cxn>
                  <a:cxn ang="T8">
                    <a:pos x="T4" y="T5"/>
                  </a:cxn>
                </a:cxnLst>
                <a:rect l="T9" t="T10" r="T11" b="T12"/>
                <a:pathLst>
                  <a:path w="21674" h="21600" fill="none" extrusionOk="0">
                    <a:moveTo>
                      <a:pt x="-1" y="2923"/>
                    </a:moveTo>
                    <a:cubicBezTo>
                      <a:pt x="3295" y="1008"/>
                      <a:pt x="7040" y="-1"/>
                      <a:pt x="10852" y="0"/>
                    </a:cubicBezTo>
                    <a:cubicBezTo>
                      <a:pt x="14652" y="0"/>
                      <a:pt x="18385" y="1002"/>
                      <a:pt x="21674" y="2906"/>
                    </a:cubicBezTo>
                  </a:path>
                  <a:path w="21674" h="21600" stroke="0" extrusionOk="0">
                    <a:moveTo>
                      <a:pt x="-1" y="2923"/>
                    </a:moveTo>
                    <a:cubicBezTo>
                      <a:pt x="3295" y="1008"/>
                      <a:pt x="7040" y="-1"/>
                      <a:pt x="10852" y="0"/>
                    </a:cubicBezTo>
                    <a:cubicBezTo>
                      <a:pt x="14652" y="0"/>
                      <a:pt x="18385" y="1002"/>
                      <a:pt x="21674" y="2906"/>
                    </a:cubicBezTo>
                    <a:lnTo>
                      <a:pt x="10852" y="21600"/>
                    </a:lnTo>
                    <a:lnTo>
                      <a:pt x="-1" y="2923"/>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2" name="Line 96">
                <a:extLst>
                  <a:ext uri="{FF2B5EF4-FFF2-40B4-BE49-F238E27FC236}">
                    <a16:creationId xmlns:a16="http://schemas.microsoft.com/office/drawing/2014/main" id="{5B760E5C-EB71-8FC6-41CE-8C9C655C10F1}"/>
                  </a:ext>
                </a:extLst>
              </p:cNvPr>
              <p:cNvSpPr>
                <a:spLocks noChangeShapeType="1"/>
              </p:cNvSpPr>
              <p:nvPr/>
            </p:nvSpPr>
            <p:spPr bwMode="auto">
              <a:xfrm flipH="1">
                <a:off x="1882" y="3816"/>
                <a:ext cx="31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 name="Line 97">
                <a:extLst>
                  <a:ext uri="{FF2B5EF4-FFF2-40B4-BE49-F238E27FC236}">
                    <a16:creationId xmlns:a16="http://schemas.microsoft.com/office/drawing/2014/main" id="{883FBA00-A7E3-A21B-E764-20D8D253BD41}"/>
                  </a:ext>
                </a:extLst>
              </p:cNvPr>
              <p:cNvSpPr>
                <a:spLocks noChangeShapeType="1"/>
              </p:cNvSpPr>
              <p:nvPr/>
            </p:nvSpPr>
            <p:spPr bwMode="auto">
              <a:xfrm flipH="1">
                <a:off x="1882" y="3158"/>
                <a:ext cx="31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Tree>
    <p:extLst>
      <p:ext uri="{BB962C8B-B14F-4D97-AF65-F5344CB8AC3E}">
        <p14:creationId xmlns:p14="http://schemas.microsoft.com/office/powerpoint/2010/main" val="5483480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06A181-9A19-91D5-20A6-C3B43BD81FA4}"/>
              </a:ext>
            </a:extLst>
          </p:cNvPr>
          <p:cNvSpPr>
            <a:spLocks noGrp="1"/>
          </p:cNvSpPr>
          <p:nvPr>
            <p:ph type="title"/>
          </p:nvPr>
        </p:nvSpPr>
        <p:spPr/>
        <p:txBody>
          <a:bodyPr>
            <a:normAutofit fontScale="90000"/>
          </a:bodyPr>
          <a:lstStyle/>
          <a:p>
            <a:r>
              <a:rPr kumimoji="1" lang="en-US" altLang="zh-CN" dirty="0"/>
              <a:t>8</a:t>
            </a:r>
            <a:r>
              <a:rPr kumimoji="1" lang="zh-CN" altLang="en-US" dirty="0"/>
              <a:t>线</a:t>
            </a:r>
            <a:r>
              <a:rPr kumimoji="1" lang="en-US" altLang="zh-CN" dirty="0"/>
              <a:t>-3</a:t>
            </a:r>
            <a:r>
              <a:rPr kumimoji="1" lang="zh-CN" altLang="en-US" dirty="0"/>
              <a:t>线优先编码器</a:t>
            </a:r>
            <a:r>
              <a:rPr kumimoji="1" lang="en-US" altLang="zh-CN" dirty="0"/>
              <a:t>74x148</a:t>
            </a:r>
            <a:endParaRPr kumimoji="1" lang="zh-CN" altLang="en-US" dirty="0"/>
          </a:p>
        </p:txBody>
      </p:sp>
      <p:sp>
        <p:nvSpPr>
          <p:cNvPr id="3" name="内容占位符 2">
            <a:extLst>
              <a:ext uri="{FF2B5EF4-FFF2-40B4-BE49-F238E27FC236}">
                <a16:creationId xmlns:a16="http://schemas.microsoft.com/office/drawing/2014/main" id="{28C1779C-2EF3-904A-E85D-C6C78AA88ADD}"/>
              </a:ext>
            </a:extLst>
          </p:cNvPr>
          <p:cNvSpPr>
            <a:spLocks noGrp="1"/>
          </p:cNvSpPr>
          <p:nvPr>
            <p:ph idx="1"/>
          </p:nvPr>
        </p:nvSpPr>
        <p:spPr/>
        <p:txBody>
          <a:bodyPr/>
          <a:lstStyle/>
          <a:p>
            <a:pPr>
              <a:spcAft>
                <a:spcPct val="10000"/>
              </a:spcAft>
            </a:pPr>
            <a:r>
              <a:rPr kumimoji="1" lang="zh-CN" altLang="en-US" dirty="0"/>
              <a:t>对</a:t>
            </a:r>
            <a:r>
              <a:rPr kumimoji="1" lang="en-US" altLang="zh-CN" dirty="0"/>
              <a:t>8</a:t>
            </a:r>
            <a:r>
              <a:rPr kumimoji="1" lang="zh-CN" altLang="en-US" dirty="0"/>
              <a:t>个输入信号按优先级编码，输出</a:t>
            </a:r>
            <a:r>
              <a:rPr kumimoji="1" lang="en-US" altLang="zh-CN" dirty="0"/>
              <a:t>3</a:t>
            </a:r>
            <a:r>
              <a:rPr kumimoji="1" lang="zh-CN" altLang="en-US" dirty="0"/>
              <a:t>位代码</a:t>
            </a:r>
          </a:p>
          <a:p>
            <a:pPr>
              <a:spcAft>
                <a:spcPct val="10000"/>
              </a:spcAft>
            </a:pPr>
            <a:r>
              <a:rPr kumimoji="1" lang="zh-CN" altLang="en-US" dirty="0"/>
              <a:t>通过多片级联，对多于</a:t>
            </a:r>
            <a:r>
              <a:rPr kumimoji="1" lang="en-US" altLang="zh-CN" dirty="0"/>
              <a:t>8</a:t>
            </a:r>
            <a:r>
              <a:rPr kumimoji="1" lang="zh-CN" altLang="en-US" dirty="0"/>
              <a:t>个输入信号进行编码</a:t>
            </a:r>
          </a:p>
          <a:p>
            <a:pPr lvl="1">
              <a:spcAft>
                <a:spcPct val="10000"/>
              </a:spcAft>
            </a:pPr>
            <a:r>
              <a:rPr kumimoji="1" lang="en-US" altLang="zh-CN" dirty="0">
                <a:latin typeface="Times New Roman" panose="02020603050405020304" pitchFamily="18" charset="0"/>
              </a:rPr>
              <a:t>I7~I0</a:t>
            </a:r>
            <a:r>
              <a:rPr kumimoji="1" lang="zh-CN" altLang="en-US" dirty="0">
                <a:latin typeface="Times New Roman" panose="02020603050405020304" pitchFamily="18" charset="0"/>
              </a:rPr>
              <a:t>：待编码输入信号，低电平有效，优先级递减，即 </a:t>
            </a:r>
            <a:r>
              <a:rPr kumimoji="1" lang="en-US" altLang="zh-CN" dirty="0">
                <a:latin typeface="Times New Roman" panose="02020603050405020304" pitchFamily="18" charset="0"/>
              </a:rPr>
              <a:t>I7</a:t>
            </a:r>
            <a:r>
              <a:rPr kumimoji="1" lang="zh-CN" altLang="en-US" dirty="0">
                <a:latin typeface="Times New Roman" panose="02020603050405020304" pitchFamily="18" charset="0"/>
              </a:rPr>
              <a:t>优先级最高，</a:t>
            </a:r>
            <a:r>
              <a:rPr kumimoji="1" lang="en-US" altLang="zh-CN" dirty="0">
                <a:latin typeface="Times New Roman" panose="02020603050405020304" pitchFamily="18" charset="0"/>
              </a:rPr>
              <a:t>I0</a:t>
            </a:r>
            <a:r>
              <a:rPr kumimoji="1" lang="zh-CN" altLang="en-US" dirty="0">
                <a:latin typeface="Times New Roman" panose="02020603050405020304" pitchFamily="18" charset="0"/>
              </a:rPr>
              <a:t>最低</a:t>
            </a:r>
          </a:p>
          <a:p>
            <a:pPr lvl="1">
              <a:spcAft>
                <a:spcPct val="10000"/>
              </a:spcAft>
            </a:pPr>
            <a:r>
              <a:rPr kumimoji="1" lang="en-US" altLang="zh-CN" dirty="0">
                <a:latin typeface="Times New Roman" panose="02020603050405020304" pitchFamily="18" charset="0"/>
              </a:rPr>
              <a:t>Y2~Y0</a:t>
            </a:r>
            <a:r>
              <a:rPr kumimoji="1" lang="zh-CN" altLang="en-US" dirty="0">
                <a:latin typeface="Times New Roman" panose="02020603050405020304" pitchFamily="18" charset="0"/>
              </a:rPr>
              <a:t>：二进制负有效输出，</a:t>
            </a:r>
            <a:r>
              <a:rPr kumimoji="1" lang="en-US" altLang="zh-CN" dirty="0">
                <a:latin typeface="Times New Roman" panose="02020603050405020304" pitchFamily="18" charset="0"/>
              </a:rPr>
              <a:t>Y2</a:t>
            </a:r>
            <a:r>
              <a:rPr kumimoji="1" lang="zh-CN" altLang="en-US" dirty="0">
                <a:latin typeface="Times New Roman" panose="02020603050405020304" pitchFamily="18" charset="0"/>
              </a:rPr>
              <a:t>为最高位</a:t>
            </a:r>
          </a:p>
          <a:p>
            <a:pPr lvl="1">
              <a:spcAft>
                <a:spcPct val="10000"/>
              </a:spcAft>
            </a:pPr>
            <a:r>
              <a:rPr kumimoji="1" lang="en-US" altLang="zh-CN" dirty="0" err="1">
                <a:latin typeface="Times New Roman" panose="02020603050405020304" pitchFamily="18" charset="0"/>
              </a:rPr>
              <a:t>Yex</a:t>
            </a:r>
            <a:r>
              <a:rPr kumimoji="1" lang="zh-CN" altLang="en-US" dirty="0">
                <a:latin typeface="Times New Roman" panose="02020603050405020304" pitchFamily="18" charset="0"/>
              </a:rPr>
              <a:t>：扩展输出</a:t>
            </a:r>
          </a:p>
          <a:p>
            <a:pPr lvl="1">
              <a:spcAft>
                <a:spcPct val="10000"/>
              </a:spcAft>
            </a:pPr>
            <a:r>
              <a:rPr kumimoji="1" lang="en-US" altLang="zh-CN" dirty="0">
                <a:latin typeface="Times New Roman" panose="02020603050405020304" pitchFamily="18" charset="0"/>
              </a:rPr>
              <a:t>S</a:t>
            </a:r>
            <a:r>
              <a:rPr kumimoji="1" lang="zh-CN" altLang="en-US" dirty="0">
                <a:latin typeface="Times New Roman" panose="02020603050405020304" pitchFamily="18" charset="0"/>
              </a:rPr>
              <a:t>：   使能输入</a:t>
            </a:r>
          </a:p>
          <a:p>
            <a:pPr lvl="1">
              <a:spcAft>
                <a:spcPct val="10000"/>
              </a:spcAft>
            </a:pPr>
            <a:r>
              <a:rPr kumimoji="1" lang="en-US" altLang="zh-CN" dirty="0">
                <a:latin typeface="Times New Roman" panose="02020603050405020304" pitchFamily="18" charset="0"/>
              </a:rPr>
              <a:t>Y</a:t>
            </a:r>
            <a:r>
              <a:rPr kumimoji="1" lang="en-US" altLang="zh-CN" baseline="-25000" dirty="0">
                <a:latin typeface="Times New Roman" panose="02020603050405020304" pitchFamily="18" charset="0"/>
              </a:rPr>
              <a:t>S</a:t>
            </a:r>
            <a:r>
              <a:rPr kumimoji="1" lang="zh-CN" altLang="en-US" dirty="0">
                <a:latin typeface="Times New Roman" panose="02020603050405020304" pitchFamily="18" charset="0"/>
              </a:rPr>
              <a:t>： 使能输出</a:t>
            </a:r>
            <a:endParaRPr kumimoji="1" lang="zh-CN" altLang="en-US" dirty="0"/>
          </a:p>
        </p:txBody>
      </p:sp>
      <p:sp>
        <p:nvSpPr>
          <p:cNvPr id="4" name="页脚占位符 3">
            <a:extLst>
              <a:ext uri="{FF2B5EF4-FFF2-40B4-BE49-F238E27FC236}">
                <a16:creationId xmlns:a16="http://schemas.microsoft.com/office/drawing/2014/main" id="{CD86A18D-5EFE-400C-4AAC-DFEF93F451F1}"/>
              </a:ext>
            </a:extLst>
          </p:cNvPr>
          <p:cNvSpPr>
            <a:spLocks noGrp="1"/>
          </p:cNvSpPr>
          <p:nvPr>
            <p:ph type="ftr" sz="quarter" idx="11"/>
          </p:nvPr>
        </p:nvSpPr>
        <p:spPr/>
        <p:txBody>
          <a:bodyPr/>
          <a:lstStyle/>
          <a:p>
            <a:r>
              <a:rPr lang="zh-CN" altLang="en-US"/>
              <a:t>模拟与数字电路：</a:t>
            </a:r>
            <a:r>
              <a:rPr lang="en-US" altLang="zh-CN"/>
              <a:t>6. </a:t>
            </a:r>
            <a:r>
              <a:rPr lang="zh-CN" altLang="en-US"/>
              <a:t>组合逻辑电路</a:t>
            </a:r>
            <a:r>
              <a:rPr lang="en-US" altLang="zh-CN"/>
              <a:t>2</a:t>
            </a:r>
            <a:endParaRPr lang="en-US" dirty="0"/>
          </a:p>
        </p:txBody>
      </p:sp>
      <p:sp>
        <p:nvSpPr>
          <p:cNvPr id="5" name="灯片编号占位符 4">
            <a:extLst>
              <a:ext uri="{FF2B5EF4-FFF2-40B4-BE49-F238E27FC236}">
                <a16:creationId xmlns:a16="http://schemas.microsoft.com/office/drawing/2014/main" id="{B322AB31-C397-D693-2597-EE2F7A6B90B8}"/>
              </a:ext>
            </a:extLst>
          </p:cNvPr>
          <p:cNvSpPr>
            <a:spLocks noGrp="1"/>
          </p:cNvSpPr>
          <p:nvPr>
            <p:ph type="sldNum" sz="quarter" idx="12"/>
          </p:nvPr>
        </p:nvSpPr>
        <p:spPr/>
        <p:txBody>
          <a:bodyPr/>
          <a:lstStyle/>
          <a:p>
            <a:fld id="{9E260BC5-5BF3-8746-862B-DC45E9CAA88B}" type="slidenum">
              <a:rPr lang="en-US" smtClean="0"/>
              <a:pPr/>
              <a:t>10</a:t>
            </a:fld>
            <a:r>
              <a:rPr lang="en-US" altLang="zh-CN" dirty="0"/>
              <a:t>/38</a:t>
            </a:r>
            <a:endParaRPr lang="en-US" dirty="0"/>
          </a:p>
        </p:txBody>
      </p:sp>
      <p:sp>
        <p:nvSpPr>
          <p:cNvPr id="6" name="Line 11">
            <a:extLst>
              <a:ext uri="{FF2B5EF4-FFF2-40B4-BE49-F238E27FC236}">
                <a16:creationId xmlns:a16="http://schemas.microsoft.com/office/drawing/2014/main" id="{0890803C-6848-D109-6FC5-E9B2D915304C}"/>
              </a:ext>
            </a:extLst>
          </p:cNvPr>
          <p:cNvSpPr>
            <a:spLocks noChangeShapeType="1"/>
          </p:cNvSpPr>
          <p:nvPr/>
        </p:nvSpPr>
        <p:spPr bwMode="auto">
          <a:xfrm>
            <a:off x="822758" y="1738313"/>
            <a:ext cx="323850" cy="0"/>
          </a:xfrm>
          <a:prstGeom prst="line">
            <a:avLst/>
          </a:prstGeom>
          <a:noFill/>
          <a:ln w="28575">
            <a:solidFill>
              <a:schemeClr val="accent1">
                <a:lumMod val="50000"/>
              </a:schemeClr>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 name="Line 11">
            <a:extLst>
              <a:ext uri="{FF2B5EF4-FFF2-40B4-BE49-F238E27FC236}">
                <a16:creationId xmlns:a16="http://schemas.microsoft.com/office/drawing/2014/main" id="{E63B57BD-B46C-C11F-6281-72FC9129BDD6}"/>
              </a:ext>
            </a:extLst>
          </p:cNvPr>
          <p:cNvSpPr>
            <a:spLocks noChangeShapeType="1"/>
          </p:cNvSpPr>
          <p:nvPr/>
        </p:nvSpPr>
        <p:spPr bwMode="auto">
          <a:xfrm>
            <a:off x="1261485" y="1738313"/>
            <a:ext cx="323850" cy="0"/>
          </a:xfrm>
          <a:prstGeom prst="line">
            <a:avLst/>
          </a:prstGeom>
          <a:noFill/>
          <a:ln w="28575">
            <a:solidFill>
              <a:schemeClr val="accent1">
                <a:lumMod val="50000"/>
              </a:schemeClr>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 name="Line 11">
            <a:extLst>
              <a:ext uri="{FF2B5EF4-FFF2-40B4-BE49-F238E27FC236}">
                <a16:creationId xmlns:a16="http://schemas.microsoft.com/office/drawing/2014/main" id="{988801AD-969C-26DA-831B-09FA99ECA57D}"/>
              </a:ext>
            </a:extLst>
          </p:cNvPr>
          <p:cNvSpPr>
            <a:spLocks noChangeShapeType="1"/>
          </p:cNvSpPr>
          <p:nvPr/>
        </p:nvSpPr>
        <p:spPr bwMode="auto">
          <a:xfrm>
            <a:off x="822758" y="2574204"/>
            <a:ext cx="323850" cy="0"/>
          </a:xfrm>
          <a:prstGeom prst="line">
            <a:avLst/>
          </a:prstGeom>
          <a:noFill/>
          <a:ln w="28575">
            <a:solidFill>
              <a:schemeClr val="accent1">
                <a:lumMod val="50000"/>
              </a:schemeClr>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 name="Line 11">
            <a:extLst>
              <a:ext uri="{FF2B5EF4-FFF2-40B4-BE49-F238E27FC236}">
                <a16:creationId xmlns:a16="http://schemas.microsoft.com/office/drawing/2014/main" id="{4173B699-B045-2D82-6A72-7D4A5901B057}"/>
              </a:ext>
            </a:extLst>
          </p:cNvPr>
          <p:cNvSpPr>
            <a:spLocks noChangeShapeType="1"/>
          </p:cNvSpPr>
          <p:nvPr/>
        </p:nvSpPr>
        <p:spPr bwMode="auto">
          <a:xfrm>
            <a:off x="1335376" y="2574204"/>
            <a:ext cx="323850" cy="0"/>
          </a:xfrm>
          <a:prstGeom prst="line">
            <a:avLst/>
          </a:prstGeom>
          <a:noFill/>
          <a:ln w="28575">
            <a:solidFill>
              <a:schemeClr val="accent1">
                <a:lumMod val="50000"/>
              </a:schemeClr>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Line 11">
            <a:extLst>
              <a:ext uri="{FF2B5EF4-FFF2-40B4-BE49-F238E27FC236}">
                <a16:creationId xmlns:a16="http://schemas.microsoft.com/office/drawing/2014/main" id="{A8AF4D70-3052-537E-369B-91F47C5D14CC}"/>
              </a:ext>
            </a:extLst>
          </p:cNvPr>
          <p:cNvSpPr>
            <a:spLocks noChangeShapeType="1"/>
          </p:cNvSpPr>
          <p:nvPr/>
        </p:nvSpPr>
        <p:spPr bwMode="auto">
          <a:xfrm>
            <a:off x="822757" y="3063731"/>
            <a:ext cx="438727" cy="0"/>
          </a:xfrm>
          <a:prstGeom prst="line">
            <a:avLst/>
          </a:prstGeom>
          <a:noFill/>
          <a:ln w="28575">
            <a:solidFill>
              <a:schemeClr val="accent1">
                <a:lumMod val="50000"/>
              </a:schemeClr>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 name="Line 11">
            <a:extLst>
              <a:ext uri="{FF2B5EF4-FFF2-40B4-BE49-F238E27FC236}">
                <a16:creationId xmlns:a16="http://schemas.microsoft.com/office/drawing/2014/main" id="{DE2CD259-6468-4505-943D-3E7BE5694ADE}"/>
              </a:ext>
            </a:extLst>
          </p:cNvPr>
          <p:cNvSpPr>
            <a:spLocks noChangeShapeType="1"/>
          </p:cNvSpPr>
          <p:nvPr/>
        </p:nvSpPr>
        <p:spPr bwMode="auto">
          <a:xfrm flipV="1">
            <a:off x="822757" y="3553258"/>
            <a:ext cx="248661" cy="0"/>
          </a:xfrm>
          <a:prstGeom prst="line">
            <a:avLst/>
          </a:prstGeom>
          <a:noFill/>
          <a:ln w="28575">
            <a:solidFill>
              <a:schemeClr val="accent1">
                <a:lumMod val="50000"/>
              </a:schemeClr>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 name="Line 11">
            <a:extLst>
              <a:ext uri="{FF2B5EF4-FFF2-40B4-BE49-F238E27FC236}">
                <a16:creationId xmlns:a16="http://schemas.microsoft.com/office/drawing/2014/main" id="{96698910-AB12-D84D-E9D6-3C7AC5F7F4BA}"/>
              </a:ext>
            </a:extLst>
          </p:cNvPr>
          <p:cNvSpPr>
            <a:spLocks noChangeShapeType="1"/>
          </p:cNvSpPr>
          <p:nvPr/>
        </p:nvSpPr>
        <p:spPr bwMode="auto">
          <a:xfrm>
            <a:off x="822758" y="4015077"/>
            <a:ext cx="323850" cy="0"/>
          </a:xfrm>
          <a:prstGeom prst="line">
            <a:avLst/>
          </a:prstGeom>
          <a:noFill/>
          <a:ln w="28575">
            <a:solidFill>
              <a:schemeClr val="accent1">
                <a:lumMod val="50000"/>
              </a:schemeClr>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 name="Group 89">
            <a:extLst>
              <a:ext uri="{FF2B5EF4-FFF2-40B4-BE49-F238E27FC236}">
                <a16:creationId xmlns:a16="http://schemas.microsoft.com/office/drawing/2014/main" id="{3822DE0E-7839-3A73-EC8E-BFC2162B0E7E}"/>
              </a:ext>
            </a:extLst>
          </p:cNvPr>
          <p:cNvGrpSpPr>
            <a:grpSpLocks/>
          </p:cNvGrpSpPr>
          <p:nvPr/>
        </p:nvGrpSpPr>
        <p:grpSpPr bwMode="auto">
          <a:xfrm>
            <a:off x="3057526" y="3138054"/>
            <a:ext cx="2668588" cy="1187450"/>
            <a:chOff x="2063" y="3226"/>
            <a:chExt cx="1681" cy="748"/>
          </a:xfrm>
        </p:grpSpPr>
        <p:sp>
          <p:nvSpPr>
            <p:cNvPr id="14" name="Rectangle 5">
              <a:extLst>
                <a:ext uri="{FF2B5EF4-FFF2-40B4-BE49-F238E27FC236}">
                  <a16:creationId xmlns:a16="http://schemas.microsoft.com/office/drawing/2014/main" id="{FF8B934B-4ABE-57BD-5DCD-0ADD72A2365C}"/>
                </a:ext>
              </a:extLst>
            </p:cNvPr>
            <p:cNvSpPr>
              <a:spLocks noChangeArrowheads="1"/>
            </p:cNvSpPr>
            <p:nvPr/>
          </p:nvSpPr>
          <p:spPr bwMode="auto">
            <a:xfrm>
              <a:off x="2200" y="3409"/>
              <a:ext cx="1544" cy="33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zh-CN" altLang="en-US" b="0" dirty="0">
                  <a:solidFill>
                    <a:schemeClr val="accent1">
                      <a:lumMod val="50000"/>
                    </a:schemeClr>
                  </a:solidFill>
                  <a:latin typeface="+mj-ea"/>
                  <a:ea typeface="+mj-ea"/>
                </a:rPr>
                <a:t>低电平有效</a:t>
              </a:r>
            </a:p>
          </p:txBody>
        </p:sp>
        <p:sp>
          <p:nvSpPr>
            <p:cNvPr id="15" name="AutoShape 6">
              <a:extLst>
                <a:ext uri="{FF2B5EF4-FFF2-40B4-BE49-F238E27FC236}">
                  <a16:creationId xmlns:a16="http://schemas.microsoft.com/office/drawing/2014/main" id="{D10FA65E-237A-6CFE-43DD-B818CCD186DF}"/>
                </a:ext>
              </a:extLst>
            </p:cNvPr>
            <p:cNvSpPr>
              <a:spLocks/>
            </p:cNvSpPr>
            <p:nvPr/>
          </p:nvSpPr>
          <p:spPr bwMode="auto">
            <a:xfrm>
              <a:off x="2063" y="3226"/>
              <a:ext cx="137" cy="748"/>
            </a:xfrm>
            <a:prstGeom prst="rightBrace">
              <a:avLst>
                <a:gd name="adj1" fmla="val 40898"/>
                <a:gd name="adj2" fmla="val 49194"/>
              </a:avLst>
            </a:prstGeom>
            <a:noFill/>
            <a:ln w="28575">
              <a:solidFill>
                <a:schemeClr val="accent1">
                  <a:lumMod val="50000"/>
                </a:schemeClr>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grpSp>
      <p:sp>
        <p:nvSpPr>
          <p:cNvPr id="16" name="Text Box 52">
            <a:extLst>
              <a:ext uri="{FF2B5EF4-FFF2-40B4-BE49-F238E27FC236}">
                <a16:creationId xmlns:a16="http://schemas.microsoft.com/office/drawing/2014/main" id="{BDFC571D-F9A2-C917-49B1-4FE4C480EDC3}"/>
              </a:ext>
            </a:extLst>
          </p:cNvPr>
          <p:cNvSpPr txBox="1">
            <a:spLocks noChangeArrowheads="1"/>
          </p:cNvSpPr>
          <p:nvPr/>
        </p:nvSpPr>
        <p:spPr bwMode="auto">
          <a:xfrm>
            <a:off x="7210108" y="4845010"/>
            <a:ext cx="3698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000" b="0">
                <a:latin typeface="Times New Roman" panose="02020603050405020304" pitchFamily="18" charset="0"/>
              </a:rPr>
              <a:t>I</a:t>
            </a:r>
            <a:r>
              <a:rPr kumimoji="1" lang="en-US" altLang="zh-CN" sz="1600" b="0">
                <a:latin typeface="Times New Roman" panose="02020603050405020304" pitchFamily="18" charset="0"/>
              </a:rPr>
              <a:t>1</a:t>
            </a:r>
          </a:p>
        </p:txBody>
      </p:sp>
      <p:sp>
        <p:nvSpPr>
          <p:cNvPr id="17" name="Text Box 55">
            <a:extLst>
              <a:ext uri="{FF2B5EF4-FFF2-40B4-BE49-F238E27FC236}">
                <a16:creationId xmlns:a16="http://schemas.microsoft.com/office/drawing/2014/main" id="{4A05102E-042E-471A-4F64-53D898ADA025}"/>
              </a:ext>
            </a:extLst>
          </p:cNvPr>
          <p:cNvSpPr txBox="1">
            <a:spLocks noChangeArrowheads="1"/>
          </p:cNvSpPr>
          <p:nvPr/>
        </p:nvSpPr>
        <p:spPr bwMode="auto">
          <a:xfrm>
            <a:off x="7210108" y="4521160"/>
            <a:ext cx="3698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000" b="0">
                <a:latin typeface="Times New Roman" panose="02020603050405020304" pitchFamily="18" charset="0"/>
              </a:rPr>
              <a:t>I</a:t>
            </a:r>
            <a:r>
              <a:rPr kumimoji="1" lang="en-US" altLang="zh-CN" sz="1600" b="0">
                <a:latin typeface="Times New Roman" panose="02020603050405020304" pitchFamily="18" charset="0"/>
              </a:rPr>
              <a:t>2</a:t>
            </a:r>
          </a:p>
        </p:txBody>
      </p:sp>
      <p:sp>
        <p:nvSpPr>
          <p:cNvPr id="18" name="Text Box 58">
            <a:extLst>
              <a:ext uri="{FF2B5EF4-FFF2-40B4-BE49-F238E27FC236}">
                <a16:creationId xmlns:a16="http://schemas.microsoft.com/office/drawing/2014/main" id="{9696A213-6082-8CA7-84AE-A5B1951C98C3}"/>
              </a:ext>
            </a:extLst>
          </p:cNvPr>
          <p:cNvSpPr txBox="1">
            <a:spLocks noChangeArrowheads="1"/>
          </p:cNvSpPr>
          <p:nvPr/>
        </p:nvSpPr>
        <p:spPr bwMode="auto">
          <a:xfrm>
            <a:off x="7210108" y="4206835"/>
            <a:ext cx="3698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000" b="0">
                <a:latin typeface="Times New Roman" panose="02020603050405020304" pitchFamily="18" charset="0"/>
              </a:rPr>
              <a:t>I</a:t>
            </a:r>
            <a:r>
              <a:rPr kumimoji="1" lang="en-US" altLang="zh-CN" sz="1600" b="0">
                <a:latin typeface="Times New Roman" panose="02020603050405020304" pitchFamily="18" charset="0"/>
              </a:rPr>
              <a:t>3</a:t>
            </a:r>
          </a:p>
        </p:txBody>
      </p:sp>
      <p:sp>
        <p:nvSpPr>
          <p:cNvPr id="19" name="Text Box 61">
            <a:extLst>
              <a:ext uri="{FF2B5EF4-FFF2-40B4-BE49-F238E27FC236}">
                <a16:creationId xmlns:a16="http://schemas.microsoft.com/office/drawing/2014/main" id="{85496F81-EC85-8D15-7225-79156851F3EE}"/>
              </a:ext>
            </a:extLst>
          </p:cNvPr>
          <p:cNvSpPr txBox="1">
            <a:spLocks noChangeArrowheads="1"/>
          </p:cNvSpPr>
          <p:nvPr/>
        </p:nvSpPr>
        <p:spPr bwMode="auto">
          <a:xfrm>
            <a:off x="7219633" y="3882985"/>
            <a:ext cx="3698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000" b="0">
                <a:latin typeface="Times New Roman" panose="02020603050405020304" pitchFamily="18" charset="0"/>
              </a:rPr>
              <a:t>I</a:t>
            </a:r>
            <a:r>
              <a:rPr kumimoji="1" lang="en-US" altLang="zh-CN" sz="1600" b="0">
                <a:latin typeface="Times New Roman" panose="02020603050405020304" pitchFamily="18" charset="0"/>
              </a:rPr>
              <a:t>4</a:t>
            </a:r>
          </a:p>
        </p:txBody>
      </p:sp>
      <p:sp>
        <p:nvSpPr>
          <p:cNvPr id="20" name="Text Box 64">
            <a:extLst>
              <a:ext uri="{FF2B5EF4-FFF2-40B4-BE49-F238E27FC236}">
                <a16:creationId xmlns:a16="http://schemas.microsoft.com/office/drawing/2014/main" id="{DD909180-5662-31B2-6EB4-996F4AE09FC7}"/>
              </a:ext>
            </a:extLst>
          </p:cNvPr>
          <p:cNvSpPr txBox="1">
            <a:spLocks noChangeArrowheads="1"/>
          </p:cNvSpPr>
          <p:nvPr/>
        </p:nvSpPr>
        <p:spPr bwMode="auto">
          <a:xfrm>
            <a:off x="7219633" y="3549610"/>
            <a:ext cx="3698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000" b="0">
                <a:latin typeface="Times New Roman" panose="02020603050405020304" pitchFamily="18" charset="0"/>
              </a:rPr>
              <a:t>I</a:t>
            </a:r>
            <a:r>
              <a:rPr kumimoji="1" lang="en-US" altLang="zh-CN" sz="1600" b="0">
                <a:latin typeface="Times New Roman" panose="02020603050405020304" pitchFamily="18" charset="0"/>
              </a:rPr>
              <a:t>5</a:t>
            </a:r>
          </a:p>
        </p:txBody>
      </p:sp>
      <p:sp>
        <p:nvSpPr>
          <p:cNvPr id="21" name="Text Box 67">
            <a:extLst>
              <a:ext uri="{FF2B5EF4-FFF2-40B4-BE49-F238E27FC236}">
                <a16:creationId xmlns:a16="http://schemas.microsoft.com/office/drawing/2014/main" id="{BD597DEE-2A79-3619-49EE-9ECB5DB51EB8}"/>
              </a:ext>
            </a:extLst>
          </p:cNvPr>
          <p:cNvSpPr txBox="1">
            <a:spLocks noChangeArrowheads="1"/>
          </p:cNvSpPr>
          <p:nvPr/>
        </p:nvSpPr>
        <p:spPr bwMode="auto">
          <a:xfrm>
            <a:off x="7219633" y="3225760"/>
            <a:ext cx="3698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000" b="0">
                <a:latin typeface="Times New Roman" panose="02020603050405020304" pitchFamily="18" charset="0"/>
              </a:rPr>
              <a:t>I</a:t>
            </a:r>
            <a:r>
              <a:rPr kumimoji="1" lang="en-US" altLang="zh-CN" sz="1600" b="0">
                <a:latin typeface="Times New Roman" panose="02020603050405020304" pitchFamily="18" charset="0"/>
              </a:rPr>
              <a:t>6</a:t>
            </a:r>
          </a:p>
        </p:txBody>
      </p:sp>
      <p:sp>
        <p:nvSpPr>
          <p:cNvPr id="22" name="Text Box 70">
            <a:extLst>
              <a:ext uri="{FF2B5EF4-FFF2-40B4-BE49-F238E27FC236}">
                <a16:creationId xmlns:a16="http://schemas.microsoft.com/office/drawing/2014/main" id="{437FFF31-70A2-B7DC-01F0-35AD5EBC10BF}"/>
              </a:ext>
            </a:extLst>
          </p:cNvPr>
          <p:cNvSpPr txBox="1">
            <a:spLocks noChangeArrowheads="1"/>
          </p:cNvSpPr>
          <p:nvPr/>
        </p:nvSpPr>
        <p:spPr bwMode="auto">
          <a:xfrm>
            <a:off x="7219633" y="2911435"/>
            <a:ext cx="3698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000" b="0">
                <a:latin typeface="Times New Roman" panose="02020603050405020304" pitchFamily="18" charset="0"/>
              </a:rPr>
              <a:t>I</a:t>
            </a:r>
            <a:r>
              <a:rPr kumimoji="1" lang="en-US" altLang="zh-CN" sz="1600" b="0">
                <a:latin typeface="Times New Roman" panose="02020603050405020304" pitchFamily="18" charset="0"/>
              </a:rPr>
              <a:t>7</a:t>
            </a:r>
          </a:p>
        </p:txBody>
      </p:sp>
      <p:sp>
        <p:nvSpPr>
          <p:cNvPr id="23" name="Line 17">
            <a:extLst>
              <a:ext uri="{FF2B5EF4-FFF2-40B4-BE49-F238E27FC236}">
                <a16:creationId xmlns:a16="http://schemas.microsoft.com/office/drawing/2014/main" id="{99BC6D54-8557-CBA4-8980-18B316A31FEC}"/>
              </a:ext>
            </a:extLst>
          </p:cNvPr>
          <p:cNvSpPr>
            <a:spLocks noChangeShapeType="1"/>
          </p:cNvSpPr>
          <p:nvPr/>
        </p:nvSpPr>
        <p:spPr bwMode="auto">
          <a:xfrm>
            <a:off x="6689408" y="5805447"/>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Text Box 18">
            <a:extLst>
              <a:ext uri="{FF2B5EF4-FFF2-40B4-BE49-F238E27FC236}">
                <a16:creationId xmlns:a16="http://schemas.microsoft.com/office/drawing/2014/main" id="{40A0BE91-4C38-3CF3-0B81-8D0EC2DB34F8}"/>
              </a:ext>
            </a:extLst>
          </p:cNvPr>
          <p:cNvSpPr txBox="1">
            <a:spLocks noChangeArrowheads="1"/>
          </p:cNvSpPr>
          <p:nvPr/>
        </p:nvSpPr>
        <p:spPr bwMode="auto">
          <a:xfrm>
            <a:off x="7129145" y="2779672"/>
            <a:ext cx="1676400" cy="3313113"/>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lIns="0" tIns="0" rIns="0" bIns="0" anchor="ctr" anchorCtr="1"/>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lang="en-US" altLang="zh-CN" sz="2400" b="0"/>
              <a:t>74x148</a:t>
            </a:r>
          </a:p>
        </p:txBody>
      </p:sp>
      <p:sp>
        <p:nvSpPr>
          <p:cNvPr id="25" name="Oval 19">
            <a:extLst>
              <a:ext uri="{FF2B5EF4-FFF2-40B4-BE49-F238E27FC236}">
                <a16:creationId xmlns:a16="http://schemas.microsoft.com/office/drawing/2014/main" id="{095D6086-71FF-9F80-0AC4-610184F4A87F}"/>
              </a:ext>
            </a:extLst>
          </p:cNvPr>
          <p:cNvSpPr>
            <a:spLocks noChangeArrowheads="1"/>
          </p:cNvSpPr>
          <p:nvPr/>
        </p:nvSpPr>
        <p:spPr bwMode="auto">
          <a:xfrm>
            <a:off x="6978333" y="5734010"/>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6" name="Oval 20">
            <a:extLst>
              <a:ext uri="{FF2B5EF4-FFF2-40B4-BE49-F238E27FC236}">
                <a16:creationId xmlns:a16="http://schemas.microsoft.com/office/drawing/2014/main" id="{11455F0E-AE02-88F0-2187-EDF8F894B7DB}"/>
              </a:ext>
            </a:extLst>
          </p:cNvPr>
          <p:cNvSpPr>
            <a:spLocks noChangeArrowheads="1"/>
          </p:cNvSpPr>
          <p:nvPr/>
        </p:nvSpPr>
        <p:spPr bwMode="auto">
          <a:xfrm>
            <a:off x="8803958" y="3322597"/>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7" name="Line 21">
            <a:extLst>
              <a:ext uri="{FF2B5EF4-FFF2-40B4-BE49-F238E27FC236}">
                <a16:creationId xmlns:a16="http://schemas.microsoft.com/office/drawing/2014/main" id="{C2E100EE-23A2-00A0-2011-756CEECB23BB}"/>
              </a:ext>
            </a:extLst>
          </p:cNvPr>
          <p:cNvSpPr>
            <a:spLocks noChangeShapeType="1"/>
          </p:cNvSpPr>
          <p:nvPr/>
        </p:nvSpPr>
        <p:spPr bwMode="auto">
          <a:xfrm>
            <a:off x="8948420" y="3392447"/>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Oval 22">
            <a:extLst>
              <a:ext uri="{FF2B5EF4-FFF2-40B4-BE49-F238E27FC236}">
                <a16:creationId xmlns:a16="http://schemas.microsoft.com/office/drawing/2014/main" id="{A3D5549C-26FF-3772-3A4E-72D0F9B7D014}"/>
              </a:ext>
            </a:extLst>
          </p:cNvPr>
          <p:cNvSpPr>
            <a:spLocks noChangeArrowheads="1"/>
          </p:cNvSpPr>
          <p:nvPr/>
        </p:nvSpPr>
        <p:spPr bwMode="auto">
          <a:xfrm>
            <a:off x="8803958" y="3836947"/>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9" name="Line 23">
            <a:extLst>
              <a:ext uri="{FF2B5EF4-FFF2-40B4-BE49-F238E27FC236}">
                <a16:creationId xmlns:a16="http://schemas.microsoft.com/office/drawing/2014/main" id="{3DE97436-CA6A-5148-16B2-74C8CFEA6D0F}"/>
              </a:ext>
            </a:extLst>
          </p:cNvPr>
          <p:cNvSpPr>
            <a:spLocks noChangeShapeType="1"/>
          </p:cNvSpPr>
          <p:nvPr/>
        </p:nvSpPr>
        <p:spPr bwMode="auto">
          <a:xfrm>
            <a:off x="8948420" y="3906797"/>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 name="Oval 24">
            <a:extLst>
              <a:ext uri="{FF2B5EF4-FFF2-40B4-BE49-F238E27FC236}">
                <a16:creationId xmlns:a16="http://schemas.microsoft.com/office/drawing/2014/main" id="{FB2DE6AC-A88E-036C-4C11-A2A651C165B0}"/>
              </a:ext>
            </a:extLst>
          </p:cNvPr>
          <p:cNvSpPr>
            <a:spLocks noChangeArrowheads="1"/>
          </p:cNvSpPr>
          <p:nvPr/>
        </p:nvSpPr>
        <p:spPr bwMode="auto">
          <a:xfrm>
            <a:off x="8803958" y="4475122"/>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31" name="Line 25">
            <a:extLst>
              <a:ext uri="{FF2B5EF4-FFF2-40B4-BE49-F238E27FC236}">
                <a16:creationId xmlns:a16="http://schemas.microsoft.com/office/drawing/2014/main" id="{40C356A9-7F36-E757-67D3-0CAEB09AA85B}"/>
              </a:ext>
            </a:extLst>
          </p:cNvPr>
          <p:cNvSpPr>
            <a:spLocks noChangeShapeType="1"/>
          </p:cNvSpPr>
          <p:nvPr/>
        </p:nvSpPr>
        <p:spPr bwMode="auto">
          <a:xfrm>
            <a:off x="8948420" y="4544972"/>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 name="Oval 26">
            <a:extLst>
              <a:ext uri="{FF2B5EF4-FFF2-40B4-BE49-F238E27FC236}">
                <a16:creationId xmlns:a16="http://schemas.microsoft.com/office/drawing/2014/main" id="{FADD7DF6-13BB-11FD-F462-0C42BE3B19AC}"/>
              </a:ext>
            </a:extLst>
          </p:cNvPr>
          <p:cNvSpPr>
            <a:spLocks noChangeArrowheads="1"/>
          </p:cNvSpPr>
          <p:nvPr/>
        </p:nvSpPr>
        <p:spPr bwMode="auto">
          <a:xfrm>
            <a:off x="8803958" y="4943435"/>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33" name="Line 27">
            <a:extLst>
              <a:ext uri="{FF2B5EF4-FFF2-40B4-BE49-F238E27FC236}">
                <a16:creationId xmlns:a16="http://schemas.microsoft.com/office/drawing/2014/main" id="{7A5FCFF1-5BF0-8A97-D157-918799AC6363}"/>
              </a:ext>
            </a:extLst>
          </p:cNvPr>
          <p:cNvSpPr>
            <a:spLocks noChangeShapeType="1"/>
          </p:cNvSpPr>
          <p:nvPr/>
        </p:nvSpPr>
        <p:spPr bwMode="auto">
          <a:xfrm>
            <a:off x="8948420" y="5013285"/>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 name="Oval 28">
            <a:extLst>
              <a:ext uri="{FF2B5EF4-FFF2-40B4-BE49-F238E27FC236}">
                <a16:creationId xmlns:a16="http://schemas.microsoft.com/office/drawing/2014/main" id="{6F487BDA-E763-D73F-E160-DB66E81AC707}"/>
              </a:ext>
            </a:extLst>
          </p:cNvPr>
          <p:cNvSpPr>
            <a:spLocks noChangeArrowheads="1"/>
          </p:cNvSpPr>
          <p:nvPr/>
        </p:nvSpPr>
        <p:spPr bwMode="auto">
          <a:xfrm>
            <a:off x="8803958" y="5375235"/>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35" name="Line 29">
            <a:extLst>
              <a:ext uri="{FF2B5EF4-FFF2-40B4-BE49-F238E27FC236}">
                <a16:creationId xmlns:a16="http://schemas.microsoft.com/office/drawing/2014/main" id="{7B6DBF35-1DBB-56E2-7BAA-5D228B4A1904}"/>
              </a:ext>
            </a:extLst>
          </p:cNvPr>
          <p:cNvSpPr>
            <a:spLocks noChangeShapeType="1"/>
          </p:cNvSpPr>
          <p:nvPr/>
        </p:nvSpPr>
        <p:spPr bwMode="auto">
          <a:xfrm>
            <a:off x="8948420" y="5445085"/>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 name="Line 30">
            <a:extLst>
              <a:ext uri="{FF2B5EF4-FFF2-40B4-BE49-F238E27FC236}">
                <a16:creationId xmlns:a16="http://schemas.microsoft.com/office/drawing/2014/main" id="{C5C3F301-A4FE-77DF-F37C-0A334A1D2952}"/>
              </a:ext>
            </a:extLst>
          </p:cNvPr>
          <p:cNvSpPr>
            <a:spLocks noChangeShapeType="1"/>
          </p:cNvSpPr>
          <p:nvPr/>
        </p:nvSpPr>
        <p:spPr bwMode="auto">
          <a:xfrm>
            <a:off x="6689408" y="4076660"/>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 name="Oval 31">
            <a:extLst>
              <a:ext uri="{FF2B5EF4-FFF2-40B4-BE49-F238E27FC236}">
                <a16:creationId xmlns:a16="http://schemas.microsoft.com/office/drawing/2014/main" id="{02A5D417-3DB9-904C-74F9-656D03F28774}"/>
              </a:ext>
            </a:extLst>
          </p:cNvPr>
          <p:cNvSpPr>
            <a:spLocks noChangeArrowheads="1"/>
          </p:cNvSpPr>
          <p:nvPr/>
        </p:nvSpPr>
        <p:spPr bwMode="auto">
          <a:xfrm>
            <a:off x="6978333" y="4005222"/>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38" name="Line 32">
            <a:extLst>
              <a:ext uri="{FF2B5EF4-FFF2-40B4-BE49-F238E27FC236}">
                <a16:creationId xmlns:a16="http://schemas.microsoft.com/office/drawing/2014/main" id="{191C5B20-2185-0215-874E-5AD400493F68}"/>
              </a:ext>
            </a:extLst>
          </p:cNvPr>
          <p:cNvSpPr>
            <a:spLocks noChangeShapeType="1"/>
          </p:cNvSpPr>
          <p:nvPr/>
        </p:nvSpPr>
        <p:spPr bwMode="auto">
          <a:xfrm>
            <a:off x="6689408" y="3763922"/>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 name="Oval 33">
            <a:extLst>
              <a:ext uri="{FF2B5EF4-FFF2-40B4-BE49-F238E27FC236}">
                <a16:creationId xmlns:a16="http://schemas.microsoft.com/office/drawing/2014/main" id="{496CA875-29F7-91F8-6DD9-17928B5B1794}"/>
              </a:ext>
            </a:extLst>
          </p:cNvPr>
          <p:cNvSpPr>
            <a:spLocks noChangeArrowheads="1"/>
          </p:cNvSpPr>
          <p:nvPr/>
        </p:nvSpPr>
        <p:spPr bwMode="auto">
          <a:xfrm>
            <a:off x="6978333" y="3692485"/>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40" name="Line 34">
            <a:extLst>
              <a:ext uri="{FF2B5EF4-FFF2-40B4-BE49-F238E27FC236}">
                <a16:creationId xmlns:a16="http://schemas.microsoft.com/office/drawing/2014/main" id="{77BC518E-04CE-5659-AAC5-F12872CFFB29}"/>
              </a:ext>
            </a:extLst>
          </p:cNvPr>
          <p:cNvSpPr>
            <a:spLocks noChangeShapeType="1"/>
          </p:cNvSpPr>
          <p:nvPr/>
        </p:nvSpPr>
        <p:spPr bwMode="auto">
          <a:xfrm>
            <a:off x="6689408" y="3428960"/>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 name="Oval 35">
            <a:extLst>
              <a:ext uri="{FF2B5EF4-FFF2-40B4-BE49-F238E27FC236}">
                <a16:creationId xmlns:a16="http://schemas.microsoft.com/office/drawing/2014/main" id="{BE1AB208-00BB-2D9A-E300-D7BF666515D2}"/>
              </a:ext>
            </a:extLst>
          </p:cNvPr>
          <p:cNvSpPr>
            <a:spLocks noChangeArrowheads="1"/>
          </p:cNvSpPr>
          <p:nvPr/>
        </p:nvSpPr>
        <p:spPr bwMode="auto">
          <a:xfrm>
            <a:off x="6978333" y="3357522"/>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42" name="Line 36">
            <a:extLst>
              <a:ext uri="{FF2B5EF4-FFF2-40B4-BE49-F238E27FC236}">
                <a16:creationId xmlns:a16="http://schemas.microsoft.com/office/drawing/2014/main" id="{0EE808D6-7978-D255-9944-31F0141C5D47}"/>
              </a:ext>
            </a:extLst>
          </p:cNvPr>
          <p:cNvSpPr>
            <a:spLocks noChangeShapeType="1"/>
          </p:cNvSpPr>
          <p:nvPr/>
        </p:nvSpPr>
        <p:spPr bwMode="auto">
          <a:xfrm>
            <a:off x="6689408" y="3114635"/>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 name="Oval 37">
            <a:extLst>
              <a:ext uri="{FF2B5EF4-FFF2-40B4-BE49-F238E27FC236}">
                <a16:creationId xmlns:a16="http://schemas.microsoft.com/office/drawing/2014/main" id="{47ADB58A-38EE-9E21-B77F-25E3AFC6F0A2}"/>
              </a:ext>
            </a:extLst>
          </p:cNvPr>
          <p:cNvSpPr>
            <a:spLocks noChangeArrowheads="1"/>
          </p:cNvSpPr>
          <p:nvPr/>
        </p:nvSpPr>
        <p:spPr bwMode="auto">
          <a:xfrm>
            <a:off x="6978333" y="3043197"/>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44" name="Line 38">
            <a:extLst>
              <a:ext uri="{FF2B5EF4-FFF2-40B4-BE49-F238E27FC236}">
                <a16:creationId xmlns:a16="http://schemas.microsoft.com/office/drawing/2014/main" id="{283F7EF2-7012-20FC-A142-45F4CA38D78D}"/>
              </a:ext>
            </a:extLst>
          </p:cNvPr>
          <p:cNvSpPr>
            <a:spLocks noChangeShapeType="1"/>
          </p:cNvSpPr>
          <p:nvPr/>
        </p:nvSpPr>
        <p:spPr bwMode="auto">
          <a:xfrm>
            <a:off x="6689408" y="5372060"/>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 name="Oval 39">
            <a:extLst>
              <a:ext uri="{FF2B5EF4-FFF2-40B4-BE49-F238E27FC236}">
                <a16:creationId xmlns:a16="http://schemas.microsoft.com/office/drawing/2014/main" id="{483C4EE0-9CDA-DFBD-C36B-41A963681CFD}"/>
              </a:ext>
            </a:extLst>
          </p:cNvPr>
          <p:cNvSpPr>
            <a:spLocks noChangeArrowheads="1"/>
          </p:cNvSpPr>
          <p:nvPr/>
        </p:nvSpPr>
        <p:spPr bwMode="auto">
          <a:xfrm>
            <a:off x="6978333" y="5300622"/>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46" name="Line 40">
            <a:extLst>
              <a:ext uri="{FF2B5EF4-FFF2-40B4-BE49-F238E27FC236}">
                <a16:creationId xmlns:a16="http://schemas.microsoft.com/office/drawing/2014/main" id="{CF411259-88D8-DC29-D6AB-9E0FB374DFF4}"/>
              </a:ext>
            </a:extLst>
          </p:cNvPr>
          <p:cNvSpPr>
            <a:spLocks noChangeShapeType="1"/>
          </p:cNvSpPr>
          <p:nvPr/>
        </p:nvSpPr>
        <p:spPr bwMode="auto">
          <a:xfrm>
            <a:off x="6689408" y="5048210"/>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 name="Oval 41">
            <a:extLst>
              <a:ext uri="{FF2B5EF4-FFF2-40B4-BE49-F238E27FC236}">
                <a16:creationId xmlns:a16="http://schemas.microsoft.com/office/drawing/2014/main" id="{05F84A7E-E808-9DD2-BA80-646B09A73899}"/>
              </a:ext>
            </a:extLst>
          </p:cNvPr>
          <p:cNvSpPr>
            <a:spLocks noChangeArrowheads="1"/>
          </p:cNvSpPr>
          <p:nvPr/>
        </p:nvSpPr>
        <p:spPr bwMode="auto">
          <a:xfrm>
            <a:off x="6978333" y="4976772"/>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48" name="Line 42">
            <a:extLst>
              <a:ext uri="{FF2B5EF4-FFF2-40B4-BE49-F238E27FC236}">
                <a16:creationId xmlns:a16="http://schemas.microsoft.com/office/drawing/2014/main" id="{4F8E4D8A-A50E-193D-53B8-C8B1A4F193ED}"/>
              </a:ext>
            </a:extLst>
          </p:cNvPr>
          <p:cNvSpPr>
            <a:spLocks noChangeShapeType="1"/>
          </p:cNvSpPr>
          <p:nvPr/>
        </p:nvSpPr>
        <p:spPr bwMode="auto">
          <a:xfrm>
            <a:off x="6689408" y="4724360"/>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 name="Oval 43">
            <a:extLst>
              <a:ext uri="{FF2B5EF4-FFF2-40B4-BE49-F238E27FC236}">
                <a16:creationId xmlns:a16="http://schemas.microsoft.com/office/drawing/2014/main" id="{B8A53C0E-9820-832D-0C11-CC963311F18C}"/>
              </a:ext>
            </a:extLst>
          </p:cNvPr>
          <p:cNvSpPr>
            <a:spLocks noChangeArrowheads="1"/>
          </p:cNvSpPr>
          <p:nvPr/>
        </p:nvSpPr>
        <p:spPr bwMode="auto">
          <a:xfrm>
            <a:off x="6978333" y="4652922"/>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50" name="Line 44">
            <a:extLst>
              <a:ext uri="{FF2B5EF4-FFF2-40B4-BE49-F238E27FC236}">
                <a16:creationId xmlns:a16="http://schemas.microsoft.com/office/drawing/2014/main" id="{A6EC5ADA-A302-6B6F-AC90-5C5B46E0295A}"/>
              </a:ext>
            </a:extLst>
          </p:cNvPr>
          <p:cNvSpPr>
            <a:spLocks noChangeShapeType="1"/>
          </p:cNvSpPr>
          <p:nvPr/>
        </p:nvSpPr>
        <p:spPr bwMode="auto">
          <a:xfrm>
            <a:off x="6689408" y="4400510"/>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 name="Oval 45">
            <a:extLst>
              <a:ext uri="{FF2B5EF4-FFF2-40B4-BE49-F238E27FC236}">
                <a16:creationId xmlns:a16="http://schemas.microsoft.com/office/drawing/2014/main" id="{2AA66266-AA6D-3815-6FA8-C7F35001F385}"/>
              </a:ext>
            </a:extLst>
          </p:cNvPr>
          <p:cNvSpPr>
            <a:spLocks noChangeArrowheads="1"/>
          </p:cNvSpPr>
          <p:nvPr/>
        </p:nvSpPr>
        <p:spPr bwMode="auto">
          <a:xfrm>
            <a:off x="6978333" y="4329072"/>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52" name="Text Box 47">
            <a:extLst>
              <a:ext uri="{FF2B5EF4-FFF2-40B4-BE49-F238E27FC236}">
                <a16:creationId xmlns:a16="http://schemas.microsoft.com/office/drawing/2014/main" id="{481BE913-1762-1CBA-4470-4AE570B3E673}"/>
              </a:ext>
            </a:extLst>
          </p:cNvPr>
          <p:cNvSpPr txBox="1">
            <a:spLocks noChangeArrowheads="1"/>
          </p:cNvSpPr>
          <p:nvPr/>
        </p:nvSpPr>
        <p:spPr bwMode="auto">
          <a:xfrm>
            <a:off x="7192645" y="5587960"/>
            <a:ext cx="354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b="0">
                <a:latin typeface="Times New Roman" panose="02020603050405020304" pitchFamily="18" charset="0"/>
              </a:rPr>
              <a:t>S</a:t>
            </a:r>
          </a:p>
        </p:txBody>
      </p:sp>
      <p:sp>
        <p:nvSpPr>
          <p:cNvPr id="53" name="Text Box 49">
            <a:extLst>
              <a:ext uri="{FF2B5EF4-FFF2-40B4-BE49-F238E27FC236}">
                <a16:creationId xmlns:a16="http://schemas.microsoft.com/office/drawing/2014/main" id="{5F901D33-FD96-1B0C-19C3-D3E7FF84DEBA}"/>
              </a:ext>
            </a:extLst>
          </p:cNvPr>
          <p:cNvSpPr txBox="1">
            <a:spLocks noChangeArrowheads="1"/>
          </p:cNvSpPr>
          <p:nvPr/>
        </p:nvSpPr>
        <p:spPr bwMode="auto">
          <a:xfrm>
            <a:off x="7210108" y="5178385"/>
            <a:ext cx="3698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000" b="0">
                <a:latin typeface="Times New Roman" panose="02020603050405020304" pitchFamily="18" charset="0"/>
              </a:rPr>
              <a:t>I</a:t>
            </a:r>
            <a:r>
              <a:rPr kumimoji="1" lang="en-US" altLang="zh-CN" sz="1600" b="0">
                <a:latin typeface="Times New Roman" panose="02020603050405020304" pitchFamily="18" charset="0"/>
              </a:rPr>
              <a:t>0</a:t>
            </a:r>
          </a:p>
        </p:txBody>
      </p:sp>
      <p:sp>
        <p:nvSpPr>
          <p:cNvPr id="54" name="Text Box 74">
            <a:extLst>
              <a:ext uri="{FF2B5EF4-FFF2-40B4-BE49-F238E27FC236}">
                <a16:creationId xmlns:a16="http://schemas.microsoft.com/office/drawing/2014/main" id="{E3317417-F379-810D-AEBB-392FC2061728}"/>
              </a:ext>
            </a:extLst>
          </p:cNvPr>
          <p:cNvSpPr txBox="1">
            <a:spLocks noChangeArrowheads="1"/>
          </p:cNvSpPr>
          <p:nvPr/>
        </p:nvSpPr>
        <p:spPr bwMode="auto">
          <a:xfrm>
            <a:off x="8230870" y="3190835"/>
            <a:ext cx="517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Times New Roman" panose="02020603050405020304" pitchFamily="18" charset="0"/>
              </a:rPr>
              <a:t>Y</a:t>
            </a:r>
            <a:r>
              <a:rPr kumimoji="1" lang="en-US" altLang="zh-CN" sz="1600" b="0">
                <a:latin typeface="Times New Roman" panose="02020603050405020304" pitchFamily="18" charset="0"/>
              </a:rPr>
              <a:t>S</a:t>
            </a:r>
          </a:p>
        </p:txBody>
      </p:sp>
      <p:sp>
        <p:nvSpPr>
          <p:cNvPr id="55" name="Text Box 75">
            <a:extLst>
              <a:ext uri="{FF2B5EF4-FFF2-40B4-BE49-F238E27FC236}">
                <a16:creationId xmlns:a16="http://schemas.microsoft.com/office/drawing/2014/main" id="{EA1561C8-A212-49B2-D82C-737D24D73A03}"/>
              </a:ext>
            </a:extLst>
          </p:cNvPr>
          <p:cNvSpPr txBox="1">
            <a:spLocks noChangeArrowheads="1"/>
          </p:cNvSpPr>
          <p:nvPr/>
        </p:nvSpPr>
        <p:spPr bwMode="auto">
          <a:xfrm>
            <a:off x="8192770" y="3654385"/>
            <a:ext cx="6207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Times New Roman" panose="02020603050405020304" pitchFamily="18" charset="0"/>
              </a:rPr>
              <a:t>Y</a:t>
            </a:r>
            <a:r>
              <a:rPr kumimoji="1" lang="en-US" altLang="zh-CN" sz="1800" b="0">
                <a:latin typeface="Times New Roman" panose="02020603050405020304" pitchFamily="18" charset="0"/>
              </a:rPr>
              <a:t>ex</a:t>
            </a:r>
          </a:p>
        </p:txBody>
      </p:sp>
      <p:sp>
        <p:nvSpPr>
          <p:cNvPr id="56" name="Text Box 76">
            <a:extLst>
              <a:ext uri="{FF2B5EF4-FFF2-40B4-BE49-F238E27FC236}">
                <a16:creationId xmlns:a16="http://schemas.microsoft.com/office/drawing/2014/main" id="{0A44AB40-0DC2-C3C5-DA29-2B6A1FD8BFD5}"/>
              </a:ext>
            </a:extLst>
          </p:cNvPr>
          <p:cNvSpPr txBox="1">
            <a:spLocks noChangeArrowheads="1"/>
          </p:cNvSpPr>
          <p:nvPr/>
        </p:nvSpPr>
        <p:spPr bwMode="auto">
          <a:xfrm>
            <a:off x="8230870" y="4343360"/>
            <a:ext cx="5064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Times New Roman" panose="02020603050405020304" pitchFamily="18" charset="0"/>
              </a:rPr>
              <a:t>Y</a:t>
            </a:r>
            <a:r>
              <a:rPr kumimoji="1" lang="en-US" altLang="zh-CN" sz="1600" b="0">
                <a:latin typeface="Times New Roman" panose="02020603050405020304" pitchFamily="18" charset="0"/>
              </a:rPr>
              <a:t>2</a:t>
            </a:r>
          </a:p>
        </p:txBody>
      </p:sp>
      <p:sp>
        <p:nvSpPr>
          <p:cNvPr id="57" name="Text Box 77">
            <a:extLst>
              <a:ext uri="{FF2B5EF4-FFF2-40B4-BE49-F238E27FC236}">
                <a16:creationId xmlns:a16="http://schemas.microsoft.com/office/drawing/2014/main" id="{0F448B37-9E06-11B1-05D3-F6BBA7A8C0C2}"/>
              </a:ext>
            </a:extLst>
          </p:cNvPr>
          <p:cNvSpPr txBox="1">
            <a:spLocks noChangeArrowheads="1"/>
          </p:cNvSpPr>
          <p:nvPr/>
        </p:nvSpPr>
        <p:spPr bwMode="auto">
          <a:xfrm>
            <a:off x="8230870" y="4811672"/>
            <a:ext cx="5064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Times New Roman" panose="02020603050405020304" pitchFamily="18" charset="0"/>
              </a:rPr>
              <a:t>Y</a:t>
            </a:r>
            <a:r>
              <a:rPr kumimoji="1" lang="en-US" altLang="zh-CN" sz="1600" b="0">
                <a:latin typeface="Times New Roman" panose="02020603050405020304" pitchFamily="18" charset="0"/>
              </a:rPr>
              <a:t>1</a:t>
            </a:r>
          </a:p>
        </p:txBody>
      </p:sp>
      <p:sp>
        <p:nvSpPr>
          <p:cNvPr id="58" name="Text Box 78">
            <a:extLst>
              <a:ext uri="{FF2B5EF4-FFF2-40B4-BE49-F238E27FC236}">
                <a16:creationId xmlns:a16="http://schemas.microsoft.com/office/drawing/2014/main" id="{50E8A266-D897-32CB-05D7-E6D7F205E42E}"/>
              </a:ext>
            </a:extLst>
          </p:cNvPr>
          <p:cNvSpPr txBox="1">
            <a:spLocks noChangeArrowheads="1"/>
          </p:cNvSpPr>
          <p:nvPr/>
        </p:nvSpPr>
        <p:spPr bwMode="auto">
          <a:xfrm>
            <a:off x="8230870" y="5243472"/>
            <a:ext cx="5064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Times New Roman" panose="02020603050405020304" pitchFamily="18" charset="0"/>
              </a:rPr>
              <a:t>Y</a:t>
            </a:r>
            <a:r>
              <a:rPr kumimoji="1" lang="en-US" altLang="zh-CN" sz="1600" b="0">
                <a:latin typeface="Times New Roman" panose="02020603050405020304" pitchFamily="18" charset="0"/>
              </a:rPr>
              <a:t>0</a:t>
            </a:r>
          </a:p>
        </p:txBody>
      </p:sp>
      <p:sp>
        <p:nvSpPr>
          <p:cNvPr id="59" name="Text Box 84">
            <a:extLst>
              <a:ext uri="{FF2B5EF4-FFF2-40B4-BE49-F238E27FC236}">
                <a16:creationId xmlns:a16="http://schemas.microsoft.com/office/drawing/2014/main" id="{07EB785F-15FC-C1F4-4EC3-7EDDAB02AFAD}"/>
              </a:ext>
            </a:extLst>
          </p:cNvPr>
          <p:cNvSpPr txBox="1">
            <a:spLocks noChangeArrowheads="1"/>
          </p:cNvSpPr>
          <p:nvPr/>
        </p:nvSpPr>
        <p:spPr bwMode="auto">
          <a:xfrm>
            <a:off x="7184708" y="6138822"/>
            <a:ext cx="140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zh-CN" altLang="en-US" sz="2400" dirty="0"/>
              <a:t>逻辑符号</a:t>
            </a:r>
          </a:p>
        </p:txBody>
      </p:sp>
      <p:sp>
        <p:nvSpPr>
          <p:cNvPr id="60" name="Text Box 90">
            <a:extLst>
              <a:ext uri="{FF2B5EF4-FFF2-40B4-BE49-F238E27FC236}">
                <a16:creationId xmlns:a16="http://schemas.microsoft.com/office/drawing/2014/main" id="{EF74F704-1D28-0653-40E7-336922BA4174}"/>
              </a:ext>
            </a:extLst>
          </p:cNvPr>
          <p:cNvSpPr txBox="1">
            <a:spLocks noChangeArrowheads="1"/>
          </p:cNvSpPr>
          <p:nvPr/>
        </p:nvSpPr>
        <p:spPr bwMode="auto">
          <a:xfrm>
            <a:off x="6268720" y="5600660"/>
            <a:ext cx="354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b="0">
                <a:latin typeface="Times New Roman" panose="02020603050405020304" pitchFamily="18" charset="0"/>
              </a:rPr>
              <a:t>S</a:t>
            </a:r>
          </a:p>
        </p:txBody>
      </p:sp>
      <p:sp>
        <p:nvSpPr>
          <p:cNvPr id="61" name="Text Box 91">
            <a:extLst>
              <a:ext uri="{FF2B5EF4-FFF2-40B4-BE49-F238E27FC236}">
                <a16:creationId xmlns:a16="http://schemas.microsoft.com/office/drawing/2014/main" id="{30E78CC3-3365-EA80-0D38-ADCB97DCA580}"/>
              </a:ext>
            </a:extLst>
          </p:cNvPr>
          <p:cNvSpPr txBox="1">
            <a:spLocks noChangeArrowheads="1"/>
          </p:cNvSpPr>
          <p:nvPr/>
        </p:nvSpPr>
        <p:spPr bwMode="auto">
          <a:xfrm>
            <a:off x="6286183" y="5191085"/>
            <a:ext cx="3698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000" b="0">
                <a:latin typeface="Times New Roman" panose="02020603050405020304" pitchFamily="18" charset="0"/>
              </a:rPr>
              <a:t>I</a:t>
            </a:r>
            <a:r>
              <a:rPr kumimoji="1" lang="en-US" altLang="zh-CN" sz="1600" b="0">
                <a:latin typeface="Times New Roman" panose="02020603050405020304" pitchFamily="18" charset="0"/>
              </a:rPr>
              <a:t>0</a:t>
            </a:r>
          </a:p>
        </p:txBody>
      </p:sp>
      <p:sp>
        <p:nvSpPr>
          <p:cNvPr id="62" name="Line 92">
            <a:extLst>
              <a:ext uri="{FF2B5EF4-FFF2-40B4-BE49-F238E27FC236}">
                <a16:creationId xmlns:a16="http://schemas.microsoft.com/office/drawing/2014/main" id="{7DB8EE6D-C34E-5FCC-F509-2EA65FBABD85}"/>
              </a:ext>
            </a:extLst>
          </p:cNvPr>
          <p:cNvSpPr>
            <a:spLocks noChangeShapeType="1"/>
          </p:cNvSpPr>
          <p:nvPr/>
        </p:nvSpPr>
        <p:spPr bwMode="auto">
          <a:xfrm>
            <a:off x="6348095" y="5265697"/>
            <a:ext cx="14763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 name="Text Box 93">
            <a:extLst>
              <a:ext uri="{FF2B5EF4-FFF2-40B4-BE49-F238E27FC236}">
                <a16:creationId xmlns:a16="http://schemas.microsoft.com/office/drawing/2014/main" id="{078A4251-444B-5ED5-68BF-91E065D95DD0}"/>
              </a:ext>
            </a:extLst>
          </p:cNvPr>
          <p:cNvSpPr txBox="1">
            <a:spLocks noChangeArrowheads="1"/>
          </p:cNvSpPr>
          <p:nvPr/>
        </p:nvSpPr>
        <p:spPr bwMode="auto">
          <a:xfrm>
            <a:off x="6286183" y="4857710"/>
            <a:ext cx="3698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000" b="0">
                <a:latin typeface="Times New Roman" panose="02020603050405020304" pitchFamily="18" charset="0"/>
              </a:rPr>
              <a:t>I</a:t>
            </a:r>
            <a:r>
              <a:rPr kumimoji="1" lang="en-US" altLang="zh-CN" sz="1600" b="0">
                <a:latin typeface="Times New Roman" panose="02020603050405020304" pitchFamily="18" charset="0"/>
              </a:rPr>
              <a:t>1</a:t>
            </a:r>
          </a:p>
        </p:txBody>
      </p:sp>
      <p:sp>
        <p:nvSpPr>
          <p:cNvPr id="64" name="Line 94">
            <a:extLst>
              <a:ext uri="{FF2B5EF4-FFF2-40B4-BE49-F238E27FC236}">
                <a16:creationId xmlns:a16="http://schemas.microsoft.com/office/drawing/2014/main" id="{3CBF3F7E-7A6C-2DB1-855F-3C82E2638BB7}"/>
              </a:ext>
            </a:extLst>
          </p:cNvPr>
          <p:cNvSpPr>
            <a:spLocks noChangeShapeType="1"/>
          </p:cNvSpPr>
          <p:nvPr/>
        </p:nvSpPr>
        <p:spPr bwMode="auto">
          <a:xfrm>
            <a:off x="6348095" y="4932322"/>
            <a:ext cx="14763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 name="Text Box 95">
            <a:extLst>
              <a:ext uri="{FF2B5EF4-FFF2-40B4-BE49-F238E27FC236}">
                <a16:creationId xmlns:a16="http://schemas.microsoft.com/office/drawing/2014/main" id="{4FD66B04-7F59-A40E-238D-9BAF8B3E00A9}"/>
              </a:ext>
            </a:extLst>
          </p:cNvPr>
          <p:cNvSpPr txBox="1">
            <a:spLocks noChangeArrowheads="1"/>
          </p:cNvSpPr>
          <p:nvPr/>
        </p:nvSpPr>
        <p:spPr bwMode="auto">
          <a:xfrm>
            <a:off x="6286183" y="4533860"/>
            <a:ext cx="3698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000" b="0">
                <a:latin typeface="Times New Roman" panose="02020603050405020304" pitchFamily="18" charset="0"/>
              </a:rPr>
              <a:t>I</a:t>
            </a:r>
            <a:r>
              <a:rPr kumimoji="1" lang="en-US" altLang="zh-CN" sz="1600" b="0">
                <a:latin typeface="Times New Roman" panose="02020603050405020304" pitchFamily="18" charset="0"/>
              </a:rPr>
              <a:t>2</a:t>
            </a:r>
          </a:p>
        </p:txBody>
      </p:sp>
      <p:sp>
        <p:nvSpPr>
          <p:cNvPr id="66" name="Line 96">
            <a:extLst>
              <a:ext uri="{FF2B5EF4-FFF2-40B4-BE49-F238E27FC236}">
                <a16:creationId xmlns:a16="http://schemas.microsoft.com/office/drawing/2014/main" id="{61C3F0DE-B8A4-CCC2-F037-3CBB8887377E}"/>
              </a:ext>
            </a:extLst>
          </p:cNvPr>
          <p:cNvSpPr>
            <a:spLocks noChangeShapeType="1"/>
          </p:cNvSpPr>
          <p:nvPr/>
        </p:nvSpPr>
        <p:spPr bwMode="auto">
          <a:xfrm>
            <a:off x="6348095" y="4608472"/>
            <a:ext cx="14763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 name="Text Box 97">
            <a:extLst>
              <a:ext uri="{FF2B5EF4-FFF2-40B4-BE49-F238E27FC236}">
                <a16:creationId xmlns:a16="http://schemas.microsoft.com/office/drawing/2014/main" id="{524BF5A5-A93E-7973-6037-165C844071CF}"/>
              </a:ext>
            </a:extLst>
          </p:cNvPr>
          <p:cNvSpPr txBox="1">
            <a:spLocks noChangeArrowheads="1"/>
          </p:cNvSpPr>
          <p:nvPr/>
        </p:nvSpPr>
        <p:spPr bwMode="auto">
          <a:xfrm>
            <a:off x="6286183" y="4219535"/>
            <a:ext cx="3698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000" b="0">
                <a:latin typeface="Times New Roman" panose="02020603050405020304" pitchFamily="18" charset="0"/>
              </a:rPr>
              <a:t>I</a:t>
            </a:r>
            <a:r>
              <a:rPr kumimoji="1" lang="en-US" altLang="zh-CN" sz="1600" b="0">
                <a:latin typeface="Times New Roman" panose="02020603050405020304" pitchFamily="18" charset="0"/>
              </a:rPr>
              <a:t>3</a:t>
            </a:r>
          </a:p>
        </p:txBody>
      </p:sp>
      <p:sp>
        <p:nvSpPr>
          <p:cNvPr id="68" name="Line 98">
            <a:extLst>
              <a:ext uri="{FF2B5EF4-FFF2-40B4-BE49-F238E27FC236}">
                <a16:creationId xmlns:a16="http://schemas.microsoft.com/office/drawing/2014/main" id="{16170372-EB0A-04DE-64A6-6C2DE559D869}"/>
              </a:ext>
            </a:extLst>
          </p:cNvPr>
          <p:cNvSpPr>
            <a:spLocks noChangeShapeType="1"/>
          </p:cNvSpPr>
          <p:nvPr/>
        </p:nvSpPr>
        <p:spPr bwMode="auto">
          <a:xfrm>
            <a:off x="6348095" y="4294147"/>
            <a:ext cx="14763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 name="Text Box 99">
            <a:extLst>
              <a:ext uri="{FF2B5EF4-FFF2-40B4-BE49-F238E27FC236}">
                <a16:creationId xmlns:a16="http://schemas.microsoft.com/office/drawing/2014/main" id="{2FE9A128-EE6C-D5A6-0C2F-F77E8D21E3C5}"/>
              </a:ext>
            </a:extLst>
          </p:cNvPr>
          <p:cNvSpPr txBox="1">
            <a:spLocks noChangeArrowheads="1"/>
          </p:cNvSpPr>
          <p:nvPr/>
        </p:nvSpPr>
        <p:spPr bwMode="auto">
          <a:xfrm>
            <a:off x="6295708" y="3895685"/>
            <a:ext cx="3698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000" b="0">
                <a:latin typeface="Times New Roman" panose="02020603050405020304" pitchFamily="18" charset="0"/>
              </a:rPr>
              <a:t>I</a:t>
            </a:r>
            <a:r>
              <a:rPr kumimoji="1" lang="en-US" altLang="zh-CN" sz="1600" b="0">
                <a:latin typeface="Times New Roman" panose="02020603050405020304" pitchFamily="18" charset="0"/>
              </a:rPr>
              <a:t>4</a:t>
            </a:r>
          </a:p>
        </p:txBody>
      </p:sp>
      <p:sp>
        <p:nvSpPr>
          <p:cNvPr id="70" name="Line 100">
            <a:extLst>
              <a:ext uri="{FF2B5EF4-FFF2-40B4-BE49-F238E27FC236}">
                <a16:creationId xmlns:a16="http://schemas.microsoft.com/office/drawing/2014/main" id="{7CF790D2-9FCD-3958-7D5D-A7DC063EAB49}"/>
              </a:ext>
            </a:extLst>
          </p:cNvPr>
          <p:cNvSpPr>
            <a:spLocks noChangeShapeType="1"/>
          </p:cNvSpPr>
          <p:nvPr/>
        </p:nvSpPr>
        <p:spPr bwMode="auto">
          <a:xfrm>
            <a:off x="6357620" y="3970297"/>
            <a:ext cx="14763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 name="Text Box 101">
            <a:extLst>
              <a:ext uri="{FF2B5EF4-FFF2-40B4-BE49-F238E27FC236}">
                <a16:creationId xmlns:a16="http://schemas.microsoft.com/office/drawing/2014/main" id="{BEDC86EF-D710-59A6-C06C-9BA73B14588C}"/>
              </a:ext>
            </a:extLst>
          </p:cNvPr>
          <p:cNvSpPr txBox="1">
            <a:spLocks noChangeArrowheads="1"/>
          </p:cNvSpPr>
          <p:nvPr/>
        </p:nvSpPr>
        <p:spPr bwMode="auto">
          <a:xfrm>
            <a:off x="6295708" y="3562310"/>
            <a:ext cx="3698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000" b="0">
                <a:latin typeface="Times New Roman" panose="02020603050405020304" pitchFamily="18" charset="0"/>
              </a:rPr>
              <a:t>I</a:t>
            </a:r>
            <a:r>
              <a:rPr kumimoji="1" lang="en-US" altLang="zh-CN" sz="1600" b="0">
                <a:latin typeface="Times New Roman" panose="02020603050405020304" pitchFamily="18" charset="0"/>
              </a:rPr>
              <a:t>5</a:t>
            </a:r>
          </a:p>
        </p:txBody>
      </p:sp>
      <p:sp>
        <p:nvSpPr>
          <p:cNvPr id="72" name="Line 102">
            <a:extLst>
              <a:ext uri="{FF2B5EF4-FFF2-40B4-BE49-F238E27FC236}">
                <a16:creationId xmlns:a16="http://schemas.microsoft.com/office/drawing/2014/main" id="{2F651B9B-2193-9F62-2C79-68EDA6417874}"/>
              </a:ext>
            </a:extLst>
          </p:cNvPr>
          <p:cNvSpPr>
            <a:spLocks noChangeShapeType="1"/>
          </p:cNvSpPr>
          <p:nvPr/>
        </p:nvSpPr>
        <p:spPr bwMode="auto">
          <a:xfrm>
            <a:off x="6357620" y="3636922"/>
            <a:ext cx="14763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 name="Text Box 103">
            <a:extLst>
              <a:ext uri="{FF2B5EF4-FFF2-40B4-BE49-F238E27FC236}">
                <a16:creationId xmlns:a16="http://schemas.microsoft.com/office/drawing/2014/main" id="{75591AC2-9A23-6C61-D6E7-B8E9F2D5CA37}"/>
              </a:ext>
            </a:extLst>
          </p:cNvPr>
          <p:cNvSpPr txBox="1">
            <a:spLocks noChangeArrowheads="1"/>
          </p:cNvSpPr>
          <p:nvPr/>
        </p:nvSpPr>
        <p:spPr bwMode="auto">
          <a:xfrm>
            <a:off x="6295708" y="3238460"/>
            <a:ext cx="3698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000" b="0">
                <a:latin typeface="Times New Roman" panose="02020603050405020304" pitchFamily="18" charset="0"/>
              </a:rPr>
              <a:t>I</a:t>
            </a:r>
            <a:r>
              <a:rPr kumimoji="1" lang="en-US" altLang="zh-CN" sz="1600" b="0">
                <a:latin typeface="Times New Roman" panose="02020603050405020304" pitchFamily="18" charset="0"/>
              </a:rPr>
              <a:t>6</a:t>
            </a:r>
          </a:p>
        </p:txBody>
      </p:sp>
      <p:sp>
        <p:nvSpPr>
          <p:cNvPr id="74" name="Line 104">
            <a:extLst>
              <a:ext uri="{FF2B5EF4-FFF2-40B4-BE49-F238E27FC236}">
                <a16:creationId xmlns:a16="http://schemas.microsoft.com/office/drawing/2014/main" id="{CFFD9387-70B5-5EBE-F1B0-34F60C000DDE}"/>
              </a:ext>
            </a:extLst>
          </p:cNvPr>
          <p:cNvSpPr>
            <a:spLocks noChangeShapeType="1"/>
          </p:cNvSpPr>
          <p:nvPr/>
        </p:nvSpPr>
        <p:spPr bwMode="auto">
          <a:xfrm>
            <a:off x="6357620" y="3313072"/>
            <a:ext cx="14763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 name="Text Box 105">
            <a:extLst>
              <a:ext uri="{FF2B5EF4-FFF2-40B4-BE49-F238E27FC236}">
                <a16:creationId xmlns:a16="http://schemas.microsoft.com/office/drawing/2014/main" id="{0D6CF89B-BF83-F12F-6632-C13C0A208625}"/>
              </a:ext>
            </a:extLst>
          </p:cNvPr>
          <p:cNvSpPr txBox="1">
            <a:spLocks noChangeArrowheads="1"/>
          </p:cNvSpPr>
          <p:nvPr/>
        </p:nvSpPr>
        <p:spPr bwMode="auto">
          <a:xfrm>
            <a:off x="6295708" y="2924135"/>
            <a:ext cx="3698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000" b="0">
                <a:latin typeface="Times New Roman" panose="02020603050405020304" pitchFamily="18" charset="0"/>
              </a:rPr>
              <a:t>I</a:t>
            </a:r>
            <a:r>
              <a:rPr kumimoji="1" lang="en-US" altLang="zh-CN" sz="1600" b="0">
                <a:latin typeface="Times New Roman" panose="02020603050405020304" pitchFamily="18" charset="0"/>
              </a:rPr>
              <a:t>7</a:t>
            </a:r>
          </a:p>
        </p:txBody>
      </p:sp>
      <p:sp>
        <p:nvSpPr>
          <p:cNvPr id="76" name="Line 106">
            <a:extLst>
              <a:ext uri="{FF2B5EF4-FFF2-40B4-BE49-F238E27FC236}">
                <a16:creationId xmlns:a16="http://schemas.microsoft.com/office/drawing/2014/main" id="{662FE513-476C-F4C6-5C59-C8B1B7A07CB4}"/>
              </a:ext>
            </a:extLst>
          </p:cNvPr>
          <p:cNvSpPr>
            <a:spLocks noChangeShapeType="1"/>
          </p:cNvSpPr>
          <p:nvPr/>
        </p:nvSpPr>
        <p:spPr bwMode="auto">
          <a:xfrm>
            <a:off x="6357620" y="2998747"/>
            <a:ext cx="14763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 name="Line 107">
            <a:extLst>
              <a:ext uri="{FF2B5EF4-FFF2-40B4-BE49-F238E27FC236}">
                <a16:creationId xmlns:a16="http://schemas.microsoft.com/office/drawing/2014/main" id="{A435A91F-F951-072C-F3D0-545516FD36D7}"/>
              </a:ext>
            </a:extLst>
          </p:cNvPr>
          <p:cNvSpPr>
            <a:spLocks noChangeShapeType="1"/>
          </p:cNvSpPr>
          <p:nvPr/>
        </p:nvSpPr>
        <p:spPr bwMode="auto">
          <a:xfrm>
            <a:off x="6349683" y="5686385"/>
            <a:ext cx="185737"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 name="Text Box 108">
            <a:extLst>
              <a:ext uri="{FF2B5EF4-FFF2-40B4-BE49-F238E27FC236}">
                <a16:creationId xmlns:a16="http://schemas.microsoft.com/office/drawing/2014/main" id="{D7B22358-1533-DC47-8DF5-0EC69FE2D9FF}"/>
              </a:ext>
            </a:extLst>
          </p:cNvPr>
          <p:cNvSpPr txBox="1">
            <a:spLocks noChangeArrowheads="1"/>
          </p:cNvSpPr>
          <p:nvPr/>
        </p:nvSpPr>
        <p:spPr bwMode="auto">
          <a:xfrm>
            <a:off x="9291320" y="3152735"/>
            <a:ext cx="517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Times New Roman" panose="02020603050405020304" pitchFamily="18" charset="0"/>
              </a:rPr>
              <a:t>Y</a:t>
            </a:r>
            <a:r>
              <a:rPr kumimoji="1" lang="en-US" altLang="zh-CN" sz="1600" b="0">
                <a:latin typeface="Times New Roman" panose="02020603050405020304" pitchFamily="18" charset="0"/>
              </a:rPr>
              <a:t>S</a:t>
            </a:r>
          </a:p>
        </p:txBody>
      </p:sp>
      <p:sp>
        <p:nvSpPr>
          <p:cNvPr id="79" name="Text Box 109">
            <a:extLst>
              <a:ext uri="{FF2B5EF4-FFF2-40B4-BE49-F238E27FC236}">
                <a16:creationId xmlns:a16="http://schemas.microsoft.com/office/drawing/2014/main" id="{2C1182C1-E2C2-EA4E-C508-2423B71A9019}"/>
              </a:ext>
            </a:extLst>
          </p:cNvPr>
          <p:cNvSpPr txBox="1">
            <a:spLocks noChangeArrowheads="1"/>
          </p:cNvSpPr>
          <p:nvPr/>
        </p:nvSpPr>
        <p:spPr bwMode="auto">
          <a:xfrm>
            <a:off x="9291320" y="4305260"/>
            <a:ext cx="5064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Times New Roman" panose="02020603050405020304" pitchFamily="18" charset="0"/>
              </a:rPr>
              <a:t>Y</a:t>
            </a:r>
            <a:r>
              <a:rPr kumimoji="1" lang="en-US" altLang="zh-CN" sz="1600" b="0">
                <a:latin typeface="Times New Roman" panose="02020603050405020304" pitchFamily="18" charset="0"/>
              </a:rPr>
              <a:t>2</a:t>
            </a:r>
          </a:p>
        </p:txBody>
      </p:sp>
      <p:sp>
        <p:nvSpPr>
          <p:cNvPr id="80" name="Text Box 110">
            <a:extLst>
              <a:ext uri="{FF2B5EF4-FFF2-40B4-BE49-F238E27FC236}">
                <a16:creationId xmlns:a16="http://schemas.microsoft.com/office/drawing/2014/main" id="{9686A651-B882-95F0-D039-3991F1EFEE87}"/>
              </a:ext>
            </a:extLst>
          </p:cNvPr>
          <p:cNvSpPr txBox="1">
            <a:spLocks noChangeArrowheads="1"/>
          </p:cNvSpPr>
          <p:nvPr/>
        </p:nvSpPr>
        <p:spPr bwMode="auto">
          <a:xfrm>
            <a:off x="9291320" y="4773572"/>
            <a:ext cx="5064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Times New Roman" panose="02020603050405020304" pitchFamily="18" charset="0"/>
              </a:rPr>
              <a:t>Y</a:t>
            </a:r>
            <a:r>
              <a:rPr kumimoji="1" lang="en-US" altLang="zh-CN" sz="1600" b="0">
                <a:latin typeface="Times New Roman" panose="02020603050405020304" pitchFamily="18" charset="0"/>
              </a:rPr>
              <a:t>1</a:t>
            </a:r>
          </a:p>
        </p:txBody>
      </p:sp>
      <p:sp>
        <p:nvSpPr>
          <p:cNvPr id="81" name="Text Box 111">
            <a:extLst>
              <a:ext uri="{FF2B5EF4-FFF2-40B4-BE49-F238E27FC236}">
                <a16:creationId xmlns:a16="http://schemas.microsoft.com/office/drawing/2014/main" id="{2FE8657D-5CFC-C069-AA32-24CDF9F38055}"/>
              </a:ext>
            </a:extLst>
          </p:cNvPr>
          <p:cNvSpPr txBox="1">
            <a:spLocks noChangeArrowheads="1"/>
          </p:cNvSpPr>
          <p:nvPr/>
        </p:nvSpPr>
        <p:spPr bwMode="auto">
          <a:xfrm>
            <a:off x="9291320" y="5205372"/>
            <a:ext cx="5064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Times New Roman" panose="02020603050405020304" pitchFamily="18" charset="0"/>
              </a:rPr>
              <a:t>Y</a:t>
            </a:r>
            <a:r>
              <a:rPr kumimoji="1" lang="en-US" altLang="zh-CN" sz="1600" b="0">
                <a:latin typeface="Times New Roman" panose="02020603050405020304" pitchFamily="18" charset="0"/>
              </a:rPr>
              <a:t>0</a:t>
            </a:r>
          </a:p>
        </p:txBody>
      </p:sp>
      <p:sp>
        <p:nvSpPr>
          <p:cNvPr id="82" name="Line 112">
            <a:extLst>
              <a:ext uri="{FF2B5EF4-FFF2-40B4-BE49-F238E27FC236}">
                <a16:creationId xmlns:a16="http://schemas.microsoft.com/office/drawing/2014/main" id="{5E60F6FF-1242-FE81-FA5A-43575AABA3B7}"/>
              </a:ext>
            </a:extLst>
          </p:cNvPr>
          <p:cNvSpPr>
            <a:spLocks noChangeShapeType="1"/>
          </p:cNvSpPr>
          <p:nvPr/>
        </p:nvSpPr>
        <p:spPr bwMode="auto">
          <a:xfrm>
            <a:off x="9369108" y="5279985"/>
            <a:ext cx="23336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 name="Line 113">
            <a:extLst>
              <a:ext uri="{FF2B5EF4-FFF2-40B4-BE49-F238E27FC236}">
                <a16:creationId xmlns:a16="http://schemas.microsoft.com/office/drawing/2014/main" id="{EF73C953-2E33-C66D-5EFB-56848006E661}"/>
              </a:ext>
            </a:extLst>
          </p:cNvPr>
          <p:cNvSpPr>
            <a:spLocks noChangeShapeType="1"/>
          </p:cNvSpPr>
          <p:nvPr/>
        </p:nvSpPr>
        <p:spPr bwMode="auto">
          <a:xfrm>
            <a:off x="9378633" y="4851360"/>
            <a:ext cx="23336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 name="Line 114">
            <a:extLst>
              <a:ext uri="{FF2B5EF4-FFF2-40B4-BE49-F238E27FC236}">
                <a16:creationId xmlns:a16="http://schemas.microsoft.com/office/drawing/2014/main" id="{B8F556A7-8642-A43D-4DC2-046244BCCC21}"/>
              </a:ext>
            </a:extLst>
          </p:cNvPr>
          <p:cNvSpPr>
            <a:spLocks noChangeShapeType="1"/>
          </p:cNvSpPr>
          <p:nvPr/>
        </p:nvSpPr>
        <p:spPr bwMode="auto">
          <a:xfrm>
            <a:off x="9378633" y="4384635"/>
            <a:ext cx="23336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 name="Line 115">
            <a:extLst>
              <a:ext uri="{FF2B5EF4-FFF2-40B4-BE49-F238E27FC236}">
                <a16:creationId xmlns:a16="http://schemas.microsoft.com/office/drawing/2014/main" id="{BC7CC1C7-0622-4A3F-9FBF-CEFC52FF9B0E}"/>
              </a:ext>
            </a:extLst>
          </p:cNvPr>
          <p:cNvSpPr>
            <a:spLocks noChangeShapeType="1"/>
          </p:cNvSpPr>
          <p:nvPr/>
        </p:nvSpPr>
        <p:spPr bwMode="auto">
          <a:xfrm>
            <a:off x="9369108" y="3724235"/>
            <a:ext cx="23336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 name="Line 116">
            <a:extLst>
              <a:ext uri="{FF2B5EF4-FFF2-40B4-BE49-F238E27FC236}">
                <a16:creationId xmlns:a16="http://schemas.microsoft.com/office/drawing/2014/main" id="{E548FBD6-598B-972B-4822-AFB0E54E2C16}"/>
              </a:ext>
            </a:extLst>
          </p:cNvPr>
          <p:cNvSpPr>
            <a:spLocks noChangeShapeType="1"/>
          </p:cNvSpPr>
          <p:nvPr/>
        </p:nvSpPr>
        <p:spPr bwMode="auto">
          <a:xfrm>
            <a:off x="9369108" y="3222585"/>
            <a:ext cx="23336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 name="Text Box 117">
            <a:extLst>
              <a:ext uri="{FF2B5EF4-FFF2-40B4-BE49-F238E27FC236}">
                <a16:creationId xmlns:a16="http://schemas.microsoft.com/office/drawing/2014/main" id="{C5F2FA18-A5A8-7709-320C-5856FBA3575C}"/>
              </a:ext>
            </a:extLst>
          </p:cNvPr>
          <p:cNvSpPr txBox="1">
            <a:spLocks noChangeArrowheads="1"/>
          </p:cNvSpPr>
          <p:nvPr/>
        </p:nvSpPr>
        <p:spPr bwMode="auto">
          <a:xfrm>
            <a:off x="9267508" y="3667085"/>
            <a:ext cx="6207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Times New Roman" panose="02020603050405020304" pitchFamily="18" charset="0"/>
              </a:rPr>
              <a:t>Y</a:t>
            </a:r>
            <a:r>
              <a:rPr kumimoji="1" lang="en-US" altLang="zh-CN" sz="1800" b="0">
                <a:latin typeface="Times New Roman" panose="02020603050405020304" pitchFamily="18" charset="0"/>
              </a:rPr>
              <a:t>ex</a:t>
            </a:r>
          </a:p>
        </p:txBody>
      </p:sp>
    </p:spTree>
    <p:extLst>
      <p:ext uri="{BB962C8B-B14F-4D97-AF65-F5344CB8AC3E}">
        <p14:creationId xmlns:p14="http://schemas.microsoft.com/office/powerpoint/2010/main" val="10456353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D13E3B-D834-B594-9BAA-87F4D5D6B922}"/>
              </a:ext>
            </a:extLst>
          </p:cNvPr>
          <p:cNvSpPr>
            <a:spLocks noGrp="1"/>
          </p:cNvSpPr>
          <p:nvPr>
            <p:ph type="title"/>
          </p:nvPr>
        </p:nvSpPr>
        <p:spPr/>
        <p:txBody>
          <a:bodyPr>
            <a:normAutofit fontScale="90000"/>
          </a:bodyPr>
          <a:lstStyle/>
          <a:p>
            <a:r>
              <a:rPr kumimoji="1" lang="en-US" altLang="zh-CN" dirty="0"/>
              <a:t>74x148</a:t>
            </a:r>
            <a:r>
              <a:rPr kumimoji="1" lang="zh-CN" altLang="en-US" dirty="0"/>
              <a:t>真值表</a:t>
            </a:r>
          </a:p>
        </p:txBody>
      </p:sp>
      <p:sp>
        <p:nvSpPr>
          <p:cNvPr id="4" name="页脚占位符 3">
            <a:extLst>
              <a:ext uri="{FF2B5EF4-FFF2-40B4-BE49-F238E27FC236}">
                <a16:creationId xmlns:a16="http://schemas.microsoft.com/office/drawing/2014/main" id="{DF2742EB-0BF0-8AB6-7604-ABBCD33BBAF4}"/>
              </a:ext>
            </a:extLst>
          </p:cNvPr>
          <p:cNvSpPr>
            <a:spLocks noGrp="1"/>
          </p:cNvSpPr>
          <p:nvPr>
            <p:ph type="ftr" sz="quarter" idx="11"/>
          </p:nvPr>
        </p:nvSpPr>
        <p:spPr/>
        <p:txBody>
          <a:bodyPr/>
          <a:lstStyle/>
          <a:p>
            <a:r>
              <a:rPr lang="zh-CN" altLang="en-US"/>
              <a:t>模拟与数字电路：</a:t>
            </a:r>
            <a:r>
              <a:rPr lang="en-US" altLang="zh-CN"/>
              <a:t>6. </a:t>
            </a:r>
            <a:r>
              <a:rPr lang="zh-CN" altLang="en-US"/>
              <a:t>组合逻辑电路</a:t>
            </a:r>
            <a:r>
              <a:rPr lang="en-US" altLang="zh-CN"/>
              <a:t>2</a:t>
            </a:r>
            <a:endParaRPr lang="en-US" dirty="0"/>
          </a:p>
        </p:txBody>
      </p:sp>
      <p:sp>
        <p:nvSpPr>
          <p:cNvPr id="5" name="灯片编号占位符 4">
            <a:extLst>
              <a:ext uri="{FF2B5EF4-FFF2-40B4-BE49-F238E27FC236}">
                <a16:creationId xmlns:a16="http://schemas.microsoft.com/office/drawing/2014/main" id="{B2BE8967-1182-899F-3885-7BCB2FA1FD10}"/>
              </a:ext>
            </a:extLst>
          </p:cNvPr>
          <p:cNvSpPr>
            <a:spLocks noGrp="1"/>
          </p:cNvSpPr>
          <p:nvPr>
            <p:ph type="sldNum" sz="quarter" idx="12"/>
          </p:nvPr>
        </p:nvSpPr>
        <p:spPr/>
        <p:txBody>
          <a:bodyPr/>
          <a:lstStyle/>
          <a:p>
            <a:fld id="{9E260BC5-5BF3-8746-862B-DC45E9CAA88B}" type="slidenum">
              <a:rPr lang="en-US" smtClean="0"/>
              <a:pPr/>
              <a:t>11</a:t>
            </a:fld>
            <a:r>
              <a:rPr lang="en-US" altLang="zh-CN" dirty="0"/>
              <a:t>/38</a:t>
            </a:r>
            <a:endParaRPr lang="en-US" dirty="0"/>
          </a:p>
        </p:txBody>
      </p:sp>
      <p:graphicFrame>
        <p:nvGraphicFramePr>
          <p:cNvPr id="6" name="Group 254">
            <a:extLst>
              <a:ext uri="{FF2B5EF4-FFF2-40B4-BE49-F238E27FC236}">
                <a16:creationId xmlns:a16="http://schemas.microsoft.com/office/drawing/2014/main" id="{B599C7C9-B25A-07D3-1B17-41572E77E53B}"/>
              </a:ext>
            </a:extLst>
          </p:cNvPr>
          <p:cNvGraphicFramePr>
            <a:graphicFrameLocks noGrp="1"/>
          </p:cNvGraphicFramePr>
          <p:nvPr>
            <p:ph idx="1"/>
          </p:nvPr>
        </p:nvGraphicFramePr>
        <p:xfrm>
          <a:off x="457200" y="1566863"/>
          <a:ext cx="8229600" cy="4633913"/>
        </p:xfrm>
        <a:graphic>
          <a:graphicData uri="http://schemas.openxmlformats.org/drawingml/2006/table">
            <a:tbl>
              <a:tblPr/>
              <a:tblGrid>
                <a:gridCol w="603250">
                  <a:extLst>
                    <a:ext uri="{9D8B030D-6E8A-4147-A177-3AD203B41FA5}">
                      <a16:colId xmlns:a16="http://schemas.microsoft.com/office/drawing/2014/main" val="20000"/>
                    </a:ext>
                  </a:extLst>
                </a:gridCol>
                <a:gridCol w="595313">
                  <a:extLst>
                    <a:ext uri="{9D8B030D-6E8A-4147-A177-3AD203B41FA5}">
                      <a16:colId xmlns:a16="http://schemas.microsoft.com/office/drawing/2014/main" val="20001"/>
                    </a:ext>
                  </a:extLst>
                </a:gridCol>
                <a:gridCol w="582612">
                  <a:extLst>
                    <a:ext uri="{9D8B030D-6E8A-4147-A177-3AD203B41FA5}">
                      <a16:colId xmlns:a16="http://schemas.microsoft.com/office/drawing/2014/main" val="20002"/>
                    </a:ext>
                  </a:extLst>
                </a:gridCol>
                <a:gridCol w="588963">
                  <a:extLst>
                    <a:ext uri="{9D8B030D-6E8A-4147-A177-3AD203B41FA5}">
                      <a16:colId xmlns:a16="http://schemas.microsoft.com/office/drawing/2014/main" val="20003"/>
                    </a:ext>
                  </a:extLst>
                </a:gridCol>
                <a:gridCol w="593725">
                  <a:extLst>
                    <a:ext uri="{9D8B030D-6E8A-4147-A177-3AD203B41FA5}">
                      <a16:colId xmlns:a16="http://schemas.microsoft.com/office/drawing/2014/main" val="20004"/>
                    </a:ext>
                  </a:extLst>
                </a:gridCol>
                <a:gridCol w="588962">
                  <a:extLst>
                    <a:ext uri="{9D8B030D-6E8A-4147-A177-3AD203B41FA5}">
                      <a16:colId xmlns:a16="http://schemas.microsoft.com/office/drawing/2014/main" val="20005"/>
                    </a:ext>
                  </a:extLst>
                </a:gridCol>
                <a:gridCol w="590550">
                  <a:extLst>
                    <a:ext uri="{9D8B030D-6E8A-4147-A177-3AD203B41FA5}">
                      <a16:colId xmlns:a16="http://schemas.microsoft.com/office/drawing/2014/main" val="20006"/>
                    </a:ext>
                  </a:extLst>
                </a:gridCol>
                <a:gridCol w="588963">
                  <a:extLst>
                    <a:ext uri="{9D8B030D-6E8A-4147-A177-3AD203B41FA5}">
                      <a16:colId xmlns:a16="http://schemas.microsoft.com/office/drawing/2014/main" val="20007"/>
                    </a:ext>
                  </a:extLst>
                </a:gridCol>
                <a:gridCol w="588962">
                  <a:extLst>
                    <a:ext uri="{9D8B030D-6E8A-4147-A177-3AD203B41FA5}">
                      <a16:colId xmlns:a16="http://schemas.microsoft.com/office/drawing/2014/main" val="20008"/>
                    </a:ext>
                  </a:extLst>
                </a:gridCol>
                <a:gridCol w="588963">
                  <a:extLst>
                    <a:ext uri="{9D8B030D-6E8A-4147-A177-3AD203B41FA5}">
                      <a16:colId xmlns:a16="http://schemas.microsoft.com/office/drawing/2014/main" val="20009"/>
                    </a:ext>
                  </a:extLst>
                </a:gridCol>
                <a:gridCol w="588962">
                  <a:extLst>
                    <a:ext uri="{9D8B030D-6E8A-4147-A177-3AD203B41FA5}">
                      <a16:colId xmlns:a16="http://schemas.microsoft.com/office/drawing/2014/main" val="20010"/>
                    </a:ext>
                  </a:extLst>
                </a:gridCol>
                <a:gridCol w="590550">
                  <a:extLst>
                    <a:ext uri="{9D8B030D-6E8A-4147-A177-3AD203B41FA5}">
                      <a16:colId xmlns:a16="http://schemas.microsoft.com/office/drawing/2014/main" val="20011"/>
                    </a:ext>
                  </a:extLst>
                </a:gridCol>
                <a:gridCol w="588963">
                  <a:extLst>
                    <a:ext uri="{9D8B030D-6E8A-4147-A177-3AD203B41FA5}">
                      <a16:colId xmlns:a16="http://schemas.microsoft.com/office/drawing/2014/main" val="20012"/>
                    </a:ext>
                  </a:extLst>
                </a:gridCol>
                <a:gridCol w="550862">
                  <a:extLst>
                    <a:ext uri="{9D8B030D-6E8A-4147-A177-3AD203B41FA5}">
                      <a16:colId xmlns:a16="http://schemas.microsoft.com/office/drawing/2014/main" val="20013"/>
                    </a:ext>
                  </a:extLst>
                </a:gridCol>
              </a:tblGrid>
              <a:tr h="539750">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rgbClr val="000000"/>
                          </a:solidFill>
                          <a:effectLst/>
                          <a:latin typeface="Times New Roman" charset="0"/>
                          <a:ea typeface="宋体" charset="0"/>
                          <a:cs typeface="Times New Roman" charset="0"/>
                        </a:rPr>
                        <a:t>S</a:t>
                      </a:r>
                      <a:r>
                        <a:rPr kumimoji="0" lang="en-US" altLang="zh-CN" sz="2000" b="1" i="0" u="none" strike="noStrike" cap="none" normalizeH="0" baseline="0">
                          <a:ln>
                            <a:noFill/>
                          </a:ln>
                          <a:solidFill>
                            <a:srgbClr val="000000"/>
                          </a:solidFill>
                          <a:effectLst/>
                          <a:latin typeface="Times New Roman" charset="0"/>
                          <a:ea typeface="宋体" charset="0"/>
                          <a:cs typeface="Times New Roman" charset="0"/>
                        </a:rPr>
                        <a:t> </a:t>
                      </a:r>
                      <a:endParaRPr kumimoji="0" lang="en-US" altLang="zh-CN" sz="4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800" b="1" i="0" u="none" strike="noStrike" cap="none" normalizeH="0" baseline="0">
                          <a:ln>
                            <a:noFill/>
                          </a:ln>
                          <a:solidFill>
                            <a:srgbClr val="000000"/>
                          </a:solidFill>
                          <a:effectLst/>
                          <a:latin typeface="Times New Roman" charset="0"/>
                          <a:ea typeface="宋体" charset="0"/>
                          <a:cs typeface="Times New Roman" charset="0"/>
                        </a:rPr>
                        <a:t>I</a:t>
                      </a:r>
                      <a:r>
                        <a:rPr kumimoji="0" lang="en-US" altLang="zh-CN" sz="2000" b="1" i="0" u="none" strike="noStrike" cap="none" normalizeH="0" baseline="0">
                          <a:ln>
                            <a:noFill/>
                          </a:ln>
                          <a:solidFill>
                            <a:srgbClr val="000000"/>
                          </a:solidFill>
                          <a:effectLst/>
                          <a:latin typeface="Times New Roman" charset="0"/>
                          <a:ea typeface="宋体" charset="0"/>
                          <a:cs typeface="Times New Roman" charset="0"/>
                        </a:rPr>
                        <a:t>0 </a:t>
                      </a:r>
                      <a:endParaRPr kumimoji="0" lang="en-US" altLang="zh-CN" sz="4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800" b="1" i="0" u="none" strike="noStrike" cap="none" normalizeH="0" baseline="0">
                          <a:ln>
                            <a:noFill/>
                          </a:ln>
                          <a:solidFill>
                            <a:srgbClr val="000000"/>
                          </a:solidFill>
                          <a:effectLst/>
                          <a:latin typeface="Times New Roman" charset="0"/>
                          <a:ea typeface="宋体" charset="0"/>
                          <a:cs typeface="Times New Roman" charset="0"/>
                        </a:rPr>
                        <a:t>I</a:t>
                      </a:r>
                      <a:r>
                        <a:rPr kumimoji="0" lang="en-US" altLang="zh-CN" sz="2000" b="1" i="0" u="none" strike="noStrike" cap="none" normalizeH="0" baseline="0">
                          <a:ln>
                            <a:noFill/>
                          </a:ln>
                          <a:solidFill>
                            <a:srgbClr val="000000"/>
                          </a:solidFill>
                          <a:effectLst/>
                          <a:latin typeface="Times New Roman" charset="0"/>
                          <a:ea typeface="宋体" charset="0"/>
                          <a:cs typeface="Times New Roman" charset="0"/>
                        </a:rPr>
                        <a:t>1 </a:t>
                      </a: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800" b="1" i="0" u="none" strike="noStrike" cap="none" normalizeH="0" baseline="0">
                          <a:ln>
                            <a:noFill/>
                          </a:ln>
                          <a:solidFill>
                            <a:srgbClr val="000000"/>
                          </a:solidFill>
                          <a:effectLst/>
                          <a:latin typeface="Times New Roman" charset="0"/>
                          <a:ea typeface="宋体" charset="0"/>
                          <a:cs typeface="Times New Roman" charset="0"/>
                        </a:rPr>
                        <a:t>I</a:t>
                      </a:r>
                      <a:r>
                        <a:rPr kumimoji="0" lang="en-US" altLang="zh-CN" sz="2000" b="1" i="0" u="none" strike="noStrike" cap="none" normalizeH="0" baseline="0">
                          <a:ln>
                            <a:noFill/>
                          </a:ln>
                          <a:solidFill>
                            <a:srgbClr val="000000"/>
                          </a:solidFill>
                          <a:effectLst/>
                          <a:latin typeface="Times New Roman" charset="0"/>
                          <a:ea typeface="宋体" charset="0"/>
                          <a:cs typeface="Times New Roman" charset="0"/>
                        </a:rPr>
                        <a:t>2 </a:t>
                      </a: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800" b="1" i="0" u="none" strike="noStrike" cap="none" normalizeH="0" baseline="0">
                          <a:ln>
                            <a:noFill/>
                          </a:ln>
                          <a:solidFill>
                            <a:srgbClr val="000000"/>
                          </a:solidFill>
                          <a:effectLst/>
                          <a:latin typeface="Times New Roman" charset="0"/>
                          <a:ea typeface="宋体" charset="0"/>
                          <a:cs typeface="Times New Roman" charset="0"/>
                        </a:rPr>
                        <a:t>I</a:t>
                      </a:r>
                      <a:r>
                        <a:rPr kumimoji="0" lang="en-US" altLang="zh-CN" sz="2000" b="1" i="0" u="none" strike="noStrike" cap="none" normalizeH="0" baseline="0">
                          <a:ln>
                            <a:noFill/>
                          </a:ln>
                          <a:solidFill>
                            <a:srgbClr val="000000"/>
                          </a:solidFill>
                          <a:effectLst/>
                          <a:latin typeface="Times New Roman" charset="0"/>
                          <a:ea typeface="宋体" charset="0"/>
                          <a:cs typeface="Times New Roman" charset="0"/>
                        </a:rPr>
                        <a:t>3 </a:t>
                      </a: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800" b="1" i="0" u="none" strike="noStrike" cap="none" normalizeH="0" baseline="0">
                          <a:ln>
                            <a:noFill/>
                          </a:ln>
                          <a:solidFill>
                            <a:srgbClr val="000000"/>
                          </a:solidFill>
                          <a:effectLst/>
                          <a:latin typeface="Times New Roman" charset="0"/>
                          <a:ea typeface="宋体" charset="0"/>
                          <a:cs typeface="Times New Roman" charset="0"/>
                        </a:rPr>
                        <a:t>I</a:t>
                      </a:r>
                      <a:r>
                        <a:rPr kumimoji="0" lang="en-US" altLang="zh-CN" sz="2000" b="1" i="0" u="none" strike="noStrike" cap="none" normalizeH="0" baseline="0">
                          <a:ln>
                            <a:noFill/>
                          </a:ln>
                          <a:solidFill>
                            <a:srgbClr val="000000"/>
                          </a:solidFill>
                          <a:effectLst/>
                          <a:latin typeface="Times New Roman" charset="0"/>
                          <a:ea typeface="宋体" charset="0"/>
                          <a:cs typeface="Times New Roman" charset="0"/>
                        </a:rPr>
                        <a:t>4 </a:t>
                      </a: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800" b="1" i="0" u="none" strike="noStrike" cap="none" normalizeH="0" baseline="0">
                          <a:ln>
                            <a:noFill/>
                          </a:ln>
                          <a:solidFill>
                            <a:srgbClr val="000000"/>
                          </a:solidFill>
                          <a:effectLst/>
                          <a:latin typeface="Times New Roman" charset="0"/>
                          <a:ea typeface="宋体" charset="0"/>
                          <a:cs typeface="Times New Roman" charset="0"/>
                        </a:rPr>
                        <a:t>I</a:t>
                      </a:r>
                      <a:r>
                        <a:rPr kumimoji="0" lang="en-US" altLang="zh-CN" sz="2000" b="1" i="0" u="none" strike="noStrike" cap="none" normalizeH="0" baseline="0">
                          <a:ln>
                            <a:noFill/>
                          </a:ln>
                          <a:solidFill>
                            <a:srgbClr val="000000"/>
                          </a:solidFill>
                          <a:effectLst/>
                          <a:latin typeface="Times New Roman" charset="0"/>
                          <a:ea typeface="宋体" charset="0"/>
                          <a:cs typeface="Times New Roman" charset="0"/>
                        </a:rPr>
                        <a:t>5 </a:t>
                      </a: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800" b="1" i="0" u="none" strike="noStrike" cap="none" normalizeH="0" baseline="0">
                          <a:ln>
                            <a:noFill/>
                          </a:ln>
                          <a:solidFill>
                            <a:srgbClr val="000000"/>
                          </a:solidFill>
                          <a:effectLst/>
                          <a:latin typeface="Times New Roman" charset="0"/>
                          <a:ea typeface="宋体" charset="0"/>
                          <a:cs typeface="Times New Roman" charset="0"/>
                        </a:rPr>
                        <a:t>I</a:t>
                      </a:r>
                      <a:r>
                        <a:rPr kumimoji="0" lang="en-US" altLang="zh-CN" sz="2000" b="1" i="0" u="none" strike="noStrike" cap="none" normalizeH="0" baseline="0">
                          <a:ln>
                            <a:noFill/>
                          </a:ln>
                          <a:solidFill>
                            <a:srgbClr val="000000"/>
                          </a:solidFill>
                          <a:effectLst/>
                          <a:latin typeface="Times New Roman" charset="0"/>
                          <a:ea typeface="宋体" charset="0"/>
                          <a:cs typeface="Times New Roman" charset="0"/>
                        </a:rPr>
                        <a:t>6 </a:t>
                      </a: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800" b="1" i="0" u="none" strike="noStrike" cap="none" normalizeH="0" baseline="0">
                          <a:ln>
                            <a:noFill/>
                          </a:ln>
                          <a:solidFill>
                            <a:srgbClr val="000000"/>
                          </a:solidFill>
                          <a:effectLst/>
                          <a:latin typeface="Times New Roman" charset="0"/>
                          <a:ea typeface="宋体" charset="0"/>
                          <a:cs typeface="Times New Roman" charset="0"/>
                        </a:rPr>
                        <a:t>I</a:t>
                      </a:r>
                      <a:r>
                        <a:rPr kumimoji="0" lang="en-US" altLang="zh-CN" sz="2000" b="1" i="0" u="none" strike="noStrike" cap="none" normalizeH="0" baseline="0">
                          <a:ln>
                            <a:noFill/>
                          </a:ln>
                          <a:solidFill>
                            <a:srgbClr val="000000"/>
                          </a:solidFill>
                          <a:effectLst/>
                          <a:latin typeface="Times New Roman" charset="0"/>
                          <a:ea typeface="宋体" charset="0"/>
                          <a:cs typeface="Times New Roman" charset="0"/>
                        </a:rPr>
                        <a:t>7 </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rgbClr val="000000"/>
                          </a:solidFill>
                          <a:effectLst/>
                          <a:latin typeface="Times New Roman" charset="0"/>
                          <a:ea typeface="宋体" charset="0"/>
                          <a:cs typeface="Times New Roman" charset="0"/>
                        </a:rPr>
                        <a:t>Y</a:t>
                      </a:r>
                      <a:r>
                        <a:rPr kumimoji="0" lang="en-US" altLang="zh-CN" sz="2000" b="1" i="0" u="none" strike="noStrike" cap="none" normalizeH="0" baseline="0">
                          <a:ln>
                            <a:noFill/>
                          </a:ln>
                          <a:solidFill>
                            <a:srgbClr val="000000"/>
                          </a:solidFill>
                          <a:effectLst/>
                          <a:latin typeface="Times New Roman" charset="0"/>
                          <a:ea typeface="宋体" charset="0"/>
                          <a:cs typeface="Times New Roman" charset="0"/>
                        </a:rPr>
                        <a:t>2 </a:t>
                      </a:r>
                      <a:endParaRPr kumimoji="0" lang="en-US" altLang="zh-CN" sz="4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w="28575"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rgbClr val="000000"/>
                          </a:solidFill>
                          <a:effectLst/>
                          <a:latin typeface="Times New Roman" charset="0"/>
                          <a:ea typeface="宋体" charset="0"/>
                          <a:cs typeface="Times New Roman" charset="0"/>
                        </a:rPr>
                        <a:t>Y</a:t>
                      </a:r>
                      <a:r>
                        <a:rPr kumimoji="0" lang="en-US" altLang="zh-CN" sz="2000" b="1" i="0" u="none" strike="noStrike" cap="none" normalizeH="0" baseline="0">
                          <a:ln>
                            <a:noFill/>
                          </a:ln>
                          <a:solidFill>
                            <a:srgbClr val="000000"/>
                          </a:solidFill>
                          <a:effectLst/>
                          <a:latin typeface="Times New Roman" charset="0"/>
                          <a:ea typeface="宋体" charset="0"/>
                          <a:cs typeface="Times New Roman" charset="0"/>
                        </a:rPr>
                        <a:t>1 </a:t>
                      </a:r>
                      <a:endParaRPr kumimoji="0" lang="en-US" altLang="zh-CN" sz="4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rgbClr val="000000"/>
                          </a:solidFill>
                          <a:effectLst/>
                          <a:latin typeface="Times New Roman" charset="0"/>
                          <a:ea typeface="宋体" charset="0"/>
                          <a:cs typeface="Times New Roman" charset="0"/>
                        </a:rPr>
                        <a:t>Y</a:t>
                      </a:r>
                      <a:r>
                        <a:rPr kumimoji="0" lang="en-US" altLang="zh-CN" sz="2000" b="1" i="0" u="none" strike="noStrike" cap="none" normalizeH="0" baseline="0">
                          <a:ln>
                            <a:noFill/>
                          </a:ln>
                          <a:solidFill>
                            <a:srgbClr val="000000"/>
                          </a:solidFill>
                          <a:effectLst/>
                          <a:latin typeface="Times New Roman" charset="0"/>
                          <a:ea typeface="宋体" charset="0"/>
                          <a:cs typeface="Times New Roman" charset="0"/>
                        </a:rPr>
                        <a:t>0 </a:t>
                      </a:r>
                      <a:endParaRPr kumimoji="0" lang="en-US" altLang="zh-CN" sz="4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rgbClr val="000000"/>
                          </a:solidFill>
                          <a:effectLst/>
                          <a:latin typeface="Times New Roman" charset="0"/>
                          <a:ea typeface="宋体" charset="0"/>
                          <a:cs typeface="Times New Roman" charset="0"/>
                        </a:rPr>
                        <a:t>Y</a:t>
                      </a:r>
                      <a:r>
                        <a:rPr kumimoji="0" lang="en-US" altLang="zh-CN" sz="2000" b="1" i="0" u="none" strike="noStrike" cap="none" normalizeH="0" baseline="0">
                          <a:ln>
                            <a:noFill/>
                          </a:ln>
                          <a:solidFill>
                            <a:srgbClr val="000000"/>
                          </a:solidFill>
                          <a:effectLst/>
                          <a:latin typeface="Times New Roman" charset="0"/>
                          <a:ea typeface="宋体" charset="0"/>
                          <a:cs typeface="Times New Roman" charset="0"/>
                        </a:rPr>
                        <a:t>ex </a:t>
                      </a: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rgbClr val="000000"/>
                          </a:solidFill>
                          <a:effectLst/>
                          <a:latin typeface="Times New Roman" charset="0"/>
                          <a:ea typeface="宋体" charset="0"/>
                          <a:cs typeface="Times New Roman" charset="0"/>
                        </a:rPr>
                        <a:t>Y</a:t>
                      </a:r>
                      <a:r>
                        <a:rPr kumimoji="0" lang="en-US" altLang="zh-CN" sz="2000" b="1" i="0" u="none" strike="noStrike" cap="none" normalizeH="0" baseline="0">
                          <a:ln>
                            <a:noFill/>
                          </a:ln>
                          <a:solidFill>
                            <a:srgbClr val="000000"/>
                          </a:solidFill>
                          <a:effectLst/>
                          <a:latin typeface="Times New Roman" charset="0"/>
                          <a:ea typeface="宋体" charset="0"/>
                          <a:cs typeface="Times New Roman" charset="0"/>
                        </a:rPr>
                        <a:t>s </a:t>
                      </a: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7988">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 </a:t>
                      </a:r>
                      <a:endParaRPr kumimoji="0" lang="en-US" altLang="zh-CN" sz="48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x </a:t>
                      </a:r>
                      <a:endParaRPr kumimoji="0" lang="en-US" altLang="zh-CN" sz="48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x </a:t>
                      </a:r>
                      <a:endParaRPr kumimoji="0" lang="en-US" altLang="zh-CN" sz="48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x </a:t>
                      </a:r>
                      <a:endParaRPr kumimoji="0" lang="en-US" altLang="zh-CN" sz="48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x </a:t>
                      </a:r>
                      <a:endParaRPr kumimoji="0" lang="en-US" altLang="zh-CN" sz="48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x </a:t>
                      </a:r>
                      <a:endParaRPr kumimoji="0" lang="en-US" altLang="zh-CN" sz="48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x </a:t>
                      </a:r>
                      <a:endParaRPr kumimoji="0" lang="en-US" altLang="zh-CN" sz="48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x </a:t>
                      </a:r>
                      <a:endParaRPr kumimoji="0" lang="en-US" altLang="zh-CN" sz="48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x </a:t>
                      </a:r>
                      <a:endParaRPr kumimoji="0" lang="en-US" altLang="zh-CN" sz="48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w="28575"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409575">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0 </a:t>
                      </a:r>
                      <a:endParaRPr kumimoji="0" lang="en-US" altLang="zh-CN" sz="48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0 </a:t>
                      </a:r>
                      <a:endParaRPr kumimoji="0" lang="en-US" altLang="zh-CN" sz="48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40957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0</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x </a:t>
                      </a:r>
                      <a:endParaRPr kumimoji="0" lang="en-US" altLang="zh-CN" sz="48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x </a:t>
                      </a:r>
                      <a:endParaRPr kumimoji="0" lang="en-US" altLang="zh-CN" sz="48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x </a:t>
                      </a:r>
                      <a:endParaRPr kumimoji="0" lang="en-US" altLang="zh-CN" sz="48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x </a:t>
                      </a:r>
                      <a:endParaRPr kumimoji="0" lang="en-US" altLang="zh-CN" sz="48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x </a:t>
                      </a:r>
                      <a:endParaRPr kumimoji="0" lang="en-US" altLang="zh-CN" sz="48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x </a:t>
                      </a:r>
                      <a:endParaRPr kumimoji="0" lang="en-US" altLang="zh-CN" sz="48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x </a:t>
                      </a:r>
                      <a:endParaRPr kumimoji="0" lang="en-US" altLang="zh-CN" sz="48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rgbClr val="0000FF"/>
                          </a:solidFill>
                          <a:effectLst/>
                          <a:latin typeface="Times New Roman" charset="0"/>
                          <a:ea typeface="宋体" charset="0"/>
                          <a:cs typeface="Times New Roman" charset="0"/>
                        </a:rPr>
                        <a:t>0</a:t>
                      </a:r>
                    </a:p>
                  </a:txBody>
                  <a:tcPr marL="0" marR="0" marT="0" marB="0" anchor="ctr" anchorCtr="1"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0</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0</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0</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0</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40957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0</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x </a:t>
                      </a:r>
                      <a:endParaRPr kumimoji="0" lang="en-US" altLang="zh-CN" sz="48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x </a:t>
                      </a:r>
                      <a:endParaRPr kumimoji="0" lang="en-US" altLang="zh-CN" sz="48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x </a:t>
                      </a:r>
                      <a:endParaRPr kumimoji="0" lang="en-US" altLang="zh-CN" sz="48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x </a:t>
                      </a:r>
                      <a:endParaRPr kumimoji="0" lang="en-US" altLang="zh-CN" sz="48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x </a:t>
                      </a:r>
                      <a:endParaRPr kumimoji="0" lang="en-US" altLang="zh-CN" sz="48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x </a:t>
                      </a:r>
                      <a:endParaRPr kumimoji="0" lang="en-US" altLang="zh-CN" sz="48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rgbClr val="0000FF"/>
                          </a:solidFill>
                          <a:effectLst/>
                          <a:latin typeface="Times New Roman" charset="0"/>
                          <a:ea typeface="宋体" charset="0"/>
                          <a:cs typeface="Times New Roman" charset="0"/>
                        </a:rPr>
                        <a:t>0</a:t>
                      </a: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 </a:t>
                      </a:r>
                      <a:endParaRPr kumimoji="0" lang="en-US" altLang="zh-CN" sz="48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0</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0 </a:t>
                      </a:r>
                      <a:endParaRPr kumimoji="0" lang="en-US" altLang="zh-CN" sz="48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 </a:t>
                      </a:r>
                      <a:endParaRPr kumimoji="0" lang="en-US" altLang="zh-CN" sz="48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0</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40957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0</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x </a:t>
                      </a:r>
                      <a:endParaRPr kumimoji="0" lang="en-US" altLang="zh-CN" sz="48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x </a:t>
                      </a:r>
                      <a:endParaRPr kumimoji="0" lang="en-US" altLang="zh-CN" sz="48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x </a:t>
                      </a:r>
                      <a:endParaRPr kumimoji="0" lang="en-US" altLang="zh-CN" sz="48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x </a:t>
                      </a:r>
                      <a:endParaRPr kumimoji="0" lang="en-US" altLang="zh-CN" sz="48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x </a:t>
                      </a:r>
                      <a:endParaRPr kumimoji="0" lang="en-US" altLang="zh-CN" sz="48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rgbClr val="0000FF"/>
                          </a:solidFill>
                          <a:effectLst/>
                          <a:latin typeface="Times New Roman" charset="0"/>
                          <a:ea typeface="宋体" charset="0"/>
                          <a:cs typeface="Times New Roman" charset="0"/>
                        </a:rPr>
                        <a:t>0</a:t>
                      </a: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 </a:t>
                      </a:r>
                      <a:endParaRPr kumimoji="0" lang="en-US" altLang="zh-CN" sz="48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0</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0 </a:t>
                      </a:r>
                      <a:endParaRPr kumimoji="0" lang="en-US" altLang="zh-CN" sz="48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0</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r h="40957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0</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x </a:t>
                      </a:r>
                      <a:endParaRPr kumimoji="0" lang="en-US" altLang="zh-CN" sz="48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x </a:t>
                      </a:r>
                      <a:endParaRPr kumimoji="0" lang="en-US" altLang="zh-CN" sz="48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x </a:t>
                      </a:r>
                      <a:endParaRPr kumimoji="0" lang="en-US" altLang="zh-CN" sz="48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x </a:t>
                      </a:r>
                      <a:endParaRPr kumimoji="0" lang="en-US" altLang="zh-CN" sz="48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rgbClr val="0000FF"/>
                          </a:solidFill>
                          <a:effectLst/>
                          <a:latin typeface="Times New Roman" charset="0"/>
                          <a:ea typeface="宋体" charset="0"/>
                          <a:cs typeface="Times New Roman" charset="0"/>
                        </a:rPr>
                        <a:t>0</a:t>
                      </a: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 </a:t>
                      </a:r>
                      <a:endParaRPr kumimoji="0" lang="en-US" altLang="zh-CN" sz="48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0</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 </a:t>
                      </a:r>
                      <a:endParaRPr kumimoji="0" lang="en-US" altLang="zh-CN" sz="48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0</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6"/>
                  </a:ext>
                </a:extLst>
              </a:tr>
              <a:tr h="40957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0</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x </a:t>
                      </a:r>
                      <a:endParaRPr kumimoji="0" lang="en-US" altLang="zh-CN" sz="48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x </a:t>
                      </a:r>
                      <a:endParaRPr kumimoji="0" lang="en-US" altLang="zh-CN" sz="48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x </a:t>
                      </a:r>
                      <a:endParaRPr kumimoji="0" lang="en-US" altLang="zh-CN" sz="48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rgbClr val="0000FF"/>
                          </a:solidFill>
                          <a:effectLst/>
                          <a:latin typeface="Times New Roman" charset="0"/>
                          <a:ea typeface="宋体" charset="0"/>
                          <a:cs typeface="Times New Roman" charset="0"/>
                        </a:rPr>
                        <a:t>0</a:t>
                      </a: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 </a:t>
                      </a:r>
                      <a:endParaRPr kumimoji="0" lang="en-US" altLang="zh-CN" sz="48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0</a:t>
                      </a:r>
                      <a:endParaRPr kumimoji="0" lang="en-US" altLang="zh-CN" sz="48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0 </a:t>
                      </a:r>
                      <a:endParaRPr kumimoji="0" lang="en-US" altLang="zh-CN" sz="48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0</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7"/>
                  </a:ext>
                </a:extLst>
              </a:tr>
              <a:tr h="40957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0</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x</a:t>
                      </a:r>
                      <a:r>
                        <a:rPr kumimoji="0" lang="zh-CN" altLang="en-US" sz="2400" b="0" i="0" u="none" strike="noStrike" cap="none" normalizeH="0" baseline="0">
                          <a:ln>
                            <a:noFill/>
                          </a:ln>
                          <a:solidFill>
                            <a:srgbClr val="000000"/>
                          </a:solidFill>
                          <a:effectLst/>
                          <a:latin typeface="Times New Roman" charset="0"/>
                          <a:ea typeface="宋体" charset="0"/>
                          <a:cs typeface="Times New Roman" charset="0"/>
                        </a:rPr>
                        <a:t> </a:t>
                      </a:r>
                      <a:endParaRPr kumimoji="0" lang="zh-CN" altLang="en-US" sz="48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x </a:t>
                      </a:r>
                      <a:endParaRPr kumimoji="0" lang="en-US" altLang="zh-CN" sz="48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rgbClr val="0000FF"/>
                          </a:solidFill>
                          <a:effectLst/>
                          <a:latin typeface="Times New Roman" charset="0"/>
                          <a:ea typeface="宋体" charset="0"/>
                          <a:cs typeface="Times New Roman" charset="0"/>
                        </a:rPr>
                        <a:t>0</a:t>
                      </a: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 </a:t>
                      </a:r>
                      <a:endParaRPr kumimoji="0" lang="en-US" altLang="zh-CN" sz="48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0 </a:t>
                      </a:r>
                      <a:endParaRPr kumimoji="0" lang="en-US" altLang="zh-CN" sz="48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 </a:t>
                      </a:r>
                      <a:endParaRPr kumimoji="0" lang="en-US" altLang="zh-CN" sz="48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0</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8"/>
                  </a:ext>
                </a:extLst>
              </a:tr>
              <a:tr h="40957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0</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x </a:t>
                      </a:r>
                      <a:endParaRPr kumimoji="0" lang="en-US" altLang="zh-CN" sz="48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rgbClr val="0000FF"/>
                          </a:solidFill>
                          <a:effectLst/>
                          <a:latin typeface="Times New Roman" charset="0"/>
                          <a:ea typeface="宋体" charset="0"/>
                          <a:cs typeface="Times New Roman" charset="0"/>
                        </a:rPr>
                        <a:t>0</a:t>
                      </a: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 </a:t>
                      </a:r>
                      <a:endParaRPr kumimoji="0" lang="en-US" altLang="zh-CN" sz="48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0 </a:t>
                      </a:r>
                      <a:endParaRPr kumimoji="0" lang="en-US" altLang="zh-CN" sz="48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0</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9"/>
                  </a:ext>
                </a:extLst>
              </a:tr>
              <a:tr h="40957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0</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rgbClr val="0000FF"/>
                          </a:solidFill>
                          <a:effectLst/>
                          <a:latin typeface="Times New Roman" charset="0"/>
                          <a:ea typeface="宋体" charset="0"/>
                          <a:cs typeface="Times New Roman" charset="0"/>
                        </a:rPr>
                        <a:t>0</a:t>
                      </a: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 </a:t>
                      </a:r>
                      <a:endParaRPr kumimoji="0" lang="en-US" altLang="zh-CN" sz="48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 </a:t>
                      </a:r>
                    </a:p>
                  </a:txBody>
                  <a:tcPr marL="0" marR="0" marT="0" marB="0" anchor="ctr" anchorCtr="1"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rgbClr val="000000"/>
                          </a:solidFill>
                          <a:effectLst/>
                          <a:latin typeface="Times New Roman" charset="0"/>
                          <a:ea typeface="宋体" charset="0"/>
                          <a:cs typeface="Times New Roman" charset="0"/>
                        </a:rPr>
                        <a:t>1</a:t>
                      </a:r>
                      <a:endParaRPr kumimoji="0" lang="zh-CN" altLang="en-US" sz="2400" b="0" i="0" u="none" strike="noStrike" cap="none" normalizeH="0" baseline="0" dirty="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w="28575" cap="flat" cmpd="sng" algn="ctr">
                      <a:solidFill>
                        <a:schemeClr val="tx1"/>
                      </a:solidFill>
                      <a:prstDash val="solid"/>
                      <a:round/>
                      <a:headEnd type="none" w="med" len="med"/>
                      <a:tailEnd type="none" w="med" len="med"/>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 </a:t>
                      </a:r>
                      <a:endParaRPr kumimoji="0" lang="en-US" altLang="zh-CN" sz="48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0</a:t>
                      </a:r>
                      <a:endParaRPr kumimoji="0" lang="zh-CN" altLang="en-US" sz="2400" b="0" i="0" u="none" strike="noStrike" cap="none" normalizeH="0" baseline="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rgbClr val="000000"/>
                          </a:solidFill>
                          <a:effectLst/>
                          <a:latin typeface="Times New Roman" charset="0"/>
                          <a:ea typeface="宋体" charset="0"/>
                          <a:cs typeface="Times New Roman" charset="0"/>
                        </a:rPr>
                        <a:t>1</a:t>
                      </a:r>
                      <a:endParaRPr kumimoji="0" lang="zh-CN" altLang="en-US" sz="2400" b="0" i="0" u="none" strike="noStrike" cap="none" normalizeH="0" baseline="0" dirty="0">
                        <a:ln>
                          <a:noFill/>
                        </a:ln>
                        <a:solidFill>
                          <a:srgbClr val="000000"/>
                        </a:solidFill>
                        <a:effectLst/>
                        <a:latin typeface="Times New Roman" charset="0"/>
                        <a:ea typeface="宋体" charset="0"/>
                        <a:cs typeface="Times New Roman" charset="0"/>
                      </a:endParaRPr>
                    </a:p>
                  </a:txBody>
                  <a:tcPr marL="0" marR="0" marT="0" marB="0" anchor="ctr" anchorCtr="1"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7" name="Line 255">
            <a:extLst>
              <a:ext uri="{FF2B5EF4-FFF2-40B4-BE49-F238E27FC236}">
                <a16:creationId xmlns:a16="http://schemas.microsoft.com/office/drawing/2014/main" id="{E12BB5D2-E67A-F11E-CA5E-EA3113176756}"/>
              </a:ext>
            </a:extLst>
          </p:cNvPr>
          <p:cNvSpPr>
            <a:spLocks noChangeShapeType="1"/>
          </p:cNvSpPr>
          <p:nvPr/>
        </p:nvSpPr>
        <p:spPr bwMode="auto">
          <a:xfrm>
            <a:off x="5873750" y="1671638"/>
            <a:ext cx="2428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 name="Line 258">
            <a:extLst>
              <a:ext uri="{FF2B5EF4-FFF2-40B4-BE49-F238E27FC236}">
                <a16:creationId xmlns:a16="http://schemas.microsoft.com/office/drawing/2014/main" id="{35210E25-7B2D-B55F-7E37-7B8780D882C2}"/>
              </a:ext>
            </a:extLst>
          </p:cNvPr>
          <p:cNvSpPr>
            <a:spLocks noChangeShapeType="1"/>
          </p:cNvSpPr>
          <p:nvPr/>
        </p:nvSpPr>
        <p:spPr bwMode="auto">
          <a:xfrm>
            <a:off x="6464300" y="1671638"/>
            <a:ext cx="2428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 name="Line 259">
            <a:extLst>
              <a:ext uri="{FF2B5EF4-FFF2-40B4-BE49-F238E27FC236}">
                <a16:creationId xmlns:a16="http://schemas.microsoft.com/office/drawing/2014/main" id="{BA0EC142-DDA9-578C-3714-107AEC542282}"/>
              </a:ext>
            </a:extLst>
          </p:cNvPr>
          <p:cNvSpPr>
            <a:spLocks noChangeShapeType="1"/>
          </p:cNvSpPr>
          <p:nvPr/>
        </p:nvSpPr>
        <p:spPr bwMode="auto">
          <a:xfrm>
            <a:off x="7045325" y="1671638"/>
            <a:ext cx="2428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Line 260">
            <a:extLst>
              <a:ext uri="{FF2B5EF4-FFF2-40B4-BE49-F238E27FC236}">
                <a16:creationId xmlns:a16="http://schemas.microsoft.com/office/drawing/2014/main" id="{3B6FEDDD-A8A5-CFF8-ADD9-AEC5F983C7BD}"/>
              </a:ext>
            </a:extLst>
          </p:cNvPr>
          <p:cNvSpPr>
            <a:spLocks noChangeShapeType="1"/>
          </p:cNvSpPr>
          <p:nvPr/>
        </p:nvSpPr>
        <p:spPr bwMode="auto">
          <a:xfrm>
            <a:off x="7588250" y="1671638"/>
            <a:ext cx="2428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 name="Line 261">
            <a:extLst>
              <a:ext uri="{FF2B5EF4-FFF2-40B4-BE49-F238E27FC236}">
                <a16:creationId xmlns:a16="http://schemas.microsoft.com/office/drawing/2014/main" id="{6C3AC694-4A61-45E2-9351-CA3E6B4BAF63}"/>
              </a:ext>
            </a:extLst>
          </p:cNvPr>
          <p:cNvSpPr>
            <a:spLocks noChangeShapeType="1"/>
          </p:cNvSpPr>
          <p:nvPr/>
        </p:nvSpPr>
        <p:spPr bwMode="auto">
          <a:xfrm>
            <a:off x="8226425" y="1671638"/>
            <a:ext cx="2428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 name="Line 262">
            <a:extLst>
              <a:ext uri="{FF2B5EF4-FFF2-40B4-BE49-F238E27FC236}">
                <a16:creationId xmlns:a16="http://schemas.microsoft.com/office/drawing/2014/main" id="{F50D9B81-5687-1EC9-65F9-FCD9B5953DFA}"/>
              </a:ext>
            </a:extLst>
          </p:cNvPr>
          <p:cNvSpPr>
            <a:spLocks noChangeShapeType="1"/>
          </p:cNvSpPr>
          <p:nvPr/>
        </p:nvSpPr>
        <p:spPr bwMode="auto">
          <a:xfrm>
            <a:off x="663575" y="1671638"/>
            <a:ext cx="17621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Line 263">
            <a:extLst>
              <a:ext uri="{FF2B5EF4-FFF2-40B4-BE49-F238E27FC236}">
                <a16:creationId xmlns:a16="http://schemas.microsoft.com/office/drawing/2014/main" id="{E360DFC0-B45D-5C27-BC3F-DC039B195D8C}"/>
              </a:ext>
            </a:extLst>
          </p:cNvPr>
          <p:cNvSpPr>
            <a:spLocks noChangeShapeType="1"/>
          </p:cNvSpPr>
          <p:nvPr/>
        </p:nvSpPr>
        <p:spPr bwMode="auto">
          <a:xfrm>
            <a:off x="1206500" y="1662113"/>
            <a:ext cx="17621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Line 264">
            <a:extLst>
              <a:ext uri="{FF2B5EF4-FFF2-40B4-BE49-F238E27FC236}">
                <a16:creationId xmlns:a16="http://schemas.microsoft.com/office/drawing/2014/main" id="{FAEE055A-FCC0-E2DC-EDA7-52A155B62AD0}"/>
              </a:ext>
            </a:extLst>
          </p:cNvPr>
          <p:cNvSpPr>
            <a:spLocks noChangeShapeType="1"/>
          </p:cNvSpPr>
          <p:nvPr/>
        </p:nvSpPr>
        <p:spPr bwMode="auto">
          <a:xfrm>
            <a:off x="1797050" y="1662113"/>
            <a:ext cx="17621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Line 265">
            <a:extLst>
              <a:ext uri="{FF2B5EF4-FFF2-40B4-BE49-F238E27FC236}">
                <a16:creationId xmlns:a16="http://schemas.microsoft.com/office/drawing/2014/main" id="{E09DECA2-6A8C-47FF-14D2-819D4DB618B1}"/>
              </a:ext>
            </a:extLst>
          </p:cNvPr>
          <p:cNvSpPr>
            <a:spLocks noChangeShapeType="1"/>
          </p:cNvSpPr>
          <p:nvPr/>
        </p:nvSpPr>
        <p:spPr bwMode="auto">
          <a:xfrm>
            <a:off x="2368550" y="1662113"/>
            <a:ext cx="17621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Line 266">
            <a:extLst>
              <a:ext uri="{FF2B5EF4-FFF2-40B4-BE49-F238E27FC236}">
                <a16:creationId xmlns:a16="http://schemas.microsoft.com/office/drawing/2014/main" id="{83E92277-B749-2430-B6CC-23FDEBE66700}"/>
              </a:ext>
            </a:extLst>
          </p:cNvPr>
          <p:cNvSpPr>
            <a:spLocks noChangeShapeType="1"/>
          </p:cNvSpPr>
          <p:nvPr/>
        </p:nvSpPr>
        <p:spPr bwMode="auto">
          <a:xfrm>
            <a:off x="2968625" y="1662113"/>
            <a:ext cx="17621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Line 267">
            <a:extLst>
              <a:ext uri="{FF2B5EF4-FFF2-40B4-BE49-F238E27FC236}">
                <a16:creationId xmlns:a16="http://schemas.microsoft.com/office/drawing/2014/main" id="{6EC983F5-3C2D-526F-0E36-AD83392EF067}"/>
              </a:ext>
            </a:extLst>
          </p:cNvPr>
          <p:cNvSpPr>
            <a:spLocks noChangeShapeType="1"/>
          </p:cNvSpPr>
          <p:nvPr/>
        </p:nvSpPr>
        <p:spPr bwMode="auto">
          <a:xfrm>
            <a:off x="3549650" y="1662113"/>
            <a:ext cx="17621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Line 268">
            <a:extLst>
              <a:ext uri="{FF2B5EF4-FFF2-40B4-BE49-F238E27FC236}">
                <a16:creationId xmlns:a16="http://schemas.microsoft.com/office/drawing/2014/main" id="{4BDA719F-D7E7-8163-0B04-810347137706}"/>
              </a:ext>
            </a:extLst>
          </p:cNvPr>
          <p:cNvSpPr>
            <a:spLocks noChangeShapeType="1"/>
          </p:cNvSpPr>
          <p:nvPr/>
        </p:nvSpPr>
        <p:spPr bwMode="auto">
          <a:xfrm>
            <a:off x="4149725" y="1662113"/>
            <a:ext cx="17621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Line 269">
            <a:extLst>
              <a:ext uri="{FF2B5EF4-FFF2-40B4-BE49-F238E27FC236}">
                <a16:creationId xmlns:a16="http://schemas.microsoft.com/office/drawing/2014/main" id="{6D8C3FCE-5E83-B160-7B2A-82DD92AEF8BD}"/>
              </a:ext>
            </a:extLst>
          </p:cNvPr>
          <p:cNvSpPr>
            <a:spLocks noChangeShapeType="1"/>
          </p:cNvSpPr>
          <p:nvPr/>
        </p:nvSpPr>
        <p:spPr bwMode="auto">
          <a:xfrm>
            <a:off x="4730750" y="1662113"/>
            <a:ext cx="17621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Line 270">
            <a:extLst>
              <a:ext uri="{FF2B5EF4-FFF2-40B4-BE49-F238E27FC236}">
                <a16:creationId xmlns:a16="http://schemas.microsoft.com/office/drawing/2014/main" id="{A4B30387-8B36-7B3B-F53B-A6499957D828}"/>
              </a:ext>
            </a:extLst>
          </p:cNvPr>
          <p:cNvSpPr>
            <a:spLocks noChangeShapeType="1"/>
          </p:cNvSpPr>
          <p:nvPr/>
        </p:nvSpPr>
        <p:spPr bwMode="auto">
          <a:xfrm>
            <a:off x="5321300" y="1662113"/>
            <a:ext cx="17621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36620798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6">
            <a:extLst>
              <a:ext uri="{FF2B5EF4-FFF2-40B4-BE49-F238E27FC236}">
                <a16:creationId xmlns:a16="http://schemas.microsoft.com/office/drawing/2014/main" id="{9F4448EA-5319-08D4-E36E-D0E12D37ED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24350" y="486889"/>
            <a:ext cx="5327650" cy="6183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840FF793-7DB3-E959-846C-BE778F82BEDF}"/>
              </a:ext>
            </a:extLst>
          </p:cNvPr>
          <p:cNvSpPr>
            <a:spLocks noGrp="1"/>
          </p:cNvSpPr>
          <p:nvPr>
            <p:ph type="title"/>
          </p:nvPr>
        </p:nvSpPr>
        <p:spPr/>
        <p:txBody>
          <a:bodyPr>
            <a:normAutofit fontScale="90000"/>
          </a:bodyPr>
          <a:lstStyle/>
          <a:p>
            <a:r>
              <a:rPr lang="en-US" altLang="zh-CN" sz="3200" dirty="0"/>
              <a:t>74x148</a:t>
            </a:r>
            <a:r>
              <a:rPr lang="zh-CN" altLang="en-US" sz="3200" dirty="0"/>
              <a:t>逻辑图</a:t>
            </a:r>
            <a:endParaRPr kumimoji="1" lang="zh-CN" altLang="en-US" dirty="0"/>
          </a:p>
        </p:txBody>
      </p:sp>
      <p:sp>
        <p:nvSpPr>
          <p:cNvPr id="3" name="内容占位符 2">
            <a:extLst>
              <a:ext uri="{FF2B5EF4-FFF2-40B4-BE49-F238E27FC236}">
                <a16:creationId xmlns:a16="http://schemas.microsoft.com/office/drawing/2014/main" id="{E320B292-E522-006B-92F4-0B4A0210AA36}"/>
              </a:ext>
            </a:extLst>
          </p:cNvPr>
          <p:cNvSpPr>
            <a:spLocks noGrp="1"/>
          </p:cNvSpPr>
          <p:nvPr>
            <p:ph idx="1"/>
          </p:nvPr>
        </p:nvSpPr>
        <p:spPr>
          <a:xfrm>
            <a:off x="17780" y="585760"/>
            <a:ext cx="3732184" cy="5947119"/>
          </a:xfrm>
        </p:spPr>
        <p:txBody>
          <a:bodyPr/>
          <a:lstStyle/>
          <a:p>
            <a:pPr algn="just">
              <a:lnSpc>
                <a:spcPct val="105000"/>
              </a:lnSpc>
            </a:pPr>
            <a:r>
              <a:rPr kumimoji="1" lang="zh-CN" altLang="en-US" sz="2800" dirty="0">
                <a:latin typeface="Times New Roman" panose="02020603050405020304" pitchFamily="18" charset="0"/>
              </a:rPr>
              <a:t>若</a:t>
            </a:r>
            <a:r>
              <a:rPr kumimoji="1" lang="en-US" altLang="zh-CN" sz="2800" dirty="0">
                <a:latin typeface="Times New Roman" panose="02020603050405020304" pitchFamily="18" charset="0"/>
              </a:rPr>
              <a:t>S</a:t>
            </a:r>
            <a:r>
              <a:rPr kumimoji="1" lang="zh-CN" altLang="en-US" sz="2800" dirty="0">
                <a:latin typeface="Times New Roman" panose="02020603050405020304" pitchFamily="18" charset="0"/>
              </a:rPr>
              <a:t>无效，则所有输出均无效</a:t>
            </a:r>
            <a:endParaRPr kumimoji="1" lang="en-US" altLang="zh-CN" sz="2800" dirty="0">
              <a:latin typeface="Times New Roman" panose="02020603050405020304" pitchFamily="18" charset="0"/>
            </a:endParaRPr>
          </a:p>
          <a:p>
            <a:pPr algn="just">
              <a:lnSpc>
                <a:spcPct val="105000"/>
              </a:lnSpc>
            </a:pPr>
            <a:endParaRPr kumimoji="1" lang="en-US" altLang="zh-CN" sz="2800" dirty="0">
              <a:latin typeface="Times New Roman" panose="02020603050405020304" pitchFamily="18" charset="0"/>
            </a:endParaRPr>
          </a:p>
          <a:p>
            <a:pPr algn="just">
              <a:lnSpc>
                <a:spcPct val="105000"/>
              </a:lnSpc>
            </a:pPr>
            <a:r>
              <a:rPr kumimoji="1" lang="zh-CN" altLang="en-US" sz="2800" dirty="0">
                <a:latin typeface="Times New Roman" panose="02020603050405020304" pitchFamily="18" charset="0"/>
              </a:rPr>
              <a:t>若</a:t>
            </a:r>
            <a:r>
              <a:rPr kumimoji="1" lang="en-US" altLang="zh-CN" sz="2800" dirty="0">
                <a:latin typeface="Times New Roman" panose="02020603050405020304" pitchFamily="18" charset="0"/>
              </a:rPr>
              <a:t>S</a:t>
            </a:r>
            <a:r>
              <a:rPr kumimoji="1" lang="zh-CN" altLang="en-US" sz="2800" dirty="0">
                <a:latin typeface="Times New Roman" panose="02020603050405020304" pitchFamily="18" charset="0"/>
              </a:rPr>
              <a:t>有效且</a:t>
            </a:r>
            <a:r>
              <a:rPr kumimoji="1" lang="en-US" altLang="zh-CN" sz="2800" dirty="0">
                <a:latin typeface="Times New Roman" panose="02020603050405020304" pitchFamily="18" charset="0"/>
              </a:rPr>
              <a:t>I</a:t>
            </a:r>
            <a:r>
              <a:rPr kumimoji="1" lang="en-US" altLang="zh-CN" sz="2800" baseline="-25000" dirty="0">
                <a:latin typeface="Times New Roman" panose="02020603050405020304" pitchFamily="18" charset="0"/>
              </a:rPr>
              <a:t>0</a:t>
            </a:r>
            <a:r>
              <a:rPr kumimoji="1" lang="en-US" altLang="zh-CN" sz="2800" dirty="0">
                <a:latin typeface="Times New Roman" panose="02020603050405020304" pitchFamily="18" charset="0"/>
              </a:rPr>
              <a:t> ~ I</a:t>
            </a:r>
            <a:r>
              <a:rPr kumimoji="1" lang="en-US" altLang="zh-CN" sz="2800" baseline="-25000" dirty="0">
                <a:latin typeface="Times New Roman" panose="02020603050405020304" pitchFamily="18" charset="0"/>
              </a:rPr>
              <a:t>7</a:t>
            </a:r>
            <a:r>
              <a:rPr kumimoji="1" lang="zh-CN" altLang="en-US" sz="2800" dirty="0">
                <a:latin typeface="Times New Roman" panose="02020603050405020304" pitchFamily="18" charset="0"/>
              </a:rPr>
              <a:t>均无效，则仅</a:t>
            </a:r>
            <a:r>
              <a:rPr kumimoji="1" lang="en-US" altLang="zh-CN" sz="2800" dirty="0">
                <a:latin typeface="Times New Roman" panose="02020603050405020304" pitchFamily="18" charset="0"/>
              </a:rPr>
              <a:t>Y</a:t>
            </a:r>
            <a:r>
              <a:rPr kumimoji="1" lang="en-US" altLang="zh-CN" sz="2800" baseline="-25000" dirty="0">
                <a:latin typeface="Times New Roman" panose="02020603050405020304" pitchFamily="18" charset="0"/>
              </a:rPr>
              <a:t>S</a:t>
            </a:r>
            <a:r>
              <a:rPr kumimoji="1" lang="zh-CN" altLang="en-US" sz="2800" dirty="0">
                <a:latin typeface="Times New Roman" panose="02020603050405020304" pitchFamily="18" charset="0"/>
              </a:rPr>
              <a:t>有效</a:t>
            </a:r>
            <a:endParaRPr kumimoji="1" lang="en-US" altLang="zh-CN" sz="2800" dirty="0">
              <a:latin typeface="Times New Roman" panose="02020603050405020304" pitchFamily="18" charset="0"/>
            </a:endParaRPr>
          </a:p>
          <a:p>
            <a:pPr algn="just">
              <a:lnSpc>
                <a:spcPct val="105000"/>
              </a:lnSpc>
            </a:pPr>
            <a:endParaRPr kumimoji="1" lang="zh-CN" altLang="en-US" sz="2800" dirty="0">
              <a:latin typeface="Times New Roman" panose="02020603050405020304" pitchFamily="18" charset="0"/>
            </a:endParaRPr>
          </a:p>
          <a:p>
            <a:pPr algn="just">
              <a:lnSpc>
                <a:spcPct val="105000"/>
              </a:lnSpc>
            </a:pPr>
            <a:r>
              <a:rPr kumimoji="1" lang="zh-CN" altLang="en-US" sz="2800" dirty="0">
                <a:latin typeface="Times New Roman" panose="02020603050405020304" pitchFamily="18" charset="0"/>
              </a:rPr>
              <a:t>若</a:t>
            </a:r>
            <a:r>
              <a:rPr kumimoji="1" lang="en-US" altLang="zh-CN" sz="2800" dirty="0">
                <a:latin typeface="Times New Roman" panose="02020603050405020304" pitchFamily="18" charset="0"/>
              </a:rPr>
              <a:t>S</a:t>
            </a:r>
            <a:r>
              <a:rPr kumimoji="1" lang="zh-CN" altLang="en-US" sz="2800" dirty="0">
                <a:latin typeface="Times New Roman" panose="02020603050405020304" pitchFamily="18" charset="0"/>
              </a:rPr>
              <a:t>有效且</a:t>
            </a:r>
            <a:r>
              <a:rPr kumimoji="1" lang="en-US" altLang="zh-CN" sz="2800" dirty="0">
                <a:latin typeface="Times New Roman" panose="02020603050405020304" pitchFamily="18" charset="0"/>
              </a:rPr>
              <a:t>I</a:t>
            </a:r>
            <a:r>
              <a:rPr kumimoji="1" lang="en-US" altLang="zh-CN" sz="2800" baseline="-25000" dirty="0">
                <a:latin typeface="Times New Roman" panose="02020603050405020304" pitchFamily="18" charset="0"/>
              </a:rPr>
              <a:t>0</a:t>
            </a:r>
            <a:r>
              <a:rPr kumimoji="1" lang="en-US" altLang="zh-CN" sz="2800" dirty="0">
                <a:latin typeface="Times New Roman" panose="02020603050405020304" pitchFamily="18" charset="0"/>
              </a:rPr>
              <a:t> ~ I</a:t>
            </a:r>
            <a:r>
              <a:rPr kumimoji="1" lang="en-US" altLang="zh-CN" sz="2800" baseline="-25000" dirty="0">
                <a:latin typeface="Times New Roman" panose="02020603050405020304" pitchFamily="18" charset="0"/>
              </a:rPr>
              <a:t>7</a:t>
            </a:r>
            <a:r>
              <a:rPr kumimoji="1" lang="zh-CN" altLang="en-US" sz="2800" dirty="0">
                <a:latin typeface="Times New Roman" panose="02020603050405020304" pitchFamily="18" charset="0"/>
              </a:rPr>
              <a:t>中存在有效，则</a:t>
            </a:r>
            <a:r>
              <a:rPr kumimoji="1" lang="en-US" altLang="zh-CN" sz="2800" dirty="0">
                <a:latin typeface="Times New Roman" panose="02020603050405020304" pitchFamily="18" charset="0"/>
              </a:rPr>
              <a:t>Y</a:t>
            </a:r>
            <a:r>
              <a:rPr kumimoji="1" lang="en-US" altLang="zh-CN" sz="2800" baseline="-25000" dirty="0">
                <a:latin typeface="Times New Roman" panose="02020603050405020304" pitchFamily="18" charset="0"/>
              </a:rPr>
              <a:t>S</a:t>
            </a:r>
            <a:r>
              <a:rPr kumimoji="1" lang="zh-CN" altLang="en-US" sz="2800" dirty="0">
                <a:latin typeface="Times New Roman" panose="02020603050405020304" pitchFamily="18" charset="0"/>
              </a:rPr>
              <a:t>无效，</a:t>
            </a:r>
            <a:r>
              <a:rPr kumimoji="1" lang="en-US" altLang="zh-CN" sz="2800" dirty="0" err="1">
                <a:latin typeface="Times New Roman" panose="02020603050405020304" pitchFamily="18" charset="0"/>
              </a:rPr>
              <a:t>Y</a:t>
            </a:r>
            <a:r>
              <a:rPr kumimoji="1" lang="en-US" altLang="zh-CN" sz="2800" baseline="-25000" dirty="0" err="1">
                <a:latin typeface="Times New Roman" panose="02020603050405020304" pitchFamily="18" charset="0"/>
              </a:rPr>
              <a:t>ex</a:t>
            </a:r>
            <a:r>
              <a:rPr kumimoji="1" lang="zh-CN" altLang="en-US" sz="2800" dirty="0">
                <a:latin typeface="Times New Roman" panose="02020603050405020304" pitchFamily="18" charset="0"/>
              </a:rPr>
              <a:t>和</a:t>
            </a:r>
            <a:r>
              <a:rPr kumimoji="1" lang="en-US" altLang="zh-CN" sz="2800" dirty="0">
                <a:latin typeface="Times New Roman" panose="02020603050405020304" pitchFamily="18" charset="0"/>
              </a:rPr>
              <a:t>Y</a:t>
            </a:r>
            <a:r>
              <a:rPr kumimoji="1" lang="en-US" altLang="zh-CN" sz="2800" baseline="-25000" dirty="0">
                <a:latin typeface="Times New Roman" panose="02020603050405020304" pitchFamily="18" charset="0"/>
              </a:rPr>
              <a:t>2</a:t>
            </a:r>
            <a:r>
              <a:rPr kumimoji="1" lang="en-US" altLang="zh-CN" sz="2800" dirty="0">
                <a:latin typeface="Times New Roman" panose="02020603050405020304" pitchFamily="18" charset="0"/>
              </a:rPr>
              <a:t> ~ Y</a:t>
            </a:r>
            <a:r>
              <a:rPr kumimoji="1" lang="en-US" altLang="zh-CN" sz="2800" baseline="-25000" dirty="0">
                <a:latin typeface="Times New Roman" panose="02020603050405020304" pitchFamily="18" charset="0"/>
              </a:rPr>
              <a:t>0</a:t>
            </a:r>
            <a:r>
              <a:rPr kumimoji="1" lang="zh-CN" altLang="en-US" sz="2800" dirty="0">
                <a:latin typeface="Times New Roman" panose="02020603050405020304" pitchFamily="18" charset="0"/>
              </a:rPr>
              <a:t>有效</a:t>
            </a:r>
          </a:p>
          <a:p>
            <a:endParaRPr kumimoji="1" lang="zh-CN" altLang="en-US" dirty="0"/>
          </a:p>
        </p:txBody>
      </p:sp>
      <p:sp>
        <p:nvSpPr>
          <p:cNvPr id="4" name="页脚占位符 3">
            <a:extLst>
              <a:ext uri="{FF2B5EF4-FFF2-40B4-BE49-F238E27FC236}">
                <a16:creationId xmlns:a16="http://schemas.microsoft.com/office/drawing/2014/main" id="{89CFFD04-FD91-E0FE-975D-112BB6DDEC85}"/>
              </a:ext>
            </a:extLst>
          </p:cNvPr>
          <p:cNvSpPr>
            <a:spLocks noGrp="1"/>
          </p:cNvSpPr>
          <p:nvPr>
            <p:ph type="ftr" sz="quarter" idx="11"/>
          </p:nvPr>
        </p:nvSpPr>
        <p:spPr/>
        <p:txBody>
          <a:bodyPr/>
          <a:lstStyle/>
          <a:p>
            <a:r>
              <a:rPr lang="zh-CN" altLang="en-US"/>
              <a:t>模拟与数字电路：</a:t>
            </a:r>
            <a:r>
              <a:rPr lang="en-US" altLang="zh-CN"/>
              <a:t>6. </a:t>
            </a:r>
            <a:r>
              <a:rPr lang="zh-CN" altLang="en-US"/>
              <a:t>组合逻辑电路</a:t>
            </a:r>
            <a:r>
              <a:rPr lang="en-US" altLang="zh-CN"/>
              <a:t>2</a:t>
            </a:r>
            <a:endParaRPr lang="en-US" dirty="0"/>
          </a:p>
        </p:txBody>
      </p:sp>
      <p:sp>
        <p:nvSpPr>
          <p:cNvPr id="5" name="灯片编号占位符 4">
            <a:extLst>
              <a:ext uri="{FF2B5EF4-FFF2-40B4-BE49-F238E27FC236}">
                <a16:creationId xmlns:a16="http://schemas.microsoft.com/office/drawing/2014/main" id="{583ADEE2-9AA3-E03B-35D9-4B31E9271A4B}"/>
              </a:ext>
            </a:extLst>
          </p:cNvPr>
          <p:cNvSpPr>
            <a:spLocks noGrp="1"/>
          </p:cNvSpPr>
          <p:nvPr>
            <p:ph type="sldNum" sz="quarter" idx="12"/>
          </p:nvPr>
        </p:nvSpPr>
        <p:spPr/>
        <p:txBody>
          <a:bodyPr/>
          <a:lstStyle/>
          <a:p>
            <a:fld id="{9E260BC5-5BF3-8746-862B-DC45E9CAA88B}" type="slidenum">
              <a:rPr lang="en-US" smtClean="0"/>
              <a:pPr/>
              <a:t>12</a:t>
            </a:fld>
            <a:r>
              <a:rPr lang="en-US" altLang="zh-CN" dirty="0"/>
              <a:t>/38</a:t>
            </a:r>
            <a:endParaRPr lang="en-US" dirty="0"/>
          </a:p>
        </p:txBody>
      </p:sp>
      <p:sp>
        <p:nvSpPr>
          <p:cNvPr id="7" name="Text Box 7">
            <a:extLst>
              <a:ext uri="{FF2B5EF4-FFF2-40B4-BE49-F238E27FC236}">
                <a16:creationId xmlns:a16="http://schemas.microsoft.com/office/drawing/2014/main" id="{FF6FAF7B-76EA-4429-8BDF-97DE4868AA7C}"/>
              </a:ext>
            </a:extLst>
          </p:cNvPr>
          <p:cNvSpPr txBox="1">
            <a:spLocks noChangeArrowheads="1"/>
          </p:cNvSpPr>
          <p:nvPr/>
        </p:nvSpPr>
        <p:spPr bwMode="auto">
          <a:xfrm>
            <a:off x="9256713" y="4001552"/>
            <a:ext cx="468312" cy="45720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lIns="0" tIns="0" rIns="0" bIns="0" anchor="ctr" anchorCtr="1"/>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Y</a:t>
            </a:r>
            <a:r>
              <a:rPr kumimoji="1" lang="en-US" altLang="zh-CN" sz="1800">
                <a:latin typeface="Times New Roman" panose="02020603050405020304" pitchFamily="18" charset="0"/>
                <a:ea typeface="楷体_GB2312" pitchFamily="49" charset="-122"/>
              </a:rPr>
              <a:t>1</a:t>
            </a:r>
          </a:p>
        </p:txBody>
      </p:sp>
      <p:sp>
        <p:nvSpPr>
          <p:cNvPr id="8" name="Text Box 8">
            <a:extLst>
              <a:ext uri="{FF2B5EF4-FFF2-40B4-BE49-F238E27FC236}">
                <a16:creationId xmlns:a16="http://schemas.microsoft.com/office/drawing/2014/main" id="{F49186CD-07D4-9BBA-753E-BE4AD3C43D25}"/>
              </a:ext>
            </a:extLst>
          </p:cNvPr>
          <p:cNvSpPr txBox="1">
            <a:spLocks noChangeArrowheads="1"/>
          </p:cNvSpPr>
          <p:nvPr/>
        </p:nvSpPr>
        <p:spPr bwMode="auto">
          <a:xfrm>
            <a:off x="9205913" y="2345789"/>
            <a:ext cx="519112" cy="45720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lIns="0" tIns="0" rIns="0" bIns="0" anchor="ctr" anchorCtr="1"/>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Y</a:t>
            </a:r>
            <a:r>
              <a:rPr kumimoji="1" lang="en-US" altLang="zh-CN" sz="1800">
                <a:latin typeface="Times New Roman" panose="02020603050405020304" pitchFamily="18" charset="0"/>
                <a:ea typeface="楷体_GB2312" pitchFamily="49" charset="-122"/>
              </a:rPr>
              <a:t>0</a:t>
            </a:r>
          </a:p>
        </p:txBody>
      </p:sp>
      <p:sp>
        <p:nvSpPr>
          <p:cNvPr id="9" name="Text Box 9">
            <a:extLst>
              <a:ext uri="{FF2B5EF4-FFF2-40B4-BE49-F238E27FC236}">
                <a16:creationId xmlns:a16="http://schemas.microsoft.com/office/drawing/2014/main" id="{49988E8D-D51F-BE4C-1418-C156554DBE71}"/>
              </a:ext>
            </a:extLst>
          </p:cNvPr>
          <p:cNvSpPr txBox="1">
            <a:spLocks noChangeArrowheads="1"/>
          </p:cNvSpPr>
          <p:nvPr/>
        </p:nvSpPr>
        <p:spPr bwMode="auto">
          <a:xfrm>
            <a:off x="4232275" y="683677"/>
            <a:ext cx="342900" cy="365125"/>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lIns="0" tIns="0" rIns="0" bIns="0" anchor="ctr" anchorCtr="1"/>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I</a:t>
            </a:r>
            <a:r>
              <a:rPr kumimoji="1" lang="en-US" altLang="zh-CN" sz="1800">
                <a:latin typeface="Times New Roman" panose="02020603050405020304" pitchFamily="18" charset="0"/>
                <a:ea typeface="楷体_GB2312" pitchFamily="49" charset="-122"/>
              </a:rPr>
              <a:t>0</a:t>
            </a:r>
          </a:p>
        </p:txBody>
      </p:sp>
      <p:sp>
        <p:nvSpPr>
          <p:cNvPr id="10" name="Text Box 10">
            <a:extLst>
              <a:ext uri="{FF2B5EF4-FFF2-40B4-BE49-F238E27FC236}">
                <a16:creationId xmlns:a16="http://schemas.microsoft.com/office/drawing/2014/main" id="{8294604B-45C5-8B73-0024-8314C53381AC}"/>
              </a:ext>
            </a:extLst>
          </p:cNvPr>
          <p:cNvSpPr txBox="1">
            <a:spLocks noChangeArrowheads="1"/>
          </p:cNvSpPr>
          <p:nvPr/>
        </p:nvSpPr>
        <p:spPr bwMode="auto">
          <a:xfrm>
            <a:off x="4232275" y="2106077"/>
            <a:ext cx="342900" cy="365125"/>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lIns="0" tIns="0" rIns="0" bIns="0" anchor="ctr" anchorCtr="1"/>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I</a:t>
            </a:r>
            <a:r>
              <a:rPr kumimoji="1" lang="en-US" altLang="zh-CN" sz="1800">
                <a:latin typeface="Times New Roman" panose="02020603050405020304" pitchFamily="18" charset="0"/>
                <a:ea typeface="楷体_GB2312" pitchFamily="49" charset="-122"/>
              </a:rPr>
              <a:t>2</a:t>
            </a:r>
          </a:p>
        </p:txBody>
      </p:sp>
      <p:sp>
        <p:nvSpPr>
          <p:cNvPr id="11" name="Text Box 11">
            <a:extLst>
              <a:ext uri="{FF2B5EF4-FFF2-40B4-BE49-F238E27FC236}">
                <a16:creationId xmlns:a16="http://schemas.microsoft.com/office/drawing/2014/main" id="{A5B89857-350B-6923-3D31-6C749A5165B6}"/>
              </a:ext>
            </a:extLst>
          </p:cNvPr>
          <p:cNvSpPr txBox="1">
            <a:spLocks noChangeArrowheads="1"/>
          </p:cNvSpPr>
          <p:nvPr/>
        </p:nvSpPr>
        <p:spPr bwMode="auto">
          <a:xfrm>
            <a:off x="4232275" y="1385352"/>
            <a:ext cx="342900" cy="365125"/>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lIns="0" tIns="0" rIns="0" bIns="0" anchor="ctr" anchorCtr="1"/>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I</a:t>
            </a:r>
            <a:r>
              <a:rPr kumimoji="1" lang="en-US" altLang="zh-CN" sz="1800">
                <a:latin typeface="Times New Roman" panose="02020603050405020304" pitchFamily="18" charset="0"/>
                <a:ea typeface="楷体_GB2312" pitchFamily="49" charset="-122"/>
              </a:rPr>
              <a:t>1</a:t>
            </a:r>
          </a:p>
        </p:txBody>
      </p:sp>
      <p:sp>
        <p:nvSpPr>
          <p:cNvPr id="12" name="Text Box 12">
            <a:extLst>
              <a:ext uri="{FF2B5EF4-FFF2-40B4-BE49-F238E27FC236}">
                <a16:creationId xmlns:a16="http://schemas.microsoft.com/office/drawing/2014/main" id="{0E5AB1C7-A69A-1142-C582-8AB6943604E2}"/>
              </a:ext>
            </a:extLst>
          </p:cNvPr>
          <p:cNvSpPr txBox="1">
            <a:spLocks noChangeArrowheads="1"/>
          </p:cNvSpPr>
          <p:nvPr/>
        </p:nvSpPr>
        <p:spPr bwMode="auto">
          <a:xfrm>
            <a:off x="4232275" y="2791877"/>
            <a:ext cx="342900" cy="365125"/>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lIns="0" tIns="0" rIns="0" bIns="0" anchor="ctr" anchorCtr="1"/>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I</a:t>
            </a:r>
            <a:r>
              <a:rPr kumimoji="1" lang="en-US" altLang="zh-CN" sz="1800">
                <a:latin typeface="Times New Roman" panose="02020603050405020304" pitchFamily="18" charset="0"/>
                <a:ea typeface="楷体_GB2312" pitchFamily="49" charset="-122"/>
              </a:rPr>
              <a:t>3</a:t>
            </a:r>
          </a:p>
        </p:txBody>
      </p:sp>
      <p:sp>
        <p:nvSpPr>
          <p:cNvPr id="13" name="Text Box 13">
            <a:extLst>
              <a:ext uri="{FF2B5EF4-FFF2-40B4-BE49-F238E27FC236}">
                <a16:creationId xmlns:a16="http://schemas.microsoft.com/office/drawing/2014/main" id="{8D3D90CA-6C75-678C-9DCF-4ECFC8CBCFDD}"/>
              </a:ext>
            </a:extLst>
          </p:cNvPr>
          <p:cNvSpPr txBox="1">
            <a:spLocks noChangeArrowheads="1"/>
          </p:cNvSpPr>
          <p:nvPr/>
        </p:nvSpPr>
        <p:spPr bwMode="auto">
          <a:xfrm>
            <a:off x="9220200" y="1301214"/>
            <a:ext cx="685800" cy="45720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lIns="0" tIns="0" rIns="0" bIns="0" anchor="ctr" anchorCtr="1"/>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Y</a:t>
            </a:r>
            <a:r>
              <a:rPr kumimoji="1" lang="en-US" altLang="zh-CN" sz="1800">
                <a:latin typeface="Times New Roman" panose="02020603050405020304" pitchFamily="18" charset="0"/>
                <a:ea typeface="楷体_GB2312" pitchFamily="49" charset="-122"/>
              </a:rPr>
              <a:t>ex</a:t>
            </a:r>
          </a:p>
        </p:txBody>
      </p:sp>
      <p:sp>
        <p:nvSpPr>
          <p:cNvPr id="14" name="Text Box 14">
            <a:extLst>
              <a:ext uri="{FF2B5EF4-FFF2-40B4-BE49-F238E27FC236}">
                <a16:creationId xmlns:a16="http://schemas.microsoft.com/office/drawing/2014/main" id="{DF2CAC9E-34BF-D4C3-0FE3-551117F8DB52}"/>
              </a:ext>
            </a:extLst>
          </p:cNvPr>
          <p:cNvSpPr txBox="1">
            <a:spLocks noChangeArrowheads="1"/>
          </p:cNvSpPr>
          <p:nvPr/>
        </p:nvSpPr>
        <p:spPr bwMode="auto">
          <a:xfrm>
            <a:off x="9234488" y="5670014"/>
            <a:ext cx="490537" cy="45720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lIns="0" tIns="0" rIns="0" bIns="0" anchor="ctr" anchorCtr="1"/>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Y</a:t>
            </a:r>
            <a:r>
              <a:rPr kumimoji="1" lang="en-US" altLang="zh-CN" sz="1800">
                <a:latin typeface="Times New Roman" panose="02020603050405020304" pitchFamily="18" charset="0"/>
                <a:ea typeface="楷体_GB2312" pitchFamily="49" charset="-122"/>
              </a:rPr>
              <a:t>2</a:t>
            </a:r>
          </a:p>
        </p:txBody>
      </p:sp>
      <p:sp>
        <p:nvSpPr>
          <p:cNvPr id="15" name="Text Box 15">
            <a:extLst>
              <a:ext uri="{FF2B5EF4-FFF2-40B4-BE49-F238E27FC236}">
                <a16:creationId xmlns:a16="http://schemas.microsoft.com/office/drawing/2014/main" id="{08C42217-B49F-DB74-7655-43105BA190CD}"/>
              </a:ext>
            </a:extLst>
          </p:cNvPr>
          <p:cNvSpPr txBox="1">
            <a:spLocks noChangeArrowheads="1"/>
          </p:cNvSpPr>
          <p:nvPr/>
        </p:nvSpPr>
        <p:spPr bwMode="auto">
          <a:xfrm>
            <a:off x="9256713" y="834489"/>
            <a:ext cx="517525" cy="45720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lIns="0" tIns="0" rIns="0" bIns="0" anchor="ctr" anchorCtr="1"/>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Y</a:t>
            </a:r>
            <a:r>
              <a:rPr kumimoji="1" lang="en-US" altLang="zh-CN" sz="1800">
                <a:latin typeface="Times New Roman" panose="02020603050405020304" pitchFamily="18" charset="0"/>
                <a:ea typeface="楷体_GB2312" pitchFamily="49" charset="-122"/>
              </a:rPr>
              <a:t>s</a:t>
            </a:r>
          </a:p>
        </p:txBody>
      </p:sp>
      <p:sp>
        <p:nvSpPr>
          <p:cNvPr id="16" name="Text Box 16">
            <a:extLst>
              <a:ext uri="{FF2B5EF4-FFF2-40B4-BE49-F238E27FC236}">
                <a16:creationId xmlns:a16="http://schemas.microsoft.com/office/drawing/2014/main" id="{8689B621-9E3E-AE00-208D-22F65231F819}"/>
              </a:ext>
            </a:extLst>
          </p:cNvPr>
          <p:cNvSpPr txBox="1">
            <a:spLocks noChangeArrowheads="1"/>
          </p:cNvSpPr>
          <p:nvPr/>
        </p:nvSpPr>
        <p:spPr bwMode="auto">
          <a:xfrm>
            <a:off x="4232275" y="3507839"/>
            <a:ext cx="342900" cy="365125"/>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lIns="0" tIns="0" rIns="0" bIns="0" anchor="ctr" anchorCtr="1"/>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I</a:t>
            </a:r>
            <a:r>
              <a:rPr kumimoji="1" lang="en-US" altLang="zh-CN" sz="1800">
                <a:latin typeface="Times New Roman" panose="02020603050405020304" pitchFamily="18" charset="0"/>
                <a:ea typeface="楷体_GB2312" pitchFamily="49" charset="-122"/>
              </a:rPr>
              <a:t>4</a:t>
            </a:r>
          </a:p>
        </p:txBody>
      </p:sp>
      <p:sp>
        <p:nvSpPr>
          <p:cNvPr id="17" name="Text Box 17">
            <a:extLst>
              <a:ext uri="{FF2B5EF4-FFF2-40B4-BE49-F238E27FC236}">
                <a16:creationId xmlns:a16="http://schemas.microsoft.com/office/drawing/2014/main" id="{B7CE814C-1FA7-1B36-F522-D567302DB4C9}"/>
              </a:ext>
            </a:extLst>
          </p:cNvPr>
          <p:cNvSpPr txBox="1">
            <a:spLocks noChangeArrowheads="1"/>
          </p:cNvSpPr>
          <p:nvPr/>
        </p:nvSpPr>
        <p:spPr bwMode="auto">
          <a:xfrm>
            <a:off x="4232275" y="4250789"/>
            <a:ext cx="342900" cy="365125"/>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lIns="0" tIns="0" rIns="0" bIns="0" anchor="ctr" anchorCtr="1"/>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I</a:t>
            </a:r>
            <a:r>
              <a:rPr kumimoji="1" lang="en-US" altLang="zh-CN" sz="1800">
                <a:latin typeface="Times New Roman" panose="02020603050405020304" pitchFamily="18" charset="0"/>
                <a:ea typeface="楷体_GB2312" pitchFamily="49" charset="-122"/>
              </a:rPr>
              <a:t>5</a:t>
            </a:r>
          </a:p>
        </p:txBody>
      </p:sp>
      <p:sp>
        <p:nvSpPr>
          <p:cNvPr id="18" name="Text Box 18">
            <a:extLst>
              <a:ext uri="{FF2B5EF4-FFF2-40B4-BE49-F238E27FC236}">
                <a16:creationId xmlns:a16="http://schemas.microsoft.com/office/drawing/2014/main" id="{FC59E9EA-D566-E211-61F0-AA5F7F92EF3D}"/>
              </a:ext>
            </a:extLst>
          </p:cNvPr>
          <p:cNvSpPr txBox="1">
            <a:spLocks noChangeArrowheads="1"/>
          </p:cNvSpPr>
          <p:nvPr/>
        </p:nvSpPr>
        <p:spPr bwMode="auto">
          <a:xfrm>
            <a:off x="4232275" y="4925477"/>
            <a:ext cx="342900" cy="365125"/>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lIns="0" tIns="0" rIns="0" bIns="0" anchor="ctr" anchorCtr="1"/>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I</a:t>
            </a:r>
            <a:r>
              <a:rPr kumimoji="1" lang="en-US" altLang="zh-CN" sz="1800">
                <a:latin typeface="Times New Roman" panose="02020603050405020304" pitchFamily="18" charset="0"/>
                <a:ea typeface="楷体_GB2312" pitchFamily="49" charset="-122"/>
              </a:rPr>
              <a:t>6</a:t>
            </a:r>
          </a:p>
        </p:txBody>
      </p:sp>
      <p:sp>
        <p:nvSpPr>
          <p:cNvPr id="19" name="Text Box 19">
            <a:extLst>
              <a:ext uri="{FF2B5EF4-FFF2-40B4-BE49-F238E27FC236}">
                <a16:creationId xmlns:a16="http://schemas.microsoft.com/office/drawing/2014/main" id="{FC555A12-398A-1192-9BD1-C825E5CA854B}"/>
              </a:ext>
            </a:extLst>
          </p:cNvPr>
          <p:cNvSpPr txBox="1">
            <a:spLocks noChangeArrowheads="1"/>
          </p:cNvSpPr>
          <p:nvPr/>
        </p:nvSpPr>
        <p:spPr bwMode="auto">
          <a:xfrm>
            <a:off x="4232275" y="5616039"/>
            <a:ext cx="342900" cy="365125"/>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lIns="0" tIns="0" rIns="0" bIns="0" anchor="ctr" anchorCtr="1"/>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I</a:t>
            </a:r>
            <a:r>
              <a:rPr kumimoji="1" lang="en-US" altLang="zh-CN" sz="1800">
                <a:latin typeface="Times New Roman" panose="02020603050405020304" pitchFamily="18" charset="0"/>
                <a:ea typeface="楷体_GB2312" pitchFamily="49" charset="-122"/>
              </a:rPr>
              <a:t>7</a:t>
            </a:r>
          </a:p>
        </p:txBody>
      </p:sp>
      <p:sp>
        <p:nvSpPr>
          <p:cNvPr id="20" name="Text Box 20">
            <a:extLst>
              <a:ext uri="{FF2B5EF4-FFF2-40B4-BE49-F238E27FC236}">
                <a16:creationId xmlns:a16="http://schemas.microsoft.com/office/drawing/2014/main" id="{C8261115-D406-D77B-FE52-2C7B65BBD5D2}"/>
              </a:ext>
            </a:extLst>
          </p:cNvPr>
          <p:cNvSpPr txBox="1">
            <a:spLocks noChangeArrowheads="1"/>
          </p:cNvSpPr>
          <p:nvPr/>
        </p:nvSpPr>
        <p:spPr bwMode="auto">
          <a:xfrm>
            <a:off x="4217988" y="6236752"/>
            <a:ext cx="322262" cy="365125"/>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lIns="0" tIns="0" rIns="0" bIns="0" anchor="ctr" anchorCtr="1"/>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dirty="0">
                <a:latin typeface="Times New Roman" panose="02020603050405020304" pitchFamily="18" charset="0"/>
                <a:ea typeface="楷体_GB2312" pitchFamily="49" charset="-122"/>
              </a:rPr>
              <a:t>S</a:t>
            </a:r>
            <a:endParaRPr kumimoji="1" lang="en-US" altLang="zh-CN" sz="1800" dirty="0">
              <a:latin typeface="Times New Roman" panose="02020603050405020304" pitchFamily="18" charset="0"/>
              <a:ea typeface="楷体_GB2312" pitchFamily="49" charset="-122"/>
            </a:endParaRPr>
          </a:p>
        </p:txBody>
      </p:sp>
      <p:sp>
        <p:nvSpPr>
          <p:cNvPr id="21" name="Line 22">
            <a:extLst>
              <a:ext uri="{FF2B5EF4-FFF2-40B4-BE49-F238E27FC236}">
                <a16:creationId xmlns:a16="http://schemas.microsoft.com/office/drawing/2014/main" id="{E0A85EA5-E49E-1C33-D418-2194B807C3F7}"/>
              </a:ext>
            </a:extLst>
          </p:cNvPr>
          <p:cNvSpPr>
            <a:spLocks noChangeShapeType="1"/>
          </p:cNvSpPr>
          <p:nvPr/>
        </p:nvSpPr>
        <p:spPr bwMode="auto">
          <a:xfrm>
            <a:off x="4286250" y="6271677"/>
            <a:ext cx="18573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Line 23">
            <a:extLst>
              <a:ext uri="{FF2B5EF4-FFF2-40B4-BE49-F238E27FC236}">
                <a16:creationId xmlns:a16="http://schemas.microsoft.com/office/drawing/2014/main" id="{DB1EC861-611A-F92F-1E71-38EFBA95565C}"/>
              </a:ext>
            </a:extLst>
          </p:cNvPr>
          <p:cNvSpPr>
            <a:spLocks noChangeShapeType="1"/>
          </p:cNvSpPr>
          <p:nvPr/>
        </p:nvSpPr>
        <p:spPr bwMode="auto">
          <a:xfrm>
            <a:off x="9286875" y="5738277"/>
            <a:ext cx="233363"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 name="Line 24">
            <a:extLst>
              <a:ext uri="{FF2B5EF4-FFF2-40B4-BE49-F238E27FC236}">
                <a16:creationId xmlns:a16="http://schemas.microsoft.com/office/drawing/2014/main" id="{D87029F6-4F37-D135-1E55-87616CDD7EFC}"/>
              </a:ext>
            </a:extLst>
          </p:cNvPr>
          <p:cNvSpPr>
            <a:spLocks noChangeShapeType="1"/>
          </p:cNvSpPr>
          <p:nvPr/>
        </p:nvSpPr>
        <p:spPr bwMode="auto">
          <a:xfrm>
            <a:off x="9305925" y="4071402"/>
            <a:ext cx="233363"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Line 25">
            <a:extLst>
              <a:ext uri="{FF2B5EF4-FFF2-40B4-BE49-F238E27FC236}">
                <a16:creationId xmlns:a16="http://schemas.microsoft.com/office/drawing/2014/main" id="{F6788427-DBD9-0445-213A-84866FBADDAF}"/>
              </a:ext>
            </a:extLst>
          </p:cNvPr>
          <p:cNvSpPr>
            <a:spLocks noChangeShapeType="1"/>
          </p:cNvSpPr>
          <p:nvPr/>
        </p:nvSpPr>
        <p:spPr bwMode="auto">
          <a:xfrm>
            <a:off x="9286875" y="2423577"/>
            <a:ext cx="233363"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Line 26">
            <a:extLst>
              <a:ext uri="{FF2B5EF4-FFF2-40B4-BE49-F238E27FC236}">
                <a16:creationId xmlns:a16="http://schemas.microsoft.com/office/drawing/2014/main" id="{C3A5A2EC-58B7-90D6-A13C-A8F981F50E46}"/>
              </a:ext>
            </a:extLst>
          </p:cNvPr>
          <p:cNvSpPr>
            <a:spLocks noChangeShapeType="1"/>
          </p:cNvSpPr>
          <p:nvPr/>
        </p:nvSpPr>
        <p:spPr bwMode="auto">
          <a:xfrm>
            <a:off x="9334500" y="1385352"/>
            <a:ext cx="233363"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27">
            <a:extLst>
              <a:ext uri="{FF2B5EF4-FFF2-40B4-BE49-F238E27FC236}">
                <a16:creationId xmlns:a16="http://schemas.microsoft.com/office/drawing/2014/main" id="{CA88EB03-539F-E311-C861-24704D77DD90}"/>
              </a:ext>
            </a:extLst>
          </p:cNvPr>
          <p:cNvSpPr>
            <a:spLocks noChangeShapeType="1"/>
          </p:cNvSpPr>
          <p:nvPr/>
        </p:nvSpPr>
        <p:spPr bwMode="auto">
          <a:xfrm>
            <a:off x="9344025" y="909102"/>
            <a:ext cx="233363"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 name="Line 28">
            <a:extLst>
              <a:ext uri="{FF2B5EF4-FFF2-40B4-BE49-F238E27FC236}">
                <a16:creationId xmlns:a16="http://schemas.microsoft.com/office/drawing/2014/main" id="{B4B19689-F9F4-7C88-286D-29DFBA2ECB70}"/>
              </a:ext>
            </a:extLst>
          </p:cNvPr>
          <p:cNvSpPr>
            <a:spLocks noChangeShapeType="1"/>
          </p:cNvSpPr>
          <p:nvPr/>
        </p:nvSpPr>
        <p:spPr bwMode="auto">
          <a:xfrm>
            <a:off x="4257675" y="5633502"/>
            <a:ext cx="157163"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Line 29">
            <a:extLst>
              <a:ext uri="{FF2B5EF4-FFF2-40B4-BE49-F238E27FC236}">
                <a16:creationId xmlns:a16="http://schemas.microsoft.com/office/drawing/2014/main" id="{125248A9-6CCF-2334-BFC2-7BFA12823281}"/>
              </a:ext>
            </a:extLst>
          </p:cNvPr>
          <p:cNvSpPr>
            <a:spLocks noChangeShapeType="1"/>
          </p:cNvSpPr>
          <p:nvPr/>
        </p:nvSpPr>
        <p:spPr bwMode="auto">
          <a:xfrm>
            <a:off x="4267200" y="4947702"/>
            <a:ext cx="157163"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 name="Line 30">
            <a:extLst>
              <a:ext uri="{FF2B5EF4-FFF2-40B4-BE49-F238E27FC236}">
                <a16:creationId xmlns:a16="http://schemas.microsoft.com/office/drawing/2014/main" id="{BDF3C686-B4E4-170E-10CF-7AE5F39EA5BA}"/>
              </a:ext>
            </a:extLst>
          </p:cNvPr>
          <p:cNvSpPr>
            <a:spLocks noChangeShapeType="1"/>
          </p:cNvSpPr>
          <p:nvPr/>
        </p:nvSpPr>
        <p:spPr bwMode="auto">
          <a:xfrm>
            <a:off x="4267200" y="4280952"/>
            <a:ext cx="157163"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 name="Line 31">
            <a:extLst>
              <a:ext uri="{FF2B5EF4-FFF2-40B4-BE49-F238E27FC236}">
                <a16:creationId xmlns:a16="http://schemas.microsoft.com/office/drawing/2014/main" id="{F58C95C5-23EC-75F2-83FA-22018D75E3AF}"/>
              </a:ext>
            </a:extLst>
          </p:cNvPr>
          <p:cNvSpPr>
            <a:spLocks noChangeShapeType="1"/>
          </p:cNvSpPr>
          <p:nvPr/>
        </p:nvSpPr>
        <p:spPr bwMode="auto">
          <a:xfrm>
            <a:off x="4257675" y="3538002"/>
            <a:ext cx="157163"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 name="Line 32">
            <a:extLst>
              <a:ext uri="{FF2B5EF4-FFF2-40B4-BE49-F238E27FC236}">
                <a16:creationId xmlns:a16="http://schemas.microsoft.com/office/drawing/2014/main" id="{23F5E6E3-2804-C9A2-79C8-0CEB43089697}"/>
              </a:ext>
            </a:extLst>
          </p:cNvPr>
          <p:cNvSpPr>
            <a:spLocks noChangeShapeType="1"/>
          </p:cNvSpPr>
          <p:nvPr/>
        </p:nvSpPr>
        <p:spPr bwMode="auto">
          <a:xfrm>
            <a:off x="4257675" y="2823627"/>
            <a:ext cx="157163"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 name="Line 33">
            <a:extLst>
              <a:ext uri="{FF2B5EF4-FFF2-40B4-BE49-F238E27FC236}">
                <a16:creationId xmlns:a16="http://schemas.microsoft.com/office/drawing/2014/main" id="{439C4B16-7C91-E833-12FA-1B3DAC086E1B}"/>
              </a:ext>
            </a:extLst>
          </p:cNvPr>
          <p:cNvSpPr>
            <a:spLocks noChangeShapeType="1"/>
          </p:cNvSpPr>
          <p:nvPr/>
        </p:nvSpPr>
        <p:spPr bwMode="auto">
          <a:xfrm>
            <a:off x="4267200" y="2137827"/>
            <a:ext cx="157163"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 name="Line 34">
            <a:extLst>
              <a:ext uri="{FF2B5EF4-FFF2-40B4-BE49-F238E27FC236}">
                <a16:creationId xmlns:a16="http://schemas.microsoft.com/office/drawing/2014/main" id="{EAB7524C-96A5-A7AF-CC02-F76C6C9B287B}"/>
              </a:ext>
            </a:extLst>
          </p:cNvPr>
          <p:cNvSpPr>
            <a:spLocks noChangeShapeType="1"/>
          </p:cNvSpPr>
          <p:nvPr/>
        </p:nvSpPr>
        <p:spPr bwMode="auto">
          <a:xfrm>
            <a:off x="4267200" y="1413927"/>
            <a:ext cx="157163"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 name="Line 35">
            <a:extLst>
              <a:ext uri="{FF2B5EF4-FFF2-40B4-BE49-F238E27FC236}">
                <a16:creationId xmlns:a16="http://schemas.microsoft.com/office/drawing/2014/main" id="{48062ABE-801E-FACD-601D-398C53AE094D}"/>
              </a:ext>
            </a:extLst>
          </p:cNvPr>
          <p:cNvSpPr>
            <a:spLocks noChangeShapeType="1"/>
          </p:cNvSpPr>
          <p:nvPr/>
        </p:nvSpPr>
        <p:spPr bwMode="auto">
          <a:xfrm>
            <a:off x="4257675" y="709077"/>
            <a:ext cx="157163"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Line 11">
            <a:extLst>
              <a:ext uri="{FF2B5EF4-FFF2-40B4-BE49-F238E27FC236}">
                <a16:creationId xmlns:a16="http://schemas.microsoft.com/office/drawing/2014/main" id="{083D854F-83A1-4DAC-11CA-7A7DE46C6E62}"/>
              </a:ext>
            </a:extLst>
          </p:cNvPr>
          <p:cNvSpPr>
            <a:spLocks noChangeShapeType="1"/>
          </p:cNvSpPr>
          <p:nvPr/>
        </p:nvSpPr>
        <p:spPr bwMode="auto">
          <a:xfrm flipV="1">
            <a:off x="812800" y="655969"/>
            <a:ext cx="212436" cy="0"/>
          </a:xfrm>
          <a:prstGeom prst="line">
            <a:avLst/>
          </a:prstGeom>
          <a:noFill/>
          <a:ln w="28575">
            <a:solidFill>
              <a:schemeClr val="accent1">
                <a:lumMod val="50000"/>
              </a:schemeClr>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 name="Line 11">
            <a:extLst>
              <a:ext uri="{FF2B5EF4-FFF2-40B4-BE49-F238E27FC236}">
                <a16:creationId xmlns:a16="http://schemas.microsoft.com/office/drawing/2014/main" id="{F26E79B0-CA16-6C2F-F8FE-EF4E5D074C01}"/>
              </a:ext>
            </a:extLst>
          </p:cNvPr>
          <p:cNvSpPr>
            <a:spLocks noChangeShapeType="1"/>
          </p:cNvSpPr>
          <p:nvPr/>
        </p:nvSpPr>
        <p:spPr bwMode="auto">
          <a:xfrm flipV="1">
            <a:off x="808183" y="2166112"/>
            <a:ext cx="212436" cy="0"/>
          </a:xfrm>
          <a:prstGeom prst="line">
            <a:avLst/>
          </a:prstGeom>
          <a:noFill/>
          <a:ln w="28575">
            <a:solidFill>
              <a:schemeClr val="accent1">
                <a:lumMod val="50000"/>
              </a:schemeClr>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 name="Line 11">
            <a:extLst>
              <a:ext uri="{FF2B5EF4-FFF2-40B4-BE49-F238E27FC236}">
                <a16:creationId xmlns:a16="http://schemas.microsoft.com/office/drawing/2014/main" id="{C00CF173-500D-D3FC-6DCD-84B236291874}"/>
              </a:ext>
            </a:extLst>
          </p:cNvPr>
          <p:cNvSpPr>
            <a:spLocks noChangeShapeType="1"/>
          </p:cNvSpPr>
          <p:nvPr/>
        </p:nvSpPr>
        <p:spPr bwMode="auto">
          <a:xfrm flipV="1">
            <a:off x="2059709" y="2189205"/>
            <a:ext cx="212436" cy="0"/>
          </a:xfrm>
          <a:prstGeom prst="line">
            <a:avLst/>
          </a:prstGeom>
          <a:noFill/>
          <a:ln w="28575">
            <a:solidFill>
              <a:schemeClr val="accent1">
                <a:lumMod val="50000"/>
              </a:schemeClr>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 name="Line 11">
            <a:extLst>
              <a:ext uri="{FF2B5EF4-FFF2-40B4-BE49-F238E27FC236}">
                <a16:creationId xmlns:a16="http://schemas.microsoft.com/office/drawing/2014/main" id="{3FB3CDAD-6D16-B44C-E978-C90B48BA309C}"/>
              </a:ext>
            </a:extLst>
          </p:cNvPr>
          <p:cNvSpPr>
            <a:spLocks noChangeShapeType="1"/>
          </p:cNvSpPr>
          <p:nvPr/>
        </p:nvSpPr>
        <p:spPr bwMode="auto">
          <a:xfrm flipV="1">
            <a:off x="2678547" y="2170731"/>
            <a:ext cx="212436" cy="0"/>
          </a:xfrm>
          <a:prstGeom prst="line">
            <a:avLst/>
          </a:prstGeom>
          <a:noFill/>
          <a:ln w="28575">
            <a:solidFill>
              <a:schemeClr val="accent1">
                <a:lumMod val="50000"/>
              </a:schemeClr>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 name="Line 11">
            <a:extLst>
              <a:ext uri="{FF2B5EF4-FFF2-40B4-BE49-F238E27FC236}">
                <a16:creationId xmlns:a16="http://schemas.microsoft.com/office/drawing/2014/main" id="{5EC1E557-BE19-DFAD-FD75-7EC90A679BE6}"/>
              </a:ext>
            </a:extLst>
          </p:cNvPr>
          <p:cNvSpPr>
            <a:spLocks noChangeShapeType="1"/>
          </p:cNvSpPr>
          <p:nvPr/>
        </p:nvSpPr>
        <p:spPr bwMode="auto">
          <a:xfrm flipV="1">
            <a:off x="794330" y="3667019"/>
            <a:ext cx="212436" cy="0"/>
          </a:xfrm>
          <a:prstGeom prst="line">
            <a:avLst/>
          </a:prstGeom>
          <a:noFill/>
          <a:ln w="28575">
            <a:solidFill>
              <a:schemeClr val="accent1">
                <a:lumMod val="50000"/>
              </a:schemeClr>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 name="Line 11">
            <a:extLst>
              <a:ext uri="{FF2B5EF4-FFF2-40B4-BE49-F238E27FC236}">
                <a16:creationId xmlns:a16="http://schemas.microsoft.com/office/drawing/2014/main" id="{00E35BBA-EC83-E693-3877-07514BCA2E6C}"/>
              </a:ext>
            </a:extLst>
          </p:cNvPr>
          <p:cNvSpPr>
            <a:spLocks noChangeShapeType="1"/>
          </p:cNvSpPr>
          <p:nvPr/>
        </p:nvSpPr>
        <p:spPr bwMode="auto">
          <a:xfrm flipV="1">
            <a:off x="2068944" y="3667020"/>
            <a:ext cx="212436" cy="0"/>
          </a:xfrm>
          <a:prstGeom prst="line">
            <a:avLst/>
          </a:prstGeom>
          <a:noFill/>
          <a:ln w="28575">
            <a:solidFill>
              <a:schemeClr val="accent1">
                <a:lumMod val="50000"/>
              </a:schemeClr>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 name="Line 11">
            <a:extLst>
              <a:ext uri="{FF2B5EF4-FFF2-40B4-BE49-F238E27FC236}">
                <a16:creationId xmlns:a16="http://schemas.microsoft.com/office/drawing/2014/main" id="{6DCC1AF1-845A-391A-E172-50392FEDC4EC}"/>
              </a:ext>
            </a:extLst>
          </p:cNvPr>
          <p:cNvSpPr>
            <a:spLocks noChangeShapeType="1"/>
          </p:cNvSpPr>
          <p:nvPr/>
        </p:nvSpPr>
        <p:spPr bwMode="auto">
          <a:xfrm flipV="1">
            <a:off x="2678547" y="3667020"/>
            <a:ext cx="212436" cy="0"/>
          </a:xfrm>
          <a:prstGeom prst="line">
            <a:avLst/>
          </a:prstGeom>
          <a:noFill/>
          <a:ln w="28575">
            <a:solidFill>
              <a:schemeClr val="accent1">
                <a:lumMod val="50000"/>
              </a:schemeClr>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 name="Line 11">
            <a:extLst>
              <a:ext uri="{FF2B5EF4-FFF2-40B4-BE49-F238E27FC236}">
                <a16:creationId xmlns:a16="http://schemas.microsoft.com/office/drawing/2014/main" id="{CC88D3E3-676F-627A-5E4D-EF15A098028B}"/>
              </a:ext>
            </a:extLst>
          </p:cNvPr>
          <p:cNvSpPr>
            <a:spLocks noChangeShapeType="1"/>
          </p:cNvSpPr>
          <p:nvPr/>
        </p:nvSpPr>
        <p:spPr bwMode="auto">
          <a:xfrm flipV="1">
            <a:off x="2475346" y="4128836"/>
            <a:ext cx="295563" cy="0"/>
          </a:xfrm>
          <a:prstGeom prst="line">
            <a:avLst/>
          </a:prstGeom>
          <a:noFill/>
          <a:ln w="28575">
            <a:solidFill>
              <a:schemeClr val="accent1">
                <a:lumMod val="50000"/>
              </a:schemeClr>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 name="Line 11">
            <a:extLst>
              <a:ext uri="{FF2B5EF4-FFF2-40B4-BE49-F238E27FC236}">
                <a16:creationId xmlns:a16="http://schemas.microsoft.com/office/drawing/2014/main" id="{677278C1-F671-DA4E-6E2C-7742433262F2}"/>
              </a:ext>
            </a:extLst>
          </p:cNvPr>
          <p:cNvSpPr>
            <a:spLocks noChangeShapeType="1"/>
          </p:cNvSpPr>
          <p:nvPr/>
        </p:nvSpPr>
        <p:spPr bwMode="auto">
          <a:xfrm flipV="1">
            <a:off x="512614" y="4576799"/>
            <a:ext cx="295563" cy="0"/>
          </a:xfrm>
          <a:prstGeom prst="line">
            <a:avLst/>
          </a:prstGeom>
          <a:noFill/>
          <a:ln w="28575">
            <a:solidFill>
              <a:schemeClr val="accent1">
                <a:lumMod val="50000"/>
              </a:schemeClr>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 name="Line 11">
            <a:extLst>
              <a:ext uri="{FF2B5EF4-FFF2-40B4-BE49-F238E27FC236}">
                <a16:creationId xmlns:a16="http://schemas.microsoft.com/office/drawing/2014/main" id="{7C562EB6-87B0-EBD2-7D19-A36DA9D9A883}"/>
              </a:ext>
            </a:extLst>
          </p:cNvPr>
          <p:cNvSpPr>
            <a:spLocks noChangeShapeType="1"/>
          </p:cNvSpPr>
          <p:nvPr/>
        </p:nvSpPr>
        <p:spPr bwMode="auto">
          <a:xfrm flipV="1">
            <a:off x="1233055" y="4576799"/>
            <a:ext cx="295563" cy="0"/>
          </a:xfrm>
          <a:prstGeom prst="line">
            <a:avLst/>
          </a:prstGeom>
          <a:noFill/>
          <a:ln w="28575">
            <a:solidFill>
              <a:schemeClr val="accent1">
                <a:lumMod val="50000"/>
              </a:schemeClr>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 name="Line 11">
            <a:extLst>
              <a:ext uri="{FF2B5EF4-FFF2-40B4-BE49-F238E27FC236}">
                <a16:creationId xmlns:a16="http://schemas.microsoft.com/office/drawing/2014/main" id="{137597AD-0E95-7917-9948-49B12DB8BE26}"/>
              </a:ext>
            </a:extLst>
          </p:cNvPr>
          <p:cNvSpPr>
            <a:spLocks noChangeShapeType="1"/>
          </p:cNvSpPr>
          <p:nvPr/>
        </p:nvSpPr>
        <p:spPr bwMode="auto">
          <a:xfrm flipV="1">
            <a:off x="1981199" y="4581599"/>
            <a:ext cx="295563" cy="0"/>
          </a:xfrm>
          <a:prstGeom prst="line">
            <a:avLst/>
          </a:prstGeom>
          <a:noFill/>
          <a:ln w="28575">
            <a:solidFill>
              <a:schemeClr val="accent1">
                <a:lumMod val="50000"/>
              </a:schemeClr>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40042105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37A29A-E5F7-0484-7CC0-258DCEF38DBD}"/>
              </a:ext>
            </a:extLst>
          </p:cNvPr>
          <p:cNvSpPr>
            <a:spLocks noGrp="1"/>
          </p:cNvSpPr>
          <p:nvPr>
            <p:ph type="title"/>
          </p:nvPr>
        </p:nvSpPr>
        <p:spPr/>
        <p:txBody>
          <a:bodyPr>
            <a:normAutofit fontScale="90000"/>
          </a:bodyPr>
          <a:lstStyle/>
          <a:p>
            <a:r>
              <a:rPr lang="en-US" altLang="zh-CN" sz="3200" dirty="0"/>
              <a:t>74x148</a:t>
            </a:r>
            <a:r>
              <a:rPr lang="zh-CN" altLang="en-US" sz="3200" dirty="0"/>
              <a:t>扩展应用</a:t>
            </a:r>
            <a:endParaRPr kumimoji="1" lang="zh-CN" altLang="en-US" dirty="0"/>
          </a:p>
        </p:txBody>
      </p:sp>
      <p:sp>
        <p:nvSpPr>
          <p:cNvPr id="3" name="内容占位符 2">
            <a:extLst>
              <a:ext uri="{FF2B5EF4-FFF2-40B4-BE49-F238E27FC236}">
                <a16:creationId xmlns:a16="http://schemas.microsoft.com/office/drawing/2014/main" id="{C743C1FA-44CF-03AB-B813-59478340B519}"/>
              </a:ext>
            </a:extLst>
          </p:cNvPr>
          <p:cNvSpPr>
            <a:spLocks noGrp="1"/>
          </p:cNvSpPr>
          <p:nvPr>
            <p:ph idx="1"/>
          </p:nvPr>
        </p:nvSpPr>
        <p:spPr>
          <a:xfrm>
            <a:off x="17780" y="585760"/>
            <a:ext cx="3232699" cy="5947119"/>
          </a:xfrm>
        </p:spPr>
        <p:txBody>
          <a:bodyPr/>
          <a:lstStyle/>
          <a:p>
            <a:pPr algn="just">
              <a:lnSpc>
                <a:spcPct val="95000"/>
              </a:lnSpc>
            </a:pPr>
            <a:r>
              <a:rPr lang="en-US" altLang="zh-CN" sz="2800" dirty="0">
                <a:latin typeface="Times New Roman" panose="02020603050405020304" pitchFamily="18" charset="0"/>
              </a:rPr>
              <a:t>16</a:t>
            </a:r>
            <a:r>
              <a:rPr lang="zh-CN" altLang="en-US" sz="2800" dirty="0">
                <a:latin typeface="Times New Roman" panose="02020603050405020304" pitchFamily="18" charset="0"/>
              </a:rPr>
              <a:t>线</a:t>
            </a:r>
            <a:r>
              <a:rPr lang="en-US" altLang="zh-CN" sz="2800" dirty="0">
                <a:latin typeface="Times New Roman" panose="02020603050405020304" pitchFamily="18" charset="0"/>
              </a:rPr>
              <a:t>-4</a:t>
            </a:r>
            <a:r>
              <a:rPr lang="zh-CN" altLang="en-US" sz="2800" dirty="0">
                <a:latin typeface="Times New Roman" panose="02020603050405020304" pitchFamily="18" charset="0"/>
              </a:rPr>
              <a:t>线优先编码器</a:t>
            </a:r>
            <a:endParaRPr lang="en-US" altLang="zh-CN" sz="2800" dirty="0">
              <a:latin typeface="Times New Roman" panose="02020603050405020304" pitchFamily="18" charset="0"/>
            </a:endParaRPr>
          </a:p>
          <a:p>
            <a:pPr algn="just">
              <a:lnSpc>
                <a:spcPct val="95000"/>
              </a:lnSpc>
            </a:pPr>
            <a:endParaRPr lang="zh-CN" altLang="en-US" sz="2800" dirty="0">
              <a:latin typeface="Times New Roman" panose="02020603050405020304" pitchFamily="18" charset="0"/>
            </a:endParaRPr>
          </a:p>
          <a:p>
            <a:pPr algn="just">
              <a:lnSpc>
                <a:spcPct val="95000"/>
              </a:lnSpc>
            </a:pPr>
            <a:r>
              <a:rPr lang="en-US" altLang="zh-CN" sz="2800" dirty="0">
                <a:latin typeface="Times New Roman" panose="02020603050405020304" pitchFamily="18" charset="0"/>
              </a:rPr>
              <a:t>16</a:t>
            </a:r>
            <a:r>
              <a:rPr lang="zh-CN" altLang="en-US" sz="2800" dirty="0">
                <a:latin typeface="Times New Roman" panose="02020603050405020304" pitchFamily="18" charset="0"/>
              </a:rPr>
              <a:t>个输入信号</a:t>
            </a:r>
            <a:r>
              <a:rPr lang="en-US" altLang="zh-CN" sz="2800" dirty="0">
                <a:latin typeface="Times New Roman" panose="02020603050405020304" pitchFamily="18" charset="0"/>
              </a:rPr>
              <a:t>I</a:t>
            </a:r>
            <a:r>
              <a:rPr lang="en-US" altLang="zh-CN" sz="2800" baseline="-25000" dirty="0">
                <a:latin typeface="Times New Roman" panose="02020603050405020304" pitchFamily="18" charset="0"/>
              </a:rPr>
              <a:t>15</a:t>
            </a:r>
            <a:r>
              <a:rPr lang="en-US" altLang="zh-CN" sz="2800" dirty="0">
                <a:latin typeface="Times New Roman" panose="02020603050405020304" pitchFamily="18" charset="0"/>
              </a:rPr>
              <a:t> ~ I</a:t>
            </a:r>
            <a:r>
              <a:rPr lang="en-US" altLang="zh-CN" sz="2800" baseline="-25000" dirty="0">
                <a:latin typeface="Times New Roman" panose="02020603050405020304" pitchFamily="18" charset="0"/>
              </a:rPr>
              <a:t>0</a:t>
            </a:r>
            <a:r>
              <a:rPr lang="zh-CN" altLang="en-US" sz="2800" dirty="0">
                <a:latin typeface="Times New Roman" panose="02020603050405020304" pitchFamily="18" charset="0"/>
              </a:rPr>
              <a:t>，低电平有效，</a:t>
            </a:r>
            <a:r>
              <a:rPr lang="en-US" altLang="zh-CN" sz="2800" dirty="0">
                <a:latin typeface="Times New Roman" panose="02020603050405020304" pitchFamily="18" charset="0"/>
              </a:rPr>
              <a:t>I</a:t>
            </a:r>
            <a:r>
              <a:rPr kumimoji="1" lang="en-US" altLang="zh-CN" sz="2800" baseline="-25000" dirty="0">
                <a:latin typeface="Times New Roman" panose="02020603050405020304" pitchFamily="18" charset="0"/>
              </a:rPr>
              <a:t>15</a:t>
            </a:r>
            <a:r>
              <a:rPr kumimoji="1" lang="zh-CN" altLang="en-US" sz="2800" dirty="0">
                <a:latin typeface="Times New Roman" panose="02020603050405020304" pitchFamily="18" charset="0"/>
              </a:rPr>
              <a:t>优先级最高</a:t>
            </a:r>
          </a:p>
          <a:p>
            <a:pPr algn="just">
              <a:lnSpc>
                <a:spcPct val="95000"/>
              </a:lnSpc>
            </a:pPr>
            <a:endParaRPr lang="en-US" altLang="zh-CN" sz="2800" dirty="0">
              <a:latin typeface="Times New Roman" panose="02020603050405020304" pitchFamily="18" charset="0"/>
            </a:endParaRPr>
          </a:p>
          <a:p>
            <a:pPr algn="just">
              <a:lnSpc>
                <a:spcPct val="95000"/>
              </a:lnSpc>
            </a:pPr>
            <a:r>
              <a:rPr lang="zh-CN" altLang="en-US" sz="2800" dirty="0">
                <a:latin typeface="Times New Roman" panose="02020603050405020304" pitchFamily="18" charset="0"/>
              </a:rPr>
              <a:t>输出</a:t>
            </a:r>
            <a:r>
              <a:rPr lang="en-US" altLang="zh-CN" sz="2800" dirty="0">
                <a:latin typeface="Times New Roman" panose="02020603050405020304" pitchFamily="18" charset="0"/>
              </a:rPr>
              <a:t>4</a:t>
            </a:r>
            <a:r>
              <a:rPr lang="zh-CN" altLang="en-US" sz="2800" dirty="0">
                <a:latin typeface="Times New Roman" panose="02020603050405020304" pitchFamily="18" charset="0"/>
              </a:rPr>
              <a:t>位二进制正码</a:t>
            </a:r>
            <a:r>
              <a:rPr lang="en-US" altLang="zh-CN" sz="2800" dirty="0">
                <a:latin typeface="Times New Roman" panose="02020603050405020304" pitchFamily="18" charset="0"/>
              </a:rPr>
              <a:t>A</a:t>
            </a:r>
            <a:r>
              <a:rPr lang="en-US" altLang="zh-CN" sz="2800" baseline="-25000" dirty="0">
                <a:latin typeface="Times New Roman" panose="02020603050405020304" pitchFamily="18" charset="0"/>
              </a:rPr>
              <a:t>3</a:t>
            </a:r>
            <a:r>
              <a:rPr lang="en-US" altLang="zh-CN" sz="2800" dirty="0">
                <a:latin typeface="Times New Roman" panose="02020603050405020304" pitchFamily="18" charset="0"/>
              </a:rPr>
              <a:t> ~ A</a:t>
            </a:r>
            <a:r>
              <a:rPr lang="en-US" altLang="zh-CN" sz="2800" baseline="-25000" dirty="0">
                <a:latin typeface="Times New Roman" panose="02020603050405020304" pitchFamily="18" charset="0"/>
              </a:rPr>
              <a:t>0</a:t>
            </a:r>
            <a:r>
              <a:rPr lang="zh-CN" altLang="en-US" sz="2800" dirty="0">
                <a:latin typeface="Times New Roman" panose="02020603050405020304" pitchFamily="18" charset="0"/>
              </a:rPr>
              <a:t>，</a:t>
            </a:r>
            <a:r>
              <a:rPr lang="en-US" altLang="zh-CN" sz="2800" dirty="0">
                <a:latin typeface="Times New Roman" panose="02020603050405020304" pitchFamily="18" charset="0"/>
              </a:rPr>
              <a:t>A</a:t>
            </a:r>
            <a:r>
              <a:rPr lang="en-US" altLang="zh-CN" sz="2800" baseline="-25000" dirty="0">
                <a:latin typeface="Times New Roman" panose="02020603050405020304" pitchFamily="18" charset="0"/>
              </a:rPr>
              <a:t>3</a:t>
            </a:r>
            <a:r>
              <a:rPr kumimoji="1" lang="zh-CN" altLang="en-US" sz="2800" dirty="0">
                <a:latin typeface="Times New Roman" panose="02020603050405020304" pitchFamily="18" charset="0"/>
              </a:rPr>
              <a:t>为最高位</a:t>
            </a:r>
          </a:p>
          <a:p>
            <a:endParaRPr kumimoji="1" lang="zh-CN" altLang="en-US" dirty="0"/>
          </a:p>
        </p:txBody>
      </p:sp>
      <p:sp>
        <p:nvSpPr>
          <p:cNvPr id="4" name="页脚占位符 3">
            <a:extLst>
              <a:ext uri="{FF2B5EF4-FFF2-40B4-BE49-F238E27FC236}">
                <a16:creationId xmlns:a16="http://schemas.microsoft.com/office/drawing/2014/main" id="{AE137F01-7A2F-A7FD-22A7-68ABAF9AE690}"/>
              </a:ext>
            </a:extLst>
          </p:cNvPr>
          <p:cNvSpPr>
            <a:spLocks noGrp="1"/>
          </p:cNvSpPr>
          <p:nvPr>
            <p:ph type="ftr" sz="quarter" idx="11"/>
          </p:nvPr>
        </p:nvSpPr>
        <p:spPr/>
        <p:txBody>
          <a:bodyPr/>
          <a:lstStyle/>
          <a:p>
            <a:r>
              <a:rPr lang="zh-CN" altLang="en-US"/>
              <a:t>模拟与数字电路：</a:t>
            </a:r>
            <a:r>
              <a:rPr lang="en-US" altLang="zh-CN"/>
              <a:t>6. </a:t>
            </a:r>
            <a:r>
              <a:rPr lang="zh-CN" altLang="en-US"/>
              <a:t>组合逻辑电路</a:t>
            </a:r>
            <a:r>
              <a:rPr lang="en-US" altLang="zh-CN"/>
              <a:t>2</a:t>
            </a:r>
            <a:endParaRPr lang="en-US" dirty="0"/>
          </a:p>
        </p:txBody>
      </p:sp>
      <p:sp>
        <p:nvSpPr>
          <p:cNvPr id="5" name="灯片编号占位符 4">
            <a:extLst>
              <a:ext uri="{FF2B5EF4-FFF2-40B4-BE49-F238E27FC236}">
                <a16:creationId xmlns:a16="http://schemas.microsoft.com/office/drawing/2014/main" id="{BAF80569-49A5-6C48-1A38-6B8A04BF9195}"/>
              </a:ext>
            </a:extLst>
          </p:cNvPr>
          <p:cNvSpPr>
            <a:spLocks noGrp="1"/>
          </p:cNvSpPr>
          <p:nvPr>
            <p:ph type="sldNum" sz="quarter" idx="12"/>
          </p:nvPr>
        </p:nvSpPr>
        <p:spPr/>
        <p:txBody>
          <a:bodyPr/>
          <a:lstStyle/>
          <a:p>
            <a:fld id="{9E260BC5-5BF3-8746-862B-DC45E9CAA88B}" type="slidenum">
              <a:rPr lang="en-US" smtClean="0"/>
              <a:pPr/>
              <a:t>13</a:t>
            </a:fld>
            <a:r>
              <a:rPr lang="en-US" altLang="zh-CN" dirty="0"/>
              <a:t>/38</a:t>
            </a:r>
            <a:endParaRPr lang="en-US" dirty="0"/>
          </a:p>
        </p:txBody>
      </p:sp>
      <p:sp>
        <p:nvSpPr>
          <p:cNvPr id="6" name="Line 4">
            <a:extLst>
              <a:ext uri="{FF2B5EF4-FFF2-40B4-BE49-F238E27FC236}">
                <a16:creationId xmlns:a16="http://schemas.microsoft.com/office/drawing/2014/main" id="{8E46A941-27D5-B52E-F6B8-A997E892B1A2}"/>
              </a:ext>
            </a:extLst>
          </p:cNvPr>
          <p:cNvSpPr>
            <a:spLocks noChangeShapeType="1"/>
          </p:cNvSpPr>
          <p:nvPr/>
        </p:nvSpPr>
        <p:spPr bwMode="auto">
          <a:xfrm>
            <a:off x="5511079" y="4376305"/>
            <a:ext cx="12223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 name="Text Box 5">
            <a:extLst>
              <a:ext uri="{FF2B5EF4-FFF2-40B4-BE49-F238E27FC236}">
                <a16:creationId xmlns:a16="http://schemas.microsoft.com/office/drawing/2014/main" id="{9EAB58A0-DA5E-7595-03C5-DDFA498B6C0A}"/>
              </a:ext>
            </a:extLst>
          </p:cNvPr>
          <p:cNvSpPr txBox="1">
            <a:spLocks noChangeArrowheads="1"/>
          </p:cNvSpPr>
          <p:nvPr/>
        </p:nvSpPr>
        <p:spPr bwMode="auto">
          <a:xfrm>
            <a:off x="4214091" y="2125230"/>
            <a:ext cx="2160588" cy="14224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nchorCtr="1"/>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Aft>
                <a:spcPct val="0"/>
              </a:spcAft>
              <a:buFontTx/>
              <a:buNone/>
            </a:pPr>
            <a:r>
              <a:rPr lang="en-US" altLang="zh-CN" sz="2000"/>
              <a:t>74x148</a:t>
            </a:r>
          </a:p>
          <a:p>
            <a:pPr algn="ctr" eaLnBrk="1" hangingPunct="1">
              <a:spcAft>
                <a:spcPct val="0"/>
              </a:spcAft>
              <a:buFontTx/>
              <a:buNone/>
            </a:pPr>
            <a:r>
              <a:rPr lang="en-US" altLang="zh-CN" sz="1800"/>
              <a:t>(1)</a:t>
            </a:r>
            <a:endParaRPr lang="zh-CN" altLang="en-US" sz="1800"/>
          </a:p>
        </p:txBody>
      </p:sp>
      <p:sp>
        <p:nvSpPr>
          <p:cNvPr id="8" name="Text Box 6">
            <a:extLst>
              <a:ext uri="{FF2B5EF4-FFF2-40B4-BE49-F238E27FC236}">
                <a16:creationId xmlns:a16="http://schemas.microsoft.com/office/drawing/2014/main" id="{36F17CD9-A8A7-6937-4172-68CBFA7348C9}"/>
              </a:ext>
            </a:extLst>
          </p:cNvPr>
          <p:cNvSpPr txBox="1">
            <a:spLocks noChangeArrowheads="1"/>
          </p:cNvSpPr>
          <p:nvPr/>
        </p:nvSpPr>
        <p:spPr bwMode="auto">
          <a:xfrm>
            <a:off x="4214091" y="2580843"/>
            <a:ext cx="354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Times New Roman" panose="02020603050405020304" pitchFamily="18" charset="0"/>
              </a:rPr>
              <a:t>S</a:t>
            </a:r>
          </a:p>
        </p:txBody>
      </p:sp>
      <p:sp>
        <p:nvSpPr>
          <p:cNvPr id="9" name="Text Box 7">
            <a:extLst>
              <a:ext uri="{FF2B5EF4-FFF2-40B4-BE49-F238E27FC236}">
                <a16:creationId xmlns:a16="http://schemas.microsoft.com/office/drawing/2014/main" id="{E3B72598-71D5-E08E-D858-614A0D67CBAC}"/>
              </a:ext>
            </a:extLst>
          </p:cNvPr>
          <p:cNvSpPr txBox="1">
            <a:spLocks noChangeArrowheads="1"/>
          </p:cNvSpPr>
          <p:nvPr/>
        </p:nvSpPr>
        <p:spPr bwMode="auto">
          <a:xfrm>
            <a:off x="5892079" y="2580843"/>
            <a:ext cx="517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rPr>
              <a:t>Y</a:t>
            </a:r>
            <a:r>
              <a:rPr kumimoji="1" lang="en-US" altLang="zh-CN" sz="1600">
                <a:latin typeface="Times New Roman" panose="02020603050405020304" pitchFamily="18" charset="0"/>
              </a:rPr>
              <a:t>S</a:t>
            </a:r>
          </a:p>
        </p:txBody>
      </p:sp>
      <p:sp>
        <p:nvSpPr>
          <p:cNvPr id="10" name="Text Box 8">
            <a:extLst>
              <a:ext uri="{FF2B5EF4-FFF2-40B4-BE49-F238E27FC236}">
                <a16:creationId xmlns:a16="http://schemas.microsoft.com/office/drawing/2014/main" id="{1D530725-B7E1-B19E-3BA7-42E5118027CB}"/>
              </a:ext>
            </a:extLst>
          </p:cNvPr>
          <p:cNvSpPr txBox="1">
            <a:spLocks noChangeArrowheads="1"/>
          </p:cNvSpPr>
          <p:nvPr/>
        </p:nvSpPr>
        <p:spPr bwMode="auto">
          <a:xfrm>
            <a:off x="4803054" y="3117418"/>
            <a:ext cx="5191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Times New Roman" panose="02020603050405020304" pitchFamily="18" charset="0"/>
              </a:rPr>
              <a:t>Y</a:t>
            </a:r>
            <a:r>
              <a:rPr lang="en-US" altLang="zh-CN" sz="1800">
                <a:latin typeface="Times New Roman" panose="02020603050405020304" pitchFamily="18" charset="0"/>
              </a:rPr>
              <a:t>2</a:t>
            </a:r>
          </a:p>
        </p:txBody>
      </p:sp>
      <p:sp>
        <p:nvSpPr>
          <p:cNvPr id="11" name="Text Box 9">
            <a:extLst>
              <a:ext uri="{FF2B5EF4-FFF2-40B4-BE49-F238E27FC236}">
                <a16:creationId xmlns:a16="http://schemas.microsoft.com/office/drawing/2014/main" id="{B51F1B36-60FF-94D8-B1A4-F14FB2A5EA11}"/>
              </a:ext>
            </a:extLst>
          </p:cNvPr>
          <p:cNvSpPr txBox="1">
            <a:spLocks noChangeArrowheads="1"/>
          </p:cNvSpPr>
          <p:nvPr/>
        </p:nvSpPr>
        <p:spPr bwMode="auto">
          <a:xfrm>
            <a:off x="5307879" y="3117418"/>
            <a:ext cx="5191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Times New Roman" panose="02020603050405020304" pitchFamily="18" charset="0"/>
              </a:rPr>
              <a:t>Y</a:t>
            </a:r>
            <a:r>
              <a:rPr lang="en-US" altLang="zh-CN" sz="1800">
                <a:latin typeface="Times New Roman" panose="02020603050405020304" pitchFamily="18" charset="0"/>
              </a:rPr>
              <a:t>1</a:t>
            </a:r>
          </a:p>
        </p:txBody>
      </p:sp>
      <p:sp>
        <p:nvSpPr>
          <p:cNvPr id="12" name="Text Box 10">
            <a:extLst>
              <a:ext uri="{FF2B5EF4-FFF2-40B4-BE49-F238E27FC236}">
                <a16:creationId xmlns:a16="http://schemas.microsoft.com/office/drawing/2014/main" id="{93248684-F9F0-693C-F4F0-0A99FA11CB18}"/>
              </a:ext>
            </a:extLst>
          </p:cNvPr>
          <p:cNvSpPr txBox="1">
            <a:spLocks noChangeArrowheads="1"/>
          </p:cNvSpPr>
          <p:nvPr/>
        </p:nvSpPr>
        <p:spPr bwMode="auto">
          <a:xfrm>
            <a:off x="5784129" y="3117418"/>
            <a:ext cx="5191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Times New Roman" panose="02020603050405020304" pitchFamily="18" charset="0"/>
              </a:rPr>
              <a:t>Y</a:t>
            </a:r>
            <a:r>
              <a:rPr lang="en-US" altLang="zh-CN" sz="1800">
                <a:latin typeface="Times New Roman" panose="02020603050405020304" pitchFamily="18" charset="0"/>
              </a:rPr>
              <a:t>0</a:t>
            </a:r>
          </a:p>
        </p:txBody>
      </p:sp>
      <p:sp>
        <p:nvSpPr>
          <p:cNvPr id="13" name="Text Box 11">
            <a:extLst>
              <a:ext uri="{FF2B5EF4-FFF2-40B4-BE49-F238E27FC236}">
                <a16:creationId xmlns:a16="http://schemas.microsoft.com/office/drawing/2014/main" id="{88BE2169-421E-2AA0-D64D-BC12719513D2}"/>
              </a:ext>
            </a:extLst>
          </p:cNvPr>
          <p:cNvSpPr txBox="1">
            <a:spLocks noChangeArrowheads="1"/>
          </p:cNvSpPr>
          <p:nvPr/>
        </p:nvSpPr>
        <p:spPr bwMode="auto">
          <a:xfrm>
            <a:off x="4304579" y="3117418"/>
            <a:ext cx="596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rPr>
              <a:t>Y</a:t>
            </a:r>
            <a:r>
              <a:rPr kumimoji="1" lang="en-US" altLang="zh-CN" sz="1600">
                <a:latin typeface="Times New Roman" panose="02020603050405020304" pitchFamily="18" charset="0"/>
              </a:rPr>
              <a:t>ex</a:t>
            </a:r>
          </a:p>
        </p:txBody>
      </p:sp>
      <p:sp>
        <p:nvSpPr>
          <p:cNvPr id="14" name="Text Box 12">
            <a:extLst>
              <a:ext uri="{FF2B5EF4-FFF2-40B4-BE49-F238E27FC236}">
                <a16:creationId xmlns:a16="http://schemas.microsoft.com/office/drawing/2014/main" id="{35D5F6F9-8792-F2CB-57A6-40609E0E04DC}"/>
              </a:ext>
            </a:extLst>
          </p:cNvPr>
          <p:cNvSpPr txBox="1">
            <a:spLocks noChangeArrowheads="1"/>
          </p:cNvSpPr>
          <p:nvPr/>
        </p:nvSpPr>
        <p:spPr bwMode="auto">
          <a:xfrm>
            <a:off x="4537941" y="2131580"/>
            <a:ext cx="4937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Times New Roman" panose="02020603050405020304" pitchFamily="18" charset="0"/>
              </a:rPr>
              <a:t>I</a:t>
            </a:r>
            <a:r>
              <a:rPr lang="en-US" altLang="zh-CN" sz="2000">
                <a:latin typeface="Times New Roman" panose="02020603050405020304" pitchFamily="18" charset="0"/>
              </a:rPr>
              <a:t>7 </a:t>
            </a:r>
          </a:p>
        </p:txBody>
      </p:sp>
      <p:sp>
        <p:nvSpPr>
          <p:cNvPr id="15" name="Text Box 13">
            <a:extLst>
              <a:ext uri="{FF2B5EF4-FFF2-40B4-BE49-F238E27FC236}">
                <a16:creationId xmlns:a16="http://schemas.microsoft.com/office/drawing/2014/main" id="{7757A370-F2D6-9D1D-72EF-7670CDB33E8D}"/>
              </a:ext>
            </a:extLst>
          </p:cNvPr>
          <p:cNvSpPr txBox="1">
            <a:spLocks noChangeArrowheads="1"/>
          </p:cNvSpPr>
          <p:nvPr/>
        </p:nvSpPr>
        <p:spPr bwMode="auto">
          <a:xfrm>
            <a:off x="5712691" y="2131580"/>
            <a:ext cx="4937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Times New Roman" panose="02020603050405020304" pitchFamily="18" charset="0"/>
              </a:rPr>
              <a:t>I</a:t>
            </a:r>
            <a:r>
              <a:rPr lang="en-US" altLang="zh-CN" sz="2000">
                <a:latin typeface="Times New Roman" panose="02020603050405020304" pitchFamily="18" charset="0"/>
              </a:rPr>
              <a:t>0 </a:t>
            </a:r>
          </a:p>
        </p:txBody>
      </p:sp>
      <p:sp>
        <p:nvSpPr>
          <p:cNvPr id="16" name="Text Box 14">
            <a:extLst>
              <a:ext uri="{FF2B5EF4-FFF2-40B4-BE49-F238E27FC236}">
                <a16:creationId xmlns:a16="http://schemas.microsoft.com/office/drawing/2014/main" id="{5EAD3ECC-5440-2CE6-B779-CD3B09C1FE6E}"/>
              </a:ext>
            </a:extLst>
          </p:cNvPr>
          <p:cNvSpPr txBox="1">
            <a:spLocks noChangeArrowheads="1"/>
          </p:cNvSpPr>
          <p:nvPr/>
        </p:nvSpPr>
        <p:spPr bwMode="auto">
          <a:xfrm>
            <a:off x="5114204" y="2101418"/>
            <a:ext cx="501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000">
                <a:latin typeface="Times New Roman" panose="02020603050405020304" pitchFamily="18" charset="0"/>
              </a:rPr>
              <a:t>… </a:t>
            </a:r>
          </a:p>
        </p:txBody>
      </p:sp>
      <p:sp>
        <p:nvSpPr>
          <p:cNvPr id="17" name="Oval 15">
            <a:extLst>
              <a:ext uri="{FF2B5EF4-FFF2-40B4-BE49-F238E27FC236}">
                <a16:creationId xmlns:a16="http://schemas.microsoft.com/office/drawing/2014/main" id="{DDB5F132-01F7-38E3-B70E-6D883A68D705}"/>
              </a:ext>
            </a:extLst>
          </p:cNvPr>
          <p:cNvSpPr>
            <a:spLocks noChangeArrowheads="1"/>
          </p:cNvSpPr>
          <p:nvPr/>
        </p:nvSpPr>
        <p:spPr bwMode="auto">
          <a:xfrm>
            <a:off x="4071216" y="2774518"/>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8" name="Oval 16">
            <a:extLst>
              <a:ext uri="{FF2B5EF4-FFF2-40B4-BE49-F238E27FC236}">
                <a16:creationId xmlns:a16="http://schemas.microsoft.com/office/drawing/2014/main" id="{07F1578A-8E36-FD3B-EB2B-3D556B6E8D1F}"/>
              </a:ext>
            </a:extLst>
          </p:cNvPr>
          <p:cNvSpPr>
            <a:spLocks noChangeArrowheads="1"/>
          </p:cNvSpPr>
          <p:nvPr/>
        </p:nvSpPr>
        <p:spPr bwMode="auto">
          <a:xfrm>
            <a:off x="6374679" y="2774518"/>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9" name="Oval 17">
            <a:extLst>
              <a:ext uri="{FF2B5EF4-FFF2-40B4-BE49-F238E27FC236}">
                <a16:creationId xmlns:a16="http://schemas.microsoft.com/office/drawing/2014/main" id="{BA0B8A4C-E2B6-65C1-EB89-C90CDA47966A}"/>
              </a:ext>
            </a:extLst>
          </p:cNvPr>
          <p:cNvSpPr>
            <a:spLocks noChangeArrowheads="1"/>
          </p:cNvSpPr>
          <p:nvPr/>
        </p:nvSpPr>
        <p:spPr bwMode="auto">
          <a:xfrm>
            <a:off x="4503016" y="3566680"/>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0" name="Oval 18">
            <a:extLst>
              <a:ext uri="{FF2B5EF4-FFF2-40B4-BE49-F238E27FC236}">
                <a16:creationId xmlns:a16="http://schemas.microsoft.com/office/drawing/2014/main" id="{C5C777E6-0A7C-7963-1464-EC2665ADD241}"/>
              </a:ext>
            </a:extLst>
          </p:cNvPr>
          <p:cNvSpPr>
            <a:spLocks noChangeArrowheads="1"/>
          </p:cNvSpPr>
          <p:nvPr/>
        </p:nvSpPr>
        <p:spPr bwMode="auto">
          <a:xfrm>
            <a:off x="4971329" y="3566680"/>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1" name="Oval 19">
            <a:extLst>
              <a:ext uri="{FF2B5EF4-FFF2-40B4-BE49-F238E27FC236}">
                <a16:creationId xmlns:a16="http://schemas.microsoft.com/office/drawing/2014/main" id="{30ACC917-A9BF-1ED7-7A51-153499B1C0D5}"/>
              </a:ext>
            </a:extLst>
          </p:cNvPr>
          <p:cNvSpPr>
            <a:spLocks noChangeArrowheads="1"/>
          </p:cNvSpPr>
          <p:nvPr/>
        </p:nvSpPr>
        <p:spPr bwMode="auto">
          <a:xfrm>
            <a:off x="5439641" y="3566680"/>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2" name="Oval 20">
            <a:extLst>
              <a:ext uri="{FF2B5EF4-FFF2-40B4-BE49-F238E27FC236}">
                <a16:creationId xmlns:a16="http://schemas.microsoft.com/office/drawing/2014/main" id="{E5884AC6-B2AC-8EB5-1BBB-4AD41446D0B4}"/>
              </a:ext>
            </a:extLst>
          </p:cNvPr>
          <p:cNvSpPr>
            <a:spLocks noChangeArrowheads="1"/>
          </p:cNvSpPr>
          <p:nvPr/>
        </p:nvSpPr>
        <p:spPr bwMode="auto">
          <a:xfrm>
            <a:off x="5907954" y="3566680"/>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3" name="Oval 21">
            <a:extLst>
              <a:ext uri="{FF2B5EF4-FFF2-40B4-BE49-F238E27FC236}">
                <a16:creationId xmlns:a16="http://schemas.microsoft.com/office/drawing/2014/main" id="{A25854F9-39C3-6FC8-B55E-0B45FEBB183C}"/>
              </a:ext>
            </a:extLst>
          </p:cNvPr>
          <p:cNvSpPr>
            <a:spLocks noChangeArrowheads="1"/>
          </p:cNvSpPr>
          <p:nvPr/>
        </p:nvSpPr>
        <p:spPr bwMode="auto">
          <a:xfrm>
            <a:off x="4647479" y="1982355"/>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4" name="Oval 22">
            <a:extLst>
              <a:ext uri="{FF2B5EF4-FFF2-40B4-BE49-F238E27FC236}">
                <a16:creationId xmlns:a16="http://schemas.microsoft.com/office/drawing/2014/main" id="{89D80781-BE3B-BF7F-363A-D5DD3328C037}"/>
              </a:ext>
            </a:extLst>
          </p:cNvPr>
          <p:cNvSpPr>
            <a:spLocks noChangeArrowheads="1"/>
          </p:cNvSpPr>
          <p:nvPr/>
        </p:nvSpPr>
        <p:spPr bwMode="auto">
          <a:xfrm>
            <a:off x="5798416" y="1982355"/>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5" name="Line 23">
            <a:extLst>
              <a:ext uri="{FF2B5EF4-FFF2-40B4-BE49-F238E27FC236}">
                <a16:creationId xmlns:a16="http://schemas.microsoft.com/office/drawing/2014/main" id="{79A9D1F9-35D6-BC18-C9E2-8AB6E2BA1814}"/>
              </a:ext>
            </a:extLst>
          </p:cNvPr>
          <p:cNvSpPr>
            <a:spLocks noChangeShapeType="1"/>
          </p:cNvSpPr>
          <p:nvPr/>
        </p:nvSpPr>
        <p:spPr bwMode="auto">
          <a:xfrm>
            <a:off x="3850554" y="2845955"/>
            <a:ext cx="22066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24">
            <a:extLst>
              <a:ext uri="{FF2B5EF4-FFF2-40B4-BE49-F238E27FC236}">
                <a16:creationId xmlns:a16="http://schemas.microsoft.com/office/drawing/2014/main" id="{60E21C8E-B5D1-EFDA-809D-E0206C07566D}"/>
              </a:ext>
            </a:extLst>
          </p:cNvPr>
          <p:cNvSpPr>
            <a:spLocks noChangeShapeType="1"/>
          </p:cNvSpPr>
          <p:nvPr/>
        </p:nvSpPr>
        <p:spPr bwMode="auto">
          <a:xfrm>
            <a:off x="6519141" y="2845955"/>
            <a:ext cx="43021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 name="Line 25">
            <a:extLst>
              <a:ext uri="{FF2B5EF4-FFF2-40B4-BE49-F238E27FC236}">
                <a16:creationId xmlns:a16="http://schemas.microsoft.com/office/drawing/2014/main" id="{8F047A8D-BEC5-2806-5F3E-0B69B804F514}"/>
              </a:ext>
            </a:extLst>
          </p:cNvPr>
          <p:cNvSpPr>
            <a:spLocks noChangeShapeType="1"/>
          </p:cNvSpPr>
          <p:nvPr/>
        </p:nvSpPr>
        <p:spPr bwMode="auto">
          <a:xfrm>
            <a:off x="4574454" y="3709555"/>
            <a:ext cx="0" cy="18176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Line 26">
            <a:extLst>
              <a:ext uri="{FF2B5EF4-FFF2-40B4-BE49-F238E27FC236}">
                <a16:creationId xmlns:a16="http://schemas.microsoft.com/office/drawing/2014/main" id="{41276314-CA5A-D778-7996-AB69C1557BFC}"/>
              </a:ext>
            </a:extLst>
          </p:cNvPr>
          <p:cNvSpPr>
            <a:spLocks noChangeShapeType="1"/>
          </p:cNvSpPr>
          <p:nvPr/>
        </p:nvSpPr>
        <p:spPr bwMode="auto">
          <a:xfrm>
            <a:off x="5042766" y="3709555"/>
            <a:ext cx="0" cy="882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 name="Line 27">
            <a:extLst>
              <a:ext uri="{FF2B5EF4-FFF2-40B4-BE49-F238E27FC236}">
                <a16:creationId xmlns:a16="http://schemas.microsoft.com/office/drawing/2014/main" id="{BAB20E6E-397C-A487-5225-611831649777}"/>
              </a:ext>
            </a:extLst>
          </p:cNvPr>
          <p:cNvSpPr>
            <a:spLocks noChangeShapeType="1"/>
          </p:cNvSpPr>
          <p:nvPr/>
        </p:nvSpPr>
        <p:spPr bwMode="auto">
          <a:xfrm>
            <a:off x="5511079" y="3709555"/>
            <a:ext cx="0" cy="6667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 name="Line 28">
            <a:extLst>
              <a:ext uri="{FF2B5EF4-FFF2-40B4-BE49-F238E27FC236}">
                <a16:creationId xmlns:a16="http://schemas.microsoft.com/office/drawing/2014/main" id="{F99E7764-21BF-DDE5-C1DC-B3C9173604A2}"/>
              </a:ext>
            </a:extLst>
          </p:cNvPr>
          <p:cNvSpPr>
            <a:spLocks noChangeShapeType="1"/>
          </p:cNvSpPr>
          <p:nvPr/>
        </p:nvSpPr>
        <p:spPr bwMode="auto">
          <a:xfrm>
            <a:off x="5979391" y="3709555"/>
            <a:ext cx="0" cy="3778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 name="Line 29">
            <a:extLst>
              <a:ext uri="{FF2B5EF4-FFF2-40B4-BE49-F238E27FC236}">
                <a16:creationId xmlns:a16="http://schemas.microsoft.com/office/drawing/2014/main" id="{C4C62CC8-4FAD-73ED-AC7A-FB7A165B660B}"/>
              </a:ext>
            </a:extLst>
          </p:cNvPr>
          <p:cNvSpPr>
            <a:spLocks noChangeShapeType="1"/>
          </p:cNvSpPr>
          <p:nvPr/>
        </p:nvSpPr>
        <p:spPr bwMode="auto">
          <a:xfrm>
            <a:off x="4717329" y="1712480"/>
            <a:ext cx="0" cy="2698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 name="Line 30">
            <a:extLst>
              <a:ext uri="{FF2B5EF4-FFF2-40B4-BE49-F238E27FC236}">
                <a16:creationId xmlns:a16="http://schemas.microsoft.com/office/drawing/2014/main" id="{8B7AD92E-6C45-D179-F5AB-BE4664D09ACF}"/>
              </a:ext>
            </a:extLst>
          </p:cNvPr>
          <p:cNvSpPr>
            <a:spLocks noChangeShapeType="1"/>
          </p:cNvSpPr>
          <p:nvPr/>
        </p:nvSpPr>
        <p:spPr bwMode="auto">
          <a:xfrm>
            <a:off x="5871441" y="1712480"/>
            <a:ext cx="0" cy="2698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 name="Text Box 31">
            <a:extLst>
              <a:ext uri="{FF2B5EF4-FFF2-40B4-BE49-F238E27FC236}">
                <a16:creationId xmlns:a16="http://schemas.microsoft.com/office/drawing/2014/main" id="{F2CA8A72-A731-BBA9-53C3-1B61DD71428C}"/>
              </a:ext>
            </a:extLst>
          </p:cNvPr>
          <p:cNvSpPr txBox="1">
            <a:spLocks noChangeArrowheads="1"/>
          </p:cNvSpPr>
          <p:nvPr/>
        </p:nvSpPr>
        <p:spPr bwMode="auto">
          <a:xfrm>
            <a:off x="5114204" y="1585480"/>
            <a:ext cx="501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000">
                <a:latin typeface="Times New Roman" panose="02020603050405020304" pitchFamily="18" charset="0"/>
              </a:rPr>
              <a:t>…</a:t>
            </a:r>
            <a:r>
              <a:rPr lang="zh-CN" altLang="en-US" sz="2000">
                <a:latin typeface="Times New Roman" panose="02020603050405020304" pitchFamily="18" charset="0"/>
              </a:rPr>
              <a:t> </a:t>
            </a:r>
          </a:p>
        </p:txBody>
      </p:sp>
      <p:sp>
        <p:nvSpPr>
          <p:cNvPr id="34" name="Text Box 32">
            <a:extLst>
              <a:ext uri="{FF2B5EF4-FFF2-40B4-BE49-F238E27FC236}">
                <a16:creationId xmlns:a16="http://schemas.microsoft.com/office/drawing/2014/main" id="{26DC15A0-5833-0902-8815-51CA275CF1D4}"/>
              </a:ext>
            </a:extLst>
          </p:cNvPr>
          <p:cNvSpPr txBox="1">
            <a:spLocks noChangeArrowheads="1"/>
          </p:cNvSpPr>
          <p:nvPr/>
        </p:nvSpPr>
        <p:spPr bwMode="auto">
          <a:xfrm>
            <a:off x="7092229" y="2125230"/>
            <a:ext cx="2160587" cy="14224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nchorCtr="1"/>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lang="en-US" altLang="zh-CN" sz="2000"/>
              <a:t>74x148</a:t>
            </a:r>
          </a:p>
          <a:p>
            <a:pPr algn="ctr" eaLnBrk="1" hangingPunct="1">
              <a:spcAft>
                <a:spcPct val="0"/>
              </a:spcAft>
              <a:buFontTx/>
              <a:buNone/>
            </a:pPr>
            <a:r>
              <a:rPr lang="en-US" altLang="zh-CN" sz="1800"/>
              <a:t>(2)</a:t>
            </a:r>
            <a:endParaRPr lang="zh-CN" altLang="en-US" sz="1800"/>
          </a:p>
        </p:txBody>
      </p:sp>
      <p:sp>
        <p:nvSpPr>
          <p:cNvPr id="35" name="Text Box 33">
            <a:extLst>
              <a:ext uri="{FF2B5EF4-FFF2-40B4-BE49-F238E27FC236}">
                <a16:creationId xmlns:a16="http://schemas.microsoft.com/office/drawing/2014/main" id="{2EBA59B5-34FA-55FC-139B-D019BB69C092}"/>
              </a:ext>
            </a:extLst>
          </p:cNvPr>
          <p:cNvSpPr txBox="1">
            <a:spLocks noChangeArrowheads="1"/>
          </p:cNvSpPr>
          <p:nvPr/>
        </p:nvSpPr>
        <p:spPr bwMode="auto">
          <a:xfrm>
            <a:off x="7092229" y="2580843"/>
            <a:ext cx="3540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Times New Roman" panose="02020603050405020304" pitchFamily="18" charset="0"/>
              </a:rPr>
              <a:t>S</a:t>
            </a:r>
          </a:p>
        </p:txBody>
      </p:sp>
      <p:sp>
        <p:nvSpPr>
          <p:cNvPr id="36" name="Text Box 34">
            <a:extLst>
              <a:ext uri="{FF2B5EF4-FFF2-40B4-BE49-F238E27FC236}">
                <a16:creationId xmlns:a16="http://schemas.microsoft.com/office/drawing/2014/main" id="{D1B58EBE-782C-66A7-96A2-37D46D6174AF}"/>
              </a:ext>
            </a:extLst>
          </p:cNvPr>
          <p:cNvSpPr txBox="1">
            <a:spLocks noChangeArrowheads="1"/>
          </p:cNvSpPr>
          <p:nvPr/>
        </p:nvSpPr>
        <p:spPr bwMode="auto">
          <a:xfrm>
            <a:off x="8768629" y="2580843"/>
            <a:ext cx="517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rPr>
              <a:t>Y</a:t>
            </a:r>
            <a:r>
              <a:rPr kumimoji="1" lang="en-US" altLang="zh-CN" sz="1600">
                <a:latin typeface="Times New Roman" panose="02020603050405020304" pitchFamily="18" charset="0"/>
              </a:rPr>
              <a:t>S</a:t>
            </a:r>
          </a:p>
        </p:txBody>
      </p:sp>
      <p:sp>
        <p:nvSpPr>
          <p:cNvPr id="37" name="Text Box 39">
            <a:extLst>
              <a:ext uri="{FF2B5EF4-FFF2-40B4-BE49-F238E27FC236}">
                <a16:creationId xmlns:a16="http://schemas.microsoft.com/office/drawing/2014/main" id="{EACFAEE3-4FDC-7398-3BD1-3D162D244398}"/>
              </a:ext>
            </a:extLst>
          </p:cNvPr>
          <p:cNvSpPr txBox="1">
            <a:spLocks noChangeArrowheads="1"/>
          </p:cNvSpPr>
          <p:nvPr/>
        </p:nvSpPr>
        <p:spPr bwMode="auto">
          <a:xfrm>
            <a:off x="7416079" y="2131580"/>
            <a:ext cx="4937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Times New Roman" panose="02020603050405020304" pitchFamily="18" charset="0"/>
              </a:rPr>
              <a:t>I</a:t>
            </a:r>
            <a:r>
              <a:rPr lang="en-US" altLang="zh-CN" sz="2000">
                <a:latin typeface="Times New Roman" panose="02020603050405020304" pitchFamily="18" charset="0"/>
              </a:rPr>
              <a:t>7 </a:t>
            </a:r>
          </a:p>
        </p:txBody>
      </p:sp>
      <p:sp>
        <p:nvSpPr>
          <p:cNvPr id="38" name="Text Box 40">
            <a:extLst>
              <a:ext uri="{FF2B5EF4-FFF2-40B4-BE49-F238E27FC236}">
                <a16:creationId xmlns:a16="http://schemas.microsoft.com/office/drawing/2014/main" id="{8ED183BF-9233-8F0E-495E-1DF102D63466}"/>
              </a:ext>
            </a:extLst>
          </p:cNvPr>
          <p:cNvSpPr txBox="1">
            <a:spLocks noChangeArrowheads="1"/>
          </p:cNvSpPr>
          <p:nvPr/>
        </p:nvSpPr>
        <p:spPr bwMode="auto">
          <a:xfrm>
            <a:off x="8590829" y="2131580"/>
            <a:ext cx="4937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Times New Roman" panose="02020603050405020304" pitchFamily="18" charset="0"/>
              </a:rPr>
              <a:t>I</a:t>
            </a:r>
            <a:r>
              <a:rPr lang="en-US" altLang="zh-CN" sz="2000">
                <a:latin typeface="Times New Roman" panose="02020603050405020304" pitchFamily="18" charset="0"/>
              </a:rPr>
              <a:t>0 </a:t>
            </a:r>
          </a:p>
        </p:txBody>
      </p:sp>
      <p:sp>
        <p:nvSpPr>
          <p:cNvPr id="39" name="Text Box 41">
            <a:extLst>
              <a:ext uri="{FF2B5EF4-FFF2-40B4-BE49-F238E27FC236}">
                <a16:creationId xmlns:a16="http://schemas.microsoft.com/office/drawing/2014/main" id="{9DE8B545-442C-AFDE-D709-C24B529C0026}"/>
              </a:ext>
            </a:extLst>
          </p:cNvPr>
          <p:cNvSpPr txBox="1">
            <a:spLocks noChangeArrowheads="1"/>
          </p:cNvSpPr>
          <p:nvPr/>
        </p:nvSpPr>
        <p:spPr bwMode="auto">
          <a:xfrm>
            <a:off x="7992341" y="2101418"/>
            <a:ext cx="501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000">
                <a:latin typeface="Times New Roman" panose="02020603050405020304" pitchFamily="18" charset="0"/>
              </a:rPr>
              <a:t>… </a:t>
            </a:r>
          </a:p>
        </p:txBody>
      </p:sp>
      <p:sp>
        <p:nvSpPr>
          <p:cNvPr id="40" name="Oval 42">
            <a:extLst>
              <a:ext uri="{FF2B5EF4-FFF2-40B4-BE49-F238E27FC236}">
                <a16:creationId xmlns:a16="http://schemas.microsoft.com/office/drawing/2014/main" id="{F0BCA994-7146-EC39-5259-A30EE57CEC12}"/>
              </a:ext>
            </a:extLst>
          </p:cNvPr>
          <p:cNvSpPr>
            <a:spLocks noChangeArrowheads="1"/>
          </p:cNvSpPr>
          <p:nvPr/>
        </p:nvSpPr>
        <p:spPr bwMode="auto">
          <a:xfrm>
            <a:off x="6949354" y="2774518"/>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41" name="Oval 43">
            <a:extLst>
              <a:ext uri="{FF2B5EF4-FFF2-40B4-BE49-F238E27FC236}">
                <a16:creationId xmlns:a16="http://schemas.microsoft.com/office/drawing/2014/main" id="{A91A5776-8FA5-CB3B-94AD-71C081A49677}"/>
              </a:ext>
            </a:extLst>
          </p:cNvPr>
          <p:cNvSpPr>
            <a:spLocks noChangeArrowheads="1"/>
          </p:cNvSpPr>
          <p:nvPr/>
        </p:nvSpPr>
        <p:spPr bwMode="auto">
          <a:xfrm>
            <a:off x="9252816" y="2774518"/>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42" name="Oval 44">
            <a:extLst>
              <a:ext uri="{FF2B5EF4-FFF2-40B4-BE49-F238E27FC236}">
                <a16:creationId xmlns:a16="http://schemas.microsoft.com/office/drawing/2014/main" id="{DF543081-A121-8CE4-4F47-6E2C6CC37E99}"/>
              </a:ext>
            </a:extLst>
          </p:cNvPr>
          <p:cNvSpPr>
            <a:spLocks noChangeArrowheads="1"/>
          </p:cNvSpPr>
          <p:nvPr/>
        </p:nvSpPr>
        <p:spPr bwMode="auto">
          <a:xfrm>
            <a:off x="7381154" y="3566680"/>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43" name="Oval 45">
            <a:extLst>
              <a:ext uri="{FF2B5EF4-FFF2-40B4-BE49-F238E27FC236}">
                <a16:creationId xmlns:a16="http://schemas.microsoft.com/office/drawing/2014/main" id="{BD40AF38-DECD-A78F-51B7-78E4414CEB86}"/>
              </a:ext>
            </a:extLst>
          </p:cNvPr>
          <p:cNvSpPr>
            <a:spLocks noChangeArrowheads="1"/>
          </p:cNvSpPr>
          <p:nvPr/>
        </p:nvSpPr>
        <p:spPr bwMode="auto">
          <a:xfrm>
            <a:off x="7849466" y="3566680"/>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44" name="Oval 46">
            <a:extLst>
              <a:ext uri="{FF2B5EF4-FFF2-40B4-BE49-F238E27FC236}">
                <a16:creationId xmlns:a16="http://schemas.microsoft.com/office/drawing/2014/main" id="{2C8A1B77-DE3C-BDE2-9995-F7BD0FA5D937}"/>
              </a:ext>
            </a:extLst>
          </p:cNvPr>
          <p:cNvSpPr>
            <a:spLocks noChangeArrowheads="1"/>
          </p:cNvSpPr>
          <p:nvPr/>
        </p:nvSpPr>
        <p:spPr bwMode="auto">
          <a:xfrm>
            <a:off x="8317779" y="3566680"/>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45" name="Oval 47">
            <a:extLst>
              <a:ext uri="{FF2B5EF4-FFF2-40B4-BE49-F238E27FC236}">
                <a16:creationId xmlns:a16="http://schemas.microsoft.com/office/drawing/2014/main" id="{E4BBAE6C-11D8-302F-5B59-BFE06E5BBFE3}"/>
              </a:ext>
            </a:extLst>
          </p:cNvPr>
          <p:cNvSpPr>
            <a:spLocks noChangeArrowheads="1"/>
          </p:cNvSpPr>
          <p:nvPr/>
        </p:nvSpPr>
        <p:spPr bwMode="auto">
          <a:xfrm>
            <a:off x="8786091" y="3566680"/>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46" name="Oval 48">
            <a:extLst>
              <a:ext uri="{FF2B5EF4-FFF2-40B4-BE49-F238E27FC236}">
                <a16:creationId xmlns:a16="http://schemas.microsoft.com/office/drawing/2014/main" id="{B54B536E-21AA-1705-8525-02C0FA4055C2}"/>
              </a:ext>
            </a:extLst>
          </p:cNvPr>
          <p:cNvSpPr>
            <a:spLocks noChangeArrowheads="1"/>
          </p:cNvSpPr>
          <p:nvPr/>
        </p:nvSpPr>
        <p:spPr bwMode="auto">
          <a:xfrm>
            <a:off x="7525616" y="1982355"/>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47" name="Oval 49">
            <a:extLst>
              <a:ext uri="{FF2B5EF4-FFF2-40B4-BE49-F238E27FC236}">
                <a16:creationId xmlns:a16="http://schemas.microsoft.com/office/drawing/2014/main" id="{08C5435A-F60F-FCCC-4747-C674A53CFD0E}"/>
              </a:ext>
            </a:extLst>
          </p:cNvPr>
          <p:cNvSpPr>
            <a:spLocks noChangeArrowheads="1"/>
          </p:cNvSpPr>
          <p:nvPr/>
        </p:nvSpPr>
        <p:spPr bwMode="auto">
          <a:xfrm>
            <a:off x="8676554" y="1982355"/>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48" name="Line 53">
            <a:extLst>
              <a:ext uri="{FF2B5EF4-FFF2-40B4-BE49-F238E27FC236}">
                <a16:creationId xmlns:a16="http://schemas.microsoft.com/office/drawing/2014/main" id="{CBC5C16A-81F7-6E90-8CB1-A6E39B7FFF58}"/>
              </a:ext>
            </a:extLst>
          </p:cNvPr>
          <p:cNvSpPr>
            <a:spLocks noChangeShapeType="1"/>
          </p:cNvSpPr>
          <p:nvPr/>
        </p:nvSpPr>
        <p:spPr bwMode="auto">
          <a:xfrm>
            <a:off x="7924079" y="3709555"/>
            <a:ext cx="0" cy="5222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 name="Line 54">
            <a:extLst>
              <a:ext uri="{FF2B5EF4-FFF2-40B4-BE49-F238E27FC236}">
                <a16:creationId xmlns:a16="http://schemas.microsoft.com/office/drawing/2014/main" id="{905AD422-F067-AA6A-8A1B-B34C2F7F3BFF}"/>
              </a:ext>
            </a:extLst>
          </p:cNvPr>
          <p:cNvSpPr>
            <a:spLocks noChangeShapeType="1"/>
          </p:cNvSpPr>
          <p:nvPr/>
        </p:nvSpPr>
        <p:spPr bwMode="auto">
          <a:xfrm>
            <a:off x="8392391" y="3709555"/>
            <a:ext cx="0" cy="6667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 name="Line 55">
            <a:extLst>
              <a:ext uri="{FF2B5EF4-FFF2-40B4-BE49-F238E27FC236}">
                <a16:creationId xmlns:a16="http://schemas.microsoft.com/office/drawing/2014/main" id="{E4A9D3B8-9134-9B65-BD7A-2ECA013FA533}"/>
              </a:ext>
            </a:extLst>
          </p:cNvPr>
          <p:cNvSpPr>
            <a:spLocks noChangeShapeType="1"/>
          </p:cNvSpPr>
          <p:nvPr/>
        </p:nvSpPr>
        <p:spPr bwMode="auto">
          <a:xfrm>
            <a:off x="8860704" y="3709555"/>
            <a:ext cx="0" cy="882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 name="Line 56">
            <a:extLst>
              <a:ext uri="{FF2B5EF4-FFF2-40B4-BE49-F238E27FC236}">
                <a16:creationId xmlns:a16="http://schemas.microsoft.com/office/drawing/2014/main" id="{7689CA11-5C40-5E1F-501B-BE2E2C247AF9}"/>
              </a:ext>
            </a:extLst>
          </p:cNvPr>
          <p:cNvSpPr>
            <a:spLocks noChangeShapeType="1"/>
          </p:cNvSpPr>
          <p:nvPr/>
        </p:nvSpPr>
        <p:spPr bwMode="auto">
          <a:xfrm>
            <a:off x="7595466" y="1712480"/>
            <a:ext cx="0" cy="2698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 name="Line 57">
            <a:extLst>
              <a:ext uri="{FF2B5EF4-FFF2-40B4-BE49-F238E27FC236}">
                <a16:creationId xmlns:a16="http://schemas.microsoft.com/office/drawing/2014/main" id="{5A05AB32-2ADF-E304-E25C-13A685031800}"/>
              </a:ext>
            </a:extLst>
          </p:cNvPr>
          <p:cNvSpPr>
            <a:spLocks noChangeShapeType="1"/>
          </p:cNvSpPr>
          <p:nvPr/>
        </p:nvSpPr>
        <p:spPr bwMode="auto">
          <a:xfrm>
            <a:off x="8749579" y="1712480"/>
            <a:ext cx="0" cy="2698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 name="Text Box 58">
            <a:extLst>
              <a:ext uri="{FF2B5EF4-FFF2-40B4-BE49-F238E27FC236}">
                <a16:creationId xmlns:a16="http://schemas.microsoft.com/office/drawing/2014/main" id="{2AE5BA0E-673E-8BFA-754D-D44808A956D9}"/>
              </a:ext>
            </a:extLst>
          </p:cNvPr>
          <p:cNvSpPr txBox="1">
            <a:spLocks noChangeArrowheads="1"/>
          </p:cNvSpPr>
          <p:nvPr/>
        </p:nvSpPr>
        <p:spPr bwMode="auto">
          <a:xfrm>
            <a:off x="7992341" y="1585480"/>
            <a:ext cx="501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000">
                <a:latin typeface="Times New Roman" panose="02020603050405020304" pitchFamily="18" charset="0"/>
              </a:rPr>
              <a:t>…</a:t>
            </a:r>
            <a:r>
              <a:rPr lang="zh-CN" altLang="en-US" sz="2000">
                <a:latin typeface="Times New Roman" panose="02020603050405020304" pitchFamily="18" charset="0"/>
              </a:rPr>
              <a:t> </a:t>
            </a:r>
          </a:p>
        </p:txBody>
      </p:sp>
      <p:sp>
        <p:nvSpPr>
          <p:cNvPr id="54" name="Text Box 59">
            <a:extLst>
              <a:ext uri="{FF2B5EF4-FFF2-40B4-BE49-F238E27FC236}">
                <a16:creationId xmlns:a16="http://schemas.microsoft.com/office/drawing/2014/main" id="{CFC890EA-1599-62FA-B11B-46D87FC20932}"/>
              </a:ext>
            </a:extLst>
          </p:cNvPr>
          <p:cNvSpPr txBox="1">
            <a:spLocks noChangeArrowheads="1"/>
          </p:cNvSpPr>
          <p:nvPr/>
        </p:nvSpPr>
        <p:spPr bwMode="auto">
          <a:xfrm>
            <a:off x="4645891" y="1214005"/>
            <a:ext cx="366713"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lang="en-US" altLang="zh-CN">
                <a:latin typeface="Times New Roman" panose="02020603050405020304" pitchFamily="18" charset="0"/>
              </a:rPr>
              <a:t>I</a:t>
            </a:r>
            <a:r>
              <a:rPr lang="en-US" altLang="zh-CN" sz="1800">
                <a:latin typeface="Times New Roman" panose="02020603050405020304" pitchFamily="18" charset="0"/>
              </a:rPr>
              <a:t>15</a:t>
            </a:r>
          </a:p>
        </p:txBody>
      </p:sp>
      <p:sp>
        <p:nvSpPr>
          <p:cNvPr id="55" name="Line 60">
            <a:extLst>
              <a:ext uri="{FF2B5EF4-FFF2-40B4-BE49-F238E27FC236}">
                <a16:creationId xmlns:a16="http://schemas.microsoft.com/office/drawing/2014/main" id="{C61F6B61-AA47-F23E-321B-F815ECAB6935}"/>
              </a:ext>
            </a:extLst>
          </p:cNvPr>
          <p:cNvSpPr>
            <a:spLocks noChangeShapeType="1"/>
          </p:cNvSpPr>
          <p:nvPr/>
        </p:nvSpPr>
        <p:spPr bwMode="auto">
          <a:xfrm>
            <a:off x="3850554" y="2845955"/>
            <a:ext cx="0" cy="2714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 name="Line 61">
            <a:extLst>
              <a:ext uri="{FF2B5EF4-FFF2-40B4-BE49-F238E27FC236}">
                <a16:creationId xmlns:a16="http://schemas.microsoft.com/office/drawing/2014/main" id="{B8AD1547-36D7-408F-23C2-DAC332C16756}"/>
              </a:ext>
            </a:extLst>
          </p:cNvPr>
          <p:cNvSpPr>
            <a:spLocks noChangeShapeType="1"/>
          </p:cNvSpPr>
          <p:nvPr/>
        </p:nvSpPr>
        <p:spPr bwMode="auto">
          <a:xfrm>
            <a:off x="3707679" y="3117418"/>
            <a:ext cx="287337"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 name="AutoShape 62">
            <a:extLst>
              <a:ext uri="{FF2B5EF4-FFF2-40B4-BE49-F238E27FC236}">
                <a16:creationId xmlns:a16="http://schemas.microsoft.com/office/drawing/2014/main" id="{CCA393DA-CBDF-71EE-72F6-3DDEAB73983A}"/>
              </a:ext>
            </a:extLst>
          </p:cNvPr>
          <p:cNvSpPr>
            <a:spLocks noChangeArrowheads="1"/>
          </p:cNvSpPr>
          <p:nvPr/>
        </p:nvSpPr>
        <p:spPr bwMode="auto">
          <a:xfrm rot="5400000">
            <a:off x="8497960" y="4559661"/>
            <a:ext cx="504825" cy="576263"/>
          </a:xfrm>
          <a:prstGeom prst="flowChartDelay">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58" name="Oval 63">
            <a:extLst>
              <a:ext uri="{FF2B5EF4-FFF2-40B4-BE49-F238E27FC236}">
                <a16:creationId xmlns:a16="http://schemas.microsoft.com/office/drawing/2014/main" id="{DB805917-A847-111E-EEC3-7B8565468A4F}"/>
              </a:ext>
            </a:extLst>
          </p:cNvPr>
          <p:cNvSpPr>
            <a:spLocks noChangeArrowheads="1"/>
          </p:cNvSpPr>
          <p:nvPr/>
        </p:nvSpPr>
        <p:spPr bwMode="auto">
          <a:xfrm>
            <a:off x="8678141" y="5100205"/>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59" name="Line 64">
            <a:extLst>
              <a:ext uri="{FF2B5EF4-FFF2-40B4-BE49-F238E27FC236}">
                <a16:creationId xmlns:a16="http://schemas.microsoft.com/office/drawing/2014/main" id="{C1B6119D-59FE-2D7B-B04A-315BDAA95399}"/>
              </a:ext>
            </a:extLst>
          </p:cNvPr>
          <p:cNvSpPr>
            <a:spLocks noChangeShapeType="1"/>
          </p:cNvSpPr>
          <p:nvPr/>
        </p:nvSpPr>
        <p:spPr bwMode="auto">
          <a:xfrm>
            <a:off x="8751166" y="5244668"/>
            <a:ext cx="0" cy="2698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 name="AutoShape 65">
            <a:extLst>
              <a:ext uri="{FF2B5EF4-FFF2-40B4-BE49-F238E27FC236}">
                <a16:creationId xmlns:a16="http://schemas.microsoft.com/office/drawing/2014/main" id="{98F1B5F3-1C20-4647-75FC-AC1AE26B53C2}"/>
              </a:ext>
            </a:extLst>
          </p:cNvPr>
          <p:cNvSpPr>
            <a:spLocks noChangeArrowheads="1"/>
          </p:cNvSpPr>
          <p:nvPr/>
        </p:nvSpPr>
        <p:spPr bwMode="auto">
          <a:xfrm rot="5400000">
            <a:off x="6589785" y="4559661"/>
            <a:ext cx="504825" cy="576263"/>
          </a:xfrm>
          <a:prstGeom prst="flowChartDelay">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61" name="Oval 66">
            <a:extLst>
              <a:ext uri="{FF2B5EF4-FFF2-40B4-BE49-F238E27FC236}">
                <a16:creationId xmlns:a16="http://schemas.microsoft.com/office/drawing/2014/main" id="{A18F5FB3-8C46-DF06-0AAB-DAAD85CC1A9E}"/>
              </a:ext>
            </a:extLst>
          </p:cNvPr>
          <p:cNvSpPr>
            <a:spLocks noChangeArrowheads="1"/>
          </p:cNvSpPr>
          <p:nvPr/>
        </p:nvSpPr>
        <p:spPr bwMode="auto">
          <a:xfrm>
            <a:off x="6769966" y="5100205"/>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62" name="Line 67">
            <a:extLst>
              <a:ext uri="{FF2B5EF4-FFF2-40B4-BE49-F238E27FC236}">
                <a16:creationId xmlns:a16="http://schemas.microsoft.com/office/drawing/2014/main" id="{11168CE8-ABB7-270A-A178-2001249464A5}"/>
              </a:ext>
            </a:extLst>
          </p:cNvPr>
          <p:cNvSpPr>
            <a:spLocks noChangeShapeType="1"/>
          </p:cNvSpPr>
          <p:nvPr/>
        </p:nvSpPr>
        <p:spPr bwMode="auto">
          <a:xfrm>
            <a:off x="6842991" y="5244668"/>
            <a:ext cx="0" cy="2698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 name="AutoShape 68">
            <a:extLst>
              <a:ext uri="{FF2B5EF4-FFF2-40B4-BE49-F238E27FC236}">
                <a16:creationId xmlns:a16="http://schemas.microsoft.com/office/drawing/2014/main" id="{A48424AA-3ED6-AF4C-423D-19FB227CB8B7}"/>
              </a:ext>
            </a:extLst>
          </p:cNvPr>
          <p:cNvSpPr>
            <a:spLocks noChangeArrowheads="1"/>
          </p:cNvSpPr>
          <p:nvPr/>
        </p:nvSpPr>
        <p:spPr bwMode="auto">
          <a:xfrm rot="5400000">
            <a:off x="4934022" y="4554900"/>
            <a:ext cx="504825" cy="576262"/>
          </a:xfrm>
          <a:prstGeom prst="flowChartDelay">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64" name="Oval 69">
            <a:extLst>
              <a:ext uri="{FF2B5EF4-FFF2-40B4-BE49-F238E27FC236}">
                <a16:creationId xmlns:a16="http://schemas.microsoft.com/office/drawing/2014/main" id="{6271C344-5245-9601-F9EF-AD4E6F33E2ED}"/>
              </a:ext>
            </a:extLst>
          </p:cNvPr>
          <p:cNvSpPr>
            <a:spLocks noChangeArrowheads="1"/>
          </p:cNvSpPr>
          <p:nvPr/>
        </p:nvSpPr>
        <p:spPr bwMode="auto">
          <a:xfrm>
            <a:off x="5114204" y="5095443"/>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65" name="Line 70">
            <a:extLst>
              <a:ext uri="{FF2B5EF4-FFF2-40B4-BE49-F238E27FC236}">
                <a16:creationId xmlns:a16="http://schemas.microsoft.com/office/drawing/2014/main" id="{D3F87BED-3CA6-B25B-000B-B59E4BEC8FE5}"/>
              </a:ext>
            </a:extLst>
          </p:cNvPr>
          <p:cNvSpPr>
            <a:spLocks noChangeShapeType="1"/>
          </p:cNvSpPr>
          <p:nvPr/>
        </p:nvSpPr>
        <p:spPr bwMode="auto">
          <a:xfrm>
            <a:off x="5187229" y="5239905"/>
            <a:ext cx="0" cy="2698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 name="Line 71">
            <a:extLst>
              <a:ext uri="{FF2B5EF4-FFF2-40B4-BE49-F238E27FC236}">
                <a16:creationId xmlns:a16="http://schemas.microsoft.com/office/drawing/2014/main" id="{4FDC33F6-FB90-19CC-4001-30F84AF357D7}"/>
              </a:ext>
            </a:extLst>
          </p:cNvPr>
          <p:cNvSpPr>
            <a:spLocks noChangeShapeType="1"/>
          </p:cNvSpPr>
          <p:nvPr/>
        </p:nvSpPr>
        <p:spPr bwMode="auto">
          <a:xfrm>
            <a:off x="5979391" y="4087380"/>
            <a:ext cx="26257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 name="Text Box 72">
            <a:extLst>
              <a:ext uri="{FF2B5EF4-FFF2-40B4-BE49-F238E27FC236}">
                <a16:creationId xmlns:a16="http://schemas.microsoft.com/office/drawing/2014/main" id="{342E2282-647E-7D44-9AF1-27E3EC81BA38}"/>
              </a:ext>
            </a:extLst>
          </p:cNvPr>
          <p:cNvSpPr txBox="1">
            <a:spLocks noChangeArrowheads="1"/>
          </p:cNvSpPr>
          <p:nvPr/>
        </p:nvSpPr>
        <p:spPr bwMode="auto">
          <a:xfrm>
            <a:off x="5795241" y="1214005"/>
            <a:ext cx="309563"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lang="en-US" altLang="zh-CN">
                <a:latin typeface="Times New Roman" panose="02020603050405020304" pitchFamily="18" charset="0"/>
              </a:rPr>
              <a:t>I</a:t>
            </a:r>
            <a:r>
              <a:rPr lang="en-US" altLang="zh-CN" sz="1800">
                <a:latin typeface="Times New Roman" panose="02020603050405020304" pitchFamily="18" charset="0"/>
              </a:rPr>
              <a:t>8 </a:t>
            </a:r>
          </a:p>
        </p:txBody>
      </p:sp>
      <p:sp>
        <p:nvSpPr>
          <p:cNvPr id="68" name="Text Box 73">
            <a:extLst>
              <a:ext uri="{FF2B5EF4-FFF2-40B4-BE49-F238E27FC236}">
                <a16:creationId xmlns:a16="http://schemas.microsoft.com/office/drawing/2014/main" id="{3A02694A-1C43-24B9-BDC9-C58861084F38}"/>
              </a:ext>
            </a:extLst>
          </p:cNvPr>
          <p:cNvSpPr txBox="1">
            <a:spLocks noChangeArrowheads="1"/>
          </p:cNvSpPr>
          <p:nvPr/>
        </p:nvSpPr>
        <p:spPr bwMode="auto">
          <a:xfrm>
            <a:off x="4442691" y="5573280"/>
            <a:ext cx="384175"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a:latin typeface="Times New Roman" panose="02020603050405020304" pitchFamily="18" charset="0"/>
              </a:rPr>
              <a:t>A</a:t>
            </a:r>
            <a:r>
              <a:rPr lang="en-US" altLang="zh-CN" sz="2000">
                <a:latin typeface="Times New Roman" panose="02020603050405020304" pitchFamily="18" charset="0"/>
              </a:rPr>
              <a:t>3</a:t>
            </a:r>
            <a:endParaRPr lang="en-US" altLang="zh-CN" sz="1600">
              <a:latin typeface="Times New Roman" panose="02020603050405020304" pitchFamily="18" charset="0"/>
            </a:endParaRPr>
          </a:p>
        </p:txBody>
      </p:sp>
      <p:sp>
        <p:nvSpPr>
          <p:cNvPr id="69" name="Text Box 74">
            <a:extLst>
              <a:ext uri="{FF2B5EF4-FFF2-40B4-BE49-F238E27FC236}">
                <a16:creationId xmlns:a16="http://schemas.microsoft.com/office/drawing/2014/main" id="{06243F14-4D9E-4A01-F018-552729BD4909}"/>
              </a:ext>
            </a:extLst>
          </p:cNvPr>
          <p:cNvSpPr txBox="1">
            <a:spLocks noChangeArrowheads="1"/>
          </p:cNvSpPr>
          <p:nvPr/>
        </p:nvSpPr>
        <p:spPr bwMode="auto">
          <a:xfrm>
            <a:off x="8670204" y="1214005"/>
            <a:ext cx="309562"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lang="en-US" altLang="zh-CN">
                <a:latin typeface="Times New Roman" panose="02020603050405020304" pitchFamily="18" charset="0"/>
              </a:rPr>
              <a:t>I</a:t>
            </a:r>
            <a:r>
              <a:rPr lang="en-US" altLang="zh-CN" sz="1800">
                <a:latin typeface="Times New Roman" panose="02020603050405020304" pitchFamily="18" charset="0"/>
              </a:rPr>
              <a:t>0 </a:t>
            </a:r>
          </a:p>
        </p:txBody>
      </p:sp>
      <p:sp>
        <p:nvSpPr>
          <p:cNvPr id="70" name="Line 75">
            <a:extLst>
              <a:ext uri="{FF2B5EF4-FFF2-40B4-BE49-F238E27FC236}">
                <a16:creationId xmlns:a16="http://schemas.microsoft.com/office/drawing/2014/main" id="{8C751F2A-7FE7-0B14-AE06-A22F0FB00AC3}"/>
              </a:ext>
            </a:extLst>
          </p:cNvPr>
          <p:cNvSpPr>
            <a:spLocks noChangeShapeType="1"/>
          </p:cNvSpPr>
          <p:nvPr/>
        </p:nvSpPr>
        <p:spPr bwMode="auto">
          <a:xfrm>
            <a:off x="8606704" y="4087380"/>
            <a:ext cx="0" cy="5048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 name="Line 76">
            <a:extLst>
              <a:ext uri="{FF2B5EF4-FFF2-40B4-BE49-F238E27FC236}">
                <a16:creationId xmlns:a16="http://schemas.microsoft.com/office/drawing/2014/main" id="{3753B169-323E-5001-F4F8-CC13B0D8904F}"/>
              </a:ext>
            </a:extLst>
          </p:cNvPr>
          <p:cNvSpPr>
            <a:spLocks noChangeShapeType="1"/>
          </p:cNvSpPr>
          <p:nvPr/>
        </p:nvSpPr>
        <p:spPr bwMode="auto">
          <a:xfrm>
            <a:off x="5295179" y="4231843"/>
            <a:ext cx="0" cy="3603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 name="Line 77">
            <a:extLst>
              <a:ext uri="{FF2B5EF4-FFF2-40B4-BE49-F238E27FC236}">
                <a16:creationId xmlns:a16="http://schemas.microsoft.com/office/drawing/2014/main" id="{DA920A31-5513-9341-2050-F0DCD7B0A02A}"/>
              </a:ext>
            </a:extLst>
          </p:cNvPr>
          <p:cNvSpPr>
            <a:spLocks noChangeShapeType="1"/>
          </p:cNvSpPr>
          <p:nvPr/>
        </p:nvSpPr>
        <p:spPr bwMode="auto">
          <a:xfrm>
            <a:off x="5295179" y="4231843"/>
            <a:ext cx="262731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 name="Line 78">
            <a:extLst>
              <a:ext uri="{FF2B5EF4-FFF2-40B4-BE49-F238E27FC236}">
                <a16:creationId xmlns:a16="http://schemas.microsoft.com/office/drawing/2014/main" id="{4070C79B-18BB-7121-A057-324ED70F90B2}"/>
              </a:ext>
            </a:extLst>
          </p:cNvPr>
          <p:cNvSpPr>
            <a:spLocks noChangeShapeType="1"/>
          </p:cNvSpPr>
          <p:nvPr/>
        </p:nvSpPr>
        <p:spPr bwMode="auto">
          <a:xfrm>
            <a:off x="6733454" y="4376305"/>
            <a:ext cx="0" cy="2159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 name="Line 79">
            <a:extLst>
              <a:ext uri="{FF2B5EF4-FFF2-40B4-BE49-F238E27FC236}">
                <a16:creationId xmlns:a16="http://schemas.microsoft.com/office/drawing/2014/main" id="{ABDEE042-7E10-6EE2-246F-00069AC6EC48}"/>
              </a:ext>
            </a:extLst>
          </p:cNvPr>
          <p:cNvSpPr>
            <a:spLocks noChangeShapeType="1"/>
          </p:cNvSpPr>
          <p:nvPr/>
        </p:nvSpPr>
        <p:spPr bwMode="auto">
          <a:xfrm>
            <a:off x="6985866" y="4376305"/>
            <a:ext cx="0" cy="2159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 name="Line 80">
            <a:extLst>
              <a:ext uri="{FF2B5EF4-FFF2-40B4-BE49-F238E27FC236}">
                <a16:creationId xmlns:a16="http://schemas.microsoft.com/office/drawing/2014/main" id="{040162EA-3336-AF4C-05CA-224AE181943B}"/>
              </a:ext>
            </a:extLst>
          </p:cNvPr>
          <p:cNvSpPr>
            <a:spLocks noChangeShapeType="1"/>
          </p:cNvSpPr>
          <p:nvPr/>
        </p:nvSpPr>
        <p:spPr bwMode="auto">
          <a:xfrm>
            <a:off x="6987454" y="4376305"/>
            <a:ext cx="14033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6" name="Group 81">
            <a:extLst>
              <a:ext uri="{FF2B5EF4-FFF2-40B4-BE49-F238E27FC236}">
                <a16:creationId xmlns:a16="http://schemas.microsoft.com/office/drawing/2014/main" id="{9A325753-1319-EE64-CDD2-CABBA9E5B162}"/>
              </a:ext>
            </a:extLst>
          </p:cNvPr>
          <p:cNvGrpSpPr>
            <a:grpSpLocks/>
          </p:cNvGrpSpPr>
          <p:nvPr/>
        </p:nvGrpSpPr>
        <p:grpSpPr bwMode="auto">
          <a:xfrm rot="5400000">
            <a:off x="4349822" y="4600937"/>
            <a:ext cx="449263" cy="431800"/>
            <a:chOff x="3209" y="3283"/>
            <a:chExt cx="283" cy="248"/>
          </a:xfrm>
        </p:grpSpPr>
        <p:sp>
          <p:nvSpPr>
            <p:cNvPr id="77" name="AutoShape 82">
              <a:extLst>
                <a:ext uri="{FF2B5EF4-FFF2-40B4-BE49-F238E27FC236}">
                  <a16:creationId xmlns:a16="http://schemas.microsoft.com/office/drawing/2014/main" id="{732C9ED1-004F-D5E4-3B15-C65C42399937}"/>
                </a:ext>
              </a:extLst>
            </p:cNvPr>
            <p:cNvSpPr>
              <a:spLocks noChangeArrowheads="1"/>
            </p:cNvSpPr>
            <p:nvPr/>
          </p:nvSpPr>
          <p:spPr bwMode="auto">
            <a:xfrm rot="5400000">
              <a:off x="3202" y="3290"/>
              <a:ext cx="248" cy="234"/>
            </a:xfrm>
            <a:prstGeom prst="triangle">
              <a:avLst>
                <a:gd name="adj" fmla="val 50000"/>
              </a:avLst>
            </a:prstGeom>
            <a:solidFill>
              <a:schemeClr val="bg1"/>
            </a:solidFill>
            <a:ln w="28575">
              <a:solidFill>
                <a:schemeClr val="tx1"/>
              </a:solidFill>
              <a:miter lim="800000"/>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78" name="Oval 83">
              <a:extLst>
                <a:ext uri="{FF2B5EF4-FFF2-40B4-BE49-F238E27FC236}">
                  <a16:creationId xmlns:a16="http://schemas.microsoft.com/office/drawing/2014/main" id="{7193E811-F670-0979-9549-BB9FBC184859}"/>
                </a:ext>
              </a:extLst>
            </p:cNvPr>
            <p:cNvSpPr>
              <a:spLocks noChangeArrowheads="1"/>
            </p:cNvSpPr>
            <p:nvPr/>
          </p:nvSpPr>
          <p:spPr bwMode="auto">
            <a:xfrm>
              <a:off x="3402" y="3359"/>
              <a:ext cx="90" cy="89"/>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grpSp>
      <p:sp>
        <p:nvSpPr>
          <p:cNvPr id="79" name="Text Box 84">
            <a:extLst>
              <a:ext uri="{FF2B5EF4-FFF2-40B4-BE49-F238E27FC236}">
                <a16:creationId xmlns:a16="http://schemas.microsoft.com/office/drawing/2014/main" id="{A5B8E6C6-50DB-AF30-AA81-285B27CEC531}"/>
              </a:ext>
            </a:extLst>
          </p:cNvPr>
          <p:cNvSpPr txBox="1">
            <a:spLocks noChangeArrowheads="1"/>
          </p:cNvSpPr>
          <p:nvPr/>
        </p:nvSpPr>
        <p:spPr bwMode="auto">
          <a:xfrm>
            <a:off x="5053879" y="5573280"/>
            <a:ext cx="384175"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a:latin typeface="Times New Roman" panose="02020603050405020304" pitchFamily="18" charset="0"/>
              </a:rPr>
              <a:t>A</a:t>
            </a:r>
            <a:r>
              <a:rPr lang="en-US" altLang="zh-CN" sz="2000">
                <a:latin typeface="Times New Roman" panose="02020603050405020304" pitchFamily="18" charset="0"/>
              </a:rPr>
              <a:t>2</a:t>
            </a:r>
          </a:p>
        </p:txBody>
      </p:sp>
      <p:sp>
        <p:nvSpPr>
          <p:cNvPr id="80" name="Text Box 85">
            <a:extLst>
              <a:ext uri="{FF2B5EF4-FFF2-40B4-BE49-F238E27FC236}">
                <a16:creationId xmlns:a16="http://schemas.microsoft.com/office/drawing/2014/main" id="{618BCDC6-90DD-D425-44AF-9EDFE9C225CD}"/>
              </a:ext>
            </a:extLst>
          </p:cNvPr>
          <p:cNvSpPr txBox="1">
            <a:spLocks noChangeArrowheads="1"/>
          </p:cNvSpPr>
          <p:nvPr/>
        </p:nvSpPr>
        <p:spPr bwMode="auto">
          <a:xfrm>
            <a:off x="6720754" y="5573280"/>
            <a:ext cx="384175"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a:latin typeface="Times New Roman" panose="02020603050405020304" pitchFamily="18" charset="0"/>
              </a:rPr>
              <a:t>A</a:t>
            </a:r>
            <a:r>
              <a:rPr lang="en-US" altLang="zh-CN" sz="2000">
                <a:latin typeface="Times New Roman" panose="02020603050405020304" pitchFamily="18" charset="0"/>
              </a:rPr>
              <a:t>1</a:t>
            </a:r>
          </a:p>
        </p:txBody>
      </p:sp>
      <p:sp>
        <p:nvSpPr>
          <p:cNvPr id="81" name="Text Box 86">
            <a:extLst>
              <a:ext uri="{FF2B5EF4-FFF2-40B4-BE49-F238E27FC236}">
                <a16:creationId xmlns:a16="http://schemas.microsoft.com/office/drawing/2014/main" id="{7B9D453D-67D3-5572-4ECD-D291BD04C8E6}"/>
              </a:ext>
            </a:extLst>
          </p:cNvPr>
          <p:cNvSpPr txBox="1">
            <a:spLocks noChangeArrowheads="1"/>
          </p:cNvSpPr>
          <p:nvPr/>
        </p:nvSpPr>
        <p:spPr bwMode="auto">
          <a:xfrm>
            <a:off x="8628929" y="5573280"/>
            <a:ext cx="384175"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a:latin typeface="Times New Roman" panose="02020603050405020304" pitchFamily="18" charset="0"/>
              </a:rPr>
              <a:t>A</a:t>
            </a:r>
            <a:r>
              <a:rPr lang="en-US" altLang="zh-CN" sz="2000">
                <a:latin typeface="Times New Roman" panose="02020603050405020304" pitchFamily="18" charset="0"/>
              </a:rPr>
              <a:t>0</a:t>
            </a:r>
          </a:p>
        </p:txBody>
      </p:sp>
      <p:sp>
        <p:nvSpPr>
          <p:cNvPr id="82" name="Text Box 87">
            <a:extLst>
              <a:ext uri="{FF2B5EF4-FFF2-40B4-BE49-F238E27FC236}">
                <a16:creationId xmlns:a16="http://schemas.microsoft.com/office/drawing/2014/main" id="{036B53D5-E368-8DB0-9230-A76BC02C6431}"/>
              </a:ext>
            </a:extLst>
          </p:cNvPr>
          <p:cNvSpPr txBox="1">
            <a:spLocks noChangeArrowheads="1"/>
          </p:cNvSpPr>
          <p:nvPr/>
        </p:nvSpPr>
        <p:spPr bwMode="auto">
          <a:xfrm>
            <a:off x="7524029" y="1214005"/>
            <a:ext cx="309562"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lang="en-US" altLang="zh-CN">
                <a:latin typeface="Times New Roman" panose="02020603050405020304" pitchFamily="18" charset="0"/>
              </a:rPr>
              <a:t>I</a:t>
            </a:r>
            <a:r>
              <a:rPr lang="en-US" altLang="zh-CN" sz="1800">
                <a:latin typeface="Times New Roman" panose="02020603050405020304" pitchFamily="18" charset="0"/>
              </a:rPr>
              <a:t>7 </a:t>
            </a:r>
          </a:p>
        </p:txBody>
      </p:sp>
      <p:sp>
        <p:nvSpPr>
          <p:cNvPr id="83" name="Text Box 88">
            <a:extLst>
              <a:ext uri="{FF2B5EF4-FFF2-40B4-BE49-F238E27FC236}">
                <a16:creationId xmlns:a16="http://schemas.microsoft.com/office/drawing/2014/main" id="{0CDC4526-8787-9FA0-43F9-52D9B9BF3C3A}"/>
              </a:ext>
            </a:extLst>
          </p:cNvPr>
          <p:cNvSpPr txBox="1">
            <a:spLocks noChangeArrowheads="1"/>
          </p:cNvSpPr>
          <p:nvPr/>
        </p:nvSpPr>
        <p:spPr bwMode="auto">
          <a:xfrm>
            <a:off x="5222154" y="1244168"/>
            <a:ext cx="1587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lang="en-US" altLang="zh-CN" sz="2400">
                <a:latin typeface="Times New Roman" panose="02020603050405020304" pitchFamily="18" charset="0"/>
              </a:rPr>
              <a:t>~</a:t>
            </a:r>
            <a:endParaRPr lang="en-US" altLang="zh-CN" sz="1800">
              <a:latin typeface="Times New Roman" panose="02020603050405020304" pitchFamily="18" charset="0"/>
            </a:endParaRPr>
          </a:p>
        </p:txBody>
      </p:sp>
      <p:sp>
        <p:nvSpPr>
          <p:cNvPr id="84" name="Text Box 89">
            <a:extLst>
              <a:ext uri="{FF2B5EF4-FFF2-40B4-BE49-F238E27FC236}">
                <a16:creationId xmlns:a16="http://schemas.microsoft.com/office/drawing/2014/main" id="{42011192-9AB6-1796-568F-930DD9866783}"/>
              </a:ext>
            </a:extLst>
          </p:cNvPr>
          <p:cNvSpPr txBox="1">
            <a:spLocks noChangeArrowheads="1"/>
          </p:cNvSpPr>
          <p:nvPr/>
        </p:nvSpPr>
        <p:spPr bwMode="auto">
          <a:xfrm>
            <a:off x="8098704" y="1244168"/>
            <a:ext cx="1587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lang="en-US" altLang="zh-CN" sz="2400">
                <a:latin typeface="Times New Roman" panose="02020603050405020304" pitchFamily="18" charset="0"/>
              </a:rPr>
              <a:t>~</a:t>
            </a:r>
            <a:endParaRPr lang="en-US" altLang="zh-CN" sz="1800">
              <a:latin typeface="Times New Roman" panose="02020603050405020304" pitchFamily="18" charset="0"/>
            </a:endParaRPr>
          </a:p>
        </p:txBody>
      </p:sp>
      <p:sp>
        <p:nvSpPr>
          <p:cNvPr id="85" name="Text Box 90">
            <a:extLst>
              <a:ext uri="{FF2B5EF4-FFF2-40B4-BE49-F238E27FC236}">
                <a16:creationId xmlns:a16="http://schemas.microsoft.com/office/drawing/2014/main" id="{BE12D158-E367-9C06-CFEF-893DEB1136CA}"/>
              </a:ext>
            </a:extLst>
          </p:cNvPr>
          <p:cNvSpPr txBox="1">
            <a:spLocks noChangeArrowheads="1"/>
          </p:cNvSpPr>
          <p:nvPr/>
        </p:nvSpPr>
        <p:spPr bwMode="auto">
          <a:xfrm>
            <a:off x="7660554" y="3117418"/>
            <a:ext cx="5191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Times New Roman" panose="02020603050405020304" pitchFamily="18" charset="0"/>
              </a:rPr>
              <a:t>Y</a:t>
            </a:r>
            <a:r>
              <a:rPr lang="en-US" altLang="zh-CN" sz="1800">
                <a:latin typeface="Times New Roman" panose="02020603050405020304" pitchFamily="18" charset="0"/>
              </a:rPr>
              <a:t>2</a:t>
            </a:r>
          </a:p>
        </p:txBody>
      </p:sp>
      <p:sp>
        <p:nvSpPr>
          <p:cNvPr id="86" name="Text Box 91">
            <a:extLst>
              <a:ext uri="{FF2B5EF4-FFF2-40B4-BE49-F238E27FC236}">
                <a16:creationId xmlns:a16="http://schemas.microsoft.com/office/drawing/2014/main" id="{CFECFCF7-5D8E-DD2A-D181-1323D304E3A0}"/>
              </a:ext>
            </a:extLst>
          </p:cNvPr>
          <p:cNvSpPr txBox="1">
            <a:spLocks noChangeArrowheads="1"/>
          </p:cNvSpPr>
          <p:nvPr/>
        </p:nvSpPr>
        <p:spPr bwMode="auto">
          <a:xfrm>
            <a:off x="8165379" y="3117418"/>
            <a:ext cx="5191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Times New Roman" panose="02020603050405020304" pitchFamily="18" charset="0"/>
              </a:rPr>
              <a:t>Y</a:t>
            </a:r>
            <a:r>
              <a:rPr lang="en-US" altLang="zh-CN" sz="1800">
                <a:latin typeface="Times New Roman" panose="02020603050405020304" pitchFamily="18" charset="0"/>
              </a:rPr>
              <a:t>1</a:t>
            </a:r>
          </a:p>
        </p:txBody>
      </p:sp>
      <p:sp>
        <p:nvSpPr>
          <p:cNvPr id="87" name="Text Box 92">
            <a:extLst>
              <a:ext uri="{FF2B5EF4-FFF2-40B4-BE49-F238E27FC236}">
                <a16:creationId xmlns:a16="http://schemas.microsoft.com/office/drawing/2014/main" id="{0F7E7061-6B63-19A0-5421-A00B6CA7190A}"/>
              </a:ext>
            </a:extLst>
          </p:cNvPr>
          <p:cNvSpPr txBox="1">
            <a:spLocks noChangeArrowheads="1"/>
          </p:cNvSpPr>
          <p:nvPr/>
        </p:nvSpPr>
        <p:spPr bwMode="auto">
          <a:xfrm>
            <a:off x="8641629" y="3117418"/>
            <a:ext cx="5191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Times New Roman" panose="02020603050405020304" pitchFamily="18" charset="0"/>
              </a:rPr>
              <a:t>Y</a:t>
            </a:r>
            <a:r>
              <a:rPr lang="en-US" altLang="zh-CN" sz="1800">
                <a:latin typeface="Times New Roman" panose="02020603050405020304" pitchFamily="18" charset="0"/>
              </a:rPr>
              <a:t>0</a:t>
            </a:r>
          </a:p>
        </p:txBody>
      </p:sp>
      <p:sp>
        <p:nvSpPr>
          <p:cNvPr id="88" name="Text Box 93">
            <a:extLst>
              <a:ext uri="{FF2B5EF4-FFF2-40B4-BE49-F238E27FC236}">
                <a16:creationId xmlns:a16="http://schemas.microsoft.com/office/drawing/2014/main" id="{37790D47-8796-8A2A-B7DC-8241798946E8}"/>
              </a:ext>
            </a:extLst>
          </p:cNvPr>
          <p:cNvSpPr txBox="1">
            <a:spLocks noChangeArrowheads="1"/>
          </p:cNvSpPr>
          <p:nvPr/>
        </p:nvSpPr>
        <p:spPr bwMode="auto">
          <a:xfrm>
            <a:off x="7162079" y="3117418"/>
            <a:ext cx="596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rPr>
              <a:t>Y</a:t>
            </a:r>
            <a:r>
              <a:rPr kumimoji="1" lang="en-US" altLang="zh-CN" sz="1600">
                <a:latin typeface="Times New Roman" panose="02020603050405020304" pitchFamily="18" charset="0"/>
              </a:rPr>
              <a:t>ex</a:t>
            </a:r>
          </a:p>
        </p:txBody>
      </p:sp>
      <p:sp>
        <p:nvSpPr>
          <p:cNvPr id="89" name="Line 101">
            <a:extLst>
              <a:ext uri="{FF2B5EF4-FFF2-40B4-BE49-F238E27FC236}">
                <a16:creationId xmlns:a16="http://schemas.microsoft.com/office/drawing/2014/main" id="{7852173B-C50F-CA75-5220-B69F9C025156}"/>
              </a:ext>
            </a:extLst>
          </p:cNvPr>
          <p:cNvSpPr>
            <a:spLocks noChangeShapeType="1"/>
          </p:cNvSpPr>
          <p:nvPr/>
        </p:nvSpPr>
        <p:spPr bwMode="auto">
          <a:xfrm>
            <a:off x="4623666" y="1255280"/>
            <a:ext cx="17621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0" name="Line 102">
            <a:extLst>
              <a:ext uri="{FF2B5EF4-FFF2-40B4-BE49-F238E27FC236}">
                <a16:creationId xmlns:a16="http://schemas.microsoft.com/office/drawing/2014/main" id="{F4FE588A-EF13-5AE6-BAB4-9B653706502D}"/>
              </a:ext>
            </a:extLst>
          </p:cNvPr>
          <p:cNvSpPr>
            <a:spLocks noChangeShapeType="1"/>
          </p:cNvSpPr>
          <p:nvPr/>
        </p:nvSpPr>
        <p:spPr bwMode="auto">
          <a:xfrm>
            <a:off x="5776191" y="1264805"/>
            <a:ext cx="17621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 name="Line 103">
            <a:extLst>
              <a:ext uri="{FF2B5EF4-FFF2-40B4-BE49-F238E27FC236}">
                <a16:creationId xmlns:a16="http://schemas.microsoft.com/office/drawing/2014/main" id="{3E06BD7F-17B2-AB55-5D40-E0971AA5AD31}"/>
              </a:ext>
            </a:extLst>
          </p:cNvPr>
          <p:cNvSpPr>
            <a:spLocks noChangeShapeType="1"/>
          </p:cNvSpPr>
          <p:nvPr/>
        </p:nvSpPr>
        <p:spPr bwMode="auto">
          <a:xfrm>
            <a:off x="7500216" y="1255280"/>
            <a:ext cx="17621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 name="Line 104">
            <a:extLst>
              <a:ext uri="{FF2B5EF4-FFF2-40B4-BE49-F238E27FC236}">
                <a16:creationId xmlns:a16="http://schemas.microsoft.com/office/drawing/2014/main" id="{BD1F8B3A-5791-5308-A066-0B3998E1A1C6}"/>
              </a:ext>
            </a:extLst>
          </p:cNvPr>
          <p:cNvSpPr>
            <a:spLocks noChangeShapeType="1"/>
          </p:cNvSpPr>
          <p:nvPr/>
        </p:nvSpPr>
        <p:spPr bwMode="auto">
          <a:xfrm>
            <a:off x="8652741" y="1255280"/>
            <a:ext cx="17621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3" name="Line 11">
            <a:extLst>
              <a:ext uri="{FF2B5EF4-FFF2-40B4-BE49-F238E27FC236}">
                <a16:creationId xmlns:a16="http://schemas.microsoft.com/office/drawing/2014/main" id="{3E2897D8-6A48-99E2-924E-62B1C75A1696}"/>
              </a:ext>
            </a:extLst>
          </p:cNvPr>
          <p:cNvSpPr>
            <a:spLocks noChangeShapeType="1"/>
          </p:cNvSpPr>
          <p:nvPr/>
        </p:nvSpPr>
        <p:spPr bwMode="auto">
          <a:xfrm flipV="1">
            <a:off x="2780145" y="2028535"/>
            <a:ext cx="295563" cy="0"/>
          </a:xfrm>
          <a:prstGeom prst="line">
            <a:avLst/>
          </a:prstGeom>
          <a:noFill/>
          <a:ln w="28575">
            <a:solidFill>
              <a:schemeClr val="accent1">
                <a:lumMod val="50000"/>
              </a:schemeClr>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 name="Line 11">
            <a:extLst>
              <a:ext uri="{FF2B5EF4-FFF2-40B4-BE49-F238E27FC236}">
                <a16:creationId xmlns:a16="http://schemas.microsoft.com/office/drawing/2014/main" id="{52CB2FBE-F9F2-B999-95D9-01CC1AA972AF}"/>
              </a:ext>
            </a:extLst>
          </p:cNvPr>
          <p:cNvSpPr>
            <a:spLocks noChangeShapeType="1"/>
          </p:cNvSpPr>
          <p:nvPr/>
        </p:nvSpPr>
        <p:spPr bwMode="auto">
          <a:xfrm flipV="1">
            <a:off x="775855" y="2461349"/>
            <a:ext cx="295563" cy="0"/>
          </a:xfrm>
          <a:prstGeom prst="line">
            <a:avLst/>
          </a:prstGeom>
          <a:noFill/>
          <a:ln w="28575">
            <a:solidFill>
              <a:schemeClr val="accent1">
                <a:lumMod val="50000"/>
              </a:schemeClr>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 name="Line 11">
            <a:extLst>
              <a:ext uri="{FF2B5EF4-FFF2-40B4-BE49-F238E27FC236}">
                <a16:creationId xmlns:a16="http://schemas.microsoft.com/office/drawing/2014/main" id="{84F9A678-1096-6453-076B-CAE7450140A7}"/>
              </a:ext>
            </a:extLst>
          </p:cNvPr>
          <p:cNvSpPr>
            <a:spLocks noChangeShapeType="1"/>
          </p:cNvSpPr>
          <p:nvPr/>
        </p:nvSpPr>
        <p:spPr bwMode="auto">
          <a:xfrm flipV="1">
            <a:off x="455816" y="2864427"/>
            <a:ext cx="295563" cy="0"/>
          </a:xfrm>
          <a:prstGeom prst="line">
            <a:avLst/>
          </a:prstGeom>
          <a:noFill/>
          <a:ln w="28575">
            <a:solidFill>
              <a:schemeClr val="accent1">
                <a:lumMod val="50000"/>
              </a:schemeClr>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 name="Line 11">
            <a:extLst>
              <a:ext uri="{FF2B5EF4-FFF2-40B4-BE49-F238E27FC236}">
                <a16:creationId xmlns:a16="http://schemas.microsoft.com/office/drawing/2014/main" id="{EE74EB75-A736-850E-7139-54C293133387}"/>
              </a:ext>
            </a:extLst>
          </p:cNvPr>
          <p:cNvSpPr>
            <a:spLocks noChangeShapeType="1"/>
          </p:cNvSpPr>
          <p:nvPr/>
        </p:nvSpPr>
        <p:spPr bwMode="auto">
          <a:xfrm flipV="1">
            <a:off x="775855" y="4231843"/>
            <a:ext cx="295563" cy="0"/>
          </a:xfrm>
          <a:prstGeom prst="line">
            <a:avLst/>
          </a:prstGeom>
          <a:noFill/>
          <a:ln w="28575">
            <a:solidFill>
              <a:schemeClr val="accent1">
                <a:lumMod val="50000"/>
              </a:schemeClr>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 name="Line 11">
            <a:extLst>
              <a:ext uri="{FF2B5EF4-FFF2-40B4-BE49-F238E27FC236}">
                <a16:creationId xmlns:a16="http://schemas.microsoft.com/office/drawing/2014/main" id="{BB1C6354-3717-D3D1-CD3B-83E982EE85EC}"/>
              </a:ext>
            </a:extLst>
          </p:cNvPr>
          <p:cNvSpPr>
            <a:spLocks noChangeShapeType="1"/>
          </p:cNvSpPr>
          <p:nvPr/>
        </p:nvSpPr>
        <p:spPr bwMode="auto">
          <a:xfrm flipV="1">
            <a:off x="1690256" y="4248910"/>
            <a:ext cx="295563" cy="0"/>
          </a:xfrm>
          <a:prstGeom prst="line">
            <a:avLst/>
          </a:prstGeom>
          <a:noFill/>
          <a:ln w="28575">
            <a:solidFill>
              <a:schemeClr val="accent1">
                <a:lumMod val="50000"/>
              </a:schemeClr>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 name="Line 11">
            <a:extLst>
              <a:ext uri="{FF2B5EF4-FFF2-40B4-BE49-F238E27FC236}">
                <a16:creationId xmlns:a16="http://schemas.microsoft.com/office/drawing/2014/main" id="{508836DD-2172-46C8-67F4-15A083FCA762}"/>
              </a:ext>
            </a:extLst>
          </p:cNvPr>
          <p:cNvSpPr>
            <a:spLocks noChangeShapeType="1"/>
          </p:cNvSpPr>
          <p:nvPr/>
        </p:nvSpPr>
        <p:spPr bwMode="auto">
          <a:xfrm flipV="1">
            <a:off x="2466110" y="4248908"/>
            <a:ext cx="295563" cy="0"/>
          </a:xfrm>
          <a:prstGeom prst="line">
            <a:avLst/>
          </a:prstGeom>
          <a:noFill/>
          <a:ln w="28575">
            <a:solidFill>
              <a:schemeClr val="accent1">
                <a:lumMod val="50000"/>
              </a:schemeClr>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17277519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7BBD67-A0A5-FFC2-CF70-D34ABED284D3}"/>
              </a:ext>
            </a:extLst>
          </p:cNvPr>
          <p:cNvSpPr>
            <a:spLocks noGrp="1"/>
          </p:cNvSpPr>
          <p:nvPr>
            <p:ph type="title"/>
          </p:nvPr>
        </p:nvSpPr>
        <p:spPr/>
        <p:txBody>
          <a:bodyPr>
            <a:normAutofit fontScale="90000"/>
          </a:bodyPr>
          <a:lstStyle/>
          <a:p>
            <a:r>
              <a:rPr lang="zh-CN" altLang="en-US" dirty="0"/>
              <a:t>译码器</a:t>
            </a:r>
            <a:endParaRPr kumimoji="1" lang="zh-CN" altLang="en-US" dirty="0"/>
          </a:p>
        </p:txBody>
      </p:sp>
      <p:sp>
        <p:nvSpPr>
          <p:cNvPr id="3" name="内容占位符 2">
            <a:extLst>
              <a:ext uri="{FF2B5EF4-FFF2-40B4-BE49-F238E27FC236}">
                <a16:creationId xmlns:a16="http://schemas.microsoft.com/office/drawing/2014/main" id="{DB405844-E235-513C-F0F7-CA9692DD532A}"/>
              </a:ext>
            </a:extLst>
          </p:cNvPr>
          <p:cNvSpPr>
            <a:spLocks noGrp="1"/>
          </p:cNvSpPr>
          <p:nvPr>
            <p:ph idx="1"/>
          </p:nvPr>
        </p:nvSpPr>
        <p:spPr>
          <a:xfrm>
            <a:off x="17780" y="585760"/>
            <a:ext cx="8980747" cy="5947119"/>
          </a:xfrm>
        </p:spPr>
        <p:txBody>
          <a:bodyPr/>
          <a:lstStyle/>
          <a:p>
            <a:r>
              <a:rPr lang="zh-CN" altLang="en-US" dirty="0"/>
              <a:t>译码是编码的逆过程，</a:t>
            </a:r>
            <a:r>
              <a:rPr kumimoji="1" lang="zh-CN" altLang="en-US" dirty="0"/>
              <a:t>将输入的二进制代码转换成</a:t>
            </a:r>
            <a:r>
              <a:rPr lang="zh-CN" altLang="en-US" dirty="0"/>
              <a:t>高、低电平组合状态输出</a:t>
            </a:r>
          </a:p>
          <a:p>
            <a:endParaRPr lang="en-US" altLang="zh-CN" dirty="0"/>
          </a:p>
          <a:p>
            <a:endParaRPr lang="en-US" altLang="zh-CN" dirty="0"/>
          </a:p>
          <a:p>
            <a:endParaRPr lang="en-US" altLang="zh-CN" dirty="0"/>
          </a:p>
          <a:p>
            <a:endParaRPr lang="en-US" altLang="zh-CN" dirty="0"/>
          </a:p>
          <a:p>
            <a:r>
              <a:rPr lang="zh-CN" altLang="en-US" dirty="0"/>
              <a:t>常见译码器</a:t>
            </a:r>
          </a:p>
          <a:p>
            <a:pPr lvl="1"/>
            <a:r>
              <a:rPr lang="zh-CN" altLang="en-US" dirty="0"/>
              <a:t>二进制译码器</a:t>
            </a:r>
            <a:r>
              <a:rPr lang="en-US" altLang="zh-CN" dirty="0"/>
              <a:t>74x138</a:t>
            </a:r>
            <a:r>
              <a:rPr lang="zh-CN" altLang="en-US" dirty="0"/>
              <a:t>、</a:t>
            </a:r>
            <a:r>
              <a:rPr lang="en-US" altLang="zh-CN" dirty="0"/>
              <a:t>74x139</a:t>
            </a:r>
          </a:p>
          <a:p>
            <a:pPr lvl="1"/>
            <a:r>
              <a:rPr lang="zh-CN" altLang="en-US" dirty="0"/>
              <a:t>二</a:t>
            </a:r>
            <a:r>
              <a:rPr lang="en-US" altLang="zh-CN" dirty="0">
                <a:latin typeface="Dotum" pitchFamily="34" charset="-127"/>
                <a:ea typeface="Dotum" pitchFamily="34" charset="-127"/>
              </a:rPr>
              <a:t>-</a:t>
            </a:r>
            <a:r>
              <a:rPr lang="zh-CN" altLang="en-US" dirty="0"/>
              <a:t>十进制译码器</a:t>
            </a:r>
            <a:r>
              <a:rPr lang="en-US" altLang="zh-CN" dirty="0"/>
              <a:t>74x42</a:t>
            </a:r>
          </a:p>
          <a:p>
            <a:pPr lvl="1"/>
            <a:r>
              <a:rPr lang="zh-CN" altLang="en-US" dirty="0"/>
              <a:t>显示译码器</a:t>
            </a:r>
            <a:r>
              <a:rPr lang="en-US" altLang="zh-CN" dirty="0"/>
              <a:t>74x47</a:t>
            </a:r>
            <a:r>
              <a:rPr lang="zh-CN" altLang="en-US" dirty="0"/>
              <a:t>等</a:t>
            </a:r>
            <a:endParaRPr kumimoji="1" lang="zh-CN" altLang="en-US" dirty="0"/>
          </a:p>
        </p:txBody>
      </p:sp>
      <p:sp>
        <p:nvSpPr>
          <p:cNvPr id="4" name="页脚占位符 3">
            <a:extLst>
              <a:ext uri="{FF2B5EF4-FFF2-40B4-BE49-F238E27FC236}">
                <a16:creationId xmlns:a16="http://schemas.microsoft.com/office/drawing/2014/main" id="{7420C287-F6DA-EB15-3D17-BDDD59AE1796}"/>
              </a:ext>
            </a:extLst>
          </p:cNvPr>
          <p:cNvSpPr>
            <a:spLocks noGrp="1"/>
          </p:cNvSpPr>
          <p:nvPr>
            <p:ph type="ftr" sz="quarter" idx="11"/>
          </p:nvPr>
        </p:nvSpPr>
        <p:spPr/>
        <p:txBody>
          <a:bodyPr/>
          <a:lstStyle/>
          <a:p>
            <a:r>
              <a:rPr lang="zh-CN" altLang="en-US"/>
              <a:t>模拟与数字电路：</a:t>
            </a:r>
            <a:r>
              <a:rPr lang="en-US" altLang="zh-CN"/>
              <a:t>6. </a:t>
            </a:r>
            <a:r>
              <a:rPr lang="zh-CN" altLang="en-US"/>
              <a:t>组合逻辑电路</a:t>
            </a:r>
            <a:r>
              <a:rPr lang="en-US" altLang="zh-CN"/>
              <a:t>2</a:t>
            </a:r>
            <a:endParaRPr lang="en-US" dirty="0"/>
          </a:p>
        </p:txBody>
      </p:sp>
      <p:sp>
        <p:nvSpPr>
          <p:cNvPr id="5" name="灯片编号占位符 4">
            <a:extLst>
              <a:ext uri="{FF2B5EF4-FFF2-40B4-BE49-F238E27FC236}">
                <a16:creationId xmlns:a16="http://schemas.microsoft.com/office/drawing/2014/main" id="{18698607-9133-FFBC-25FE-ADF275843900}"/>
              </a:ext>
            </a:extLst>
          </p:cNvPr>
          <p:cNvSpPr>
            <a:spLocks noGrp="1"/>
          </p:cNvSpPr>
          <p:nvPr>
            <p:ph type="sldNum" sz="quarter" idx="12"/>
          </p:nvPr>
        </p:nvSpPr>
        <p:spPr/>
        <p:txBody>
          <a:bodyPr/>
          <a:lstStyle/>
          <a:p>
            <a:fld id="{9E260BC5-5BF3-8746-862B-DC45E9CAA88B}" type="slidenum">
              <a:rPr lang="en-US" smtClean="0"/>
              <a:pPr/>
              <a:t>14</a:t>
            </a:fld>
            <a:r>
              <a:rPr lang="en-US" altLang="zh-CN" dirty="0"/>
              <a:t>/38</a:t>
            </a:r>
            <a:endParaRPr lang="en-US" dirty="0"/>
          </a:p>
        </p:txBody>
      </p:sp>
      <p:sp>
        <p:nvSpPr>
          <p:cNvPr id="6" name="AutoShape 4">
            <a:extLst>
              <a:ext uri="{FF2B5EF4-FFF2-40B4-BE49-F238E27FC236}">
                <a16:creationId xmlns:a16="http://schemas.microsoft.com/office/drawing/2014/main" id="{4B930714-118A-63F2-15E8-49EF2ABBA20A}"/>
              </a:ext>
            </a:extLst>
          </p:cNvPr>
          <p:cNvSpPr>
            <a:spLocks noChangeArrowheads="1"/>
          </p:cNvSpPr>
          <p:nvPr/>
        </p:nvSpPr>
        <p:spPr bwMode="auto">
          <a:xfrm>
            <a:off x="6033366" y="1913082"/>
            <a:ext cx="1944688" cy="1368425"/>
          </a:xfrm>
          <a:prstGeom prst="wedgeRoundRectCallout">
            <a:avLst>
              <a:gd name="adj1" fmla="val -49509"/>
              <a:gd name="adj2" fmla="val -18097"/>
              <a:gd name="adj3" fmla="val 16667"/>
            </a:avLst>
          </a:prstGeom>
          <a:solidFill>
            <a:srgbClr val="FFFF99"/>
          </a:solidFill>
          <a:ln w="9525">
            <a:solidFill>
              <a:schemeClr val="tx1"/>
            </a:solidFill>
            <a:miter lim="800000"/>
            <a:headEnd/>
            <a:tailEnd/>
          </a:ln>
        </p:spPr>
        <p:txBody>
          <a:bodyPr wrap="none" anchor="ctr" anchorCtr="1"/>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lang="en-US" altLang="zh-CN" sz="2400">
                <a:latin typeface="Times New Roman" panose="02020603050405020304" pitchFamily="18" charset="0"/>
              </a:rPr>
              <a:t>m</a:t>
            </a:r>
            <a:r>
              <a:rPr lang="zh-CN" altLang="en-US" sz="2400">
                <a:latin typeface="Times New Roman" panose="02020603050405020304" pitchFamily="18" charset="0"/>
              </a:rPr>
              <a:t>线</a:t>
            </a:r>
            <a:r>
              <a:rPr lang="en-US" altLang="zh-CN" sz="2000"/>
              <a:t>–</a:t>
            </a:r>
            <a:r>
              <a:rPr lang="en-US" altLang="zh-CN" sz="2400">
                <a:latin typeface="Times New Roman" panose="02020603050405020304" pitchFamily="18" charset="0"/>
              </a:rPr>
              <a:t>n</a:t>
            </a:r>
            <a:r>
              <a:rPr lang="zh-CN" altLang="en-US" sz="2400">
                <a:latin typeface="Times New Roman" panose="02020603050405020304" pitchFamily="18" charset="0"/>
              </a:rPr>
              <a:t>线</a:t>
            </a:r>
          </a:p>
          <a:p>
            <a:pPr algn="ctr" eaLnBrk="1" hangingPunct="1">
              <a:spcAft>
                <a:spcPct val="0"/>
              </a:spcAft>
              <a:buFontTx/>
              <a:buNone/>
            </a:pPr>
            <a:r>
              <a:rPr lang="zh-CN" altLang="en-US" sz="2400">
                <a:latin typeface="Times New Roman" panose="02020603050405020304" pitchFamily="18" charset="0"/>
              </a:rPr>
              <a:t>译码器</a:t>
            </a:r>
          </a:p>
          <a:p>
            <a:pPr algn="ctr" eaLnBrk="1" hangingPunct="1">
              <a:spcAft>
                <a:spcPct val="0"/>
              </a:spcAft>
              <a:buFontTx/>
              <a:buNone/>
            </a:pPr>
            <a:r>
              <a:rPr lang="en-US" altLang="zh-CN" sz="2400">
                <a:latin typeface="Times New Roman" panose="02020603050405020304" pitchFamily="18" charset="0"/>
              </a:rPr>
              <a:t>( n &gt; m )</a:t>
            </a:r>
          </a:p>
        </p:txBody>
      </p:sp>
      <p:sp>
        <p:nvSpPr>
          <p:cNvPr id="7" name="Text Box 5">
            <a:extLst>
              <a:ext uri="{FF2B5EF4-FFF2-40B4-BE49-F238E27FC236}">
                <a16:creationId xmlns:a16="http://schemas.microsoft.com/office/drawing/2014/main" id="{33B75761-3186-B1E6-8427-53B43A856486}"/>
              </a:ext>
            </a:extLst>
          </p:cNvPr>
          <p:cNvSpPr txBox="1">
            <a:spLocks noChangeArrowheads="1"/>
          </p:cNvSpPr>
          <p:nvPr/>
        </p:nvSpPr>
        <p:spPr bwMode="auto">
          <a:xfrm>
            <a:off x="5118966" y="2679845"/>
            <a:ext cx="687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Times New Roman" panose="02020603050405020304" pitchFamily="18" charset="0"/>
              </a:rPr>
              <a:t>Y</a:t>
            </a:r>
            <a:r>
              <a:rPr lang="en-US" altLang="zh-CN" sz="1600">
                <a:latin typeface="Times New Roman" panose="02020603050405020304" pitchFamily="18" charset="0"/>
              </a:rPr>
              <a:t>n-1</a:t>
            </a:r>
          </a:p>
        </p:txBody>
      </p:sp>
      <p:sp>
        <p:nvSpPr>
          <p:cNvPr id="8" name="Text Box 6">
            <a:extLst>
              <a:ext uri="{FF2B5EF4-FFF2-40B4-BE49-F238E27FC236}">
                <a16:creationId xmlns:a16="http://schemas.microsoft.com/office/drawing/2014/main" id="{50A4A79E-FC91-DC31-3B82-3AA594806C39}"/>
              </a:ext>
            </a:extLst>
          </p:cNvPr>
          <p:cNvSpPr txBox="1">
            <a:spLocks noChangeArrowheads="1"/>
          </p:cNvSpPr>
          <p:nvPr/>
        </p:nvSpPr>
        <p:spPr bwMode="auto">
          <a:xfrm>
            <a:off x="5118966" y="1948007"/>
            <a:ext cx="5064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Times New Roman" panose="02020603050405020304" pitchFamily="18" charset="0"/>
              </a:rPr>
              <a:t>Y</a:t>
            </a:r>
            <a:r>
              <a:rPr lang="en-US" altLang="zh-CN" sz="1600">
                <a:latin typeface="Times New Roman" panose="02020603050405020304" pitchFamily="18" charset="0"/>
              </a:rPr>
              <a:t>0</a:t>
            </a:r>
          </a:p>
        </p:txBody>
      </p:sp>
      <p:sp>
        <p:nvSpPr>
          <p:cNvPr id="9" name="Text Box 7">
            <a:extLst>
              <a:ext uri="{FF2B5EF4-FFF2-40B4-BE49-F238E27FC236}">
                <a16:creationId xmlns:a16="http://schemas.microsoft.com/office/drawing/2014/main" id="{AD19040B-4645-32BF-9081-75290D099C2A}"/>
              </a:ext>
            </a:extLst>
          </p:cNvPr>
          <p:cNvSpPr txBox="1">
            <a:spLocks noChangeArrowheads="1"/>
          </p:cNvSpPr>
          <p:nvPr/>
        </p:nvSpPr>
        <p:spPr bwMode="auto">
          <a:xfrm>
            <a:off x="2745654" y="2381395"/>
            <a:ext cx="487362"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lIns="0" tIns="0" rIns="0" bIns="0">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lang="en-US" altLang="zh-CN" sz="3200" b="0"/>
              <a:t>…</a:t>
            </a:r>
          </a:p>
        </p:txBody>
      </p:sp>
      <p:sp>
        <p:nvSpPr>
          <p:cNvPr id="10" name="Rectangle 8">
            <a:extLst>
              <a:ext uri="{FF2B5EF4-FFF2-40B4-BE49-F238E27FC236}">
                <a16:creationId xmlns:a16="http://schemas.microsoft.com/office/drawing/2014/main" id="{2F7B2544-84BD-4E60-1254-5A5D7E4D815F}"/>
              </a:ext>
            </a:extLst>
          </p:cNvPr>
          <p:cNvSpPr>
            <a:spLocks noChangeArrowheads="1"/>
          </p:cNvSpPr>
          <p:nvPr/>
        </p:nvSpPr>
        <p:spPr bwMode="auto">
          <a:xfrm>
            <a:off x="3296516" y="1768620"/>
            <a:ext cx="1050925" cy="158432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tIns="0" bIns="0" anchor="ctr" anchorCtr="1"/>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zh-CN" altLang="en-US"/>
              <a:t>译</a:t>
            </a:r>
          </a:p>
          <a:p>
            <a:pPr eaLnBrk="1" hangingPunct="1">
              <a:spcAft>
                <a:spcPct val="0"/>
              </a:spcAft>
              <a:buFontTx/>
              <a:buNone/>
            </a:pPr>
            <a:r>
              <a:rPr lang="zh-CN" altLang="en-US"/>
              <a:t>码</a:t>
            </a:r>
          </a:p>
          <a:p>
            <a:pPr eaLnBrk="1" hangingPunct="1">
              <a:spcAft>
                <a:spcPct val="0"/>
              </a:spcAft>
              <a:buFontTx/>
              <a:buNone/>
            </a:pPr>
            <a:r>
              <a:rPr lang="zh-CN" altLang="en-US"/>
              <a:t>器</a:t>
            </a:r>
          </a:p>
        </p:txBody>
      </p:sp>
      <p:sp>
        <p:nvSpPr>
          <p:cNvPr id="11" name="Line 10">
            <a:extLst>
              <a:ext uri="{FF2B5EF4-FFF2-40B4-BE49-F238E27FC236}">
                <a16:creationId xmlns:a16="http://schemas.microsoft.com/office/drawing/2014/main" id="{B72D6441-D87D-64E5-AEC1-89DE3593373D}"/>
              </a:ext>
            </a:extLst>
          </p:cNvPr>
          <p:cNvSpPr>
            <a:spLocks noChangeShapeType="1"/>
          </p:cNvSpPr>
          <p:nvPr/>
        </p:nvSpPr>
        <p:spPr bwMode="auto">
          <a:xfrm>
            <a:off x="2524991" y="2200420"/>
            <a:ext cx="771525" cy="0"/>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2" name="Text Box 11">
            <a:extLst>
              <a:ext uri="{FF2B5EF4-FFF2-40B4-BE49-F238E27FC236}">
                <a16:creationId xmlns:a16="http://schemas.microsoft.com/office/drawing/2014/main" id="{6179B6DF-2861-5639-5740-E3EF4E4F5A96}"/>
              </a:ext>
            </a:extLst>
          </p:cNvPr>
          <p:cNvSpPr txBox="1">
            <a:spLocks noChangeArrowheads="1"/>
          </p:cNvSpPr>
          <p:nvPr/>
        </p:nvSpPr>
        <p:spPr bwMode="auto">
          <a:xfrm>
            <a:off x="4582391" y="2381395"/>
            <a:ext cx="48736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lIns="0" tIns="0" rIns="0" bIns="0">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lang="en-US" altLang="zh-CN" sz="3200" b="0"/>
              <a:t>…</a:t>
            </a:r>
          </a:p>
        </p:txBody>
      </p:sp>
      <p:sp>
        <p:nvSpPr>
          <p:cNvPr id="13" name="Line 12">
            <a:extLst>
              <a:ext uri="{FF2B5EF4-FFF2-40B4-BE49-F238E27FC236}">
                <a16:creationId xmlns:a16="http://schemas.microsoft.com/office/drawing/2014/main" id="{6BF82D38-889D-04C3-C4CD-0E593BD6EF27}"/>
              </a:ext>
            </a:extLst>
          </p:cNvPr>
          <p:cNvSpPr>
            <a:spLocks noChangeShapeType="1"/>
          </p:cNvSpPr>
          <p:nvPr/>
        </p:nvSpPr>
        <p:spPr bwMode="auto">
          <a:xfrm>
            <a:off x="4347441" y="2197245"/>
            <a:ext cx="771525" cy="0"/>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4" name="Line 13">
            <a:extLst>
              <a:ext uri="{FF2B5EF4-FFF2-40B4-BE49-F238E27FC236}">
                <a16:creationId xmlns:a16="http://schemas.microsoft.com/office/drawing/2014/main" id="{39E81071-15E6-DF38-3A8D-649F0149B8FF}"/>
              </a:ext>
            </a:extLst>
          </p:cNvPr>
          <p:cNvSpPr>
            <a:spLocks noChangeShapeType="1"/>
          </p:cNvSpPr>
          <p:nvPr/>
        </p:nvSpPr>
        <p:spPr bwMode="auto">
          <a:xfrm>
            <a:off x="4347441" y="2927495"/>
            <a:ext cx="771525" cy="0"/>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5" name="Text Box 14">
            <a:extLst>
              <a:ext uri="{FF2B5EF4-FFF2-40B4-BE49-F238E27FC236}">
                <a16:creationId xmlns:a16="http://schemas.microsoft.com/office/drawing/2014/main" id="{C5DA58DC-AA94-F5A5-8090-C67359532C93}"/>
              </a:ext>
            </a:extLst>
          </p:cNvPr>
          <p:cNvSpPr txBox="1">
            <a:spLocks noChangeArrowheads="1"/>
          </p:cNvSpPr>
          <p:nvPr/>
        </p:nvSpPr>
        <p:spPr bwMode="auto">
          <a:xfrm>
            <a:off x="1907454" y="1924195"/>
            <a:ext cx="5064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Times New Roman" panose="02020603050405020304" pitchFamily="18" charset="0"/>
              </a:rPr>
              <a:t>A</a:t>
            </a:r>
            <a:r>
              <a:rPr lang="en-US" altLang="zh-CN" sz="1600">
                <a:latin typeface="Times New Roman" panose="02020603050405020304" pitchFamily="18" charset="0"/>
              </a:rPr>
              <a:t>0</a:t>
            </a:r>
          </a:p>
        </p:txBody>
      </p:sp>
      <p:sp>
        <p:nvSpPr>
          <p:cNvPr id="16" name="Line 16">
            <a:extLst>
              <a:ext uri="{FF2B5EF4-FFF2-40B4-BE49-F238E27FC236}">
                <a16:creationId xmlns:a16="http://schemas.microsoft.com/office/drawing/2014/main" id="{D27727A9-441E-F025-0CD0-44091A5FF45C}"/>
              </a:ext>
            </a:extLst>
          </p:cNvPr>
          <p:cNvSpPr>
            <a:spLocks noChangeShapeType="1"/>
          </p:cNvSpPr>
          <p:nvPr/>
        </p:nvSpPr>
        <p:spPr bwMode="auto">
          <a:xfrm>
            <a:off x="2532929" y="2930670"/>
            <a:ext cx="771525" cy="0"/>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7" name="Text Box 17">
            <a:extLst>
              <a:ext uri="{FF2B5EF4-FFF2-40B4-BE49-F238E27FC236}">
                <a16:creationId xmlns:a16="http://schemas.microsoft.com/office/drawing/2014/main" id="{07D5070D-781E-030C-72A5-03315EA2A457}"/>
              </a:ext>
            </a:extLst>
          </p:cNvPr>
          <p:cNvSpPr txBox="1">
            <a:spLocks noChangeArrowheads="1"/>
          </p:cNvSpPr>
          <p:nvPr/>
        </p:nvSpPr>
        <p:spPr bwMode="auto">
          <a:xfrm>
            <a:off x="1782041" y="2679845"/>
            <a:ext cx="7445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Times New Roman" panose="02020603050405020304" pitchFamily="18" charset="0"/>
              </a:rPr>
              <a:t>A</a:t>
            </a:r>
            <a:r>
              <a:rPr lang="en-US" altLang="zh-CN" sz="1600">
                <a:latin typeface="Times New Roman" panose="02020603050405020304" pitchFamily="18" charset="0"/>
              </a:rPr>
              <a:t>m-1</a:t>
            </a:r>
          </a:p>
        </p:txBody>
      </p:sp>
    </p:spTree>
    <p:extLst>
      <p:ext uri="{BB962C8B-B14F-4D97-AF65-F5344CB8AC3E}">
        <p14:creationId xmlns:p14="http://schemas.microsoft.com/office/powerpoint/2010/main" val="15886893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1536AA-229C-AE2A-59AE-9E4AF33C48CC}"/>
              </a:ext>
            </a:extLst>
          </p:cNvPr>
          <p:cNvSpPr>
            <a:spLocks noGrp="1"/>
          </p:cNvSpPr>
          <p:nvPr>
            <p:ph type="title"/>
          </p:nvPr>
        </p:nvSpPr>
        <p:spPr/>
        <p:txBody>
          <a:bodyPr>
            <a:normAutofit fontScale="90000"/>
          </a:bodyPr>
          <a:lstStyle/>
          <a:p>
            <a:r>
              <a:rPr lang="en-US" altLang="zh-CN" dirty="0"/>
              <a:t>2</a:t>
            </a:r>
            <a:r>
              <a:rPr lang="zh-CN" altLang="en-US" dirty="0"/>
              <a:t>线</a:t>
            </a:r>
            <a:r>
              <a:rPr lang="en-US" altLang="zh-CN" dirty="0"/>
              <a:t>–4</a:t>
            </a:r>
            <a:r>
              <a:rPr lang="zh-CN" altLang="en-US" dirty="0"/>
              <a:t>线译码器</a:t>
            </a:r>
            <a:endParaRPr kumimoji="1" lang="zh-CN" altLang="en-US" dirty="0"/>
          </a:p>
        </p:txBody>
      </p:sp>
      <p:sp>
        <p:nvSpPr>
          <p:cNvPr id="3" name="内容占位符 2">
            <a:extLst>
              <a:ext uri="{FF2B5EF4-FFF2-40B4-BE49-F238E27FC236}">
                <a16:creationId xmlns:a16="http://schemas.microsoft.com/office/drawing/2014/main" id="{8626F841-4CC4-2428-1185-B3F9CA08BE6E}"/>
              </a:ext>
            </a:extLst>
          </p:cNvPr>
          <p:cNvSpPr>
            <a:spLocks noGrp="1"/>
          </p:cNvSpPr>
          <p:nvPr>
            <p:ph idx="1"/>
          </p:nvPr>
        </p:nvSpPr>
        <p:spPr/>
        <p:txBody>
          <a:bodyPr/>
          <a:lstStyle/>
          <a:p>
            <a:r>
              <a:rPr lang="zh-CN" altLang="en-US" dirty="0"/>
              <a:t>设输出高电平有效</a:t>
            </a:r>
          </a:p>
          <a:p>
            <a:endParaRPr kumimoji="1" lang="zh-CN" altLang="en-US" dirty="0"/>
          </a:p>
        </p:txBody>
      </p:sp>
      <p:sp>
        <p:nvSpPr>
          <p:cNvPr id="4" name="页脚占位符 3">
            <a:extLst>
              <a:ext uri="{FF2B5EF4-FFF2-40B4-BE49-F238E27FC236}">
                <a16:creationId xmlns:a16="http://schemas.microsoft.com/office/drawing/2014/main" id="{74EC409A-BE66-681D-E575-A093EE02E0F6}"/>
              </a:ext>
            </a:extLst>
          </p:cNvPr>
          <p:cNvSpPr>
            <a:spLocks noGrp="1"/>
          </p:cNvSpPr>
          <p:nvPr>
            <p:ph type="ftr" sz="quarter" idx="11"/>
          </p:nvPr>
        </p:nvSpPr>
        <p:spPr/>
        <p:txBody>
          <a:bodyPr/>
          <a:lstStyle/>
          <a:p>
            <a:r>
              <a:rPr lang="zh-CN" altLang="en-US"/>
              <a:t>模拟与数字电路：</a:t>
            </a:r>
            <a:r>
              <a:rPr lang="en-US" altLang="zh-CN"/>
              <a:t>6. </a:t>
            </a:r>
            <a:r>
              <a:rPr lang="zh-CN" altLang="en-US"/>
              <a:t>组合逻辑电路</a:t>
            </a:r>
            <a:r>
              <a:rPr lang="en-US" altLang="zh-CN"/>
              <a:t>2</a:t>
            </a:r>
            <a:endParaRPr lang="en-US" dirty="0"/>
          </a:p>
        </p:txBody>
      </p:sp>
      <p:sp>
        <p:nvSpPr>
          <p:cNvPr id="5" name="灯片编号占位符 4">
            <a:extLst>
              <a:ext uri="{FF2B5EF4-FFF2-40B4-BE49-F238E27FC236}">
                <a16:creationId xmlns:a16="http://schemas.microsoft.com/office/drawing/2014/main" id="{1AB27206-B96D-03EE-6925-901A121B9D7A}"/>
              </a:ext>
            </a:extLst>
          </p:cNvPr>
          <p:cNvSpPr>
            <a:spLocks noGrp="1"/>
          </p:cNvSpPr>
          <p:nvPr>
            <p:ph type="sldNum" sz="quarter" idx="12"/>
          </p:nvPr>
        </p:nvSpPr>
        <p:spPr/>
        <p:txBody>
          <a:bodyPr/>
          <a:lstStyle/>
          <a:p>
            <a:fld id="{9E260BC5-5BF3-8746-862B-DC45E9CAA88B}" type="slidenum">
              <a:rPr lang="en-US" smtClean="0"/>
              <a:pPr/>
              <a:t>15</a:t>
            </a:fld>
            <a:r>
              <a:rPr lang="en-US" altLang="zh-CN" dirty="0"/>
              <a:t>/38</a:t>
            </a:r>
            <a:endParaRPr lang="en-US" dirty="0"/>
          </a:p>
        </p:txBody>
      </p:sp>
      <p:sp>
        <p:nvSpPr>
          <p:cNvPr id="6" name="AutoShape 4">
            <a:extLst>
              <a:ext uri="{FF2B5EF4-FFF2-40B4-BE49-F238E27FC236}">
                <a16:creationId xmlns:a16="http://schemas.microsoft.com/office/drawing/2014/main" id="{B72CD04D-E9F7-C3BD-3211-CB09777260C5}"/>
              </a:ext>
            </a:extLst>
          </p:cNvPr>
          <p:cNvSpPr>
            <a:spLocks/>
          </p:cNvSpPr>
          <p:nvPr/>
        </p:nvSpPr>
        <p:spPr bwMode="auto">
          <a:xfrm>
            <a:off x="3402591" y="3949123"/>
            <a:ext cx="180975" cy="1763713"/>
          </a:xfrm>
          <a:prstGeom prst="rightBrace">
            <a:avLst>
              <a:gd name="adj1" fmla="val 81213"/>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7" name="Text Box 5">
            <a:extLst>
              <a:ext uri="{FF2B5EF4-FFF2-40B4-BE49-F238E27FC236}">
                <a16:creationId xmlns:a16="http://schemas.microsoft.com/office/drawing/2014/main" id="{8A9A58FD-38D9-3A06-E2CE-5256E1657810}"/>
              </a:ext>
            </a:extLst>
          </p:cNvPr>
          <p:cNvSpPr txBox="1">
            <a:spLocks noChangeArrowheads="1"/>
          </p:cNvSpPr>
          <p:nvPr/>
        </p:nvSpPr>
        <p:spPr bwMode="auto">
          <a:xfrm>
            <a:off x="3655003" y="3977698"/>
            <a:ext cx="490538" cy="173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spcAft>
                <a:spcPct val="0"/>
              </a:spcAft>
              <a:buFontTx/>
              <a:buNone/>
            </a:pPr>
            <a:r>
              <a:rPr lang="zh-CN" altLang="en-US" sz="2400"/>
              <a:t>最</a:t>
            </a:r>
          </a:p>
          <a:p>
            <a:pPr eaLnBrk="1" hangingPunct="1">
              <a:lnSpc>
                <a:spcPct val="90000"/>
              </a:lnSpc>
              <a:spcAft>
                <a:spcPct val="0"/>
              </a:spcAft>
              <a:buFontTx/>
              <a:buNone/>
            </a:pPr>
            <a:r>
              <a:rPr lang="zh-CN" altLang="en-US" sz="2400"/>
              <a:t>小</a:t>
            </a:r>
          </a:p>
          <a:p>
            <a:pPr eaLnBrk="1" hangingPunct="1">
              <a:lnSpc>
                <a:spcPct val="90000"/>
              </a:lnSpc>
              <a:spcAft>
                <a:spcPct val="0"/>
              </a:spcAft>
              <a:buFontTx/>
              <a:buNone/>
            </a:pPr>
            <a:r>
              <a:rPr lang="zh-CN" altLang="en-US" sz="2400"/>
              <a:t>项</a:t>
            </a:r>
          </a:p>
          <a:p>
            <a:pPr eaLnBrk="1" hangingPunct="1">
              <a:lnSpc>
                <a:spcPct val="90000"/>
              </a:lnSpc>
              <a:spcAft>
                <a:spcPct val="0"/>
              </a:spcAft>
              <a:buFontTx/>
              <a:buNone/>
            </a:pPr>
            <a:r>
              <a:rPr lang="zh-CN" altLang="en-US" sz="2400"/>
              <a:t>译</a:t>
            </a:r>
          </a:p>
          <a:p>
            <a:pPr eaLnBrk="1" hangingPunct="1">
              <a:lnSpc>
                <a:spcPct val="90000"/>
              </a:lnSpc>
              <a:spcAft>
                <a:spcPct val="0"/>
              </a:spcAft>
              <a:buFontTx/>
              <a:buNone/>
            </a:pPr>
            <a:r>
              <a:rPr lang="zh-CN" altLang="en-US" sz="2400"/>
              <a:t>码</a:t>
            </a:r>
          </a:p>
        </p:txBody>
      </p:sp>
      <p:graphicFrame>
        <p:nvGraphicFramePr>
          <p:cNvPr id="8" name="Group 6">
            <a:extLst>
              <a:ext uri="{FF2B5EF4-FFF2-40B4-BE49-F238E27FC236}">
                <a16:creationId xmlns:a16="http://schemas.microsoft.com/office/drawing/2014/main" id="{2A5BF42F-120C-3746-B2F9-B448354A5BA7}"/>
              </a:ext>
            </a:extLst>
          </p:cNvPr>
          <p:cNvGraphicFramePr>
            <a:graphicFrameLocks noGrp="1"/>
          </p:cNvGraphicFramePr>
          <p:nvPr>
            <p:extLst>
              <p:ext uri="{D42A27DB-BD31-4B8C-83A1-F6EECF244321}">
                <p14:modId xmlns:p14="http://schemas.microsoft.com/office/powerpoint/2010/main" val="2648656592"/>
              </p:ext>
            </p:extLst>
          </p:nvPr>
        </p:nvGraphicFramePr>
        <p:xfrm>
          <a:off x="797503" y="1596448"/>
          <a:ext cx="3086100" cy="2012951"/>
        </p:xfrm>
        <a:graphic>
          <a:graphicData uri="http://schemas.openxmlformats.org/drawingml/2006/table">
            <a:tbl>
              <a:tblPr/>
              <a:tblGrid>
                <a:gridCol w="5143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tblGrid>
              <a:tr h="46037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1" lang="en-US" altLang="zh-CN" sz="2400" b="1" i="0" u="none" strike="noStrike" cap="none" normalizeH="0" baseline="0">
                          <a:ln>
                            <a:noFill/>
                          </a:ln>
                          <a:solidFill>
                            <a:schemeClr val="tx1"/>
                          </a:solidFill>
                          <a:effectLst/>
                          <a:latin typeface="Times New Roman" charset="0"/>
                          <a:ea typeface="楷体_GB2312" charset="0"/>
                          <a:cs typeface="楷体_GB2312" charset="0"/>
                        </a:rPr>
                        <a:t>A</a:t>
                      </a:r>
                      <a:r>
                        <a:rPr kumimoji="1" lang="en-US" altLang="zh-CN" sz="2400" b="1" i="0" u="none" strike="noStrike" cap="none" normalizeH="0" baseline="-15000">
                          <a:ln>
                            <a:noFill/>
                          </a:ln>
                          <a:solidFill>
                            <a:schemeClr val="tx1"/>
                          </a:solidFill>
                          <a:effectLst/>
                          <a:latin typeface="Times New Roman" charset="0"/>
                          <a:ea typeface="楷体_GB2312" charset="0"/>
                          <a:cs typeface="楷体_GB2312" charset="0"/>
                        </a:rPr>
                        <a:t>1</a:t>
                      </a:r>
                      <a:r>
                        <a:rPr kumimoji="0" lang="en-US" altLang="zh-CN" sz="2400" b="1" i="0" u="none" strike="noStrike" cap="none" normalizeH="0" baseline="0">
                          <a:ln>
                            <a:noFill/>
                          </a:ln>
                          <a:solidFill>
                            <a:schemeClr val="tx1"/>
                          </a:solidFill>
                          <a:effectLst/>
                          <a:latin typeface="Times New Roman" charset="0"/>
                          <a:ea typeface="宋体" charset="0"/>
                          <a:cs typeface="宋体" charset="0"/>
                        </a:rPr>
                        <a:t> </a:t>
                      </a:r>
                    </a:p>
                  </a:txBody>
                  <a:tcPr marL="0" marR="0" marT="0" marB="0" anchor="ctr" anchorCtr="1" horzOverflow="overflow">
                    <a:lnL>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1" lang="en-US" altLang="zh-CN" sz="2400" b="1" i="0" u="none" strike="noStrike" cap="none" normalizeH="0" baseline="0">
                          <a:ln>
                            <a:noFill/>
                          </a:ln>
                          <a:solidFill>
                            <a:schemeClr val="tx1"/>
                          </a:solidFill>
                          <a:effectLst/>
                          <a:latin typeface="Times New Roman" charset="0"/>
                          <a:ea typeface="楷体_GB2312" charset="0"/>
                          <a:cs typeface="楷体_GB2312" charset="0"/>
                        </a:rPr>
                        <a:t>A</a:t>
                      </a:r>
                      <a:r>
                        <a:rPr kumimoji="1" lang="en-US" altLang="zh-CN" sz="2400" b="1" i="0" u="none" strike="noStrike" cap="none" normalizeH="0" baseline="-15000">
                          <a:ln>
                            <a:noFill/>
                          </a:ln>
                          <a:solidFill>
                            <a:schemeClr val="tx1"/>
                          </a:solidFill>
                          <a:effectLst/>
                          <a:latin typeface="Times New Roman" charset="0"/>
                          <a:ea typeface="楷体_GB2312" charset="0"/>
                          <a:cs typeface="楷体_GB2312" charset="0"/>
                        </a:rPr>
                        <a:t>0</a:t>
                      </a:r>
                      <a:r>
                        <a:rPr kumimoji="0" lang="en-US" altLang="zh-CN" sz="2400" b="1" i="0" u="none" strike="noStrike" cap="none" normalizeH="0" baseline="0">
                          <a:ln>
                            <a:noFill/>
                          </a:ln>
                          <a:solidFill>
                            <a:schemeClr val="tx1"/>
                          </a:solidFill>
                          <a:effectLst/>
                          <a:latin typeface="Times New Roman" charset="0"/>
                          <a:ea typeface="宋体" charset="0"/>
                          <a:cs typeface="宋体" charset="0"/>
                        </a:rPr>
                        <a:t> </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1" lang="en-US" altLang="zh-CN" sz="2400" b="1" i="0" u="none" strike="noStrike" cap="none" normalizeH="0" baseline="0">
                          <a:ln>
                            <a:noFill/>
                          </a:ln>
                          <a:solidFill>
                            <a:schemeClr val="tx1"/>
                          </a:solidFill>
                          <a:effectLst/>
                          <a:latin typeface="Times New Roman" charset="0"/>
                          <a:ea typeface="楷体_GB2312" charset="0"/>
                          <a:cs typeface="楷体_GB2312" charset="0"/>
                        </a:rPr>
                        <a:t>Y</a:t>
                      </a:r>
                      <a:r>
                        <a:rPr kumimoji="1" lang="en-US" altLang="zh-CN" sz="2400" b="1" i="0" u="none" strike="noStrike" cap="none" normalizeH="0" baseline="-15000">
                          <a:ln>
                            <a:noFill/>
                          </a:ln>
                          <a:solidFill>
                            <a:schemeClr val="tx1"/>
                          </a:solidFill>
                          <a:effectLst/>
                          <a:latin typeface="Times New Roman" charset="0"/>
                          <a:ea typeface="楷体_GB2312" charset="0"/>
                          <a:cs typeface="楷体_GB2312" charset="0"/>
                        </a:rPr>
                        <a:t>0</a:t>
                      </a:r>
                      <a:endParaRPr kumimoji="1" lang="zh-CN" altLang="en-US" sz="2400" b="1" i="0" u="none" strike="noStrike" cap="none" normalizeH="0" baseline="-15000">
                        <a:ln>
                          <a:noFill/>
                        </a:ln>
                        <a:solidFill>
                          <a:schemeClr val="tx1"/>
                        </a:solidFill>
                        <a:effectLst/>
                        <a:latin typeface="Times New Roman" charset="0"/>
                        <a:ea typeface="楷体_GB2312" charset="0"/>
                        <a:cs typeface="楷体_GB2312" charset="0"/>
                      </a:endParaRP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1" lang="en-US" altLang="zh-CN" sz="2400" b="1" i="0" u="none" strike="noStrike" cap="none" normalizeH="0" baseline="0">
                          <a:ln>
                            <a:noFill/>
                          </a:ln>
                          <a:solidFill>
                            <a:schemeClr val="tx1"/>
                          </a:solidFill>
                          <a:effectLst/>
                          <a:latin typeface="Times New Roman" charset="0"/>
                          <a:ea typeface="楷体_GB2312" charset="0"/>
                          <a:cs typeface="楷体_GB2312" charset="0"/>
                        </a:rPr>
                        <a:t>Y</a:t>
                      </a:r>
                      <a:r>
                        <a:rPr kumimoji="1" lang="en-US" altLang="zh-CN" sz="2400" b="1" i="0" u="none" strike="noStrike" cap="none" normalizeH="0" baseline="-15000">
                          <a:ln>
                            <a:noFill/>
                          </a:ln>
                          <a:solidFill>
                            <a:schemeClr val="tx1"/>
                          </a:solidFill>
                          <a:effectLst/>
                          <a:latin typeface="Times New Roman" charset="0"/>
                          <a:ea typeface="楷体_GB2312" charset="0"/>
                          <a:cs typeface="楷体_GB2312" charset="0"/>
                        </a:rPr>
                        <a:t>1</a:t>
                      </a:r>
                      <a:endParaRPr kumimoji="1" lang="zh-CN" altLang="en-US" sz="2400" b="1" i="0" u="none" strike="noStrike" cap="none" normalizeH="0" baseline="-15000">
                        <a:ln>
                          <a:noFill/>
                        </a:ln>
                        <a:solidFill>
                          <a:schemeClr val="tx1"/>
                        </a:solidFill>
                        <a:effectLst/>
                        <a:latin typeface="Times New Roman" charset="0"/>
                        <a:ea typeface="楷体_GB2312" charset="0"/>
                        <a:cs typeface="楷体_GB2312"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1" lang="en-US" altLang="zh-CN" sz="2400" b="1" i="0" u="none" strike="noStrike" cap="none" normalizeH="0" baseline="0">
                          <a:ln>
                            <a:noFill/>
                          </a:ln>
                          <a:solidFill>
                            <a:schemeClr val="tx1"/>
                          </a:solidFill>
                          <a:effectLst/>
                          <a:latin typeface="Times New Roman" charset="0"/>
                          <a:ea typeface="楷体_GB2312" charset="0"/>
                          <a:cs typeface="楷体_GB2312" charset="0"/>
                        </a:rPr>
                        <a:t>Y</a:t>
                      </a:r>
                      <a:r>
                        <a:rPr kumimoji="1" lang="en-US" altLang="zh-CN" sz="2400" b="1" i="0" u="none" strike="noStrike" cap="none" normalizeH="0" baseline="-15000">
                          <a:ln>
                            <a:noFill/>
                          </a:ln>
                          <a:solidFill>
                            <a:schemeClr val="tx1"/>
                          </a:solidFill>
                          <a:effectLst/>
                          <a:latin typeface="Times New Roman" charset="0"/>
                          <a:ea typeface="楷体_GB2312" charset="0"/>
                          <a:cs typeface="楷体_GB2312" charset="0"/>
                        </a:rPr>
                        <a:t>2</a:t>
                      </a:r>
                      <a:endParaRPr kumimoji="1" lang="zh-CN" altLang="en-US" sz="2400" b="1" i="0" u="none" strike="noStrike" cap="none" normalizeH="0" baseline="-15000">
                        <a:ln>
                          <a:noFill/>
                        </a:ln>
                        <a:solidFill>
                          <a:schemeClr val="tx1"/>
                        </a:solidFill>
                        <a:effectLst/>
                        <a:latin typeface="Times New Roman" charset="0"/>
                        <a:ea typeface="楷体_GB2312" charset="0"/>
                        <a:cs typeface="楷体_GB2312"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1" lang="en-US" altLang="zh-CN" sz="2400" b="1" i="0" u="none" strike="noStrike" cap="none" normalizeH="0" baseline="0">
                          <a:ln>
                            <a:noFill/>
                          </a:ln>
                          <a:solidFill>
                            <a:schemeClr val="tx1"/>
                          </a:solidFill>
                          <a:effectLst/>
                          <a:latin typeface="Times New Roman" charset="0"/>
                          <a:ea typeface="楷体_GB2312" charset="0"/>
                          <a:cs typeface="楷体_GB2312" charset="0"/>
                        </a:rPr>
                        <a:t>Y</a:t>
                      </a:r>
                      <a:r>
                        <a:rPr kumimoji="1" lang="en-US" altLang="zh-CN" sz="2400" b="1" i="0" u="none" strike="noStrike" cap="none" normalizeH="0" baseline="-15000">
                          <a:ln>
                            <a:noFill/>
                          </a:ln>
                          <a:solidFill>
                            <a:schemeClr val="tx1"/>
                          </a:solidFill>
                          <a:effectLst/>
                          <a:latin typeface="Times New Roman" charset="0"/>
                          <a:ea typeface="楷体_GB2312" charset="0"/>
                          <a:cs typeface="楷体_GB2312" charset="0"/>
                        </a:rPr>
                        <a:t>3</a:t>
                      </a:r>
                      <a:endParaRPr kumimoji="1" lang="zh-CN" altLang="en-US" sz="2400" b="1" i="0" u="none" strike="noStrike" cap="none" normalizeH="0" baseline="-15000">
                        <a:ln>
                          <a:noFill/>
                        </a:ln>
                        <a:solidFill>
                          <a:schemeClr val="tx1"/>
                        </a:solidFill>
                        <a:effectLst/>
                        <a:latin typeface="Times New Roman" charset="0"/>
                        <a:ea typeface="楷体_GB2312" charset="0"/>
                        <a:cs typeface="楷体_GB2312" charset="0"/>
                      </a:endParaRPr>
                    </a:p>
                  </a:txBody>
                  <a:tcPr marL="0" marR="0" marT="0" marB="0" anchor="ctr" anchorCtr="1"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8938">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7350">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8938">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7350">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9" name="Object 58">
            <a:extLst>
              <a:ext uri="{FF2B5EF4-FFF2-40B4-BE49-F238E27FC236}">
                <a16:creationId xmlns:a16="http://schemas.microsoft.com/office/drawing/2014/main" id="{05CA0582-0A69-56D9-E371-49C814E54EE4}"/>
              </a:ext>
            </a:extLst>
          </p:cNvPr>
          <p:cNvGraphicFramePr>
            <a:graphicFrameLocks noChangeAspect="1"/>
          </p:cNvGraphicFramePr>
          <p:nvPr>
            <p:extLst>
              <p:ext uri="{D42A27DB-BD31-4B8C-83A1-F6EECF244321}">
                <p14:modId xmlns:p14="http://schemas.microsoft.com/office/powerpoint/2010/main" val="178328692"/>
              </p:ext>
            </p:extLst>
          </p:nvPr>
        </p:nvGraphicFramePr>
        <p:xfrm>
          <a:off x="822903" y="3717348"/>
          <a:ext cx="1658938" cy="522288"/>
        </p:xfrm>
        <a:graphic>
          <a:graphicData uri="http://schemas.openxmlformats.org/presentationml/2006/ole">
            <mc:AlternateContent xmlns:mc="http://schemas.openxmlformats.org/markup-compatibility/2006">
              <mc:Choice xmlns:v="urn:schemas-microsoft-com:vml" Requires="v">
                <p:oleObj name="公式" r:id="rId2" imgW="845966" imgH="258971" progId="Equation.3">
                  <p:embed/>
                </p:oleObj>
              </mc:Choice>
              <mc:Fallback>
                <p:oleObj name="公式" r:id="rId2" imgW="845966" imgH="258971" progId="Equation.3">
                  <p:embed/>
                  <p:pic>
                    <p:nvPicPr>
                      <p:cNvPr id="26675" name="Object 5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2903" y="3717348"/>
                        <a:ext cx="1658938" cy="522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0" name="Object 59">
            <a:extLst>
              <a:ext uri="{FF2B5EF4-FFF2-40B4-BE49-F238E27FC236}">
                <a16:creationId xmlns:a16="http://schemas.microsoft.com/office/drawing/2014/main" id="{ECC13E60-CD8D-A2BC-E3AB-B688405B95D9}"/>
              </a:ext>
            </a:extLst>
          </p:cNvPr>
          <p:cNvGraphicFramePr>
            <a:graphicFrameLocks noChangeAspect="1"/>
          </p:cNvGraphicFramePr>
          <p:nvPr>
            <p:extLst>
              <p:ext uri="{D42A27DB-BD31-4B8C-83A1-F6EECF244321}">
                <p14:modId xmlns:p14="http://schemas.microsoft.com/office/powerpoint/2010/main" val="1211030202"/>
              </p:ext>
            </p:extLst>
          </p:nvPr>
        </p:nvGraphicFramePr>
        <p:xfrm>
          <a:off x="2443741" y="3733223"/>
          <a:ext cx="925512" cy="533400"/>
        </p:xfrm>
        <a:graphic>
          <a:graphicData uri="http://schemas.openxmlformats.org/presentationml/2006/ole">
            <mc:AlternateContent xmlns:mc="http://schemas.openxmlformats.org/markup-compatibility/2006">
              <mc:Choice xmlns:v="urn:schemas-microsoft-com:vml" Requires="v">
                <p:oleObj name="公式" r:id="rId4" imgW="373480" imgH="221089" progId="Equation.3">
                  <p:embed/>
                </p:oleObj>
              </mc:Choice>
              <mc:Fallback>
                <p:oleObj name="公式" r:id="rId4" imgW="373480" imgH="221089" progId="Equation.3">
                  <p:embed/>
                  <p:pic>
                    <p:nvPicPr>
                      <p:cNvPr id="26676" name="Object 5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43741" y="3733223"/>
                        <a:ext cx="925512"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1" name="Object 60">
            <a:extLst>
              <a:ext uri="{FF2B5EF4-FFF2-40B4-BE49-F238E27FC236}">
                <a16:creationId xmlns:a16="http://schemas.microsoft.com/office/drawing/2014/main" id="{1E77AF22-DEF7-F2EE-E86D-26E8CFA8664D}"/>
              </a:ext>
            </a:extLst>
          </p:cNvPr>
          <p:cNvGraphicFramePr>
            <a:graphicFrameLocks noChangeAspect="1"/>
          </p:cNvGraphicFramePr>
          <p:nvPr>
            <p:extLst>
              <p:ext uri="{D42A27DB-BD31-4B8C-83A1-F6EECF244321}">
                <p14:modId xmlns:p14="http://schemas.microsoft.com/office/powerpoint/2010/main" val="3018555839"/>
              </p:ext>
            </p:extLst>
          </p:nvPr>
        </p:nvGraphicFramePr>
        <p:xfrm>
          <a:off x="846716" y="4238048"/>
          <a:ext cx="1600200" cy="522288"/>
        </p:xfrm>
        <a:graphic>
          <a:graphicData uri="http://schemas.openxmlformats.org/presentationml/2006/ole">
            <mc:AlternateContent xmlns:mc="http://schemas.openxmlformats.org/markup-compatibility/2006">
              <mc:Choice xmlns:v="urn:schemas-microsoft-com:vml" Requires="v">
                <p:oleObj name="公式" r:id="rId6" imgW="823093" imgH="258971" progId="Equation.3">
                  <p:embed/>
                </p:oleObj>
              </mc:Choice>
              <mc:Fallback>
                <p:oleObj name="公式" r:id="rId6" imgW="823093" imgH="258971" progId="Equation.3">
                  <p:embed/>
                  <p:pic>
                    <p:nvPicPr>
                      <p:cNvPr id="26677" name="Object 6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46716" y="4238048"/>
                        <a:ext cx="1600200" cy="522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2" name="Object 61">
            <a:extLst>
              <a:ext uri="{FF2B5EF4-FFF2-40B4-BE49-F238E27FC236}">
                <a16:creationId xmlns:a16="http://schemas.microsoft.com/office/drawing/2014/main" id="{52844EA8-400E-6FA3-47E4-4A39F14D9972}"/>
              </a:ext>
            </a:extLst>
          </p:cNvPr>
          <p:cNvGraphicFramePr>
            <a:graphicFrameLocks noChangeAspect="1"/>
          </p:cNvGraphicFramePr>
          <p:nvPr>
            <p:extLst>
              <p:ext uri="{D42A27DB-BD31-4B8C-83A1-F6EECF244321}">
                <p14:modId xmlns:p14="http://schemas.microsoft.com/office/powerpoint/2010/main" val="1654927079"/>
              </p:ext>
            </p:extLst>
          </p:nvPr>
        </p:nvGraphicFramePr>
        <p:xfrm>
          <a:off x="2431041" y="4274561"/>
          <a:ext cx="892175" cy="503237"/>
        </p:xfrm>
        <a:graphic>
          <a:graphicData uri="http://schemas.openxmlformats.org/presentationml/2006/ole">
            <mc:AlternateContent xmlns:mc="http://schemas.openxmlformats.org/markup-compatibility/2006">
              <mc:Choice xmlns:v="urn:schemas-microsoft-com:vml" Requires="v">
                <p:oleObj name="公式" r:id="rId8" imgW="365637" imgH="213251" progId="Equation.3">
                  <p:embed/>
                </p:oleObj>
              </mc:Choice>
              <mc:Fallback>
                <p:oleObj name="公式" r:id="rId8" imgW="365637" imgH="213251" progId="Equation.3">
                  <p:embed/>
                  <p:pic>
                    <p:nvPicPr>
                      <p:cNvPr id="26678" name="Object 6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31041" y="4274561"/>
                        <a:ext cx="892175" cy="503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3" name="Object 62">
            <a:extLst>
              <a:ext uri="{FF2B5EF4-FFF2-40B4-BE49-F238E27FC236}">
                <a16:creationId xmlns:a16="http://schemas.microsoft.com/office/drawing/2014/main" id="{541A4C84-59D5-C4A8-55BE-A23E33E09A74}"/>
              </a:ext>
            </a:extLst>
          </p:cNvPr>
          <p:cNvGraphicFramePr>
            <a:graphicFrameLocks noChangeAspect="1"/>
          </p:cNvGraphicFramePr>
          <p:nvPr>
            <p:extLst>
              <p:ext uri="{D42A27DB-BD31-4B8C-83A1-F6EECF244321}">
                <p14:modId xmlns:p14="http://schemas.microsoft.com/office/powerpoint/2010/main" val="2331021924"/>
              </p:ext>
            </p:extLst>
          </p:nvPr>
        </p:nvGraphicFramePr>
        <p:xfrm>
          <a:off x="810203" y="4777798"/>
          <a:ext cx="1658938" cy="495300"/>
        </p:xfrm>
        <a:graphic>
          <a:graphicData uri="http://schemas.openxmlformats.org/presentationml/2006/ole">
            <mc:AlternateContent xmlns:mc="http://schemas.openxmlformats.org/markup-compatibility/2006">
              <mc:Choice xmlns:v="urn:schemas-microsoft-com:vml" Requires="v">
                <p:oleObj name="公式" r:id="rId10" imgW="845966" imgH="236111" progId="Equation.3">
                  <p:embed/>
                </p:oleObj>
              </mc:Choice>
              <mc:Fallback>
                <p:oleObj name="公式" r:id="rId10" imgW="845966" imgH="236111" progId="Equation.3">
                  <p:embed/>
                  <p:pic>
                    <p:nvPicPr>
                      <p:cNvPr id="26679" name="Object 6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10203" y="4777798"/>
                        <a:ext cx="1658938" cy="49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4" name="Object 63">
            <a:extLst>
              <a:ext uri="{FF2B5EF4-FFF2-40B4-BE49-F238E27FC236}">
                <a16:creationId xmlns:a16="http://schemas.microsoft.com/office/drawing/2014/main" id="{62B14CDE-6FB5-7E6F-34CF-A94A25FF1624}"/>
              </a:ext>
            </a:extLst>
          </p:cNvPr>
          <p:cNvGraphicFramePr>
            <a:graphicFrameLocks noChangeAspect="1"/>
          </p:cNvGraphicFramePr>
          <p:nvPr>
            <p:extLst>
              <p:ext uri="{D42A27DB-BD31-4B8C-83A1-F6EECF244321}">
                <p14:modId xmlns:p14="http://schemas.microsoft.com/office/powerpoint/2010/main" val="2097410468"/>
              </p:ext>
            </p:extLst>
          </p:nvPr>
        </p:nvGraphicFramePr>
        <p:xfrm>
          <a:off x="2442153" y="4800023"/>
          <a:ext cx="925513" cy="504825"/>
        </p:xfrm>
        <a:graphic>
          <a:graphicData uri="http://schemas.openxmlformats.org/presentationml/2006/ole">
            <mc:AlternateContent xmlns:mc="http://schemas.openxmlformats.org/markup-compatibility/2006">
              <mc:Choice xmlns:v="urn:schemas-microsoft-com:vml" Requires="v">
                <p:oleObj name="公式" r:id="rId12" imgW="373480" imgH="213251" progId="Equation.3">
                  <p:embed/>
                </p:oleObj>
              </mc:Choice>
              <mc:Fallback>
                <p:oleObj name="公式" r:id="rId12" imgW="373480" imgH="213251" progId="Equation.3">
                  <p:embed/>
                  <p:pic>
                    <p:nvPicPr>
                      <p:cNvPr id="26680" name="Object 6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442153" y="4800023"/>
                        <a:ext cx="925513" cy="504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5" name="Object 64">
            <a:extLst>
              <a:ext uri="{FF2B5EF4-FFF2-40B4-BE49-F238E27FC236}">
                <a16:creationId xmlns:a16="http://schemas.microsoft.com/office/drawing/2014/main" id="{D410A114-DB6E-D1E0-D490-CD88AFE0568D}"/>
              </a:ext>
            </a:extLst>
          </p:cNvPr>
          <p:cNvGraphicFramePr>
            <a:graphicFrameLocks noChangeAspect="1"/>
          </p:cNvGraphicFramePr>
          <p:nvPr>
            <p:extLst>
              <p:ext uri="{D42A27DB-BD31-4B8C-83A1-F6EECF244321}">
                <p14:modId xmlns:p14="http://schemas.microsoft.com/office/powerpoint/2010/main" val="862706766"/>
              </p:ext>
            </p:extLst>
          </p:nvPr>
        </p:nvGraphicFramePr>
        <p:xfrm>
          <a:off x="838778" y="5355648"/>
          <a:ext cx="1600200" cy="469900"/>
        </p:xfrm>
        <a:graphic>
          <a:graphicData uri="http://schemas.openxmlformats.org/presentationml/2006/ole">
            <mc:AlternateContent xmlns:mc="http://schemas.openxmlformats.org/markup-compatibility/2006">
              <mc:Choice xmlns:v="urn:schemas-microsoft-com:vml" Requires="v">
                <p:oleObj name="公式" r:id="rId14" imgW="823093" imgH="221089" progId="Equation.3">
                  <p:embed/>
                </p:oleObj>
              </mc:Choice>
              <mc:Fallback>
                <p:oleObj name="公式" r:id="rId14" imgW="823093" imgH="221089" progId="Equation.3">
                  <p:embed/>
                  <p:pic>
                    <p:nvPicPr>
                      <p:cNvPr id="26681" name="Object 6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38778" y="5355648"/>
                        <a:ext cx="1600200"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6" name="Object 65">
            <a:extLst>
              <a:ext uri="{FF2B5EF4-FFF2-40B4-BE49-F238E27FC236}">
                <a16:creationId xmlns:a16="http://schemas.microsoft.com/office/drawing/2014/main" id="{15B51963-A6CD-45D6-FC7A-CF76A337AD97}"/>
              </a:ext>
            </a:extLst>
          </p:cNvPr>
          <p:cNvGraphicFramePr>
            <a:graphicFrameLocks noChangeAspect="1"/>
          </p:cNvGraphicFramePr>
          <p:nvPr>
            <p:extLst>
              <p:ext uri="{D42A27DB-BD31-4B8C-83A1-F6EECF244321}">
                <p14:modId xmlns:p14="http://schemas.microsoft.com/office/powerpoint/2010/main" val="2573276918"/>
              </p:ext>
            </p:extLst>
          </p:nvPr>
        </p:nvGraphicFramePr>
        <p:xfrm>
          <a:off x="2431041" y="5317548"/>
          <a:ext cx="892175" cy="533400"/>
        </p:xfrm>
        <a:graphic>
          <a:graphicData uri="http://schemas.openxmlformats.org/presentationml/2006/ole">
            <mc:AlternateContent xmlns:mc="http://schemas.openxmlformats.org/markup-compatibility/2006">
              <mc:Choice xmlns:v="urn:schemas-microsoft-com:vml" Requires="v">
                <p:oleObj name="公式" r:id="rId16" imgW="365637" imgH="221089" progId="Equation.3">
                  <p:embed/>
                </p:oleObj>
              </mc:Choice>
              <mc:Fallback>
                <p:oleObj name="公式" r:id="rId16" imgW="365637" imgH="221089" progId="Equation.3">
                  <p:embed/>
                  <p:pic>
                    <p:nvPicPr>
                      <p:cNvPr id="26682" name="Object 6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431041" y="5317548"/>
                        <a:ext cx="892175"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7" name="Rectangle 113">
            <a:extLst>
              <a:ext uri="{FF2B5EF4-FFF2-40B4-BE49-F238E27FC236}">
                <a16:creationId xmlns:a16="http://schemas.microsoft.com/office/drawing/2014/main" id="{90C07272-7CAD-510D-8E28-57BBC17CC354}"/>
              </a:ext>
            </a:extLst>
          </p:cNvPr>
          <p:cNvSpPr>
            <a:spLocks noChangeArrowheads="1"/>
          </p:cNvSpPr>
          <p:nvPr/>
        </p:nvSpPr>
        <p:spPr bwMode="auto">
          <a:xfrm>
            <a:off x="5488032" y="5223092"/>
            <a:ext cx="3313113" cy="452004"/>
          </a:xfrm>
          <a:prstGeom prst="rect">
            <a:avLst/>
          </a:prstGeom>
          <a:solidFill>
            <a:schemeClr val="accent1">
              <a:lumMod val="20000"/>
              <a:lumOff val="80000"/>
            </a:schemeClr>
          </a:solidFill>
          <a:ln w="12700">
            <a:solidFill>
              <a:schemeClr val="accent1">
                <a:lumMod val="50000"/>
              </a:schemeClr>
            </a:solidFill>
            <a:miter lim="800000"/>
            <a:headEnd/>
            <a:tailEnd/>
          </a:ln>
        </p:spPr>
        <p:txBody>
          <a:bodyPr wrap="none"/>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2400" b="0" dirty="0">
                <a:latin typeface="Microsoft YaHei" panose="020B0503020204020204" pitchFamily="34" charset="-122"/>
                <a:ea typeface="Microsoft YaHei" panose="020B0503020204020204" pitchFamily="34" charset="-122"/>
              </a:rPr>
              <a:t>若输出低电平有效？</a:t>
            </a:r>
          </a:p>
        </p:txBody>
      </p:sp>
      <p:grpSp>
        <p:nvGrpSpPr>
          <p:cNvPr id="18" name="Group 125">
            <a:extLst>
              <a:ext uri="{FF2B5EF4-FFF2-40B4-BE49-F238E27FC236}">
                <a16:creationId xmlns:a16="http://schemas.microsoft.com/office/drawing/2014/main" id="{87549C7C-539C-54BF-A000-85FBD1FDE604}"/>
              </a:ext>
            </a:extLst>
          </p:cNvPr>
          <p:cNvGrpSpPr>
            <a:grpSpLocks/>
          </p:cNvGrpSpPr>
          <p:nvPr/>
        </p:nvGrpSpPr>
        <p:grpSpPr bwMode="auto">
          <a:xfrm>
            <a:off x="4712539" y="905092"/>
            <a:ext cx="4175125" cy="3940175"/>
            <a:chOff x="2767" y="963"/>
            <a:chExt cx="2630" cy="2482"/>
          </a:xfrm>
        </p:grpSpPr>
        <p:sp>
          <p:nvSpPr>
            <p:cNvPr id="19" name="Line 86">
              <a:extLst>
                <a:ext uri="{FF2B5EF4-FFF2-40B4-BE49-F238E27FC236}">
                  <a16:creationId xmlns:a16="http://schemas.microsoft.com/office/drawing/2014/main" id="{FBA9AE5D-EF32-ACD0-57E9-30E6CEB858EB}"/>
                </a:ext>
              </a:extLst>
            </p:cNvPr>
            <p:cNvSpPr>
              <a:spLocks noChangeShapeType="1"/>
            </p:cNvSpPr>
            <p:nvPr/>
          </p:nvSpPr>
          <p:spPr bwMode="auto">
            <a:xfrm flipH="1">
              <a:off x="3083" y="1169"/>
              <a:ext cx="58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Line 87">
              <a:extLst>
                <a:ext uri="{FF2B5EF4-FFF2-40B4-BE49-F238E27FC236}">
                  <a16:creationId xmlns:a16="http://schemas.microsoft.com/office/drawing/2014/main" id="{96864333-28A2-F97A-F0D6-11FB1290017D}"/>
                </a:ext>
              </a:extLst>
            </p:cNvPr>
            <p:cNvSpPr>
              <a:spLocks noChangeShapeType="1"/>
            </p:cNvSpPr>
            <p:nvPr/>
          </p:nvSpPr>
          <p:spPr bwMode="auto">
            <a:xfrm flipH="1">
              <a:off x="3083" y="1561"/>
              <a:ext cx="59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Line 88">
              <a:extLst>
                <a:ext uri="{FF2B5EF4-FFF2-40B4-BE49-F238E27FC236}">
                  <a16:creationId xmlns:a16="http://schemas.microsoft.com/office/drawing/2014/main" id="{8C578C6D-5CDC-7A98-8238-9BCCE440AC0D}"/>
                </a:ext>
              </a:extLst>
            </p:cNvPr>
            <p:cNvSpPr>
              <a:spLocks noChangeShapeType="1"/>
            </p:cNvSpPr>
            <p:nvPr/>
          </p:nvSpPr>
          <p:spPr bwMode="auto">
            <a:xfrm>
              <a:off x="3950" y="1165"/>
              <a:ext cx="42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Line 89">
              <a:extLst>
                <a:ext uri="{FF2B5EF4-FFF2-40B4-BE49-F238E27FC236}">
                  <a16:creationId xmlns:a16="http://schemas.microsoft.com/office/drawing/2014/main" id="{8D429B7A-5EF3-FA60-6803-4D6A24A13B71}"/>
                </a:ext>
              </a:extLst>
            </p:cNvPr>
            <p:cNvSpPr>
              <a:spLocks noChangeShapeType="1"/>
            </p:cNvSpPr>
            <p:nvPr/>
          </p:nvSpPr>
          <p:spPr bwMode="auto">
            <a:xfrm>
              <a:off x="3965" y="1573"/>
              <a:ext cx="262" cy="0"/>
            </a:xfrm>
            <a:prstGeom prst="line">
              <a:avLst/>
            </a:prstGeom>
            <a:noFill/>
            <a:ln w="28575">
              <a:solidFill>
                <a:schemeClr val="tx1"/>
              </a:solidFill>
              <a:round/>
              <a:headEnd/>
              <a:tailEnd type="oval" w="lg" len="lg"/>
            </a:ln>
            <a:extLst>
              <a:ext uri="{909E8E84-426E-40DD-AFC4-6F175D3DCCD1}">
                <a14:hiddenFill xmlns:a14="http://schemas.microsoft.com/office/drawing/2010/main">
                  <a:noFill/>
                </a14:hiddenFill>
              </a:ext>
            </a:extLst>
          </p:spPr>
          <p:txBody>
            <a:bodyPr/>
            <a:lstStyle/>
            <a:p>
              <a:endParaRPr lang="zh-CN" altLang="en-US"/>
            </a:p>
          </p:txBody>
        </p:sp>
        <p:sp>
          <p:nvSpPr>
            <p:cNvPr id="23" name="Line 90">
              <a:extLst>
                <a:ext uri="{FF2B5EF4-FFF2-40B4-BE49-F238E27FC236}">
                  <a16:creationId xmlns:a16="http://schemas.microsoft.com/office/drawing/2014/main" id="{BAC95B11-D11B-D85D-1A25-B1558B9BCDB9}"/>
                </a:ext>
              </a:extLst>
            </p:cNvPr>
            <p:cNvSpPr>
              <a:spLocks noChangeShapeType="1"/>
            </p:cNvSpPr>
            <p:nvPr/>
          </p:nvSpPr>
          <p:spPr bwMode="auto">
            <a:xfrm flipV="1">
              <a:off x="4227" y="1417"/>
              <a:ext cx="0" cy="14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Line 91">
              <a:extLst>
                <a:ext uri="{FF2B5EF4-FFF2-40B4-BE49-F238E27FC236}">
                  <a16:creationId xmlns:a16="http://schemas.microsoft.com/office/drawing/2014/main" id="{0DBF6A0D-7956-B0BD-3707-3AA59AFE1BFA}"/>
                </a:ext>
              </a:extLst>
            </p:cNvPr>
            <p:cNvSpPr>
              <a:spLocks noChangeShapeType="1"/>
            </p:cNvSpPr>
            <p:nvPr/>
          </p:nvSpPr>
          <p:spPr bwMode="auto">
            <a:xfrm>
              <a:off x="4227" y="1417"/>
              <a:ext cx="1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Line 92">
              <a:extLst>
                <a:ext uri="{FF2B5EF4-FFF2-40B4-BE49-F238E27FC236}">
                  <a16:creationId xmlns:a16="http://schemas.microsoft.com/office/drawing/2014/main" id="{625905A8-C3E2-EECD-0DFA-2862BCBF193A}"/>
                </a:ext>
              </a:extLst>
            </p:cNvPr>
            <p:cNvSpPr>
              <a:spLocks noChangeShapeType="1"/>
            </p:cNvSpPr>
            <p:nvPr/>
          </p:nvSpPr>
          <p:spPr bwMode="auto">
            <a:xfrm>
              <a:off x="4227" y="1561"/>
              <a:ext cx="0" cy="48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93">
              <a:extLst>
                <a:ext uri="{FF2B5EF4-FFF2-40B4-BE49-F238E27FC236}">
                  <a16:creationId xmlns:a16="http://schemas.microsoft.com/office/drawing/2014/main" id="{7E1ADFB8-8848-0CAF-B072-25D154F65735}"/>
                </a:ext>
              </a:extLst>
            </p:cNvPr>
            <p:cNvSpPr>
              <a:spLocks noChangeShapeType="1"/>
            </p:cNvSpPr>
            <p:nvPr/>
          </p:nvSpPr>
          <p:spPr bwMode="auto">
            <a:xfrm>
              <a:off x="4227" y="2033"/>
              <a:ext cx="1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 name="Line 94">
              <a:extLst>
                <a:ext uri="{FF2B5EF4-FFF2-40B4-BE49-F238E27FC236}">
                  <a16:creationId xmlns:a16="http://schemas.microsoft.com/office/drawing/2014/main" id="{3948B838-E272-8F8A-01DE-B751E9C67B74}"/>
                </a:ext>
              </a:extLst>
            </p:cNvPr>
            <p:cNvSpPr>
              <a:spLocks noChangeShapeType="1"/>
            </p:cNvSpPr>
            <p:nvPr/>
          </p:nvSpPr>
          <p:spPr bwMode="auto">
            <a:xfrm>
              <a:off x="4091" y="1171"/>
              <a:ext cx="0" cy="1302"/>
            </a:xfrm>
            <a:prstGeom prst="line">
              <a:avLst/>
            </a:prstGeom>
            <a:noFill/>
            <a:ln w="28575">
              <a:solidFill>
                <a:schemeClr val="tx1"/>
              </a:solidFill>
              <a:round/>
              <a:headEnd type="oval" w="lg" len="lg"/>
              <a:tailEnd/>
            </a:ln>
            <a:extLst>
              <a:ext uri="{909E8E84-426E-40DD-AFC4-6F175D3DCCD1}">
                <a14:hiddenFill xmlns:a14="http://schemas.microsoft.com/office/drawing/2010/main">
                  <a:noFill/>
                </a14:hiddenFill>
              </a:ext>
            </a:extLst>
          </p:spPr>
          <p:txBody>
            <a:bodyPr/>
            <a:lstStyle/>
            <a:p>
              <a:endParaRPr lang="zh-CN" altLang="en-US"/>
            </a:p>
          </p:txBody>
        </p:sp>
        <p:sp>
          <p:nvSpPr>
            <p:cNvPr id="28" name="Line 95">
              <a:extLst>
                <a:ext uri="{FF2B5EF4-FFF2-40B4-BE49-F238E27FC236}">
                  <a16:creationId xmlns:a16="http://schemas.microsoft.com/office/drawing/2014/main" id="{2F0B035B-A18C-8A43-5DDE-09CD06B8C3DB}"/>
                </a:ext>
              </a:extLst>
            </p:cNvPr>
            <p:cNvSpPr>
              <a:spLocks noChangeShapeType="1"/>
            </p:cNvSpPr>
            <p:nvPr/>
          </p:nvSpPr>
          <p:spPr bwMode="auto">
            <a:xfrm>
              <a:off x="4085" y="2473"/>
              <a:ext cx="29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 name="Line 96">
              <a:extLst>
                <a:ext uri="{FF2B5EF4-FFF2-40B4-BE49-F238E27FC236}">
                  <a16:creationId xmlns:a16="http://schemas.microsoft.com/office/drawing/2014/main" id="{2E47D1EA-9923-F267-2094-76F472DB860C}"/>
                </a:ext>
              </a:extLst>
            </p:cNvPr>
            <p:cNvSpPr>
              <a:spLocks noChangeShapeType="1"/>
            </p:cNvSpPr>
            <p:nvPr/>
          </p:nvSpPr>
          <p:spPr bwMode="auto">
            <a:xfrm>
              <a:off x="3467" y="1176"/>
              <a:ext cx="0" cy="1969"/>
            </a:xfrm>
            <a:prstGeom prst="line">
              <a:avLst/>
            </a:prstGeom>
            <a:noFill/>
            <a:ln w="28575">
              <a:solidFill>
                <a:schemeClr val="tx1"/>
              </a:solidFill>
              <a:round/>
              <a:headEnd type="oval" w="lg" len="lg"/>
              <a:tailEnd/>
            </a:ln>
            <a:extLst>
              <a:ext uri="{909E8E84-426E-40DD-AFC4-6F175D3DCCD1}">
                <a14:hiddenFill xmlns:a14="http://schemas.microsoft.com/office/drawing/2010/main">
                  <a:noFill/>
                </a14:hiddenFill>
              </a:ext>
            </a:extLst>
          </p:spPr>
          <p:txBody>
            <a:bodyPr/>
            <a:lstStyle/>
            <a:p>
              <a:endParaRPr lang="zh-CN" altLang="en-US"/>
            </a:p>
          </p:txBody>
        </p:sp>
        <p:sp>
          <p:nvSpPr>
            <p:cNvPr id="30" name="Line 97">
              <a:extLst>
                <a:ext uri="{FF2B5EF4-FFF2-40B4-BE49-F238E27FC236}">
                  <a16:creationId xmlns:a16="http://schemas.microsoft.com/office/drawing/2014/main" id="{4C9CCD75-AA13-82A8-1C61-D4537D781934}"/>
                </a:ext>
              </a:extLst>
            </p:cNvPr>
            <p:cNvSpPr>
              <a:spLocks noChangeShapeType="1"/>
            </p:cNvSpPr>
            <p:nvPr/>
          </p:nvSpPr>
          <p:spPr bwMode="auto">
            <a:xfrm>
              <a:off x="3467" y="3145"/>
              <a:ext cx="90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 name="Line 98">
              <a:extLst>
                <a:ext uri="{FF2B5EF4-FFF2-40B4-BE49-F238E27FC236}">
                  <a16:creationId xmlns:a16="http://schemas.microsoft.com/office/drawing/2014/main" id="{3A919AA4-E245-5BC5-FE44-647BCE400873}"/>
                </a:ext>
              </a:extLst>
            </p:cNvPr>
            <p:cNvSpPr>
              <a:spLocks noChangeShapeType="1"/>
            </p:cNvSpPr>
            <p:nvPr/>
          </p:nvSpPr>
          <p:spPr bwMode="auto">
            <a:xfrm>
              <a:off x="3467" y="1829"/>
              <a:ext cx="900" cy="0"/>
            </a:xfrm>
            <a:prstGeom prst="line">
              <a:avLst/>
            </a:prstGeom>
            <a:noFill/>
            <a:ln w="28575">
              <a:solidFill>
                <a:schemeClr val="tx1"/>
              </a:solidFill>
              <a:round/>
              <a:headEnd type="oval" w="lg" len="lg"/>
              <a:tailEnd/>
            </a:ln>
            <a:extLst>
              <a:ext uri="{909E8E84-426E-40DD-AFC4-6F175D3DCCD1}">
                <a14:hiddenFill xmlns:a14="http://schemas.microsoft.com/office/drawing/2010/main">
                  <a:noFill/>
                </a14:hiddenFill>
              </a:ext>
            </a:extLst>
          </p:spPr>
          <p:txBody>
            <a:bodyPr/>
            <a:lstStyle/>
            <a:p>
              <a:endParaRPr lang="zh-CN" altLang="en-US"/>
            </a:p>
          </p:txBody>
        </p:sp>
        <p:sp>
          <p:nvSpPr>
            <p:cNvPr id="32" name="Line 99">
              <a:extLst>
                <a:ext uri="{FF2B5EF4-FFF2-40B4-BE49-F238E27FC236}">
                  <a16:creationId xmlns:a16="http://schemas.microsoft.com/office/drawing/2014/main" id="{40EF36CF-C0ED-D37D-09CE-6C8AAD5B89B7}"/>
                </a:ext>
              </a:extLst>
            </p:cNvPr>
            <p:cNvSpPr>
              <a:spLocks noChangeShapeType="1"/>
            </p:cNvSpPr>
            <p:nvPr/>
          </p:nvSpPr>
          <p:spPr bwMode="auto">
            <a:xfrm>
              <a:off x="3311" y="1561"/>
              <a:ext cx="0" cy="1152"/>
            </a:xfrm>
            <a:prstGeom prst="line">
              <a:avLst/>
            </a:prstGeom>
            <a:noFill/>
            <a:ln w="28575">
              <a:solidFill>
                <a:schemeClr val="tx1"/>
              </a:solidFill>
              <a:round/>
              <a:headEnd type="oval" w="lg" len="lg"/>
              <a:tailEnd/>
            </a:ln>
            <a:extLst>
              <a:ext uri="{909E8E84-426E-40DD-AFC4-6F175D3DCCD1}">
                <a14:hiddenFill xmlns:a14="http://schemas.microsoft.com/office/drawing/2010/main">
                  <a:noFill/>
                </a14:hiddenFill>
              </a:ext>
            </a:extLst>
          </p:spPr>
          <p:txBody>
            <a:bodyPr/>
            <a:lstStyle/>
            <a:p>
              <a:endParaRPr lang="zh-CN" altLang="en-US"/>
            </a:p>
          </p:txBody>
        </p:sp>
        <p:sp>
          <p:nvSpPr>
            <p:cNvPr id="33" name="Line 100">
              <a:extLst>
                <a:ext uri="{FF2B5EF4-FFF2-40B4-BE49-F238E27FC236}">
                  <a16:creationId xmlns:a16="http://schemas.microsoft.com/office/drawing/2014/main" id="{13560DCB-2333-2183-E4F6-B2A031F40A23}"/>
                </a:ext>
              </a:extLst>
            </p:cNvPr>
            <p:cNvSpPr>
              <a:spLocks noChangeShapeType="1"/>
            </p:cNvSpPr>
            <p:nvPr/>
          </p:nvSpPr>
          <p:spPr bwMode="auto">
            <a:xfrm>
              <a:off x="3311" y="2665"/>
              <a:ext cx="1056" cy="0"/>
            </a:xfrm>
            <a:prstGeom prst="line">
              <a:avLst/>
            </a:prstGeom>
            <a:noFill/>
            <a:ln w="28575">
              <a:solidFill>
                <a:schemeClr val="tx1"/>
              </a:solidFill>
              <a:round/>
              <a:headEnd type="oval" w="lg" len="lg"/>
              <a:tailEnd/>
            </a:ln>
            <a:extLst>
              <a:ext uri="{909E8E84-426E-40DD-AFC4-6F175D3DCCD1}">
                <a14:hiddenFill xmlns:a14="http://schemas.microsoft.com/office/drawing/2010/main">
                  <a:noFill/>
                </a14:hiddenFill>
              </a:ext>
            </a:extLst>
          </p:spPr>
          <p:txBody>
            <a:bodyPr/>
            <a:lstStyle/>
            <a:p>
              <a:endParaRPr lang="zh-CN" altLang="en-US"/>
            </a:p>
          </p:txBody>
        </p:sp>
        <p:sp>
          <p:nvSpPr>
            <p:cNvPr id="34" name="Line 101">
              <a:extLst>
                <a:ext uri="{FF2B5EF4-FFF2-40B4-BE49-F238E27FC236}">
                  <a16:creationId xmlns:a16="http://schemas.microsoft.com/office/drawing/2014/main" id="{BEC29F8C-7217-46BE-2B57-84DDD5E86552}"/>
                </a:ext>
              </a:extLst>
            </p:cNvPr>
            <p:cNvSpPr>
              <a:spLocks noChangeShapeType="1"/>
            </p:cNvSpPr>
            <p:nvPr/>
          </p:nvSpPr>
          <p:spPr bwMode="auto">
            <a:xfrm>
              <a:off x="3311" y="2713"/>
              <a:ext cx="0" cy="67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Line 102">
              <a:extLst>
                <a:ext uri="{FF2B5EF4-FFF2-40B4-BE49-F238E27FC236}">
                  <a16:creationId xmlns:a16="http://schemas.microsoft.com/office/drawing/2014/main" id="{07B4474F-6CDD-A958-D3DB-5FDBF40F7889}"/>
                </a:ext>
              </a:extLst>
            </p:cNvPr>
            <p:cNvSpPr>
              <a:spLocks noChangeShapeType="1"/>
            </p:cNvSpPr>
            <p:nvPr/>
          </p:nvSpPr>
          <p:spPr bwMode="auto">
            <a:xfrm>
              <a:off x="3311" y="3385"/>
              <a:ext cx="107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 name="Line 103">
              <a:extLst>
                <a:ext uri="{FF2B5EF4-FFF2-40B4-BE49-F238E27FC236}">
                  <a16:creationId xmlns:a16="http://schemas.microsoft.com/office/drawing/2014/main" id="{13DEF575-D1EA-74A4-D6D5-824BE210B1A2}"/>
                </a:ext>
              </a:extLst>
            </p:cNvPr>
            <p:cNvSpPr>
              <a:spLocks noChangeShapeType="1"/>
            </p:cNvSpPr>
            <p:nvPr/>
          </p:nvSpPr>
          <p:spPr bwMode="auto">
            <a:xfrm>
              <a:off x="4571" y="1273"/>
              <a:ext cx="48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 name="Line 104">
              <a:extLst>
                <a:ext uri="{FF2B5EF4-FFF2-40B4-BE49-F238E27FC236}">
                  <a16:creationId xmlns:a16="http://schemas.microsoft.com/office/drawing/2014/main" id="{00C36483-9886-0B3B-843A-4A8FBE2467B8}"/>
                </a:ext>
              </a:extLst>
            </p:cNvPr>
            <p:cNvSpPr>
              <a:spLocks noChangeShapeType="1"/>
            </p:cNvSpPr>
            <p:nvPr/>
          </p:nvSpPr>
          <p:spPr bwMode="auto">
            <a:xfrm>
              <a:off x="4571" y="1919"/>
              <a:ext cx="43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 name="Line 105">
              <a:extLst>
                <a:ext uri="{FF2B5EF4-FFF2-40B4-BE49-F238E27FC236}">
                  <a16:creationId xmlns:a16="http://schemas.microsoft.com/office/drawing/2014/main" id="{D12A7D33-C334-FF35-AF91-FE32B3D6395C}"/>
                </a:ext>
              </a:extLst>
            </p:cNvPr>
            <p:cNvSpPr>
              <a:spLocks noChangeShapeType="1"/>
            </p:cNvSpPr>
            <p:nvPr/>
          </p:nvSpPr>
          <p:spPr bwMode="auto">
            <a:xfrm>
              <a:off x="4571" y="2569"/>
              <a:ext cx="43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 name="Line 106">
              <a:extLst>
                <a:ext uri="{FF2B5EF4-FFF2-40B4-BE49-F238E27FC236}">
                  <a16:creationId xmlns:a16="http://schemas.microsoft.com/office/drawing/2014/main" id="{7A3308AE-333A-B411-33F3-842F5F1D2B8A}"/>
                </a:ext>
              </a:extLst>
            </p:cNvPr>
            <p:cNvSpPr>
              <a:spLocks noChangeShapeType="1"/>
            </p:cNvSpPr>
            <p:nvPr/>
          </p:nvSpPr>
          <p:spPr bwMode="auto">
            <a:xfrm>
              <a:off x="4571" y="3241"/>
              <a:ext cx="38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 name="Text Box 107">
              <a:extLst>
                <a:ext uri="{FF2B5EF4-FFF2-40B4-BE49-F238E27FC236}">
                  <a16:creationId xmlns:a16="http://schemas.microsoft.com/office/drawing/2014/main" id="{6FDC46D4-58A4-7067-2637-EB4A53A26164}"/>
                </a:ext>
              </a:extLst>
            </p:cNvPr>
            <p:cNvSpPr txBox="1">
              <a:spLocks noChangeArrowheads="1"/>
            </p:cNvSpPr>
            <p:nvPr/>
          </p:nvSpPr>
          <p:spPr bwMode="auto">
            <a:xfrm>
              <a:off x="2767" y="963"/>
              <a:ext cx="35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A</a:t>
              </a:r>
              <a:r>
                <a:rPr kumimoji="1" lang="en-US" altLang="zh-CN" sz="2400" baseline="-15000">
                  <a:latin typeface="Times New Roman" panose="02020603050405020304" pitchFamily="18" charset="0"/>
                  <a:ea typeface="楷体_GB2312" pitchFamily="49" charset="-122"/>
                </a:rPr>
                <a:t> 0</a:t>
              </a:r>
            </a:p>
          </p:txBody>
        </p:sp>
        <p:sp>
          <p:nvSpPr>
            <p:cNvPr id="41" name="Text Box 108">
              <a:extLst>
                <a:ext uri="{FF2B5EF4-FFF2-40B4-BE49-F238E27FC236}">
                  <a16:creationId xmlns:a16="http://schemas.microsoft.com/office/drawing/2014/main" id="{426EF39C-D1C0-1B95-EB6D-B5125A89DD2C}"/>
                </a:ext>
              </a:extLst>
            </p:cNvPr>
            <p:cNvSpPr txBox="1">
              <a:spLocks noChangeArrowheads="1"/>
            </p:cNvSpPr>
            <p:nvPr/>
          </p:nvSpPr>
          <p:spPr bwMode="auto">
            <a:xfrm>
              <a:off x="2777" y="1386"/>
              <a:ext cx="35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A</a:t>
              </a:r>
              <a:r>
                <a:rPr kumimoji="1" lang="en-US" altLang="zh-CN" sz="2400" baseline="-15000">
                  <a:latin typeface="Times New Roman" panose="02020603050405020304" pitchFamily="18" charset="0"/>
                  <a:ea typeface="楷体_GB2312" pitchFamily="49" charset="-122"/>
                </a:rPr>
                <a:t> 1</a:t>
              </a:r>
            </a:p>
          </p:txBody>
        </p:sp>
        <p:sp>
          <p:nvSpPr>
            <p:cNvPr id="42" name="Text Box 109">
              <a:extLst>
                <a:ext uri="{FF2B5EF4-FFF2-40B4-BE49-F238E27FC236}">
                  <a16:creationId xmlns:a16="http://schemas.microsoft.com/office/drawing/2014/main" id="{9BCCD645-64DA-C671-1336-114434E87664}"/>
                </a:ext>
              </a:extLst>
            </p:cNvPr>
            <p:cNvSpPr txBox="1">
              <a:spLocks noChangeArrowheads="1"/>
            </p:cNvSpPr>
            <p:nvPr/>
          </p:nvSpPr>
          <p:spPr bwMode="auto">
            <a:xfrm>
              <a:off x="5041" y="1138"/>
              <a:ext cx="34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Y</a:t>
              </a:r>
              <a:r>
                <a:rPr kumimoji="1" lang="en-US" altLang="zh-CN" sz="2400" baseline="-25000">
                  <a:latin typeface="Times New Roman" panose="02020603050405020304" pitchFamily="18" charset="0"/>
                  <a:ea typeface="楷体_GB2312" pitchFamily="49" charset="-122"/>
                </a:rPr>
                <a:t>0</a:t>
              </a:r>
              <a:endParaRPr kumimoji="1" lang="en-US" altLang="zh-CN" sz="2400">
                <a:latin typeface="Times New Roman" panose="02020603050405020304" pitchFamily="18" charset="0"/>
                <a:ea typeface="楷体_GB2312" pitchFamily="49" charset="-122"/>
              </a:endParaRPr>
            </a:p>
          </p:txBody>
        </p:sp>
        <p:sp>
          <p:nvSpPr>
            <p:cNvPr id="43" name="Text Box 110">
              <a:extLst>
                <a:ext uri="{FF2B5EF4-FFF2-40B4-BE49-F238E27FC236}">
                  <a16:creationId xmlns:a16="http://schemas.microsoft.com/office/drawing/2014/main" id="{52BC733D-F06D-32F9-ACC8-28789C543C1B}"/>
                </a:ext>
              </a:extLst>
            </p:cNvPr>
            <p:cNvSpPr txBox="1">
              <a:spLocks noChangeArrowheads="1"/>
            </p:cNvSpPr>
            <p:nvPr/>
          </p:nvSpPr>
          <p:spPr bwMode="auto">
            <a:xfrm>
              <a:off x="5041" y="1775"/>
              <a:ext cx="34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Y</a:t>
              </a:r>
              <a:r>
                <a:rPr kumimoji="1" lang="en-US" altLang="zh-CN" sz="2400" baseline="-25000">
                  <a:latin typeface="Times New Roman" panose="02020603050405020304" pitchFamily="18" charset="0"/>
                  <a:ea typeface="楷体_GB2312" pitchFamily="49" charset="-122"/>
                </a:rPr>
                <a:t>1</a:t>
              </a:r>
              <a:endParaRPr kumimoji="1" lang="en-US" altLang="zh-CN" sz="2400">
                <a:latin typeface="Times New Roman" panose="02020603050405020304" pitchFamily="18" charset="0"/>
                <a:ea typeface="楷体_GB2312" pitchFamily="49" charset="-122"/>
              </a:endParaRPr>
            </a:p>
          </p:txBody>
        </p:sp>
        <p:sp>
          <p:nvSpPr>
            <p:cNvPr id="44" name="Text Box 111">
              <a:extLst>
                <a:ext uri="{FF2B5EF4-FFF2-40B4-BE49-F238E27FC236}">
                  <a16:creationId xmlns:a16="http://schemas.microsoft.com/office/drawing/2014/main" id="{F9A5E093-D3C8-47E9-4D33-AE5089F7635C}"/>
                </a:ext>
              </a:extLst>
            </p:cNvPr>
            <p:cNvSpPr txBox="1">
              <a:spLocks noChangeArrowheads="1"/>
            </p:cNvSpPr>
            <p:nvPr/>
          </p:nvSpPr>
          <p:spPr bwMode="auto">
            <a:xfrm>
              <a:off x="5051" y="2425"/>
              <a:ext cx="34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Y</a:t>
              </a:r>
              <a:r>
                <a:rPr kumimoji="1" lang="en-US" altLang="zh-CN" sz="2400" baseline="-25000">
                  <a:latin typeface="Times New Roman" panose="02020603050405020304" pitchFamily="18" charset="0"/>
                  <a:ea typeface="楷体_GB2312" pitchFamily="49" charset="-122"/>
                </a:rPr>
                <a:t>2</a:t>
              </a:r>
              <a:endParaRPr kumimoji="1" lang="en-US" altLang="zh-CN" sz="2400">
                <a:latin typeface="Times New Roman" panose="02020603050405020304" pitchFamily="18" charset="0"/>
                <a:ea typeface="楷体_GB2312" pitchFamily="49" charset="-122"/>
              </a:endParaRPr>
            </a:p>
          </p:txBody>
        </p:sp>
        <p:sp>
          <p:nvSpPr>
            <p:cNvPr id="45" name="Text Box 112">
              <a:extLst>
                <a:ext uri="{FF2B5EF4-FFF2-40B4-BE49-F238E27FC236}">
                  <a16:creationId xmlns:a16="http://schemas.microsoft.com/office/drawing/2014/main" id="{DAE54036-4ECC-BAE5-8418-801CBF90B1AA}"/>
                </a:ext>
              </a:extLst>
            </p:cNvPr>
            <p:cNvSpPr txBox="1">
              <a:spLocks noChangeArrowheads="1"/>
            </p:cNvSpPr>
            <p:nvPr/>
          </p:nvSpPr>
          <p:spPr bwMode="auto">
            <a:xfrm>
              <a:off x="5051" y="3145"/>
              <a:ext cx="34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Y</a:t>
              </a:r>
              <a:r>
                <a:rPr kumimoji="1" lang="en-US" altLang="zh-CN" sz="2400" baseline="-25000">
                  <a:latin typeface="Times New Roman" panose="02020603050405020304" pitchFamily="18" charset="0"/>
                  <a:ea typeface="楷体_GB2312" pitchFamily="49" charset="-122"/>
                </a:rPr>
                <a:t>3</a:t>
              </a:r>
              <a:endParaRPr kumimoji="1" lang="en-US" altLang="zh-CN" sz="2400">
                <a:latin typeface="Times New Roman" panose="02020603050405020304" pitchFamily="18" charset="0"/>
                <a:ea typeface="楷体_GB2312" pitchFamily="49" charset="-122"/>
              </a:endParaRPr>
            </a:p>
          </p:txBody>
        </p:sp>
        <p:sp>
          <p:nvSpPr>
            <p:cNvPr id="46" name="AutoShape 115">
              <a:extLst>
                <a:ext uri="{FF2B5EF4-FFF2-40B4-BE49-F238E27FC236}">
                  <a16:creationId xmlns:a16="http://schemas.microsoft.com/office/drawing/2014/main" id="{6F27DAFC-C2FE-7805-3933-CC09C34E7F21}"/>
                </a:ext>
              </a:extLst>
            </p:cNvPr>
            <p:cNvSpPr>
              <a:spLocks noChangeArrowheads="1"/>
            </p:cNvSpPr>
            <p:nvPr/>
          </p:nvSpPr>
          <p:spPr bwMode="auto">
            <a:xfrm>
              <a:off x="4363" y="1086"/>
              <a:ext cx="340" cy="374"/>
            </a:xfrm>
            <a:prstGeom prst="flowChartDelay">
              <a:avLst/>
            </a:prstGeom>
            <a:solidFill>
              <a:schemeClr val="bg1"/>
            </a:solidFill>
            <a:ln w="19050">
              <a:solidFill>
                <a:schemeClr val="tx1"/>
              </a:solidFill>
              <a:miter lim="800000"/>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47" name="AutoShape 116">
              <a:extLst>
                <a:ext uri="{FF2B5EF4-FFF2-40B4-BE49-F238E27FC236}">
                  <a16:creationId xmlns:a16="http://schemas.microsoft.com/office/drawing/2014/main" id="{FF2C8794-D5F6-FE79-1C9D-EA10B65B926A}"/>
                </a:ext>
              </a:extLst>
            </p:cNvPr>
            <p:cNvSpPr>
              <a:spLocks noChangeArrowheads="1"/>
            </p:cNvSpPr>
            <p:nvPr/>
          </p:nvSpPr>
          <p:spPr bwMode="auto">
            <a:xfrm>
              <a:off x="4363" y="1724"/>
              <a:ext cx="340" cy="374"/>
            </a:xfrm>
            <a:prstGeom prst="flowChartDelay">
              <a:avLst/>
            </a:prstGeom>
            <a:solidFill>
              <a:schemeClr val="bg1"/>
            </a:solidFill>
            <a:ln w="19050">
              <a:solidFill>
                <a:schemeClr val="tx1"/>
              </a:solidFill>
              <a:miter lim="800000"/>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48" name="AutoShape 117">
              <a:extLst>
                <a:ext uri="{FF2B5EF4-FFF2-40B4-BE49-F238E27FC236}">
                  <a16:creationId xmlns:a16="http://schemas.microsoft.com/office/drawing/2014/main" id="{79109582-083D-B540-68E8-8C1A609AE783}"/>
                </a:ext>
              </a:extLst>
            </p:cNvPr>
            <p:cNvSpPr>
              <a:spLocks noChangeArrowheads="1"/>
            </p:cNvSpPr>
            <p:nvPr/>
          </p:nvSpPr>
          <p:spPr bwMode="auto">
            <a:xfrm>
              <a:off x="4355" y="2386"/>
              <a:ext cx="340" cy="374"/>
            </a:xfrm>
            <a:prstGeom prst="flowChartDelay">
              <a:avLst/>
            </a:prstGeom>
            <a:solidFill>
              <a:schemeClr val="bg1"/>
            </a:solidFill>
            <a:ln w="19050">
              <a:solidFill>
                <a:schemeClr val="tx1"/>
              </a:solidFill>
              <a:miter lim="800000"/>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49" name="AutoShape 118">
              <a:extLst>
                <a:ext uri="{FF2B5EF4-FFF2-40B4-BE49-F238E27FC236}">
                  <a16:creationId xmlns:a16="http://schemas.microsoft.com/office/drawing/2014/main" id="{2CBE778A-A639-9393-3826-1E19F93978E4}"/>
                </a:ext>
              </a:extLst>
            </p:cNvPr>
            <p:cNvSpPr>
              <a:spLocks noChangeArrowheads="1"/>
            </p:cNvSpPr>
            <p:nvPr/>
          </p:nvSpPr>
          <p:spPr bwMode="auto">
            <a:xfrm>
              <a:off x="4355" y="3071"/>
              <a:ext cx="340" cy="374"/>
            </a:xfrm>
            <a:prstGeom prst="flowChartDelay">
              <a:avLst/>
            </a:prstGeom>
            <a:solidFill>
              <a:schemeClr val="bg1"/>
            </a:solidFill>
            <a:ln w="19050">
              <a:solidFill>
                <a:schemeClr val="tx1"/>
              </a:solidFill>
              <a:miter lim="800000"/>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grpSp>
          <p:nvGrpSpPr>
            <p:cNvPr id="50" name="Group 121">
              <a:extLst>
                <a:ext uri="{FF2B5EF4-FFF2-40B4-BE49-F238E27FC236}">
                  <a16:creationId xmlns:a16="http://schemas.microsoft.com/office/drawing/2014/main" id="{CFB48804-AFBA-2948-2CEC-506E34CB121A}"/>
                </a:ext>
              </a:extLst>
            </p:cNvPr>
            <p:cNvGrpSpPr>
              <a:grpSpLocks/>
            </p:cNvGrpSpPr>
            <p:nvPr/>
          </p:nvGrpSpPr>
          <p:grpSpPr bwMode="auto">
            <a:xfrm>
              <a:off x="3674" y="1032"/>
              <a:ext cx="299" cy="270"/>
              <a:chOff x="3682" y="1008"/>
              <a:chExt cx="299" cy="270"/>
            </a:xfrm>
          </p:grpSpPr>
          <p:sp>
            <p:nvSpPr>
              <p:cNvPr id="54" name="AutoShape 119">
                <a:extLst>
                  <a:ext uri="{FF2B5EF4-FFF2-40B4-BE49-F238E27FC236}">
                    <a16:creationId xmlns:a16="http://schemas.microsoft.com/office/drawing/2014/main" id="{38C1254C-AC3B-D6A0-6866-2F15D2E0C859}"/>
                  </a:ext>
                </a:extLst>
              </p:cNvPr>
              <p:cNvSpPr>
                <a:spLocks noChangeArrowheads="1"/>
              </p:cNvSpPr>
              <p:nvPr/>
            </p:nvSpPr>
            <p:spPr bwMode="auto">
              <a:xfrm rot="5400000">
                <a:off x="3664" y="1026"/>
                <a:ext cx="270" cy="234"/>
              </a:xfrm>
              <a:prstGeom prst="triangle">
                <a:avLst>
                  <a:gd name="adj" fmla="val 50000"/>
                </a:avLst>
              </a:prstGeom>
              <a:solidFill>
                <a:schemeClr val="bg1"/>
              </a:solidFill>
              <a:ln w="19050">
                <a:solidFill>
                  <a:schemeClr val="tx1"/>
                </a:solidFill>
                <a:miter lim="800000"/>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55" name="Oval 120">
                <a:extLst>
                  <a:ext uri="{FF2B5EF4-FFF2-40B4-BE49-F238E27FC236}">
                    <a16:creationId xmlns:a16="http://schemas.microsoft.com/office/drawing/2014/main" id="{F9BD98AF-ECB4-12E0-2954-2021B966AEA5}"/>
                  </a:ext>
                </a:extLst>
              </p:cNvPr>
              <p:cNvSpPr>
                <a:spLocks noChangeArrowheads="1"/>
              </p:cNvSpPr>
              <p:nvPr/>
            </p:nvSpPr>
            <p:spPr bwMode="auto">
              <a:xfrm>
                <a:off x="3909" y="1105"/>
                <a:ext cx="72" cy="72"/>
              </a:xfrm>
              <a:prstGeom prst="ellipse">
                <a:avLst/>
              </a:prstGeom>
              <a:solidFill>
                <a:schemeClr val="bg1"/>
              </a:solidFill>
              <a:ln w="19050">
                <a:solidFill>
                  <a:schemeClr val="tx1"/>
                </a:solidFill>
                <a:round/>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grpSp>
        <p:grpSp>
          <p:nvGrpSpPr>
            <p:cNvPr id="51" name="Group 122">
              <a:extLst>
                <a:ext uri="{FF2B5EF4-FFF2-40B4-BE49-F238E27FC236}">
                  <a16:creationId xmlns:a16="http://schemas.microsoft.com/office/drawing/2014/main" id="{94BDCE04-1573-807E-B7BA-6CDA29C36FB6}"/>
                </a:ext>
              </a:extLst>
            </p:cNvPr>
            <p:cNvGrpSpPr>
              <a:grpSpLocks/>
            </p:cNvGrpSpPr>
            <p:nvPr/>
          </p:nvGrpSpPr>
          <p:grpSpPr bwMode="auto">
            <a:xfrm>
              <a:off x="3675" y="1436"/>
              <a:ext cx="299" cy="270"/>
              <a:chOff x="3682" y="1008"/>
              <a:chExt cx="299" cy="270"/>
            </a:xfrm>
          </p:grpSpPr>
          <p:sp>
            <p:nvSpPr>
              <p:cNvPr id="52" name="AutoShape 123">
                <a:extLst>
                  <a:ext uri="{FF2B5EF4-FFF2-40B4-BE49-F238E27FC236}">
                    <a16:creationId xmlns:a16="http://schemas.microsoft.com/office/drawing/2014/main" id="{678E44CC-8015-4B67-FFD8-2056DB9B002F}"/>
                  </a:ext>
                </a:extLst>
              </p:cNvPr>
              <p:cNvSpPr>
                <a:spLocks noChangeArrowheads="1"/>
              </p:cNvSpPr>
              <p:nvPr/>
            </p:nvSpPr>
            <p:spPr bwMode="auto">
              <a:xfrm rot="5400000">
                <a:off x="3664" y="1026"/>
                <a:ext cx="270" cy="234"/>
              </a:xfrm>
              <a:prstGeom prst="triangle">
                <a:avLst>
                  <a:gd name="adj" fmla="val 50000"/>
                </a:avLst>
              </a:prstGeom>
              <a:solidFill>
                <a:schemeClr val="bg1"/>
              </a:solidFill>
              <a:ln w="19050">
                <a:solidFill>
                  <a:schemeClr val="tx1"/>
                </a:solidFill>
                <a:miter lim="800000"/>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53" name="Oval 124">
                <a:extLst>
                  <a:ext uri="{FF2B5EF4-FFF2-40B4-BE49-F238E27FC236}">
                    <a16:creationId xmlns:a16="http://schemas.microsoft.com/office/drawing/2014/main" id="{273C6F80-0F8C-EBF8-FB8F-73504B532642}"/>
                  </a:ext>
                </a:extLst>
              </p:cNvPr>
              <p:cNvSpPr>
                <a:spLocks noChangeArrowheads="1"/>
              </p:cNvSpPr>
              <p:nvPr/>
            </p:nvSpPr>
            <p:spPr bwMode="auto">
              <a:xfrm>
                <a:off x="3909" y="1105"/>
                <a:ext cx="72" cy="72"/>
              </a:xfrm>
              <a:prstGeom prst="ellipse">
                <a:avLst/>
              </a:prstGeom>
              <a:solidFill>
                <a:schemeClr val="bg1"/>
              </a:solidFill>
              <a:ln w="19050">
                <a:solidFill>
                  <a:schemeClr val="tx1"/>
                </a:solidFill>
                <a:round/>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grpSp>
      </p:grpSp>
    </p:spTree>
    <p:extLst>
      <p:ext uri="{BB962C8B-B14F-4D97-AF65-F5344CB8AC3E}">
        <p14:creationId xmlns:p14="http://schemas.microsoft.com/office/powerpoint/2010/main" val="4113186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C0ACFF-15A8-431F-9EE9-3E72540B5F71}"/>
              </a:ext>
            </a:extLst>
          </p:cNvPr>
          <p:cNvSpPr>
            <a:spLocks noGrp="1"/>
          </p:cNvSpPr>
          <p:nvPr>
            <p:ph type="title"/>
          </p:nvPr>
        </p:nvSpPr>
        <p:spPr/>
        <p:txBody>
          <a:bodyPr>
            <a:normAutofit fontScale="90000"/>
          </a:bodyPr>
          <a:lstStyle/>
          <a:p>
            <a:r>
              <a:rPr lang="zh-CN" altLang="en-US" dirty="0"/>
              <a:t>双</a:t>
            </a:r>
            <a:r>
              <a:rPr lang="en-US" altLang="zh-CN" dirty="0"/>
              <a:t>2</a:t>
            </a:r>
            <a:r>
              <a:rPr lang="zh-CN" altLang="en-US" dirty="0"/>
              <a:t>线</a:t>
            </a:r>
            <a:r>
              <a:rPr lang="en-US" altLang="zh-CN" dirty="0"/>
              <a:t>–4</a:t>
            </a:r>
            <a:r>
              <a:rPr lang="zh-CN" altLang="en-US" dirty="0"/>
              <a:t>线译码器</a:t>
            </a:r>
            <a:r>
              <a:rPr lang="en-US" altLang="zh-CN" dirty="0"/>
              <a:t>74x139</a:t>
            </a:r>
            <a:endParaRPr kumimoji="1" lang="zh-CN" altLang="en-US" dirty="0"/>
          </a:p>
        </p:txBody>
      </p:sp>
      <p:sp>
        <p:nvSpPr>
          <p:cNvPr id="3" name="内容占位符 2">
            <a:extLst>
              <a:ext uri="{FF2B5EF4-FFF2-40B4-BE49-F238E27FC236}">
                <a16:creationId xmlns:a16="http://schemas.microsoft.com/office/drawing/2014/main" id="{64D99778-43EE-5BCF-AECD-18887820824D}"/>
              </a:ext>
            </a:extLst>
          </p:cNvPr>
          <p:cNvSpPr>
            <a:spLocks noGrp="1"/>
          </p:cNvSpPr>
          <p:nvPr>
            <p:ph idx="1"/>
          </p:nvPr>
        </p:nvSpPr>
        <p:spPr/>
        <p:txBody>
          <a:bodyPr/>
          <a:lstStyle/>
          <a:p>
            <a:r>
              <a:rPr lang="zh-CN" altLang="en-US" dirty="0">
                <a:latin typeface="Times New Roman" panose="02020603050405020304" pitchFamily="18" charset="0"/>
              </a:rPr>
              <a:t>简称</a:t>
            </a:r>
            <a:r>
              <a:rPr lang="en-US" altLang="zh-CN" dirty="0">
                <a:latin typeface="Times New Roman" panose="02020603050405020304" pitchFamily="18" charset="0"/>
              </a:rPr>
              <a:t>2-4</a:t>
            </a:r>
            <a:r>
              <a:rPr lang="zh-CN" altLang="en-US" dirty="0">
                <a:latin typeface="Times New Roman" panose="02020603050405020304" pitchFamily="18" charset="0"/>
              </a:rPr>
              <a:t>译码器</a:t>
            </a:r>
          </a:p>
          <a:p>
            <a:pPr lvl="1"/>
            <a:r>
              <a:rPr lang="en-US" altLang="zh-CN" dirty="0">
                <a:latin typeface="Times New Roman" panose="02020603050405020304" pitchFamily="18" charset="0"/>
              </a:rPr>
              <a:t>E</a:t>
            </a:r>
            <a:r>
              <a:rPr lang="zh-CN" altLang="en-US" dirty="0">
                <a:latin typeface="Times New Roman" panose="02020603050405020304" pitchFamily="18" charset="0"/>
              </a:rPr>
              <a:t>：使能输入，低电平有效</a:t>
            </a:r>
          </a:p>
          <a:p>
            <a:pPr lvl="1"/>
            <a:r>
              <a:rPr lang="en-US" altLang="zh-CN" dirty="0">
                <a:latin typeface="Times New Roman" panose="02020603050405020304" pitchFamily="18" charset="0"/>
              </a:rPr>
              <a:t>Y</a:t>
            </a:r>
            <a:r>
              <a:rPr lang="en-US" altLang="zh-CN" sz="2000" dirty="0">
                <a:latin typeface="Times New Roman" panose="02020603050405020304" pitchFamily="18" charset="0"/>
              </a:rPr>
              <a:t>0</a:t>
            </a:r>
            <a:r>
              <a:rPr lang="en-US" altLang="zh-CN" dirty="0">
                <a:latin typeface="Times New Roman" panose="02020603050405020304" pitchFamily="18" charset="0"/>
              </a:rPr>
              <a:t>~Y</a:t>
            </a:r>
            <a:r>
              <a:rPr lang="en-US" altLang="zh-CN" sz="2000" dirty="0">
                <a:latin typeface="Times New Roman" panose="02020603050405020304" pitchFamily="18" charset="0"/>
              </a:rPr>
              <a:t>3</a:t>
            </a:r>
            <a:r>
              <a:rPr lang="zh-CN" altLang="en-US" dirty="0">
                <a:latin typeface="Times New Roman" panose="02020603050405020304" pitchFamily="18" charset="0"/>
              </a:rPr>
              <a:t>：译码输出，低电平有效</a:t>
            </a:r>
            <a:endParaRPr kumimoji="1" lang="zh-CN" altLang="en-US" dirty="0"/>
          </a:p>
        </p:txBody>
      </p:sp>
      <p:sp>
        <p:nvSpPr>
          <p:cNvPr id="4" name="页脚占位符 3">
            <a:extLst>
              <a:ext uri="{FF2B5EF4-FFF2-40B4-BE49-F238E27FC236}">
                <a16:creationId xmlns:a16="http://schemas.microsoft.com/office/drawing/2014/main" id="{08E32EDC-7D38-C15C-B63A-0FCE686B16F2}"/>
              </a:ext>
            </a:extLst>
          </p:cNvPr>
          <p:cNvSpPr>
            <a:spLocks noGrp="1"/>
          </p:cNvSpPr>
          <p:nvPr>
            <p:ph type="ftr" sz="quarter" idx="11"/>
          </p:nvPr>
        </p:nvSpPr>
        <p:spPr/>
        <p:txBody>
          <a:bodyPr/>
          <a:lstStyle/>
          <a:p>
            <a:r>
              <a:rPr lang="zh-CN" altLang="en-US"/>
              <a:t>模拟与数字电路：</a:t>
            </a:r>
            <a:r>
              <a:rPr lang="en-US" altLang="zh-CN"/>
              <a:t>6. </a:t>
            </a:r>
            <a:r>
              <a:rPr lang="zh-CN" altLang="en-US"/>
              <a:t>组合逻辑电路</a:t>
            </a:r>
            <a:r>
              <a:rPr lang="en-US" altLang="zh-CN"/>
              <a:t>2</a:t>
            </a:r>
            <a:endParaRPr lang="en-US" dirty="0"/>
          </a:p>
        </p:txBody>
      </p:sp>
      <p:sp>
        <p:nvSpPr>
          <p:cNvPr id="5" name="灯片编号占位符 4">
            <a:extLst>
              <a:ext uri="{FF2B5EF4-FFF2-40B4-BE49-F238E27FC236}">
                <a16:creationId xmlns:a16="http://schemas.microsoft.com/office/drawing/2014/main" id="{361208B6-81DE-E3D9-AFB4-A6A20190D1F4}"/>
              </a:ext>
            </a:extLst>
          </p:cNvPr>
          <p:cNvSpPr>
            <a:spLocks noGrp="1"/>
          </p:cNvSpPr>
          <p:nvPr>
            <p:ph type="sldNum" sz="quarter" idx="12"/>
          </p:nvPr>
        </p:nvSpPr>
        <p:spPr/>
        <p:txBody>
          <a:bodyPr/>
          <a:lstStyle/>
          <a:p>
            <a:fld id="{9E260BC5-5BF3-8746-862B-DC45E9CAA88B}" type="slidenum">
              <a:rPr lang="en-US" smtClean="0"/>
              <a:pPr/>
              <a:t>16</a:t>
            </a:fld>
            <a:r>
              <a:rPr lang="en-US" altLang="zh-CN" dirty="0"/>
              <a:t>/38</a:t>
            </a:r>
            <a:endParaRPr lang="en-US" dirty="0"/>
          </a:p>
        </p:txBody>
      </p:sp>
      <p:sp>
        <p:nvSpPr>
          <p:cNvPr id="6" name="Line 11">
            <a:extLst>
              <a:ext uri="{FF2B5EF4-FFF2-40B4-BE49-F238E27FC236}">
                <a16:creationId xmlns:a16="http://schemas.microsoft.com/office/drawing/2014/main" id="{391277EE-5503-B179-B61F-1A9F7B7E6113}"/>
              </a:ext>
            </a:extLst>
          </p:cNvPr>
          <p:cNvSpPr>
            <a:spLocks noChangeShapeType="1"/>
          </p:cNvSpPr>
          <p:nvPr/>
        </p:nvSpPr>
        <p:spPr bwMode="auto">
          <a:xfrm flipV="1">
            <a:off x="803559" y="1137408"/>
            <a:ext cx="295563" cy="0"/>
          </a:xfrm>
          <a:prstGeom prst="line">
            <a:avLst/>
          </a:prstGeom>
          <a:noFill/>
          <a:ln w="28575">
            <a:solidFill>
              <a:schemeClr val="accent1">
                <a:lumMod val="50000"/>
              </a:schemeClr>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 name="Line 11">
            <a:extLst>
              <a:ext uri="{FF2B5EF4-FFF2-40B4-BE49-F238E27FC236}">
                <a16:creationId xmlns:a16="http://schemas.microsoft.com/office/drawing/2014/main" id="{A952858F-F72F-A56D-9A62-CF27FA5C1681}"/>
              </a:ext>
            </a:extLst>
          </p:cNvPr>
          <p:cNvSpPr>
            <a:spLocks noChangeShapeType="1"/>
          </p:cNvSpPr>
          <p:nvPr/>
        </p:nvSpPr>
        <p:spPr bwMode="auto">
          <a:xfrm flipV="1">
            <a:off x="803559" y="1584217"/>
            <a:ext cx="295563" cy="0"/>
          </a:xfrm>
          <a:prstGeom prst="line">
            <a:avLst/>
          </a:prstGeom>
          <a:noFill/>
          <a:ln w="28575">
            <a:solidFill>
              <a:schemeClr val="accent1">
                <a:lumMod val="50000"/>
              </a:schemeClr>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 name="Line 11">
            <a:extLst>
              <a:ext uri="{FF2B5EF4-FFF2-40B4-BE49-F238E27FC236}">
                <a16:creationId xmlns:a16="http://schemas.microsoft.com/office/drawing/2014/main" id="{EE957908-006A-9279-C88D-46F453D5374F}"/>
              </a:ext>
            </a:extLst>
          </p:cNvPr>
          <p:cNvSpPr>
            <a:spLocks noChangeShapeType="1"/>
          </p:cNvSpPr>
          <p:nvPr/>
        </p:nvSpPr>
        <p:spPr bwMode="auto">
          <a:xfrm flipV="1">
            <a:off x="1364669" y="1584217"/>
            <a:ext cx="295563" cy="0"/>
          </a:xfrm>
          <a:prstGeom prst="line">
            <a:avLst/>
          </a:prstGeom>
          <a:noFill/>
          <a:ln w="28575">
            <a:solidFill>
              <a:schemeClr val="accent1">
                <a:lumMod val="50000"/>
              </a:schemeClr>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9" name="Object 4">
            <a:extLst>
              <a:ext uri="{FF2B5EF4-FFF2-40B4-BE49-F238E27FC236}">
                <a16:creationId xmlns:a16="http://schemas.microsoft.com/office/drawing/2014/main" id="{B6BED22F-7A2E-AE17-994F-36BD62EE1480}"/>
              </a:ext>
            </a:extLst>
          </p:cNvPr>
          <p:cNvGraphicFramePr>
            <a:graphicFrameLocks noChangeAspect="1"/>
          </p:cNvGraphicFramePr>
          <p:nvPr>
            <p:extLst>
              <p:ext uri="{D42A27DB-BD31-4B8C-83A1-F6EECF244321}">
                <p14:modId xmlns:p14="http://schemas.microsoft.com/office/powerpoint/2010/main" val="3483820942"/>
              </p:ext>
            </p:extLst>
          </p:nvPr>
        </p:nvGraphicFramePr>
        <p:xfrm>
          <a:off x="642143" y="2654589"/>
          <a:ext cx="2874963" cy="2825750"/>
        </p:xfrm>
        <a:graphic>
          <a:graphicData uri="http://schemas.openxmlformats.org/presentationml/2006/ole">
            <mc:AlternateContent xmlns:mc="http://schemas.openxmlformats.org/markup-compatibility/2006">
              <mc:Choice xmlns:v="urn:schemas-microsoft-com:vml" Requires="v">
                <p:oleObj name="图片" r:id="rId2" imgW="1114900" imgH="1095153" progId="Word.Picture.8">
                  <p:embed/>
                </p:oleObj>
              </mc:Choice>
              <mc:Fallback>
                <p:oleObj name="图片" r:id="rId2" imgW="1114900" imgH="1095153" progId="Word.Picture.8">
                  <p:embed/>
                  <p:pic>
                    <p:nvPicPr>
                      <p:cNvPr id="27655"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2143" y="2654589"/>
                        <a:ext cx="2874963" cy="282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Rectangle 5">
            <a:extLst>
              <a:ext uri="{FF2B5EF4-FFF2-40B4-BE49-F238E27FC236}">
                <a16:creationId xmlns:a16="http://schemas.microsoft.com/office/drawing/2014/main" id="{23E933FB-39BE-B61A-BFFF-68D971D205FB}"/>
              </a:ext>
            </a:extLst>
          </p:cNvPr>
          <p:cNvSpPr>
            <a:spLocks noChangeArrowheads="1"/>
          </p:cNvSpPr>
          <p:nvPr/>
        </p:nvSpPr>
        <p:spPr bwMode="auto">
          <a:xfrm>
            <a:off x="7168753" y="2925186"/>
            <a:ext cx="561975" cy="439737"/>
          </a:xfrm>
          <a:prstGeom prst="rect">
            <a:avLst/>
          </a:prstGeom>
          <a:solidFill>
            <a:srgbClr val="FFFFCC">
              <a:alpha val="0"/>
            </a:srgbClr>
          </a:solidFill>
          <a:ln>
            <a:noFill/>
          </a:ln>
          <a:extLst>
            <a:ext uri="{91240B29-F687-4F45-9708-019B960494DF}">
              <a14:hiddenLine xmlns:a14="http://schemas.microsoft.com/office/drawing/2010/main" w="28575">
                <a:solidFill>
                  <a:srgbClr val="000000"/>
                </a:solidFill>
                <a:miter lim="800000"/>
                <a:headEnd/>
                <a:tailEnd type="none" w="lg" len="lg"/>
              </a14:hiddenLine>
            </a:ext>
          </a:extLst>
        </p:spPr>
        <p:txBody>
          <a:bodyPr/>
          <a:lstStyle>
            <a:lvl1pPr marL="342900" indent="-342900">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2000">
                <a:latin typeface="Times New Roman" panose="02020603050405020304" pitchFamily="18" charset="0"/>
                <a:cs typeface="Times New Roman" panose="02020603050405020304" pitchFamily="18" charset="0"/>
              </a:rPr>
              <a:t>Y</a:t>
            </a:r>
            <a:r>
              <a:rPr lang="en-US" altLang="zh-CN" sz="2000" baseline="-30000">
                <a:latin typeface="Times New Roman" panose="02020603050405020304" pitchFamily="18" charset="0"/>
                <a:cs typeface="Times New Roman" panose="02020603050405020304" pitchFamily="18" charset="0"/>
              </a:rPr>
              <a:t>2</a:t>
            </a:r>
            <a:endParaRPr lang="en-US" altLang="zh-CN" sz="2000">
              <a:latin typeface="Times New Roman" panose="02020603050405020304" pitchFamily="18" charset="0"/>
              <a:cs typeface="Times New Roman" panose="02020603050405020304" pitchFamily="18" charset="0"/>
            </a:endParaRPr>
          </a:p>
        </p:txBody>
      </p:sp>
      <p:sp>
        <p:nvSpPr>
          <p:cNvPr id="11" name="Rectangle 6">
            <a:extLst>
              <a:ext uri="{FF2B5EF4-FFF2-40B4-BE49-F238E27FC236}">
                <a16:creationId xmlns:a16="http://schemas.microsoft.com/office/drawing/2014/main" id="{2B5C63A2-3A5D-F144-CD85-99C629FF569D}"/>
              </a:ext>
            </a:extLst>
          </p:cNvPr>
          <p:cNvSpPr>
            <a:spLocks noChangeArrowheads="1"/>
          </p:cNvSpPr>
          <p:nvPr/>
        </p:nvSpPr>
        <p:spPr bwMode="auto">
          <a:xfrm>
            <a:off x="6067028" y="2925186"/>
            <a:ext cx="561975" cy="439737"/>
          </a:xfrm>
          <a:prstGeom prst="rect">
            <a:avLst/>
          </a:prstGeom>
          <a:solidFill>
            <a:srgbClr val="FFFFCC">
              <a:alpha val="0"/>
            </a:srgbClr>
          </a:solidFill>
          <a:ln>
            <a:noFill/>
          </a:ln>
          <a:extLst>
            <a:ext uri="{91240B29-F687-4F45-9708-019B960494DF}">
              <a14:hiddenLine xmlns:a14="http://schemas.microsoft.com/office/drawing/2010/main" w="28575">
                <a:solidFill>
                  <a:srgbClr val="000000"/>
                </a:solidFill>
                <a:miter lim="800000"/>
                <a:headEnd/>
                <a:tailEnd type="none" w="lg" len="lg"/>
              </a14:hiddenLine>
            </a:ext>
          </a:extLst>
        </p:spPr>
        <p:txBody>
          <a:bodyPr/>
          <a:lstStyle>
            <a:lvl1pPr marL="342900" indent="-342900">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2000">
                <a:latin typeface="Times New Roman" panose="02020603050405020304" pitchFamily="18" charset="0"/>
                <a:cs typeface="Times New Roman" panose="02020603050405020304" pitchFamily="18" charset="0"/>
              </a:rPr>
              <a:t>Y</a:t>
            </a:r>
            <a:r>
              <a:rPr lang="en-US" altLang="zh-CN" sz="2000" baseline="-30000">
                <a:latin typeface="Times New Roman" panose="02020603050405020304" pitchFamily="18" charset="0"/>
                <a:cs typeface="Times New Roman" panose="02020603050405020304" pitchFamily="18" charset="0"/>
              </a:rPr>
              <a:t>0</a:t>
            </a:r>
            <a:endParaRPr lang="en-US" altLang="zh-CN" sz="2000">
              <a:latin typeface="Times New Roman" panose="02020603050405020304" pitchFamily="18" charset="0"/>
              <a:cs typeface="Times New Roman" panose="02020603050405020304" pitchFamily="18" charset="0"/>
            </a:endParaRPr>
          </a:p>
        </p:txBody>
      </p:sp>
      <p:sp>
        <p:nvSpPr>
          <p:cNvPr id="12" name="Rectangle 7">
            <a:extLst>
              <a:ext uri="{FF2B5EF4-FFF2-40B4-BE49-F238E27FC236}">
                <a16:creationId xmlns:a16="http://schemas.microsoft.com/office/drawing/2014/main" id="{41DF9B5F-7D66-9C47-FEDF-454A3CA8B4C5}"/>
              </a:ext>
            </a:extLst>
          </p:cNvPr>
          <p:cNvSpPr>
            <a:spLocks noChangeArrowheads="1"/>
          </p:cNvSpPr>
          <p:nvPr/>
        </p:nvSpPr>
        <p:spPr bwMode="auto">
          <a:xfrm>
            <a:off x="7687865" y="5255636"/>
            <a:ext cx="561975" cy="441325"/>
          </a:xfrm>
          <a:prstGeom prst="rect">
            <a:avLst/>
          </a:prstGeom>
          <a:solidFill>
            <a:srgbClr val="FFFFCC">
              <a:alpha val="0"/>
            </a:srgbClr>
          </a:solidFill>
          <a:ln>
            <a:noFill/>
          </a:ln>
          <a:extLst>
            <a:ext uri="{91240B29-F687-4F45-9708-019B960494DF}">
              <a14:hiddenLine xmlns:a14="http://schemas.microsoft.com/office/drawing/2010/main" w="28575">
                <a:solidFill>
                  <a:srgbClr val="000000"/>
                </a:solidFill>
                <a:miter lim="800000"/>
                <a:headEnd/>
                <a:tailEnd type="none" w="lg" len="lg"/>
              </a14:hiddenLine>
            </a:ext>
          </a:extLst>
        </p:spPr>
        <p:txBody>
          <a:bodyPr/>
          <a:lstStyle>
            <a:lvl1pPr marL="342900" indent="-342900">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1800">
                <a:solidFill>
                  <a:srgbClr val="0000FF"/>
                </a:solidFill>
                <a:latin typeface="Times New Roman" panose="02020603050405020304" pitchFamily="18" charset="0"/>
                <a:cs typeface="Times New Roman" panose="02020603050405020304" pitchFamily="18" charset="0"/>
              </a:rPr>
              <a:t>0</a:t>
            </a:r>
          </a:p>
        </p:txBody>
      </p:sp>
      <p:sp>
        <p:nvSpPr>
          <p:cNvPr id="13" name="Rectangle 8">
            <a:extLst>
              <a:ext uri="{FF2B5EF4-FFF2-40B4-BE49-F238E27FC236}">
                <a16:creationId xmlns:a16="http://schemas.microsoft.com/office/drawing/2014/main" id="{421F9C28-0A02-C7EA-8ECD-368D56CE3BF5}"/>
              </a:ext>
            </a:extLst>
          </p:cNvPr>
          <p:cNvSpPr>
            <a:spLocks noChangeArrowheads="1"/>
          </p:cNvSpPr>
          <p:nvPr/>
        </p:nvSpPr>
        <p:spPr bwMode="auto">
          <a:xfrm>
            <a:off x="7129065" y="5255636"/>
            <a:ext cx="558800" cy="441325"/>
          </a:xfrm>
          <a:prstGeom prst="rect">
            <a:avLst/>
          </a:prstGeom>
          <a:solidFill>
            <a:srgbClr val="FFFFCC">
              <a:alpha val="0"/>
            </a:srgbClr>
          </a:solidFill>
          <a:ln>
            <a:noFill/>
          </a:ln>
          <a:extLst>
            <a:ext uri="{91240B29-F687-4F45-9708-019B960494DF}">
              <a14:hiddenLine xmlns:a14="http://schemas.microsoft.com/office/drawing/2010/main" w="28575">
                <a:solidFill>
                  <a:srgbClr val="000000"/>
                </a:solidFill>
                <a:miter lim="800000"/>
                <a:headEnd/>
                <a:tailEnd type="none" w="lg" len="lg"/>
              </a14:hiddenLine>
            </a:ext>
          </a:extLst>
        </p:spPr>
        <p:txBody>
          <a:bodyPr/>
          <a:lstStyle>
            <a:lvl1pPr marL="342900" indent="-342900">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1800">
                <a:latin typeface="Times New Roman" panose="02020603050405020304" pitchFamily="18" charset="0"/>
                <a:cs typeface="Times New Roman" panose="02020603050405020304" pitchFamily="18" charset="0"/>
              </a:rPr>
              <a:t>1</a:t>
            </a:r>
          </a:p>
        </p:txBody>
      </p:sp>
      <p:sp>
        <p:nvSpPr>
          <p:cNvPr id="14" name="Rectangle 9">
            <a:extLst>
              <a:ext uri="{FF2B5EF4-FFF2-40B4-BE49-F238E27FC236}">
                <a16:creationId xmlns:a16="http://schemas.microsoft.com/office/drawing/2014/main" id="{E2666E30-ADDC-16F9-231C-CB774468D0FB}"/>
              </a:ext>
            </a:extLst>
          </p:cNvPr>
          <p:cNvSpPr>
            <a:spLocks noChangeArrowheads="1"/>
          </p:cNvSpPr>
          <p:nvPr/>
        </p:nvSpPr>
        <p:spPr bwMode="auto">
          <a:xfrm>
            <a:off x="6555978" y="5255636"/>
            <a:ext cx="573087" cy="441325"/>
          </a:xfrm>
          <a:prstGeom prst="rect">
            <a:avLst/>
          </a:prstGeom>
          <a:solidFill>
            <a:srgbClr val="FFFFCC">
              <a:alpha val="0"/>
            </a:srgbClr>
          </a:solidFill>
          <a:ln>
            <a:noFill/>
          </a:ln>
          <a:extLst>
            <a:ext uri="{91240B29-F687-4F45-9708-019B960494DF}">
              <a14:hiddenLine xmlns:a14="http://schemas.microsoft.com/office/drawing/2010/main" w="28575">
                <a:solidFill>
                  <a:srgbClr val="000000"/>
                </a:solidFill>
                <a:miter lim="800000"/>
                <a:headEnd/>
                <a:tailEnd type="none" w="lg" len="lg"/>
              </a14:hiddenLine>
            </a:ext>
          </a:extLst>
        </p:spPr>
        <p:txBody>
          <a:bodyPr/>
          <a:lstStyle>
            <a:lvl1pPr marL="342900" indent="-342900">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1800">
                <a:latin typeface="Times New Roman" panose="02020603050405020304" pitchFamily="18" charset="0"/>
                <a:cs typeface="Times New Roman" panose="02020603050405020304" pitchFamily="18" charset="0"/>
              </a:rPr>
              <a:t>1</a:t>
            </a:r>
          </a:p>
        </p:txBody>
      </p:sp>
      <p:sp>
        <p:nvSpPr>
          <p:cNvPr id="15" name="Rectangle 10">
            <a:extLst>
              <a:ext uri="{FF2B5EF4-FFF2-40B4-BE49-F238E27FC236}">
                <a16:creationId xmlns:a16="http://schemas.microsoft.com/office/drawing/2014/main" id="{5A18A24F-981D-F15E-B6AF-D71BD178257B}"/>
              </a:ext>
            </a:extLst>
          </p:cNvPr>
          <p:cNvSpPr>
            <a:spLocks noChangeArrowheads="1"/>
          </p:cNvSpPr>
          <p:nvPr/>
        </p:nvSpPr>
        <p:spPr bwMode="auto">
          <a:xfrm>
            <a:off x="6008290" y="5255636"/>
            <a:ext cx="547688" cy="441325"/>
          </a:xfrm>
          <a:prstGeom prst="rect">
            <a:avLst/>
          </a:prstGeom>
          <a:solidFill>
            <a:srgbClr val="FFFFCC">
              <a:alpha val="0"/>
            </a:srgbClr>
          </a:solidFill>
          <a:ln>
            <a:noFill/>
          </a:ln>
          <a:extLst>
            <a:ext uri="{91240B29-F687-4F45-9708-019B960494DF}">
              <a14:hiddenLine xmlns:a14="http://schemas.microsoft.com/office/drawing/2010/main" w="28575">
                <a:solidFill>
                  <a:srgbClr val="000000"/>
                </a:solidFill>
                <a:miter lim="800000"/>
                <a:headEnd/>
                <a:tailEnd type="none" w="lg" len="lg"/>
              </a14:hiddenLine>
            </a:ext>
          </a:extLst>
        </p:spPr>
        <p:txBody>
          <a:bodyPr/>
          <a:lstStyle>
            <a:lvl1pPr marL="342900" indent="-342900">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1800">
                <a:latin typeface="Times New Roman" panose="02020603050405020304" pitchFamily="18" charset="0"/>
                <a:cs typeface="Times New Roman" panose="02020603050405020304" pitchFamily="18" charset="0"/>
              </a:rPr>
              <a:t>1</a:t>
            </a:r>
          </a:p>
        </p:txBody>
      </p:sp>
      <p:sp>
        <p:nvSpPr>
          <p:cNvPr id="16" name="Rectangle 11">
            <a:extLst>
              <a:ext uri="{FF2B5EF4-FFF2-40B4-BE49-F238E27FC236}">
                <a16:creationId xmlns:a16="http://schemas.microsoft.com/office/drawing/2014/main" id="{53CEFFFE-34D7-1F4F-2055-9E7E117B605E}"/>
              </a:ext>
            </a:extLst>
          </p:cNvPr>
          <p:cNvSpPr>
            <a:spLocks noChangeArrowheads="1"/>
          </p:cNvSpPr>
          <p:nvPr/>
        </p:nvSpPr>
        <p:spPr bwMode="auto">
          <a:xfrm>
            <a:off x="5446315" y="5255636"/>
            <a:ext cx="561975" cy="441325"/>
          </a:xfrm>
          <a:prstGeom prst="rect">
            <a:avLst/>
          </a:prstGeom>
          <a:solidFill>
            <a:srgbClr val="FFFFCC">
              <a:alpha val="0"/>
            </a:srgbClr>
          </a:solidFill>
          <a:ln>
            <a:noFill/>
          </a:ln>
          <a:extLst>
            <a:ext uri="{91240B29-F687-4F45-9708-019B960494DF}">
              <a14:hiddenLine xmlns:a14="http://schemas.microsoft.com/office/drawing/2010/main" w="28575">
                <a:solidFill>
                  <a:srgbClr val="000000"/>
                </a:solidFill>
                <a:miter lim="800000"/>
                <a:headEnd/>
                <a:tailEnd type="none" w="lg" len="lg"/>
              </a14:hiddenLine>
            </a:ext>
          </a:extLst>
        </p:spPr>
        <p:txBody>
          <a:bodyPr/>
          <a:lstStyle>
            <a:lvl1pPr marL="342900" indent="-342900">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1800">
                <a:latin typeface="Times New Roman" panose="02020603050405020304" pitchFamily="18" charset="0"/>
                <a:cs typeface="Times New Roman" panose="02020603050405020304" pitchFamily="18" charset="0"/>
              </a:rPr>
              <a:t>1</a:t>
            </a:r>
          </a:p>
        </p:txBody>
      </p:sp>
      <p:sp>
        <p:nvSpPr>
          <p:cNvPr id="17" name="Rectangle 12">
            <a:extLst>
              <a:ext uri="{FF2B5EF4-FFF2-40B4-BE49-F238E27FC236}">
                <a16:creationId xmlns:a16="http://schemas.microsoft.com/office/drawing/2014/main" id="{DA798586-38B8-D120-23E0-FFFF3E2EAAD2}"/>
              </a:ext>
            </a:extLst>
          </p:cNvPr>
          <p:cNvSpPr>
            <a:spLocks noChangeArrowheads="1"/>
          </p:cNvSpPr>
          <p:nvPr/>
        </p:nvSpPr>
        <p:spPr bwMode="auto">
          <a:xfrm>
            <a:off x="4887515" y="5255636"/>
            <a:ext cx="558800" cy="441325"/>
          </a:xfrm>
          <a:prstGeom prst="rect">
            <a:avLst/>
          </a:prstGeom>
          <a:solidFill>
            <a:srgbClr val="FFFFCC">
              <a:alpha val="0"/>
            </a:srgbClr>
          </a:solidFill>
          <a:ln>
            <a:noFill/>
          </a:ln>
          <a:extLst>
            <a:ext uri="{91240B29-F687-4F45-9708-019B960494DF}">
              <a14:hiddenLine xmlns:a14="http://schemas.microsoft.com/office/drawing/2010/main" w="28575">
                <a:solidFill>
                  <a:srgbClr val="000000"/>
                </a:solidFill>
                <a:miter lim="800000"/>
                <a:headEnd/>
                <a:tailEnd type="none" w="lg" len="lg"/>
              </a14:hiddenLine>
            </a:ext>
          </a:extLst>
        </p:spPr>
        <p:txBody>
          <a:bodyPr/>
          <a:lstStyle>
            <a:lvl1pPr marL="342900" indent="-342900">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1800">
                <a:latin typeface="Times New Roman" panose="02020603050405020304" pitchFamily="18" charset="0"/>
                <a:cs typeface="Times New Roman" panose="02020603050405020304" pitchFamily="18" charset="0"/>
              </a:rPr>
              <a:t>1</a:t>
            </a:r>
          </a:p>
        </p:txBody>
      </p:sp>
      <p:sp>
        <p:nvSpPr>
          <p:cNvPr id="18" name="Rectangle 13">
            <a:extLst>
              <a:ext uri="{FF2B5EF4-FFF2-40B4-BE49-F238E27FC236}">
                <a16:creationId xmlns:a16="http://schemas.microsoft.com/office/drawing/2014/main" id="{5EED16BA-02B1-A894-35E8-B1139C13196A}"/>
              </a:ext>
            </a:extLst>
          </p:cNvPr>
          <p:cNvSpPr>
            <a:spLocks noChangeArrowheads="1"/>
          </p:cNvSpPr>
          <p:nvPr/>
        </p:nvSpPr>
        <p:spPr bwMode="auto">
          <a:xfrm>
            <a:off x="4325540" y="5255636"/>
            <a:ext cx="561975" cy="441325"/>
          </a:xfrm>
          <a:prstGeom prst="rect">
            <a:avLst/>
          </a:prstGeom>
          <a:solidFill>
            <a:srgbClr val="FFFFCC">
              <a:alpha val="0"/>
            </a:srgbClr>
          </a:solidFill>
          <a:ln>
            <a:noFill/>
          </a:ln>
          <a:extLst>
            <a:ext uri="{91240B29-F687-4F45-9708-019B960494DF}">
              <a14:hiddenLine xmlns:a14="http://schemas.microsoft.com/office/drawing/2010/main" w="28575">
                <a:solidFill>
                  <a:srgbClr val="000000"/>
                </a:solidFill>
                <a:miter lim="800000"/>
                <a:headEnd/>
                <a:tailEnd type="none" w="lg" len="lg"/>
              </a14:hiddenLine>
            </a:ext>
          </a:extLst>
        </p:spPr>
        <p:txBody>
          <a:bodyPr/>
          <a:lstStyle>
            <a:lvl1pPr marL="342900" indent="-342900">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1800">
                <a:latin typeface="Times New Roman" panose="02020603050405020304" pitchFamily="18" charset="0"/>
                <a:cs typeface="Times New Roman" panose="02020603050405020304" pitchFamily="18" charset="0"/>
              </a:rPr>
              <a:t>0</a:t>
            </a:r>
          </a:p>
        </p:txBody>
      </p:sp>
      <p:sp>
        <p:nvSpPr>
          <p:cNvPr id="19" name="Rectangle 14">
            <a:extLst>
              <a:ext uri="{FF2B5EF4-FFF2-40B4-BE49-F238E27FC236}">
                <a16:creationId xmlns:a16="http://schemas.microsoft.com/office/drawing/2014/main" id="{89DA718C-33B3-7A45-5468-805B3F595F75}"/>
              </a:ext>
            </a:extLst>
          </p:cNvPr>
          <p:cNvSpPr>
            <a:spLocks noChangeArrowheads="1"/>
          </p:cNvSpPr>
          <p:nvPr/>
        </p:nvSpPr>
        <p:spPr bwMode="auto">
          <a:xfrm>
            <a:off x="7687865" y="4814311"/>
            <a:ext cx="561975" cy="441325"/>
          </a:xfrm>
          <a:prstGeom prst="rect">
            <a:avLst/>
          </a:prstGeom>
          <a:solidFill>
            <a:srgbClr val="FFFFCC">
              <a:alpha val="0"/>
            </a:srgbClr>
          </a:solidFill>
          <a:ln>
            <a:noFill/>
          </a:ln>
          <a:extLst>
            <a:ext uri="{91240B29-F687-4F45-9708-019B960494DF}">
              <a14:hiddenLine xmlns:a14="http://schemas.microsoft.com/office/drawing/2010/main" w="28575">
                <a:solidFill>
                  <a:srgbClr val="000000"/>
                </a:solidFill>
                <a:miter lim="800000"/>
                <a:headEnd/>
                <a:tailEnd type="none" w="lg" len="lg"/>
              </a14:hiddenLine>
            </a:ext>
          </a:extLst>
        </p:spPr>
        <p:txBody>
          <a:bodyPr/>
          <a:lstStyle>
            <a:lvl1pPr marL="342900" indent="-342900">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1800">
                <a:latin typeface="Times New Roman" panose="02020603050405020304" pitchFamily="18" charset="0"/>
                <a:cs typeface="Times New Roman" panose="02020603050405020304" pitchFamily="18" charset="0"/>
              </a:rPr>
              <a:t>1</a:t>
            </a:r>
          </a:p>
        </p:txBody>
      </p:sp>
      <p:sp>
        <p:nvSpPr>
          <p:cNvPr id="20" name="Rectangle 15">
            <a:extLst>
              <a:ext uri="{FF2B5EF4-FFF2-40B4-BE49-F238E27FC236}">
                <a16:creationId xmlns:a16="http://schemas.microsoft.com/office/drawing/2014/main" id="{A8772FAA-BC01-088D-A435-89EBEC8A6DEF}"/>
              </a:ext>
            </a:extLst>
          </p:cNvPr>
          <p:cNvSpPr>
            <a:spLocks noChangeArrowheads="1"/>
          </p:cNvSpPr>
          <p:nvPr/>
        </p:nvSpPr>
        <p:spPr bwMode="auto">
          <a:xfrm>
            <a:off x="7129065" y="4814311"/>
            <a:ext cx="558800" cy="441325"/>
          </a:xfrm>
          <a:prstGeom prst="rect">
            <a:avLst/>
          </a:prstGeom>
          <a:solidFill>
            <a:srgbClr val="FFFFCC">
              <a:alpha val="0"/>
            </a:srgbClr>
          </a:solidFill>
          <a:ln>
            <a:noFill/>
          </a:ln>
          <a:extLst>
            <a:ext uri="{91240B29-F687-4F45-9708-019B960494DF}">
              <a14:hiddenLine xmlns:a14="http://schemas.microsoft.com/office/drawing/2010/main" w="28575">
                <a:solidFill>
                  <a:srgbClr val="000000"/>
                </a:solidFill>
                <a:miter lim="800000"/>
                <a:headEnd/>
                <a:tailEnd type="none" w="lg" len="lg"/>
              </a14:hiddenLine>
            </a:ext>
          </a:extLst>
        </p:spPr>
        <p:txBody>
          <a:bodyPr/>
          <a:lstStyle>
            <a:lvl1pPr marL="342900" indent="-342900">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1800">
                <a:solidFill>
                  <a:srgbClr val="0000FF"/>
                </a:solidFill>
                <a:latin typeface="Times New Roman" panose="02020603050405020304" pitchFamily="18" charset="0"/>
                <a:cs typeface="Times New Roman" panose="02020603050405020304" pitchFamily="18" charset="0"/>
              </a:rPr>
              <a:t>0</a:t>
            </a:r>
          </a:p>
        </p:txBody>
      </p:sp>
      <p:sp>
        <p:nvSpPr>
          <p:cNvPr id="21" name="Rectangle 16">
            <a:extLst>
              <a:ext uri="{FF2B5EF4-FFF2-40B4-BE49-F238E27FC236}">
                <a16:creationId xmlns:a16="http://schemas.microsoft.com/office/drawing/2014/main" id="{37FC11E6-DD45-983E-7EFE-A198AE04193D}"/>
              </a:ext>
            </a:extLst>
          </p:cNvPr>
          <p:cNvSpPr>
            <a:spLocks noChangeArrowheads="1"/>
          </p:cNvSpPr>
          <p:nvPr/>
        </p:nvSpPr>
        <p:spPr bwMode="auto">
          <a:xfrm>
            <a:off x="6555978" y="4814311"/>
            <a:ext cx="573087" cy="441325"/>
          </a:xfrm>
          <a:prstGeom prst="rect">
            <a:avLst/>
          </a:prstGeom>
          <a:solidFill>
            <a:srgbClr val="FFFFCC">
              <a:alpha val="0"/>
            </a:srgbClr>
          </a:solidFill>
          <a:ln>
            <a:noFill/>
          </a:ln>
          <a:extLst>
            <a:ext uri="{91240B29-F687-4F45-9708-019B960494DF}">
              <a14:hiddenLine xmlns:a14="http://schemas.microsoft.com/office/drawing/2010/main" w="28575">
                <a:solidFill>
                  <a:srgbClr val="000000"/>
                </a:solidFill>
                <a:miter lim="800000"/>
                <a:headEnd/>
                <a:tailEnd type="none" w="lg" len="lg"/>
              </a14:hiddenLine>
            </a:ext>
          </a:extLst>
        </p:spPr>
        <p:txBody>
          <a:bodyPr/>
          <a:lstStyle>
            <a:lvl1pPr marL="342900" indent="-342900">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1800">
                <a:latin typeface="Times New Roman" panose="02020603050405020304" pitchFamily="18" charset="0"/>
                <a:cs typeface="Times New Roman" panose="02020603050405020304" pitchFamily="18" charset="0"/>
              </a:rPr>
              <a:t>1</a:t>
            </a:r>
          </a:p>
        </p:txBody>
      </p:sp>
      <p:sp>
        <p:nvSpPr>
          <p:cNvPr id="22" name="Rectangle 17">
            <a:extLst>
              <a:ext uri="{FF2B5EF4-FFF2-40B4-BE49-F238E27FC236}">
                <a16:creationId xmlns:a16="http://schemas.microsoft.com/office/drawing/2014/main" id="{952E9F29-C065-0F93-89A0-D0D6A5C3D201}"/>
              </a:ext>
            </a:extLst>
          </p:cNvPr>
          <p:cNvSpPr>
            <a:spLocks noChangeArrowheads="1"/>
          </p:cNvSpPr>
          <p:nvPr/>
        </p:nvSpPr>
        <p:spPr bwMode="auto">
          <a:xfrm>
            <a:off x="6008290" y="4814311"/>
            <a:ext cx="547688" cy="441325"/>
          </a:xfrm>
          <a:prstGeom prst="rect">
            <a:avLst/>
          </a:prstGeom>
          <a:solidFill>
            <a:srgbClr val="FFFFCC">
              <a:alpha val="0"/>
            </a:srgbClr>
          </a:solidFill>
          <a:ln>
            <a:noFill/>
          </a:ln>
          <a:extLst>
            <a:ext uri="{91240B29-F687-4F45-9708-019B960494DF}">
              <a14:hiddenLine xmlns:a14="http://schemas.microsoft.com/office/drawing/2010/main" w="28575">
                <a:solidFill>
                  <a:srgbClr val="000000"/>
                </a:solidFill>
                <a:miter lim="800000"/>
                <a:headEnd/>
                <a:tailEnd type="none" w="lg" len="lg"/>
              </a14:hiddenLine>
            </a:ext>
          </a:extLst>
        </p:spPr>
        <p:txBody>
          <a:bodyPr/>
          <a:lstStyle>
            <a:lvl1pPr marL="342900" indent="-342900">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1800">
                <a:latin typeface="Times New Roman" panose="02020603050405020304" pitchFamily="18" charset="0"/>
                <a:cs typeface="Times New Roman" panose="02020603050405020304" pitchFamily="18" charset="0"/>
              </a:rPr>
              <a:t>1</a:t>
            </a:r>
          </a:p>
        </p:txBody>
      </p:sp>
      <p:sp>
        <p:nvSpPr>
          <p:cNvPr id="23" name="Rectangle 18">
            <a:extLst>
              <a:ext uri="{FF2B5EF4-FFF2-40B4-BE49-F238E27FC236}">
                <a16:creationId xmlns:a16="http://schemas.microsoft.com/office/drawing/2014/main" id="{98AB4D0D-9E97-6D39-3608-3A2814596F56}"/>
              </a:ext>
            </a:extLst>
          </p:cNvPr>
          <p:cNvSpPr>
            <a:spLocks noChangeArrowheads="1"/>
          </p:cNvSpPr>
          <p:nvPr/>
        </p:nvSpPr>
        <p:spPr bwMode="auto">
          <a:xfrm>
            <a:off x="5446315" y="4814311"/>
            <a:ext cx="561975" cy="441325"/>
          </a:xfrm>
          <a:prstGeom prst="rect">
            <a:avLst/>
          </a:prstGeom>
          <a:solidFill>
            <a:srgbClr val="FFFFCC">
              <a:alpha val="0"/>
            </a:srgbClr>
          </a:solidFill>
          <a:ln>
            <a:noFill/>
          </a:ln>
          <a:extLst>
            <a:ext uri="{91240B29-F687-4F45-9708-019B960494DF}">
              <a14:hiddenLine xmlns:a14="http://schemas.microsoft.com/office/drawing/2010/main" w="28575">
                <a:solidFill>
                  <a:srgbClr val="000000"/>
                </a:solidFill>
                <a:miter lim="800000"/>
                <a:headEnd/>
                <a:tailEnd type="none" w="lg" len="lg"/>
              </a14:hiddenLine>
            </a:ext>
          </a:extLst>
        </p:spPr>
        <p:txBody>
          <a:bodyPr/>
          <a:lstStyle>
            <a:lvl1pPr marL="342900" indent="-342900">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1800">
                <a:latin typeface="Times New Roman" panose="02020603050405020304" pitchFamily="18" charset="0"/>
                <a:cs typeface="Times New Roman" panose="02020603050405020304" pitchFamily="18" charset="0"/>
              </a:rPr>
              <a:t>0</a:t>
            </a:r>
          </a:p>
        </p:txBody>
      </p:sp>
      <p:sp>
        <p:nvSpPr>
          <p:cNvPr id="24" name="Rectangle 19">
            <a:extLst>
              <a:ext uri="{FF2B5EF4-FFF2-40B4-BE49-F238E27FC236}">
                <a16:creationId xmlns:a16="http://schemas.microsoft.com/office/drawing/2014/main" id="{45CE6D88-BF41-F583-9840-5E9B56742BB4}"/>
              </a:ext>
            </a:extLst>
          </p:cNvPr>
          <p:cNvSpPr>
            <a:spLocks noChangeArrowheads="1"/>
          </p:cNvSpPr>
          <p:nvPr/>
        </p:nvSpPr>
        <p:spPr bwMode="auto">
          <a:xfrm>
            <a:off x="4887515" y="4814311"/>
            <a:ext cx="558800" cy="441325"/>
          </a:xfrm>
          <a:prstGeom prst="rect">
            <a:avLst/>
          </a:prstGeom>
          <a:solidFill>
            <a:srgbClr val="FFFFCC">
              <a:alpha val="0"/>
            </a:srgbClr>
          </a:solidFill>
          <a:ln>
            <a:noFill/>
          </a:ln>
          <a:extLst>
            <a:ext uri="{91240B29-F687-4F45-9708-019B960494DF}">
              <a14:hiddenLine xmlns:a14="http://schemas.microsoft.com/office/drawing/2010/main" w="28575">
                <a:solidFill>
                  <a:srgbClr val="000000"/>
                </a:solidFill>
                <a:miter lim="800000"/>
                <a:headEnd/>
                <a:tailEnd type="none" w="lg" len="lg"/>
              </a14:hiddenLine>
            </a:ext>
          </a:extLst>
        </p:spPr>
        <p:txBody>
          <a:bodyPr/>
          <a:lstStyle>
            <a:lvl1pPr marL="342900" indent="-342900">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1800">
                <a:latin typeface="Times New Roman" panose="02020603050405020304" pitchFamily="18" charset="0"/>
                <a:cs typeface="Times New Roman" panose="02020603050405020304" pitchFamily="18" charset="0"/>
              </a:rPr>
              <a:t>1</a:t>
            </a:r>
          </a:p>
        </p:txBody>
      </p:sp>
      <p:sp>
        <p:nvSpPr>
          <p:cNvPr id="25" name="Rectangle 20">
            <a:extLst>
              <a:ext uri="{FF2B5EF4-FFF2-40B4-BE49-F238E27FC236}">
                <a16:creationId xmlns:a16="http://schemas.microsoft.com/office/drawing/2014/main" id="{4261B618-04AB-8935-1EAE-4AE8717C11E9}"/>
              </a:ext>
            </a:extLst>
          </p:cNvPr>
          <p:cNvSpPr>
            <a:spLocks noChangeArrowheads="1"/>
          </p:cNvSpPr>
          <p:nvPr/>
        </p:nvSpPr>
        <p:spPr bwMode="auto">
          <a:xfrm>
            <a:off x="4325540" y="4814311"/>
            <a:ext cx="561975" cy="441325"/>
          </a:xfrm>
          <a:prstGeom prst="rect">
            <a:avLst/>
          </a:prstGeom>
          <a:solidFill>
            <a:srgbClr val="FFFFCC">
              <a:alpha val="0"/>
            </a:srgbClr>
          </a:solidFill>
          <a:ln>
            <a:noFill/>
          </a:ln>
          <a:extLst>
            <a:ext uri="{91240B29-F687-4F45-9708-019B960494DF}">
              <a14:hiddenLine xmlns:a14="http://schemas.microsoft.com/office/drawing/2010/main" w="28575">
                <a:solidFill>
                  <a:srgbClr val="000000"/>
                </a:solidFill>
                <a:miter lim="800000"/>
                <a:headEnd/>
                <a:tailEnd type="none" w="lg" len="lg"/>
              </a14:hiddenLine>
            </a:ext>
          </a:extLst>
        </p:spPr>
        <p:txBody>
          <a:bodyPr/>
          <a:lstStyle>
            <a:lvl1pPr marL="342900" indent="-342900">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1800">
                <a:latin typeface="Times New Roman" panose="02020603050405020304" pitchFamily="18" charset="0"/>
                <a:cs typeface="Times New Roman" panose="02020603050405020304" pitchFamily="18" charset="0"/>
              </a:rPr>
              <a:t>0</a:t>
            </a:r>
          </a:p>
        </p:txBody>
      </p:sp>
      <p:sp>
        <p:nvSpPr>
          <p:cNvPr id="26" name="Rectangle 21">
            <a:extLst>
              <a:ext uri="{FF2B5EF4-FFF2-40B4-BE49-F238E27FC236}">
                <a16:creationId xmlns:a16="http://schemas.microsoft.com/office/drawing/2014/main" id="{14C28346-DABC-61AB-2ECD-74A207AC9A50}"/>
              </a:ext>
            </a:extLst>
          </p:cNvPr>
          <p:cNvSpPr>
            <a:spLocks noChangeArrowheads="1"/>
          </p:cNvSpPr>
          <p:nvPr/>
        </p:nvSpPr>
        <p:spPr bwMode="auto">
          <a:xfrm>
            <a:off x="7687865" y="4372986"/>
            <a:ext cx="561975" cy="441325"/>
          </a:xfrm>
          <a:prstGeom prst="rect">
            <a:avLst/>
          </a:prstGeom>
          <a:solidFill>
            <a:srgbClr val="FFFFCC">
              <a:alpha val="0"/>
            </a:srgbClr>
          </a:solidFill>
          <a:ln>
            <a:noFill/>
          </a:ln>
          <a:extLst>
            <a:ext uri="{91240B29-F687-4F45-9708-019B960494DF}">
              <a14:hiddenLine xmlns:a14="http://schemas.microsoft.com/office/drawing/2010/main" w="28575">
                <a:solidFill>
                  <a:srgbClr val="000000"/>
                </a:solidFill>
                <a:miter lim="800000"/>
                <a:headEnd/>
                <a:tailEnd type="none" w="lg" len="lg"/>
              </a14:hiddenLine>
            </a:ext>
          </a:extLst>
        </p:spPr>
        <p:txBody>
          <a:bodyPr/>
          <a:lstStyle>
            <a:lvl1pPr marL="342900" indent="-342900">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1800">
                <a:latin typeface="Times New Roman" panose="02020603050405020304" pitchFamily="18" charset="0"/>
                <a:cs typeface="Times New Roman" panose="02020603050405020304" pitchFamily="18" charset="0"/>
              </a:rPr>
              <a:t>1</a:t>
            </a:r>
          </a:p>
        </p:txBody>
      </p:sp>
      <p:sp>
        <p:nvSpPr>
          <p:cNvPr id="27" name="Rectangle 22">
            <a:extLst>
              <a:ext uri="{FF2B5EF4-FFF2-40B4-BE49-F238E27FC236}">
                <a16:creationId xmlns:a16="http://schemas.microsoft.com/office/drawing/2014/main" id="{141BB5DD-A10A-A310-CDD1-40A44F83C13D}"/>
              </a:ext>
            </a:extLst>
          </p:cNvPr>
          <p:cNvSpPr>
            <a:spLocks noChangeArrowheads="1"/>
          </p:cNvSpPr>
          <p:nvPr/>
        </p:nvSpPr>
        <p:spPr bwMode="auto">
          <a:xfrm>
            <a:off x="7129065" y="4372986"/>
            <a:ext cx="558800" cy="441325"/>
          </a:xfrm>
          <a:prstGeom prst="rect">
            <a:avLst/>
          </a:prstGeom>
          <a:solidFill>
            <a:srgbClr val="FFFFCC">
              <a:alpha val="0"/>
            </a:srgbClr>
          </a:solidFill>
          <a:ln>
            <a:noFill/>
          </a:ln>
          <a:extLst>
            <a:ext uri="{91240B29-F687-4F45-9708-019B960494DF}">
              <a14:hiddenLine xmlns:a14="http://schemas.microsoft.com/office/drawing/2010/main" w="28575">
                <a:solidFill>
                  <a:srgbClr val="000000"/>
                </a:solidFill>
                <a:miter lim="800000"/>
                <a:headEnd/>
                <a:tailEnd type="none" w="lg" len="lg"/>
              </a14:hiddenLine>
            </a:ext>
          </a:extLst>
        </p:spPr>
        <p:txBody>
          <a:bodyPr/>
          <a:lstStyle>
            <a:lvl1pPr marL="342900" indent="-342900">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1800">
                <a:latin typeface="Times New Roman" panose="02020603050405020304" pitchFamily="18" charset="0"/>
                <a:cs typeface="Times New Roman" panose="02020603050405020304" pitchFamily="18" charset="0"/>
              </a:rPr>
              <a:t>1</a:t>
            </a:r>
          </a:p>
        </p:txBody>
      </p:sp>
      <p:sp>
        <p:nvSpPr>
          <p:cNvPr id="28" name="Rectangle 23">
            <a:extLst>
              <a:ext uri="{FF2B5EF4-FFF2-40B4-BE49-F238E27FC236}">
                <a16:creationId xmlns:a16="http://schemas.microsoft.com/office/drawing/2014/main" id="{FB48144A-365D-C834-883B-BCD21E518B1F}"/>
              </a:ext>
            </a:extLst>
          </p:cNvPr>
          <p:cNvSpPr>
            <a:spLocks noChangeArrowheads="1"/>
          </p:cNvSpPr>
          <p:nvPr/>
        </p:nvSpPr>
        <p:spPr bwMode="auto">
          <a:xfrm>
            <a:off x="6555978" y="4372986"/>
            <a:ext cx="573087" cy="441325"/>
          </a:xfrm>
          <a:prstGeom prst="rect">
            <a:avLst/>
          </a:prstGeom>
          <a:solidFill>
            <a:srgbClr val="FFFFCC">
              <a:alpha val="0"/>
            </a:srgbClr>
          </a:solidFill>
          <a:ln>
            <a:noFill/>
          </a:ln>
          <a:extLst>
            <a:ext uri="{91240B29-F687-4F45-9708-019B960494DF}">
              <a14:hiddenLine xmlns:a14="http://schemas.microsoft.com/office/drawing/2010/main" w="28575">
                <a:solidFill>
                  <a:srgbClr val="000000"/>
                </a:solidFill>
                <a:miter lim="800000"/>
                <a:headEnd/>
                <a:tailEnd type="none" w="lg" len="lg"/>
              </a14:hiddenLine>
            </a:ext>
          </a:extLst>
        </p:spPr>
        <p:txBody>
          <a:bodyPr/>
          <a:lstStyle>
            <a:lvl1pPr marL="342900" indent="-342900">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1800">
                <a:solidFill>
                  <a:srgbClr val="0000FF"/>
                </a:solidFill>
                <a:latin typeface="Times New Roman" panose="02020603050405020304" pitchFamily="18" charset="0"/>
                <a:cs typeface="Times New Roman" panose="02020603050405020304" pitchFamily="18" charset="0"/>
              </a:rPr>
              <a:t>0</a:t>
            </a:r>
          </a:p>
        </p:txBody>
      </p:sp>
      <p:sp>
        <p:nvSpPr>
          <p:cNvPr id="29" name="Rectangle 24">
            <a:extLst>
              <a:ext uri="{FF2B5EF4-FFF2-40B4-BE49-F238E27FC236}">
                <a16:creationId xmlns:a16="http://schemas.microsoft.com/office/drawing/2014/main" id="{A8C60130-3E6F-CE10-5D30-C8BD10B34E24}"/>
              </a:ext>
            </a:extLst>
          </p:cNvPr>
          <p:cNvSpPr>
            <a:spLocks noChangeArrowheads="1"/>
          </p:cNvSpPr>
          <p:nvPr/>
        </p:nvSpPr>
        <p:spPr bwMode="auto">
          <a:xfrm>
            <a:off x="6008290" y="4372986"/>
            <a:ext cx="547688" cy="441325"/>
          </a:xfrm>
          <a:prstGeom prst="rect">
            <a:avLst/>
          </a:prstGeom>
          <a:solidFill>
            <a:srgbClr val="FFFFCC">
              <a:alpha val="0"/>
            </a:srgbClr>
          </a:solidFill>
          <a:ln>
            <a:noFill/>
          </a:ln>
          <a:extLst>
            <a:ext uri="{91240B29-F687-4F45-9708-019B960494DF}">
              <a14:hiddenLine xmlns:a14="http://schemas.microsoft.com/office/drawing/2010/main" w="28575">
                <a:solidFill>
                  <a:srgbClr val="000000"/>
                </a:solidFill>
                <a:miter lim="800000"/>
                <a:headEnd/>
                <a:tailEnd type="none" w="lg" len="lg"/>
              </a14:hiddenLine>
            </a:ext>
          </a:extLst>
        </p:spPr>
        <p:txBody>
          <a:bodyPr/>
          <a:lstStyle>
            <a:lvl1pPr marL="342900" indent="-342900">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1800">
                <a:latin typeface="Times New Roman" panose="02020603050405020304" pitchFamily="18" charset="0"/>
                <a:cs typeface="Times New Roman" panose="02020603050405020304" pitchFamily="18" charset="0"/>
              </a:rPr>
              <a:t>1</a:t>
            </a:r>
          </a:p>
        </p:txBody>
      </p:sp>
      <p:sp>
        <p:nvSpPr>
          <p:cNvPr id="30" name="Rectangle 25">
            <a:extLst>
              <a:ext uri="{FF2B5EF4-FFF2-40B4-BE49-F238E27FC236}">
                <a16:creationId xmlns:a16="http://schemas.microsoft.com/office/drawing/2014/main" id="{AB2FB465-F57A-6440-08E9-B1BDDD5EC825}"/>
              </a:ext>
            </a:extLst>
          </p:cNvPr>
          <p:cNvSpPr>
            <a:spLocks noChangeArrowheads="1"/>
          </p:cNvSpPr>
          <p:nvPr/>
        </p:nvSpPr>
        <p:spPr bwMode="auto">
          <a:xfrm>
            <a:off x="5446315" y="4372986"/>
            <a:ext cx="561975" cy="441325"/>
          </a:xfrm>
          <a:prstGeom prst="rect">
            <a:avLst/>
          </a:prstGeom>
          <a:solidFill>
            <a:srgbClr val="FFFFCC">
              <a:alpha val="0"/>
            </a:srgbClr>
          </a:solidFill>
          <a:ln>
            <a:noFill/>
          </a:ln>
          <a:extLst>
            <a:ext uri="{91240B29-F687-4F45-9708-019B960494DF}">
              <a14:hiddenLine xmlns:a14="http://schemas.microsoft.com/office/drawing/2010/main" w="28575">
                <a:solidFill>
                  <a:srgbClr val="000000"/>
                </a:solidFill>
                <a:miter lim="800000"/>
                <a:headEnd/>
                <a:tailEnd type="none" w="lg" len="lg"/>
              </a14:hiddenLine>
            </a:ext>
          </a:extLst>
        </p:spPr>
        <p:txBody>
          <a:bodyPr/>
          <a:lstStyle>
            <a:lvl1pPr marL="342900" indent="-342900">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1800">
                <a:latin typeface="Times New Roman" panose="02020603050405020304" pitchFamily="18" charset="0"/>
                <a:cs typeface="Times New Roman" panose="02020603050405020304" pitchFamily="18" charset="0"/>
              </a:rPr>
              <a:t>1</a:t>
            </a:r>
          </a:p>
        </p:txBody>
      </p:sp>
      <p:sp>
        <p:nvSpPr>
          <p:cNvPr id="31" name="Rectangle 26">
            <a:extLst>
              <a:ext uri="{FF2B5EF4-FFF2-40B4-BE49-F238E27FC236}">
                <a16:creationId xmlns:a16="http://schemas.microsoft.com/office/drawing/2014/main" id="{580EAD63-E74E-BB42-12BA-38208B5749D9}"/>
              </a:ext>
            </a:extLst>
          </p:cNvPr>
          <p:cNvSpPr>
            <a:spLocks noChangeArrowheads="1"/>
          </p:cNvSpPr>
          <p:nvPr/>
        </p:nvSpPr>
        <p:spPr bwMode="auto">
          <a:xfrm>
            <a:off x="4887515" y="4372986"/>
            <a:ext cx="558800" cy="441325"/>
          </a:xfrm>
          <a:prstGeom prst="rect">
            <a:avLst/>
          </a:prstGeom>
          <a:solidFill>
            <a:srgbClr val="FFFFCC">
              <a:alpha val="0"/>
            </a:srgbClr>
          </a:solidFill>
          <a:ln>
            <a:noFill/>
          </a:ln>
          <a:extLst>
            <a:ext uri="{91240B29-F687-4F45-9708-019B960494DF}">
              <a14:hiddenLine xmlns:a14="http://schemas.microsoft.com/office/drawing/2010/main" w="28575">
                <a:solidFill>
                  <a:srgbClr val="000000"/>
                </a:solidFill>
                <a:miter lim="800000"/>
                <a:headEnd/>
                <a:tailEnd type="none" w="lg" len="lg"/>
              </a14:hiddenLine>
            </a:ext>
          </a:extLst>
        </p:spPr>
        <p:txBody>
          <a:bodyPr/>
          <a:lstStyle>
            <a:lvl1pPr marL="342900" indent="-342900">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1800">
                <a:latin typeface="Times New Roman" panose="02020603050405020304" pitchFamily="18" charset="0"/>
                <a:cs typeface="Times New Roman" panose="02020603050405020304" pitchFamily="18" charset="0"/>
              </a:rPr>
              <a:t>0</a:t>
            </a:r>
          </a:p>
        </p:txBody>
      </p:sp>
      <p:sp>
        <p:nvSpPr>
          <p:cNvPr id="32" name="Rectangle 27">
            <a:extLst>
              <a:ext uri="{FF2B5EF4-FFF2-40B4-BE49-F238E27FC236}">
                <a16:creationId xmlns:a16="http://schemas.microsoft.com/office/drawing/2014/main" id="{D08FA86B-B1FB-6C81-AFD9-F103101F4540}"/>
              </a:ext>
            </a:extLst>
          </p:cNvPr>
          <p:cNvSpPr>
            <a:spLocks noChangeArrowheads="1"/>
          </p:cNvSpPr>
          <p:nvPr/>
        </p:nvSpPr>
        <p:spPr bwMode="auto">
          <a:xfrm>
            <a:off x="4325540" y="4372986"/>
            <a:ext cx="561975" cy="441325"/>
          </a:xfrm>
          <a:prstGeom prst="rect">
            <a:avLst/>
          </a:prstGeom>
          <a:solidFill>
            <a:srgbClr val="FFFFCC">
              <a:alpha val="0"/>
            </a:srgbClr>
          </a:solidFill>
          <a:ln>
            <a:noFill/>
          </a:ln>
          <a:extLst>
            <a:ext uri="{91240B29-F687-4F45-9708-019B960494DF}">
              <a14:hiddenLine xmlns:a14="http://schemas.microsoft.com/office/drawing/2010/main" w="28575">
                <a:solidFill>
                  <a:srgbClr val="000000"/>
                </a:solidFill>
                <a:miter lim="800000"/>
                <a:headEnd/>
                <a:tailEnd type="none" w="lg" len="lg"/>
              </a14:hiddenLine>
            </a:ext>
          </a:extLst>
        </p:spPr>
        <p:txBody>
          <a:bodyPr/>
          <a:lstStyle>
            <a:lvl1pPr marL="342900" indent="-342900">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1800">
                <a:latin typeface="Times New Roman" panose="02020603050405020304" pitchFamily="18" charset="0"/>
                <a:cs typeface="Times New Roman" panose="02020603050405020304" pitchFamily="18" charset="0"/>
              </a:rPr>
              <a:t>0</a:t>
            </a:r>
          </a:p>
        </p:txBody>
      </p:sp>
      <p:sp>
        <p:nvSpPr>
          <p:cNvPr id="33" name="Rectangle 28">
            <a:extLst>
              <a:ext uri="{FF2B5EF4-FFF2-40B4-BE49-F238E27FC236}">
                <a16:creationId xmlns:a16="http://schemas.microsoft.com/office/drawing/2014/main" id="{2903B397-0D04-8EE3-1322-BBD42290EC90}"/>
              </a:ext>
            </a:extLst>
          </p:cNvPr>
          <p:cNvSpPr>
            <a:spLocks noChangeArrowheads="1"/>
          </p:cNvSpPr>
          <p:nvPr/>
        </p:nvSpPr>
        <p:spPr bwMode="auto">
          <a:xfrm>
            <a:off x="7687865" y="3931661"/>
            <a:ext cx="561975" cy="441325"/>
          </a:xfrm>
          <a:prstGeom prst="rect">
            <a:avLst/>
          </a:prstGeom>
          <a:solidFill>
            <a:srgbClr val="FFFFCC">
              <a:alpha val="0"/>
            </a:srgbClr>
          </a:solidFill>
          <a:ln>
            <a:noFill/>
          </a:ln>
          <a:extLst>
            <a:ext uri="{91240B29-F687-4F45-9708-019B960494DF}">
              <a14:hiddenLine xmlns:a14="http://schemas.microsoft.com/office/drawing/2010/main" w="28575">
                <a:solidFill>
                  <a:srgbClr val="000000"/>
                </a:solidFill>
                <a:miter lim="800000"/>
                <a:headEnd/>
                <a:tailEnd type="none" w="lg" len="lg"/>
              </a14:hiddenLine>
            </a:ext>
          </a:extLst>
        </p:spPr>
        <p:txBody>
          <a:bodyPr/>
          <a:lstStyle>
            <a:lvl1pPr marL="342900" indent="-342900">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1800">
                <a:latin typeface="Times New Roman" panose="02020603050405020304" pitchFamily="18" charset="0"/>
                <a:cs typeface="Times New Roman" panose="02020603050405020304" pitchFamily="18" charset="0"/>
              </a:rPr>
              <a:t>1</a:t>
            </a:r>
          </a:p>
        </p:txBody>
      </p:sp>
      <p:sp>
        <p:nvSpPr>
          <p:cNvPr id="34" name="Rectangle 29">
            <a:extLst>
              <a:ext uri="{FF2B5EF4-FFF2-40B4-BE49-F238E27FC236}">
                <a16:creationId xmlns:a16="http://schemas.microsoft.com/office/drawing/2014/main" id="{9728A184-F095-36E0-19D5-8A6705D8655C}"/>
              </a:ext>
            </a:extLst>
          </p:cNvPr>
          <p:cNvSpPr>
            <a:spLocks noChangeArrowheads="1"/>
          </p:cNvSpPr>
          <p:nvPr/>
        </p:nvSpPr>
        <p:spPr bwMode="auto">
          <a:xfrm>
            <a:off x="7129065" y="3931661"/>
            <a:ext cx="558800" cy="441325"/>
          </a:xfrm>
          <a:prstGeom prst="rect">
            <a:avLst/>
          </a:prstGeom>
          <a:solidFill>
            <a:srgbClr val="FFFFCC">
              <a:alpha val="0"/>
            </a:srgbClr>
          </a:solidFill>
          <a:ln>
            <a:noFill/>
          </a:ln>
          <a:extLst>
            <a:ext uri="{91240B29-F687-4F45-9708-019B960494DF}">
              <a14:hiddenLine xmlns:a14="http://schemas.microsoft.com/office/drawing/2010/main" w="28575">
                <a:solidFill>
                  <a:srgbClr val="000000"/>
                </a:solidFill>
                <a:miter lim="800000"/>
                <a:headEnd/>
                <a:tailEnd type="none" w="lg" len="lg"/>
              </a14:hiddenLine>
            </a:ext>
          </a:extLst>
        </p:spPr>
        <p:txBody>
          <a:bodyPr/>
          <a:lstStyle>
            <a:lvl1pPr marL="342900" indent="-342900">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1800">
                <a:latin typeface="Times New Roman" panose="02020603050405020304" pitchFamily="18" charset="0"/>
                <a:cs typeface="Times New Roman" panose="02020603050405020304" pitchFamily="18" charset="0"/>
              </a:rPr>
              <a:t>1</a:t>
            </a:r>
          </a:p>
        </p:txBody>
      </p:sp>
      <p:sp>
        <p:nvSpPr>
          <p:cNvPr id="35" name="Rectangle 30">
            <a:extLst>
              <a:ext uri="{FF2B5EF4-FFF2-40B4-BE49-F238E27FC236}">
                <a16:creationId xmlns:a16="http://schemas.microsoft.com/office/drawing/2014/main" id="{C53E351D-14E1-9A9D-8B8D-28647741C024}"/>
              </a:ext>
            </a:extLst>
          </p:cNvPr>
          <p:cNvSpPr>
            <a:spLocks noChangeArrowheads="1"/>
          </p:cNvSpPr>
          <p:nvPr/>
        </p:nvSpPr>
        <p:spPr bwMode="auto">
          <a:xfrm>
            <a:off x="6555978" y="3931661"/>
            <a:ext cx="573087" cy="441325"/>
          </a:xfrm>
          <a:prstGeom prst="rect">
            <a:avLst/>
          </a:prstGeom>
          <a:solidFill>
            <a:srgbClr val="FFFFCC">
              <a:alpha val="0"/>
            </a:srgbClr>
          </a:solidFill>
          <a:ln>
            <a:noFill/>
          </a:ln>
          <a:extLst>
            <a:ext uri="{91240B29-F687-4F45-9708-019B960494DF}">
              <a14:hiddenLine xmlns:a14="http://schemas.microsoft.com/office/drawing/2010/main" w="28575">
                <a:solidFill>
                  <a:srgbClr val="000000"/>
                </a:solidFill>
                <a:miter lim="800000"/>
                <a:headEnd/>
                <a:tailEnd type="none" w="lg" len="lg"/>
              </a14:hiddenLine>
            </a:ext>
          </a:extLst>
        </p:spPr>
        <p:txBody>
          <a:bodyPr/>
          <a:lstStyle>
            <a:lvl1pPr marL="342900" indent="-342900">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1800">
                <a:latin typeface="Times New Roman" panose="02020603050405020304" pitchFamily="18" charset="0"/>
                <a:cs typeface="Times New Roman" panose="02020603050405020304" pitchFamily="18" charset="0"/>
              </a:rPr>
              <a:t>1</a:t>
            </a:r>
          </a:p>
        </p:txBody>
      </p:sp>
      <p:sp>
        <p:nvSpPr>
          <p:cNvPr id="36" name="Rectangle 31">
            <a:extLst>
              <a:ext uri="{FF2B5EF4-FFF2-40B4-BE49-F238E27FC236}">
                <a16:creationId xmlns:a16="http://schemas.microsoft.com/office/drawing/2014/main" id="{CBBFD5EA-FFD1-9C79-5F14-FBE7136A9DDD}"/>
              </a:ext>
            </a:extLst>
          </p:cNvPr>
          <p:cNvSpPr>
            <a:spLocks noChangeArrowheads="1"/>
          </p:cNvSpPr>
          <p:nvPr/>
        </p:nvSpPr>
        <p:spPr bwMode="auto">
          <a:xfrm>
            <a:off x="6008290" y="3931661"/>
            <a:ext cx="547688" cy="441325"/>
          </a:xfrm>
          <a:prstGeom prst="rect">
            <a:avLst/>
          </a:prstGeom>
          <a:solidFill>
            <a:srgbClr val="FFFFCC">
              <a:alpha val="0"/>
            </a:srgbClr>
          </a:solidFill>
          <a:ln>
            <a:noFill/>
          </a:ln>
          <a:extLst>
            <a:ext uri="{91240B29-F687-4F45-9708-019B960494DF}">
              <a14:hiddenLine xmlns:a14="http://schemas.microsoft.com/office/drawing/2010/main" w="28575">
                <a:solidFill>
                  <a:srgbClr val="000000"/>
                </a:solidFill>
                <a:miter lim="800000"/>
                <a:headEnd/>
                <a:tailEnd type="none" w="lg" len="lg"/>
              </a14:hiddenLine>
            </a:ext>
          </a:extLst>
        </p:spPr>
        <p:txBody>
          <a:bodyPr/>
          <a:lstStyle>
            <a:lvl1pPr marL="342900" indent="-342900">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1800">
                <a:solidFill>
                  <a:srgbClr val="0000FF"/>
                </a:solidFill>
                <a:latin typeface="Times New Roman" panose="02020603050405020304" pitchFamily="18" charset="0"/>
                <a:cs typeface="Times New Roman" panose="02020603050405020304" pitchFamily="18" charset="0"/>
              </a:rPr>
              <a:t>0</a:t>
            </a:r>
          </a:p>
        </p:txBody>
      </p:sp>
      <p:sp>
        <p:nvSpPr>
          <p:cNvPr id="37" name="Rectangle 32">
            <a:extLst>
              <a:ext uri="{FF2B5EF4-FFF2-40B4-BE49-F238E27FC236}">
                <a16:creationId xmlns:a16="http://schemas.microsoft.com/office/drawing/2014/main" id="{32E0CDAA-AFBD-9B04-7C43-D31C104E5494}"/>
              </a:ext>
            </a:extLst>
          </p:cNvPr>
          <p:cNvSpPr>
            <a:spLocks noChangeArrowheads="1"/>
          </p:cNvSpPr>
          <p:nvPr/>
        </p:nvSpPr>
        <p:spPr bwMode="auto">
          <a:xfrm>
            <a:off x="5446315" y="3931661"/>
            <a:ext cx="561975" cy="441325"/>
          </a:xfrm>
          <a:prstGeom prst="rect">
            <a:avLst/>
          </a:prstGeom>
          <a:solidFill>
            <a:srgbClr val="FFFFCC">
              <a:alpha val="0"/>
            </a:srgbClr>
          </a:solidFill>
          <a:ln>
            <a:noFill/>
          </a:ln>
          <a:extLst>
            <a:ext uri="{91240B29-F687-4F45-9708-019B960494DF}">
              <a14:hiddenLine xmlns:a14="http://schemas.microsoft.com/office/drawing/2010/main" w="28575">
                <a:solidFill>
                  <a:srgbClr val="000000"/>
                </a:solidFill>
                <a:miter lim="800000"/>
                <a:headEnd/>
                <a:tailEnd type="none" w="lg" len="lg"/>
              </a14:hiddenLine>
            </a:ext>
          </a:extLst>
        </p:spPr>
        <p:txBody>
          <a:bodyPr/>
          <a:lstStyle>
            <a:lvl1pPr marL="342900" indent="-342900">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1800">
                <a:latin typeface="Times New Roman" panose="02020603050405020304" pitchFamily="18" charset="0"/>
                <a:cs typeface="Times New Roman" panose="02020603050405020304" pitchFamily="18" charset="0"/>
              </a:rPr>
              <a:t>0</a:t>
            </a:r>
          </a:p>
        </p:txBody>
      </p:sp>
      <p:sp>
        <p:nvSpPr>
          <p:cNvPr id="38" name="Rectangle 33">
            <a:extLst>
              <a:ext uri="{FF2B5EF4-FFF2-40B4-BE49-F238E27FC236}">
                <a16:creationId xmlns:a16="http://schemas.microsoft.com/office/drawing/2014/main" id="{2283907D-A29D-E909-6824-9129FBA174DC}"/>
              </a:ext>
            </a:extLst>
          </p:cNvPr>
          <p:cNvSpPr>
            <a:spLocks noChangeArrowheads="1"/>
          </p:cNvSpPr>
          <p:nvPr/>
        </p:nvSpPr>
        <p:spPr bwMode="auto">
          <a:xfrm>
            <a:off x="4887515" y="3931661"/>
            <a:ext cx="558800" cy="441325"/>
          </a:xfrm>
          <a:prstGeom prst="rect">
            <a:avLst/>
          </a:prstGeom>
          <a:solidFill>
            <a:srgbClr val="FFFFCC">
              <a:alpha val="0"/>
            </a:srgbClr>
          </a:solidFill>
          <a:ln>
            <a:noFill/>
          </a:ln>
          <a:extLst>
            <a:ext uri="{91240B29-F687-4F45-9708-019B960494DF}">
              <a14:hiddenLine xmlns:a14="http://schemas.microsoft.com/office/drawing/2010/main" w="28575">
                <a:solidFill>
                  <a:srgbClr val="000000"/>
                </a:solidFill>
                <a:miter lim="800000"/>
                <a:headEnd/>
                <a:tailEnd type="none" w="lg" len="lg"/>
              </a14:hiddenLine>
            </a:ext>
          </a:extLst>
        </p:spPr>
        <p:txBody>
          <a:bodyPr/>
          <a:lstStyle>
            <a:lvl1pPr marL="342900" indent="-342900">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1800">
                <a:latin typeface="Times New Roman" panose="02020603050405020304" pitchFamily="18" charset="0"/>
                <a:cs typeface="Times New Roman" panose="02020603050405020304" pitchFamily="18" charset="0"/>
              </a:rPr>
              <a:t>0</a:t>
            </a:r>
          </a:p>
        </p:txBody>
      </p:sp>
      <p:sp>
        <p:nvSpPr>
          <p:cNvPr id="39" name="Rectangle 34">
            <a:extLst>
              <a:ext uri="{FF2B5EF4-FFF2-40B4-BE49-F238E27FC236}">
                <a16:creationId xmlns:a16="http://schemas.microsoft.com/office/drawing/2014/main" id="{8704793B-86DE-8416-9ECA-65C840AC84CD}"/>
              </a:ext>
            </a:extLst>
          </p:cNvPr>
          <p:cNvSpPr>
            <a:spLocks noChangeArrowheads="1"/>
          </p:cNvSpPr>
          <p:nvPr/>
        </p:nvSpPr>
        <p:spPr bwMode="auto">
          <a:xfrm>
            <a:off x="4325540" y="3931661"/>
            <a:ext cx="561975" cy="441325"/>
          </a:xfrm>
          <a:prstGeom prst="rect">
            <a:avLst/>
          </a:prstGeom>
          <a:solidFill>
            <a:srgbClr val="FFFFCC">
              <a:alpha val="0"/>
            </a:srgbClr>
          </a:solidFill>
          <a:ln>
            <a:noFill/>
          </a:ln>
          <a:extLst>
            <a:ext uri="{91240B29-F687-4F45-9708-019B960494DF}">
              <a14:hiddenLine xmlns:a14="http://schemas.microsoft.com/office/drawing/2010/main" w="28575">
                <a:solidFill>
                  <a:srgbClr val="000000"/>
                </a:solidFill>
                <a:miter lim="800000"/>
                <a:headEnd/>
                <a:tailEnd type="none" w="lg" len="lg"/>
              </a14:hiddenLine>
            </a:ext>
          </a:extLst>
        </p:spPr>
        <p:txBody>
          <a:bodyPr/>
          <a:lstStyle>
            <a:lvl1pPr marL="342900" indent="-342900">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1800">
                <a:latin typeface="Times New Roman" panose="02020603050405020304" pitchFamily="18" charset="0"/>
                <a:cs typeface="Times New Roman" panose="02020603050405020304" pitchFamily="18" charset="0"/>
              </a:rPr>
              <a:t>0</a:t>
            </a:r>
          </a:p>
        </p:txBody>
      </p:sp>
      <p:sp>
        <p:nvSpPr>
          <p:cNvPr id="40" name="Rectangle 35">
            <a:extLst>
              <a:ext uri="{FF2B5EF4-FFF2-40B4-BE49-F238E27FC236}">
                <a16:creationId xmlns:a16="http://schemas.microsoft.com/office/drawing/2014/main" id="{89334A34-3063-9950-7A4D-BD00A9FFF64A}"/>
              </a:ext>
            </a:extLst>
          </p:cNvPr>
          <p:cNvSpPr>
            <a:spLocks noChangeArrowheads="1"/>
          </p:cNvSpPr>
          <p:nvPr/>
        </p:nvSpPr>
        <p:spPr bwMode="auto">
          <a:xfrm>
            <a:off x="7687865" y="3490336"/>
            <a:ext cx="561975" cy="441325"/>
          </a:xfrm>
          <a:prstGeom prst="rect">
            <a:avLst/>
          </a:prstGeom>
          <a:solidFill>
            <a:srgbClr val="FFFFCC">
              <a:alpha val="0"/>
            </a:srgbClr>
          </a:solidFill>
          <a:ln>
            <a:noFill/>
          </a:ln>
          <a:extLst>
            <a:ext uri="{91240B29-F687-4F45-9708-019B960494DF}">
              <a14:hiddenLine xmlns:a14="http://schemas.microsoft.com/office/drawing/2010/main" w="28575">
                <a:solidFill>
                  <a:srgbClr val="000000"/>
                </a:solidFill>
                <a:miter lim="800000"/>
                <a:headEnd/>
                <a:tailEnd type="none" w="lg" len="lg"/>
              </a14:hiddenLine>
            </a:ext>
          </a:extLst>
        </p:spPr>
        <p:txBody>
          <a:bodyPr/>
          <a:lstStyle>
            <a:lvl1pPr marL="342900" indent="-342900">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1800">
                <a:latin typeface="Times New Roman" panose="02020603050405020304" pitchFamily="18" charset="0"/>
                <a:cs typeface="Times New Roman" panose="02020603050405020304" pitchFamily="18" charset="0"/>
              </a:rPr>
              <a:t>1</a:t>
            </a:r>
          </a:p>
        </p:txBody>
      </p:sp>
      <p:sp>
        <p:nvSpPr>
          <p:cNvPr id="41" name="Rectangle 36">
            <a:extLst>
              <a:ext uri="{FF2B5EF4-FFF2-40B4-BE49-F238E27FC236}">
                <a16:creationId xmlns:a16="http://schemas.microsoft.com/office/drawing/2014/main" id="{A75D90F7-8E2D-2D3A-BA19-2039D14F67AA}"/>
              </a:ext>
            </a:extLst>
          </p:cNvPr>
          <p:cNvSpPr>
            <a:spLocks noChangeArrowheads="1"/>
          </p:cNvSpPr>
          <p:nvPr/>
        </p:nvSpPr>
        <p:spPr bwMode="auto">
          <a:xfrm>
            <a:off x="7129065" y="3490336"/>
            <a:ext cx="558800" cy="441325"/>
          </a:xfrm>
          <a:prstGeom prst="rect">
            <a:avLst/>
          </a:prstGeom>
          <a:solidFill>
            <a:srgbClr val="FFFFCC">
              <a:alpha val="0"/>
            </a:srgbClr>
          </a:solidFill>
          <a:ln>
            <a:noFill/>
          </a:ln>
          <a:extLst>
            <a:ext uri="{91240B29-F687-4F45-9708-019B960494DF}">
              <a14:hiddenLine xmlns:a14="http://schemas.microsoft.com/office/drawing/2010/main" w="28575">
                <a:solidFill>
                  <a:srgbClr val="000000"/>
                </a:solidFill>
                <a:miter lim="800000"/>
                <a:headEnd/>
                <a:tailEnd type="none" w="lg" len="lg"/>
              </a14:hiddenLine>
            </a:ext>
          </a:extLst>
        </p:spPr>
        <p:txBody>
          <a:bodyPr/>
          <a:lstStyle>
            <a:lvl1pPr marL="342900" indent="-342900">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1800">
                <a:latin typeface="Times New Roman" panose="02020603050405020304" pitchFamily="18" charset="0"/>
                <a:cs typeface="Times New Roman" panose="02020603050405020304" pitchFamily="18" charset="0"/>
              </a:rPr>
              <a:t>1</a:t>
            </a:r>
          </a:p>
        </p:txBody>
      </p:sp>
      <p:sp>
        <p:nvSpPr>
          <p:cNvPr id="42" name="Rectangle 37">
            <a:extLst>
              <a:ext uri="{FF2B5EF4-FFF2-40B4-BE49-F238E27FC236}">
                <a16:creationId xmlns:a16="http://schemas.microsoft.com/office/drawing/2014/main" id="{7DEE4842-72D2-5CEB-8BCE-38F52AABF2B3}"/>
              </a:ext>
            </a:extLst>
          </p:cNvPr>
          <p:cNvSpPr>
            <a:spLocks noChangeArrowheads="1"/>
          </p:cNvSpPr>
          <p:nvPr/>
        </p:nvSpPr>
        <p:spPr bwMode="auto">
          <a:xfrm>
            <a:off x="6555978" y="3490336"/>
            <a:ext cx="573087" cy="441325"/>
          </a:xfrm>
          <a:prstGeom prst="rect">
            <a:avLst/>
          </a:prstGeom>
          <a:solidFill>
            <a:srgbClr val="FFFFCC">
              <a:alpha val="0"/>
            </a:srgbClr>
          </a:solidFill>
          <a:ln>
            <a:noFill/>
          </a:ln>
          <a:extLst>
            <a:ext uri="{91240B29-F687-4F45-9708-019B960494DF}">
              <a14:hiddenLine xmlns:a14="http://schemas.microsoft.com/office/drawing/2010/main" w="28575">
                <a:solidFill>
                  <a:srgbClr val="000000"/>
                </a:solidFill>
                <a:miter lim="800000"/>
                <a:headEnd/>
                <a:tailEnd type="none" w="lg" len="lg"/>
              </a14:hiddenLine>
            </a:ext>
          </a:extLst>
        </p:spPr>
        <p:txBody>
          <a:bodyPr/>
          <a:lstStyle>
            <a:lvl1pPr marL="342900" indent="-342900">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1800">
                <a:latin typeface="Times New Roman" panose="02020603050405020304" pitchFamily="18" charset="0"/>
                <a:cs typeface="Times New Roman" panose="02020603050405020304" pitchFamily="18" charset="0"/>
              </a:rPr>
              <a:t>1</a:t>
            </a:r>
          </a:p>
        </p:txBody>
      </p:sp>
      <p:sp>
        <p:nvSpPr>
          <p:cNvPr id="43" name="Rectangle 38">
            <a:extLst>
              <a:ext uri="{FF2B5EF4-FFF2-40B4-BE49-F238E27FC236}">
                <a16:creationId xmlns:a16="http://schemas.microsoft.com/office/drawing/2014/main" id="{4A8C8FFC-4184-020D-20E8-765706B64426}"/>
              </a:ext>
            </a:extLst>
          </p:cNvPr>
          <p:cNvSpPr>
            <a:spLocks noChangeArrowheads="1"/>
          </p:cNvSpPr>
          <p:nvPr/>
        </p:nvSpPr>
        <p:spPr bwMode="auto">
          <a:xfrm>
            <a:off x="6008290" y="3490336"/>
            <a:ext cx="547688" cy="441325"/>
          </a:xfrm>
          <a:prstGeom prst="rect">
            <a:avLst/>
          </a:prstGeom>
          <a:solidFill>
            <a:srgbClr val="FFFFCC">
              <a:alpha val="0"/>
            </a:srgbClr>
          </a:solidFill>
          <a:ln>
            <a:noFill/>
          </a:ln>
          <a:extLst>
            <a:ext uri="{91240B29-F687-4F45-9708-019B960494DF}">
              <a14:hiddenLine xmlns:a14="http://schemas.microsoft.com/office/drawing/2010/main" w="28575">
                <a:solidFill>
                  <a:srgbClr val="000000"/>
                </a:solidFill>
                <a:miter lim="800000"/>
                <a:headEnd/>
                <a:tailEnd type="none" w="lg" len="lg"/>
              </a14:hiddenLine>
            </a:ext>
          </a:extLst>
        </p:spPr>
        <p:txBody>
          <a:bodyPr/>
          <a:lstStyle>
            <a:lvl1pPr marL="342900" indent="-342900">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1800">
                <a:latin typeface="Times New Roman" panose="02020603050405020304" pitchFamily="18" charset="0"/>
                <a:cs typeface="Times New Roman" panose="02020603050405020304" pitchFamily="18" charset="0"/>
              </a:rPr>
              <a:t>1</a:t>
            </a:r>
          </a:p>
        </p:txBody>
      </p:sp>
      <p:sp>
        <p:nvSpPr>
          <p:cNvPr id="44" name="Rectangle 39">
            <a:extLst>
              <a:ext uri="{FF2B5EF4-FFF2-40B4-BE49-F238E27FC236}">
                <a16:creationId xmlns:a16="http://schemas.microsoft.com/office/drawing/2014/main" id="{21E9A5F5-D551-4191-E9E6-7EDA4CF01DB0}"/>
              </a:ext>
            </a:extLst>
          </p:cNvPr>
          <p:cNvSpPr>
            <a:spLocks noChangeArrowheads="1"/>
          </p:cNvSpPr>
          <p:nvPr/>
        </p:nvSpPr>
        <p:spPr bwMode="auto">
          <a:xfrm>
            <a:off x="5419328" y="3471286"/>
            <a:ext cx="561975" cy="439737"/>
          </a:xfrm>
          <a:prstGeom prst="rect">
            <a:avLst/>
          </a:prstGeom>
          <a:solidFill>
            <a:srgbClr val="FFFFCC">
              <a:alpha val="0"/>
            </a:srgbClr>
          </a:solidFill>
          <a:ln>
            <a:noFill/>
          </a:ln>
          <a:extLst>
            <a:ext uri="{91240B29-F687-4F45-9708-019B960494DF}">
              <a14:hiddenLine xmlns:a14="http://schemas.microsoft.com/office/drawing/2010/main" w="28575">
                <a:solidFill>
                  <a:srgbClr val="000000"/>
                </a:solidFill>
                <a:miter lim="800000"/>
                <a:headEnd/>
                <a:tailEnd type="none" w="lg" len="lg"/>
              </a14:hiddenLine>
            </a:ext>
          </a:extLst>
        </p:spPr>
        <p:txBody>
          <a:bodyPr/>
          <a:lstStyle>
            <a:lvl1pPr marL="342900" indent="-342900">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1800">
                <a:latin typeface="Times New Roman" panose="02020603050405020304" pitchFamily="18" charset="0"/>
                <a:cs typeface="Times New Roman" panose="02020603050405020304" pitchFamily="18" charset="0"/>
              </a:rPr>
              <a:t>x</a:t>
            </a:r>
          </a:p>
        </p:txBody>
      </p:sp>
      <p:sp>
        <p:nvSpPr>
          <p:cNvPr id="45" name="Rectangle 40">
            <a:extLst>
              <a:ext uri="{FF2B5EF4-FFF2-40B4-BE49-F238E27FC236}">
                <a16:creationId xmlns:a16="http://schemas.microsoft.com/office/drawing/2014/main" id="{3011DC34-BA4D-B1F2-B183-36CB17BFC11E}"/>
              </a:ext>
            </a:extLst>
          </p:cNvPr>
          <p:cNvSpPr>
            <a:spLocks noChangeArrowheads="1"/>
          </p:cNvSpPr>
          <p:nvPr/>
        </p:nvSpPr>
        <p:spPr bwMode="auto">
          <a:xfrm>
            <a:off x="4882753" y="3471286"/>
            <a:ext cx="558800" cy="439737"/>
          </a:xfrm>
          <a:prstGeom prst="rect">
            <a:avLst/>
          </a:prstGeom>
          <a:solidFill>
            <a:srgbClr val="FFFFCC">
              <a:alpha val="0"/>
            </a:srgbClr>
          </a:solidFill>
          <a:ln>
            <a:noFill/>
          </a:ln>
          <a:extLst>
            <a:ext uri="{91240B29-F687-4F45-9708-019B960494DF}">
              <a14:hiddenLine xmlns:a14="http://schemas.microsoft.com/office/drawing/2010/main" w="28575">
                <a:solidFill>
                  <a:srgbClr val="000000"/>
                </a:solidFill>
                <a:miter lim="800000"/>
                <a:headEnd/>
                <a:tailEnd type="none" w="lg" len="lg"/>
              </a14:hiddenLine>
            </a:ext>
          </a:extLst>
        </p:spPr>
        <p:txBody>
          <a:bodyPr/>
          <a:lstStyle>
            <a:lvl1pPr marL="342900" indent="-342900">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1800">
                <a:latin typeface="Times New Roman" panose="02020603050405020304" pitchFamily="18" charset="0"/>
                <a:cs typeface="Times New Roman" panose="02020603050405020304" pitchFamily="18" charset="0"/>
              </a:rPr>
              <a:t>x</a:t>
            </a:r>
          </a:p>
        </p:txBody>
      </p:sp>
      <p:sp>
        <p:nvSpPr>
          <p:cNvPr id="46" name="Rectangle 41">
            <a:extLst>
              <a:ext uri="{FF2B5EF4-FFF2-40B4-BE49-F238E27FC236}">
                <a16:creationId xmlns:a16="http://schemas.microsoft.com/office/drawing/2014/main" id="{32207317-2C36-AC21-7B1D-09AF13CDFAB7}"/>
              </a:ext>
            </a:extLst>
          </p:cNvPr>
          <p:cNvSpPr>
            <a:spLocks noChangeArrowheads="1"/>
          </p:cNvSpPr>
          <p:nvPr/>
        </p:nvSpPr>
        <p:spPr bwMode="auto">
          <a:xfrm>
            <a:off x="4325540" y="3490336"/>
            <a:ext cx="561975" cy="441325"/>
          </a:xfrm>
          <a:prstGeom prst="rect">
            <a:avLst/>
          </a:prstGeom>
          <a:solidFill>
            <a:srgbClr val="FFFFCC">
              <a:alpha val="0"/>
            </a:srgbClr>
          </a:solidFill>
          <a:ln>
            <a:noFill/>
          </a:ln>
          <a:extLst>
            <a:ext uri="{91240B29-F687-4F45-9708-019B960494DF}">
              <a14:hiddenLine xmlns:a14="http://schemas.microsoft.com/office/drawing/2010/main" w="28575">
                <a:solidFill>
                  <a:srgbClr val="000000"/>
                </a:solidFill>
                <a:miter lim="800000"/>
                <a:headEnd/>
                <a:tailEnd type="none" w="lg" len="lg"/>
              </a14:hiddenLine>
            </a:ext>
          </a:extLst>
        </p:spPr>
        <p:txBody>
          <a:bodyPr/>
          <a:lstStyle>
            <a:lvl1pPr marL="342900" indent="-342900">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1800">
                <a:latin typeface="Times New Roman" panose="02020603050405020304" pitchFamily="18" charset="0"/>
                <a:cs typeface="Times New Roman" panose="02020603050405020304" pitchFamily="18" charset="0"/>
              </a:rPr>
              <a:t>1</a:t>
            </a:r>
          </a:p>
        </p:txBody>
      </p:sp>
      <p:sp>
        <p:nvSpPr>
          <p:cNvPr id="47" name="Rectangle 42">
            <a:extLst>
              <a:ext uri="{FF2B5EF4-FFF2-40B4-BE49-F238E27FC236}">
                <a16:creationId xmlns:a16="http://schemas.microsoft.com/office/drawing/2014/main" id="{105767DD-AAC7-28F1-500E-6190A6D14BFC}"/>
              </a:ext>
            </a:extLst>
          </p:cNvPr>
          <p:cNvSpPr>
            <a:spLocks noChangeArrowheads="1"/>
          </p:cNvSpPr>
          <p:nvPr/>
        </p:nvSpPr>
        <p:spPr bwMode="auto">
          <a:xfrm>
            <a:off x="7687865" y="2928361"/>
            <a:ext cx="561975" cy="441325"/>
          </a:xfrm>
          <a:prstGeom prst="rect">
            <a:avLst/>
          </a:prstGeom>
          <a:solidFill>
            <a:srgbClr val="FFFFCC">
              <a:alpha val="0"/>
            </a:srgbClr>
          </a:solidFill>
          <a:ln>
            <a:noFill/>
          </a:ln>
          <a:extLst>
            <a:ext uri="{91240B29-F687-4F45-9708-019B960494DF}">
              <a14:hiddenLine xmlns:a14="http://schemas.microsoft.com/office/drawing/2010/main" w="28575">
                <a:solidFill>
                  <a:srgbClr val="000000"/>
                </a:solidFill>
                <a:miter lim="800000"/>
                <a:headEnd/>
                <a:tailEnd type="none" w="lg" len="lg"/>
              </a14:hiddenLine>
            </a:ext>
          </a:extLst>
        </p:spPr>
        <p:txBody>
          <a:bodyPr/>
          <a:lstStyle>
            <a:lvl1pPr marL="342900" indent="-342900">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2000">
                <a:latin typeface="Times New Roman" panose="02020603050405020304" pitchFamily="18" charset="0"/>
                <a:cs typeface="Times New Roman" panose="02020603050405020304" pitchFamily="18" charset="0"/>
              </a:rPr>
              <a:t>Y</a:t>
            </a:r>
            <a:r>
              <a:rPr lang="en-US" altLang="zh-CN" sz="2000" baseline="-30000">
                <a:latin typeface="Times New Roman" panose="02020603050405020304" pitchFamily="18" charset="0"/>
                <a:cs typeface="Times New Roman" panose="02020603050405020304" pitchFamily="18" charset="0"/>
              </a:rPr>
              <a:t>3</a:t>
            </a:r>
            <a:endParaRPr lang="en-US" altLang="zh-CN" sz="2000">
              <a:latin typeface="Times New Roman" panose="02020603050405020304" pitchFamily="18" charset="0"/>
              <a:cs typeface="Times New Roman" panose="02020603050405020304" pitchFamily="18" charset="0"/>
            </a:endParaRPr>
          </a:p>
        </p:txBody>
      </p:sp>
      <p:sp>
        <p:nvSpPr>
          <p:cNvPr id="48" name="Rectangle 43">
            <a:extLst>
              <a:ext uri="{FF2B5EF4-FFF2-40B4-BE49-F238E27FC236}">
                <a16:creationId xmlns:a16="http://schemas.microsoft.com/office/drawing/2014/main" id="{DD7C560B-CA42-6D69-4B53-4EA3A1A05466}"/>
              </a:ext>
            </a:extLst>
          </p:cNvPr>
          <p:cNvSpPr>
            <a:spLocks noChangeArrowheads="1"/>
          </p:cNvSpPr>
          <p:nvPr/>
        </p:nvSpPr>
        <p:spPr bwMode="auto">
          <a:xfrm>
            <a:off x="6595665" y="2928361"/>
            <a:ext cx="573088" cy="441325"/>
          </a:xfrm>
          <a:prstGeom prst="rect">
            <a:avLst/>
          </a:prstGeom>
          <a:solidFill>
            <a:srgbClr val="FFFFCC">
              <a:alpha val="0"/>
            </a:srgbClr>
          </a:solidFill>
          <a:ln>
            <a:noFill/>
          </a:ln>
          <a:extLst>
            <a:ext uri="{91240B29-F687-4F45-9708-019B960494DF}">
              <a14:hiddenLine xmlns:a14="http://schemas.microsoft.com/office/drawing/2010/main" w="28575">
                <a:solidFill>
                  <a:srgbClr val="000000"/>
                </a:solidFill>
                <a:miter lim="800000"/>
                <a:headEnd/>
                <a:tailEnd type="none" w="lg" len="lg"/>
              </a14:hiddenLine>
            </a:ext>
          </a:extLst>
        </p:spPr>
        <p:txBody>
          <a:bodyPr/>
          <a:lstStyle>
            <a:lvl1pPr marL="342900" indent="-342900">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2000">
                <a:latin typeface="Times New Roman" panose="02020603050405020304" pitchFamily="18" charset="0"/>
                <a:cs typeface="Times New Roman" panose="02020603050405020304" pitchFamily="18" charset="0"/>
              </a:rPr>
              <a:t>Y</a:t>
            </a:r>
            <a:r>
              <a:rPr lang="en-US" altLang="zh-CN" sz="2000" baseline="-30000">
                <a:latin typeface="Times New Roman" panose="02020603050405020304" pitchFamily="18" charset="0"/>
                <a:cs typeface="Times New Roman" panose="02020603050405020304" pitchFamily="18" charset="0"/>
              </a:rPr>
              <a:t>1</a:t>
            </a:r>
            <a:endParaRPr lang="en-US" altLang="zh-CN" sz="2000">
              <a:latin typeface="Times New Roman" panose="02020603050405020304" pitchFamily="18" charset="0"/>
              <a:cs typeface="Times New Roman" panose="02020603050405020304" pitchFamily="18" charset="0"/>
            </a:endParaRPr>
          </a:p>
        </p:txBody>
      </p:sp>
      <p:sp>
        <p:nvSpPr>
          <p:cNvPr id="49" name="Rectangle 44">
            <a:extLst>
              <a:ext uri="{FF2B5EF4-FFF2-40B4-BE49-F238E27FC236}">
                <a16:creationId xmlns:a16="http://schemas.microsoft.com/office/drawing/2014/main" id="{C26368E5-4D6E-80E1-712C-2C1E561EEF80}"/>
              </a:ext>
            </a:extLst>
          </p:cNvPr>
          <p:cNvSpPr>
            <a:spLocks noChangeArrowheads="1"/>
          </p:cNvSpPr>
          <p:nvPr/>
        </p:nvSpPr>
        <p:spPr bwMode="auto">
          <a:xfrm>
            <a:off x="5446315" y="2925186"/>
            <a:ext cx="561975" cy="441325"/>
          </a:xfrm>
          <a:prstGeom prst="rect">
            <a:avLst/>
          </a:prstGeom>
          <a:solidFill>
            <a:srgbClr val="FFFFCC">
              <a:alpha val="0"/>
            </a:srgbClr>
          </a:solidFill>
          <a:ln>
            <a:noFill/>
          </a:ln>
          <a:extLst>
            <a:ext uri="{91240B29-F687-4F45-9708-019B960494DF}">
              <a14:hiddenLine xmlns:a14="http://schemas.microsoft.com/office/drawing/2010/main" w="28575">
                <a:solidFill>
                  <a:srgbClr val="000000"/>
                </a:solidFill>
                <a:miter lim="800000"/>
                <a:headEnd/>
                <a:tailEnd type="none" w="lg" len="lg"/>
              </a14:hiddenLine>
            </a:ext>
          </a:extLst>
        </p:spPr>
        <p:txBody>
          <a:bodyPr/>
          <a:lstStyle>
            <a:lvl1pPr marL="342900" indent="-342900">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2000">
                <a:latin typeface="Times New Roman" panose="02020603050405020304" pitchFamily="18" charset="0"/>
                <a:cs typeface="Times New Roman" panose="02020603050405020304" pitchFamily="18" charset="0"/>
              </a:rPr>
              <a:t>A</a:t>
            </a:r>
            <a:r>
              <a:rPr lang="en-US" altLang="zh-CN" sz="2000" baseline="-25000">
                <a:latin typeface="Times New Roman" panose="02020603050405020304" pitchFamily="18" charset="0"/>
                <a:cs typeface="Times New Roman" panose="02020603050405020304" pitchFamily="18" charset="0"/>
              </a:rPr>
              <a:t>0</a:t>
            </a:r>
          </a:p>
        </p:txBody>
      </p:sp>
      <p:sp>
        <p:nvSpPr>
          <p:cNvPr id="50" name="Rectangle 45">
            <a:extLst>
              <a:ext uri="{FF2B5EF4-FFF2-40B4-BE49-F238E27FC236}">
                <a16:creationId xmlns:a16="http://schemas.microsoft.com/office/drawing/2014/main" id="{619F8E25-2509-48CC-F88E-0338B6BBC2A4}"/>
              </a:ext>
            </a:extLst>
          </p:cNvPr>
          <p:cNvSpPr>
            <a:spLocks noChangeArrowheads="1"/>
          </p:cNvSpPr>
          <p:nvPr/>
        </p:nvSpPr>
        <p:spPr bwMode="auto">
          <a:xfrm>
            <a:off x="4325540" y="2925186"/>
            <a:ext cx="561975" cy="441325"/>
          </a:xfrm>
          <a:prstGeom prst="rect">
            <a:avLst/>
          </a:prstGeom>
          <a:solidFill>
            <a:srgbClr val="FFFFCC">
              <a:alpha val="0"/>
            </a:srgbClr>
          </a:solidFill>
          <a:ln>
            <a:noFill/>
          </a:ln>
          <a:extLst>
            <a:ext uri="{91240B29-F687-4F45-9708-019B960494DF}">
              <a14:hiddenLine xmlns:a14="http://schemas.microsoft.com/office/drawing/2010/main" w="28575">
                <a:solidFill>
                  <a:srgbClr val="000000"/>
                </a:solidFill>
                <a:miter lim="800000"/>
                <a:headEnd/>
                <a:tailEnd type="none" w="lg" len="lg"/>
              </a14:hiddenLine>
            </a:ext>
          </a:extLst>
        </p:spPr>
        <p:txBody>
          <a:bodyPr/>
          <a:lstStyle>
            <a:lvl1pPr marL="342900" indent="-342900">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2000">
                <a:latin typeface="Times New Roman" panose="02020603050405020304" pitchFamily="18" charset="0"/>
                <a:cs typeface="Times New Roman" panose="02020603050405020304" pitchFamily="18" charset="0"/>
              </a:rPr>
              <a:t>E</a:t>
            </a:r>
          </a:p>
        </p:txBody>
      </p:sp>
      <p:sp>
        <p:nvSpPr>
          <p:cNvPr id="51" name="Line 46">
            <a:extLst>
              <a:ext uri="{FF2B5EF4-FFF2-40B4-BE49-F238E27FC236}">
                <a16:creationId xmlns:a16="http://schemas.microsoft.com/office/drawing/2014/main" id="{9330FEB3-8063-0657-1B01-1CABAAF32F6B}"/>
              </a:ext>
            </a:extLst>
          </p:cNvPr>
          <p:cNvSpPr>
            <a:spLocks noChangeShapeType="1"/>
          </p:cNvSpPr>
          <p:nvPr/>
        </p:nvSpPr>
        <p:spPr bwMode="auto">
          <a:xfrm>
            <a:off x="4325540" y="5696961"/>
            <a:ext cx="3924300" cy="0"/>
          </a:xfrm>
          <a:prstGeom prst="line">
            <a:avLst/>
          </a:prstGeom>
          <a:noFill/>
          <a:ln w="28575" cap="sq">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52" name="Line 47">
            <a:extLst>
              <a:ext uri="{FF2B5EF4-FFF2-40B4-BE49-F238E27FC236}">
                <a16:creationId xmlns:a16="http://schemas.microsoft.com/office/drawing/2014/main" id="{C17AB0EE-A504-A87C-3D0C-C982336050E1}"/>
              </a:ext>
            </a:extLst>
          </p:cNvPr>
          <p:cNvSpPr>
            <a:spLocks noChangeShapeType="1"/>
          </p:cNvSpPr>
          <p:nvPr/>
        </p:nvSpPr>
        <p:spPr bwMode="auto">
          <a:xfrm>
            <a:off x="4357290" y="2845811"/>
            <a:ext cx="3892550" cy="0"/>
          </a:xfrm>
          <a:prstGeom prst="line">
            <a:avLst/>
          </a:prstGeom>
          <a:noFill/>
          <a:ln w="28575">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53" name="Line 48">
            <a:extLst>
              <a:ext uri="{FF2B5EF4-FFF2-40B4-BE49-F238E27FC236}">
                <a16:creationId xmlns:a16="http://schemas.microsoft.com/office/drawing/2014/main" id="{06E12EF9-F5DE-BB2C-E530-93C457846088}"/>
              </a:ext>
            </a:extLst>
          </p:cNvPr>
          <p:cNvSpPr>
            <a:spLocks noChangeShapeType="1"/>
          </p:cNvSpPr>
          <p:nvPr/>
        </p:nvSpPr>
        <p:spPr bwMode="auto">
          <a:xfrm>
            <a:off x="6020990" y="2836286"/>
            <a:ext cx="0" cy="2871787"/>
          </a:xfrm>
          <a:prstGeom prst="line">
            <a:avLst/>
          </a:prstGeom>
          <a:noFill/>
          <a:ln w="28575">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54" name="Line 49">
            <a:extLst>
              <a:ext uri="{FF2B5EF4-FFF2-40B4-BE49-F238E27FC236}">
                <a16:creationId xmlns:a16="http://schemas.microsoft.com/office/drawing/2014/main" id="{814DDAE7-41E0-167F-34D6-36D475407489}"/>
              </a:ext>
            </a:extLst>
          </p:cNvPr>
          <p:cNvSpPr>
            <a:spLocks noChangeShapeType="1"/>
          </p:cNvSpPr>
          <p:nvPr/>
        </p:nvSpPr>
        <p:spPr bwMode="auto">
          <a:xfrm>
            <a:off x="4357290" y="3471286"/>
            <a:ext cx="3892550" cy="0"/>
          </a:xfrm>
          <a:prstGeom prst="line">
            <a:avLst/>
          </a:prstGeom>
          <a:noFill/>
          <a:ln w="28575">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55" name="Rectangle 50">
            <a:extLst>
              <a:ext uri="{FF2B5EF4-FFF2-40B4-BE49-F238E27FC236}">
                <a16:creationId xmlns:a16="http://schemas.microsoft.com/office/drawing/2014/main" id="{45F39160-65A3-D472-1A6F-4507DEE57CA3}"/>
              </a:ext>
            </a:extLst>
          </p:cNvPr>
          <p:cNvSpPr>
            <a:spLocks noChangeArrowheads="1"/>
          </p:cNvSpPr>
          <p:nvPr/>
        </p:nvSpPr>
        <p:spPr bwMode="auto">
          <a:xfrm>
            <a:off x="4936728" y="2915661"/>
            <a:ext cx="561975" cy="439737"/>
          </a:xfrm>
          <a:prstGeom prst="rect">
            <a:avLst/>
          </a:prstGeom>
          <a:solidFill>
            <a:srgbClr val="FFFFCC">
              <a:alpha val="0"/>
            </a:srgbClr>
          </a:solidFill>
          <a:ln>
            <a:noFill/>
          </a:ln>
          <a:extLst>
            <a:ext uri="{91240B29-F687-4F45-9708-019B960494DF}">
              <a14:hiddenLine xmlns:a14="http://schemas.microsoft.com/office/drawing/2010/main" w="28575">
                <a:solidFill>
                  <a:srgbClr val="000000"/>
                </a:solidFill>
                <a:miter lim="800000"/>
                <a:headEnd/>
                <a:tailEnd type="none" w="lg" len="lg"/>
              </a14:hiddenLine>
            </a:ext>
          </a:extLst>
        </p:spPr>
        <p:txBody>
          <a:bodyPr/>
          <a:lstStyle>
            <a:lvl1pPr marL="342900" indent="-342900">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2000">
                <a:latin typeface="Times New Roman" panose="02020603050405020304" pitchFamily="18" charset="0"/>
                <a:cs typeface="Times New Roman" panose="02020603050405020304" pitchFamily="18" charset="0"/>
              </a:rPr>
              <a:t>A</a:t>
            </a:r>
            <a:r>
              <a:rPr lang="en-US" altLang="zh-CN" sz="2000" baseline="-25000">
                <a:latin typeface="Times New Roman" panose="02020603050405020304" pitchFamily="18" charset="0"/>
                <a:cs typeface="Times New Roman" panose="02020603050405020304" pitchFamily="18" charset="0"/>
              </a:rPr>
              <a:t>1</a:t>
            </a:r>
          </a:p>
        </p:txBody>
      </p:sp>
      <p:sp>
        <p:nvSpPr>
          <p:cNvPr id="56" name="Text Box 51">
            <a:extLst>
              <a:ext uri="{FF2B5EF4-FFF2-40B4-BE49-F238E27FC236}">
                <a16:creationId xmlns:a16="http://schemas.microsoft.com/office/drawing/2014/main" id="{B81C0E1F-47BD-8223-2FD6-349B179BBD71}"/>
              </a:ext>
            </a:extLst>
          </p:cNvPr>
          <p:cNvSpPr txBox="1">
            <a:spLocks noChangeArrowheads="1"/>
          </p:cNvSpPr>
          <p:nvPr/>
        </p:nvSpPr>
        <p:spPr bwMode="auto">
          <a:xfrm>
            <a:off x="1323181" y="5389852"/>
            <a:ext cx="140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zh-CN" altLang="en-US" sz="2400"/>
              <a:t>逻辑符号</a:t>
            </a:r>
          </a:p>
        </p:txBody>
      </p:sp>
      <p:sp>
        <p:nvSpPr>
          <p:cNvPr id="57" name="Text Box 52">
            <a:extLst>
              <a:ext uri="{FF2B5EF4-FFF2-40B4-BE49-F238E27FC236}">
                <a16:creationId xmlns:a16="http://schemas.microsoft.com/office/drawing/2014/main" id="{F61DEAB1-8A27-009E-A5B5-47AD8478CE1D}"/>
              </a:ext>
            </a:extLst>
          </p:cNvPr>
          <p:cNvSpPr txBox="1">
            <a:spLocks noChangeArrowheads="1"/>
          </p:cNvSpPr>
          <p:nvPr/>
        </p:nvSpPr>
        <p:spPr bwMode="auto">
          <a:xfrm>
            <a:off x="5909865" y="2220336"/>
            <a:ext cx="11033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zh-CN" altLang="en-US" sz="2400"/>
              <a:t>真值表</a:t>
            </a:r>
          </a:p>
        </p:txBody>
      </p:sp>
      <p:sp>
        <p:nvSpPr>
          <p:cNvPr id="58" name="Line 58">
            <a:extLst>
              <a:ext uri="{FF2B5EF4-FFF2-40B4-BE49-F238E27FC236}">
                <a16:creationId xmlns:a16="http://schemas.microsoft.com/office/drawing/2014/main" id="{65D24D40-09FF-00DE-174E-A9DAE446EE49}"/>
              </a:ext>
            </a:extLst>
          </p:cNvPr>
          <p:cNvSpPr>
            <a:spLocks noChangeShapeType="1"/>
          </p:cNvSpPr>
          <p:nvPr/>
        </p:nvSpPr>
        <p:spPr bwMode="auto">
          <a:xfrm>
            <a:off x="4506515" y="2988686"/>
            <a:ext cx="2159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 name="Line 60">
            <a:extLst>
              <a:ext uri="{FF2B5EF4-FFF2-40B4-BE49-F238E27FC236}">
                <a16:creationId xmlns:a16="http://schemas.microsoft.com/office/drawing/2014/main" id="{B45D4328-3265-D1A3-850F-A2327FE17927}"/>
              </a:ext>
            </a:extLst>
          </p:cNvPr>
          <p:cNvSpPr>
            <a:spLocks noChangeShapeType="1"/>
          </p:cNvSpPr>
          <p:nvPr/>
        </p:nvSpPr>
        <p:spPr bwMode="auto">
          <a:xfrm>
            <a:off x="6198790" y="2988686"/>
            <a:ext cx="2159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 name="Line 61">
            <a:extLst>
              <a:ext uri="{FF2B5EF4-FFF2-40B4-BE49-F238E27FC236}">
                <a16:creationId xmlns:a16="http://schemas.microsoft.com/office/drawing/2014/main" id="{900056C8-BEDA-2F5E-16BC-2F0F17826FA0}"/>
              </a:ext>
            </a:extLst>
          </p:cNvPr>
          <p:cNvSpPr>
            <a:spLocks noChangeShapeType="1"/>
          </p:cNvSpPr>
          <p:nvPr/>
        </p:nvSpPr>
        <p:spPr bwMode="auto">
          <a:xfrm>
            <a:off x="6702028" y="2988686"/>
            <a:ext cx="2159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 name="Line 62">
            <a:extLst>
              <a:ext uri="{FF2B5EF4-FFF2-40B4-BE49-F238E27FC236}">
                <a16:creationId xmlns:a16="http://schemas.microsoft.com/office/drawing/2014/main" id="{33517735-BFD8-F388-3C33-C4C877268ADA}"/>
              </a:ext>
            </a:extLst>
          </p:cNvPr>
          <p:cNvSpPr>
            <a:spLocks noChangeShapeType="1"/>
          </p:cNvSpPr>
          <p:nvPr/>
        </p:nvSpPr>
        <p:spPr bwMode="auto">
          <a:xfrm>
            <a:off x="7278290" y="2988686"/>
            <a:ext cx="2159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 name="Line 63">
            <a:extLst>
              <a:ext uri="{FF2B5EF4-FFF2-40B4-BE49-F238E27FC236}">
                <a16:creationId xmlns:a16="http://schemas.microsoft.com/office/drawing/2014/main" id="{26B051A8-9C4B-4417-846C-4257D89A1E7E}"/>
              </a:ext>
            </a:extLst>
          </p:cNvPr>
          <p:cNvSpPr>
            <a:spLocks noChangeShapeType="1"/>
          </p:cNvSpPr>
          <p:nvPr/>
        </p:nvSpPr>
        <p:spPr bwMode="auto">
          <a:xfrm>
            <a:off x="7818040" y="2988686"/>
            <a:ext cx="2159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10028855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AAC7CE-D67A-66C0-B772-36FB545967D1}"/>
              </a:ext>
            </a:extLst>
          </p:cNvPr>
          <p:cNvSpPr>
            <a:spLocks noGrp="1"/>
          </p:cNvSpPr>
          <p:nvPr>
            <p:ph type="title"/>
          </p:nvPr>
        </p:nvSpPr>
        <p:spPr/>
        <p:txBody>
          <a:bodyPr>
            <a:normAutofit fontScale="90000"/>
          </a:bodyPr>
          <a:lstStyle/>
          <a:p>
            <a:r>
              <a:rPr lang="en-US" altLang="zh-CN" dirty="0"/>
              <a:t>3</a:t>
            </a:r>
            <a:r>
              <a:rPr lang="zh-CN" altLang="en-US" dirty="0"/>
              <a:t>线</a:t>
            </a:r>
            <a:r>
              <a:rPr lang="en-US" altLang="zh-CN" dirty="0"/>
              <a:t>–8</a:t>
            </a:r>
            <a:r>
              <a:rPr lang="zh-CN" altLang="en-US" dirty="0"/>
              <a:t>线译码器</a:t>
            </a:r>
            <a:r>
              <a:rPr lang="en-US" altLang="zh-CN" dirty="0"/>
              <a:t>74x138</a:t>
            </a:r>
            <a:endParaRPr lang="zh-CN" altLang="en-US" dirty="0"/>
          </a:p>
        </p:txBody>
      </p:sp>
      <p:sp>
        <p:nvSpPr>
          <p:cNvPr id="3" name="内容占位符 2">
            <a:extLst>
              <a:ext uri="{FF2B5EF4-FFF2-40B4-BE49-F238E27FC236}">
                <a16:creationId xmlns:a16="http://schemas.microsoft.com/office/drawing/2014/main" id="{10087C40-0681-B6D0-3AA9-5FFAAE8ACB90}"/>
              </a:ext>
            </a:extLst>
          </p:cNvPr>
          <p:cNvSpPr>
            <a:spLocks noGrp="1"/>
          </p:cNvSpPr>
          <p:nvPr>
            <p:ph idx="1"/>
          </p:nvPr>
        </p:nvSpPr>
        <p:spPr/>
        <p:txBody>
          <a:bodyPr/>
          <a:lstStyle/>
          <a:p>
            <a:r>
              <a:rPr lang="zh-CN" altLang="en-US" dirty="0">
                <a:latin typeface="Times New Roman" panose="02020603050405020304" pitchFamily="18" charset="0"/>
              </a:rPr>
              <a:t>简称</a:t>
            </a:r>
            <a:r>
              <a:rPr lang="en-US" altLang="zh-CN" dirty="0">
                <a:latin typeface="Times New Roman" panose="02020603050405020304" pitchFamily="18" charset="0"/>
              </a:rPr>
              <a:t>3-8</a:t>
            </a:r>
            <a:r>
              <a:rPr lang="zh-CN" altLang="en-US" dirty="0">
                <a:latin typeface="Times New Roman" panose="02020603050405020304" pitchFamily="18" charset="0"/>
              </a:rPr>
              <a:t>译码器</a:t>
            </a:r>
            <a:endParaRPr lang="en-US" altLang="zh-CN" dirty="0">
              <a:latin typeface="Times New Roman" panose="02020603050405020304" pitchFamily="18" charset="0"/>
            </a:endParaRPr>
          </a:p>
          <a:p>
            <a:r>
              <a:rPr lang="en-US" altLang="zh-CN" dirty="0">
                <a:latin typeface="Times New Roman" panose="02020603050405020304" pitchFamily="18" charset="0"/>
              </a:rPr>
              <a:t>A</a:t>
            </a:r>
            <a:r>
              <a:rPr lang="en-US" altLang="zh-CN" sz="2000" dirty="0">
                <a:latin typeface="Times New Roman" panose="02020603050405020304" pitchFamily="18" charset="0"/>
              </a:rPr>
              <a:t>2</a:t>
            </a:r>
            <a:r>
              <a:rPr lang="en-US" altLang="zh-CN" dirty="0">
                <a:latin typeface="Times New Roman" panose="02020603050405020304" pitchFamily="18" charset="0"/>
              </a:rPr>
              <a:t>~A</a:t>
            </a:r>
            <a:r>
              <a:rPr lang="en-US" altLang="zh-CN" sz="2000" dirty="0">
                <a:latin typeface="Times New Roman" panose="02020603050405020304" pitchFamily="18" charset="0"/>
              </a:rPr>
              <a:t>0</a:t>
            </a:r>
            <a:r>
              <a:rPr lang="zh-CN" altLang="en-US" dirty="0">
                <a:latin typeface="Times New Roman" panose="02020603050405020304" pitchFamily="18" charset="0"/>
              </a:rPr>
              <a:t>：待译码输入信号</a:t>
            </a:r>
            <a:endParaRPr lang="en-US" altLang="zh-CN" dirty="0">
              <a:latin typeface="Times New Roman" panose="02020603050405020304" pitchFamily="18" charset="0"/>
            </a:endParaRPr>
          </a:p>
          <a:p>
            <a:pPr lvl="1"/>
            <a:r>
              <a:rPr lang="en-US" altLang="zh-CN" dirty="0">
                <a:latin typeface="Times New Roman" panose="02020603050405020304" pitchFamily="18" charset="0"/>
              </a:rPr>
              <a:t>A</a:t>
            </a:r>
            <a:r>
              <a:rPr lang="en-US" altLang="zh-CN" sz="2000" dirty="0">
                <a:latin typeface="Times New Roman" panose="02020603050405020304" pitchFamily="18" charset="0"/>
              </a:rPr>
              <a:t>2</a:t>
            </a:r>
            <a:r>
              <a:rPr lang="zh-CN" altLang="en-US" dirty="0">
                <a:latin typeface="Times New Roman" panose="02020603050405020304" pitchFamily="18" charset="0"/>
              </a:rPr>
              <a:t>为最高位，</a:t>
            </a:r>
            <a:r>
              <a:rPr lang="en-US" altLang="zh-CN" dirty="0">
                <a:latin typeface="Times New Roman" panose="02020603050405020304" pitchFamily="18" charset="0"/>
              </a:rPr>
              <a:t>A0</a:t>
            </a:r>
            <a:r>
              <a:rPr lang="zh-CN" altLang="en-US" dirty="0">
                <a:latin typeface="Times New Roman" panose="02020603050405020304" pitchFamily="18" charset="0"/>
              </a:rPr>
              <a:t>为最低位</a:t>
            </a:r>
          </a:p>
          <a:p>
            <a:r>
              <a:rPr lang="en-US" altLang="zh-CN" dirty="0">
                <a:latin typeface="Times New Roman" panose="02020603050405020304" pitchFamily="18" charset="0"/>
              </a:rPr>
              <a:t>Y</a:t>
            </a:r>
            <a:r>
              <a:rPr lang="en-US" altLang="zh-CN" sz="2000" dirty="0">
                <a:latin typeface="Times New Roman" panose="02020603050405020304" pitchFamily="18" charset="0"/>
              </a:rPr>
              <a:t>0 </a:t>
            </a:r>
            <a:r>
              <a:rPr lang="en-US" altLang="zh-CN" dirty="0">
                <a:latin typeface="Times New Roman" panose="02020603050405020304" pitchFamily="18" charset="0"/>
              </a:rPr>
              <a:t>~ Y</a:t>
            </a:r>
            <a:r>
              <a:rPr lang="en-US" altLang="zh-CN" sz="2000" dirty="0">
                <a:latin typeface="Times New Roman" panose="02020603050405020304" pitchFamily="18" charset="0"/>
              </a:rPr>
              <a:t>7</a:t>
            </a:r>
            <a:r>
              <a:rPr lang="zh-CN" altLang="en-US" dirty="0">
                <a:latin typeface="Times New Roman" panose="02020603050405020304" pitchFamily="18" charset="0"/>
              </a:rPr>
              <a:t>：译码输出信号</a:t>
            </a:r>
            <a:endParaRPr lang="en-US" altLang="zh-CN" sz="2000" dirty="0">
              <a:latin typeface="Times New Roman" panose="02020603050405020304" pitchFamily="18" charset="0"/>
            </a:endParaRPr>
          </a:p>
          <a:p>
            <a:pPr lvl="1"/>
            <a:r>
              <a:rPr lang="zh-CN" altLang="en-US" dirty="0">
                <a:latin typeface="Times New Roman" panose="02020603050405020304" pitchFamily="18" charset="0"/>
              </a:rPr>
              <a:t>低电平有效</a:t>
            </a:r>
          </a:p>
          <a:p>
            <a:pPr lvl="1"/>
            <a:r>
              <a:rPr lang="zh-CN" altLang="en-US" dirty="0">
                <a:latin typeface="Times New Roman" panose="02020603050405020304" pitchFamily="18" charset="0"/>
              </a:rPr>
              <a:t>最多只有一个有效</a:t>
            </a:r>
          </a:p>
          <a:p>
            <a:r>
              <a:rPr lang="en-US" altLang="zh-CN" dirty="0">
                <a:latin typeface="Times New Roman" panose="02020603050405020304" pitchFamily="18" charset="0"/>
              </a:rPr>
              <a:t>E</a:t>
            </a:r>
            <a:r>
              <a:rPr lang="en-US" altLang="zh-CN" sz="2000" dirty="0">
                <a:latin typeface="Times New Roman" panose="02020603050405020304" pitchFamily="18" charset="0"/>
              </a:rPr>
              <a:t>3, </a:t>
            </a:r>
            <a:r>
              <a:rPr lang="en-US" altLang="zh-CN" dirty="0">
                <a:latin typeface="Times New Roman" panose="02020603050405020304" pitchFamily="18" charset="0"/>
              </a:rPr>
              <a:t>E</a:t>
            </a:r>
            <a:r>
              <a:rPr lang="en-US" altLang="zh-CN" sz="2000" dirty="0">
                <a:latin typeface="Times New Roman" panose="02020603050405020304" pitchFamily="18" charset="0"/>
              </a:rPr>
              <a:t>2,</a:t>
            </a:r>
            <a:r>
              <a:rPr lang="zh-CN" altLang="en-US" sz="2000" dirty="0">
                <a:latin typeface="Times New Roman" panose="02020603050405020304" pitchFamily="18" charset="0"/>
              </a:rPr>
              <a:t> </a:t>
            </a:r>
            <a:r>
              <a:rPr lang="en-US" altLang="zh-CN" dirty="0">
                <a:latin typeface="Times New Roman" panose="02020603050405020304" pitchFamily="18" charset="0"/>
              </a:rPr>
              <a:t>E</a:t>
            </a:r>
            <a:r>
              <a:rPr lang="en-US" altLang="zh-CN" sz="2000" dirty="0">
                <a:latin typeface="Times New Roman" panose="02020603050405020304" pitchFamily="18" charset="0"/>
              </a:rPr>
              <a:t>1</a:t>
            </a:r>
            <a:r>
              <a:rPr lang="zh-CN" altLang="en-US" dirty="0">
                <a:latin typeface="Times New Roman" panose="02020603050405020304" pitchFamily="18" charset="0"/>
              </a:rPr>
              <a:t>：使能输入信号</a:t>
            </a:r>
            <a:endParaRPr lang="en-US" altLang="zh-CN" dirty="0">
              <a:latin typeface="Times New Roman" panose="02020603050405020304" pitchFamily="18" charset="0"/>
            </a:endParaRPr>
          </a:p>
          <a:p>
            <a:pPr lvl="1"/>
            <a:r>
              <a:rPr lang="zh-CN" altLang="en-US" dirty="0">
                <a:latin typeface="Times New Roman" panose="02020603050405020304" pitchFamily="18" charset="0"/>
              </a:rPr>
              <a:t>同时有效时才译码</a:t>
            </a:r>
          </a:p>
          <a:p>
            <a:pPr lvl="1"/>
            <a:r>
              <a:rPr lang="en-US" altLang="zh-CN" dirty="0">
                <a:latin typeface="Times New Roman" panose="02020603050405020304" pitchFamily="18" charset="0"/>
              </a:rPr>
              <a:t>E</a:t>
            </a:r>
            <a:r>
              <a:rPr lang="en-US" altLang="zh-CN" sz="1800" dirty="0">
                <a:latin typeface="Times New Roman" panose="02020603050405020304" pitchFamily="18" charset="0"/>
              </a:rPr>
              <a:t>3</a:t>
            </a:r>
            <a:r>
              <a:rPr lang="zh-CN" altLang="en-US" dirty="0">
                <a:latin typeface="Times New Roman" panose="02020603050405020304" pitchFamily="18" charset="0"/>
              </a:rPr>
              <a:t>高电平有效</a:t>
            </a:r>
          </a:p>
          <a:p>
            <a:pPr lvl="1"/>
            <a:r>
              <a:rPr lang="en-US" altLang="zh-CN" dirty="0">
                <a:latin typeface="Times New Roman" panose="02020603050405020304" pitchFamily="18" charset="0"/>
              </a:rPr>
              <a:t>E</a:t>
            </a:r>
            <a:r>
              <a:rPr lang="en-US" altLang="zh-CN" sz="1800" dirty="0">
                <a:latin typeface="Times New Roman" panose="02020603050405020304" pitchFamily="18" charset="0"/>
              </a:rPr>
              <a:t>1</a:t>
            </a:r>
            <a:r>
              <a:rPr lang="zh-CN" altLang="en-US" dirty="0">
                <a:latin typeface="Times New Roman" panose="02020603050405020304" pitchFamily="18" charset="0"/>
              </a:rPr>
              <a:t>、</a:t>
            </a:r>
            <a:r>
              <a:rPr lang="en-US" altLang="zh-CN" dirty="0">
                <a:latin typeface="Times New Roman" panose="02020603050405020304" pitchFamily="18" charset="0"/>
              </a:rPr>
              <a:t>E</a:t>
            </a:r>
            <a:r>
              <a:rPr lang="en-US" altLang="zh-CN" sz="1800" dirty="0">
                <a:latin typeface="Times New Roman" panose="02020603050405020304" pitchFamily="18" charset="0"/>
              </a:rPr>
              <a:t>2</a:t>
            </a:r>
            <a:r>
              <a:rPr lang="zh-CN" altLang="en-US" dirty="0">
                <a:latin typeface="Times New Roman" panose="02020603050405020304" pitchFamily="18" charset="0"/>
              </a:rPr>
              <a:t>低电平有效</a:t>
            </a:r>
            <a:endParaRPr kumimoji="1" lang="zh-CN" altLang="en-US" dirty="0"/>
          </a:p>
        </p:txBody>
      </p:sp>
      <p:sp>
        <p:nvSpPr>
          <p:cNvPr id="4" name="页脚占位符 3">
            <a:extLst>
              <a:ext uri="{FF2B5EF4-FFF2-40B4-BE49-F238E27FC236}">
                <a16:creationId xmlns:a16="http://schemas.microsoft.com/office/drawing/2014/main" id="{89BA7FC9-8E27-DD98-36B3-D875D7173AFD}"/>
              </a:ext>
            </a:extLst>
          </p:cNvPr>
          <p:cNvSpPr>
            <a:spLocks noGrp="1"/>
          </p:cNvSpPr>
          <p:nvPr>
            <p:ph type="ftr" sz="quarter" idx="11"/>
          </p:nvPr>
        </p:nvSpPr>
        <p:spPr/>
        <p:txBody>
          <a:bodyPr/>
          <a:lstStyle/>
          <a:p>
            <a:r>
              <a:rPr lang="zh-CN" altLang="en-US"/>
              <a:t>模拟与数字电路：</a:t>
            </a:r>
            <a:r>
              <a:rPr lang="en-US" altLang="zh-CN"/>
              <a:t>6. </a:t>
            </a:r>
            <a:r>
              <a:rPr lang="zh-CN" altLang="en-US"/>
              <a:t>组合逻辑电路</a:t>
            </a:r>
            <a:r>
              <a:rPr lang="en-US" altLang="zh-CN"/>
              <a:t>2</a:t>
            </a:r>
            <a:endParaRPr lang="en-US" dirty="0"/>
          </a:p>
        </p:txBody>
      </p:sp>
      <p:sp>
        <p:nvSpPr>
          <p:cNvPr id="5" name="灯片编号占位符 4">
            <a:extLst>
              <a:ext uri="{FF2B5EF4-FFF2-40B4-BE49-F238E27FC236}">
                <a16:creationId xmlns:a16="http://schemas.microsoft.com/office/drawing/2014/main" id="{76A8E3C7-BF8E-718B-16DC-40617DB06170}"/>
              </a:ext>
            </a:extLst>
          </p:cNvPr>
          <p:cNvSpPr>
            <a:spLocks noGrp="1"/>
          </p:cNvSpPr>
          <p:nvPr>
            <p:ph type="sldNum" sz="quarter" idx="12"/>
          </p:nvPr>
        </p:nvSpPr>
        <p:spPr/>
        <p:txBody>
          <a:bodyPr/>
          <a:lstStyle/>
          <a:p>
            <a:fld id="{9E260BC5-5BF3-8746-862B-DC45E9CAA88B}" type="slidenum">
              <a:rPr lang="en-US" smtClean="0"/>
              <a:pPr/>
              <a:t>17</a:t>
            </a:fld>
            <a:r>
              <a:rPr lang="en-US" altLang="zh-CN" dirty="0"/>
              <a:t>/38</a:t>
            </a:r>
            <a:endParaRPr lang="en-US" dirty="0"/>
          </a:p>
        </p:txBody>
      </p:sp>
      <p:sp>
        <p:nvSpPr>
          <p:cNvPr id="6" name="Line 11">
            <a:extLst>
              <a:ext uri="{FF2B5EF4-FFF2-40B4-BE49-F238E27FC236}">
                <a16:creationId xmlns:a16="http://schemas.microsoft.com/office/drawing/2014/main" id="{5BDDEC65-529A-2751-04E1-029CF9D5DBE3}"/>
              </a:ext>
            </a:extLst>
          </p:cNvPr>
          <p:cNvSpPr>
            <a:spLocks noChangeShapeType="1"/>
          </p:cNvSpPr>
          <p:nvPr/>
        </p:nvSpPr>
        <p:spPr bwMode="auto">
          <a:xfrm flipV="1">
            <a:off x="481441" y="2103763"/>
            <a:ext cx="295563" cy="0"/>
          </a:xfrm>
          <a:prstGeom prst="line">
            <a:avLst/>
          </a:prstGeom>
          <a:noFill/>
          <a:ln w="28575">
            <a:solidFill>
              <a:schemeClr val="accent1">
                <a:lumMod val="50000"/>
              </a:schemeClr>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 name="Line 11">
            <a:extLst>
              <a:ext uri="{FF2B5EF4-FFF2-40B4-BE49-F238E27FC236}">
                <a16:creationId xmlns:a16="http://schemas.microsoft.com/office/drawing/2014/main" id="{7C3EDAD8-2B7E-9B27-EB81-BF2C45E6DEB6}"/>
              </a:ext>
            </a:extLst>
          </p:cNvPr>
          <p:cNvSpPr>
            <a:spLocks noChangeShapeType="1"/>
          </p:cNvSpPr>
          <p:nvPr/>
        </p:nvSpPr>
        <p:spPr bwMode="auto">
          <a:xfrm flipV="1">
            <a:off x="1208804" y="2129344"/>
            <a:ext cx="295563" cy="0"/>
          </a:xfrm>
          <a:prstGeom prst="line">
            <a:avLst/>
          </a:prstGeom>
          <a:noFill/>
          <a:ln w="28575">
            <a:solidFill>
              <a:schemeClr val="accent1">
                <a:lumMod val="50000"/>
              </a:schemeClr>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 name="Line 11">
            <a:extLst>
              <a:ext uri="{FF2B5EF4-FFF2-40B4-BE49-F238E27FC236}">
                <a16:creationId xmlns:a16="http://schemas.microsoft.com/office/drawing/2014/main" id="{F17B4AFD-24EA-075C-F327-A4D25AF2B746}"/>
              </a:ext>
            </a:extLst>
          </p:cNvPr>
          <p:cNvSpPr>
            <a:spLocks noChangeShapeType="1"/>
          </p:cNvSpPr>
          <p:nvPr/>
        </p:nvSpPr>
        <p:spPr bwMode="auto">
          <a:xfrm flipV="1">
            <a:off x="913241" y="3527317"/>
            <a:ext cx="295563" cy="0"/>
          </a:xfrm>
          <a:prstGeom prst="line">
            <a:avLst/>
          </a:prstGeom>
          <a:noFill/>
          <a:ln w="28575">
            <a:solidFill>
              <a:schemeClr val="accent1">
                <a:lumMod val="50000"/>
              </a:schemeClr>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 name="Line 11">
            <a:extLst>
              <a:ext uri="{FF2B5EF4-FFF2-40B4-BE49-F238E27FC236}">
                <a16:creationId xmlns:a16="http://schemas.microsoft.com/office/drawing/2014/main" id="{3660C558-DB41-7D3A-2A21-7A1192F9BF44}"/>
              </a:ext>
            </a:extLst>
          </p:cNvPr>
          <p:cNvSpPr>
            <a:spLocks noChangeShapeType="1"/>
          </p:cNvSpPr>
          <p:nvPr/>
        </p:nvSpPr>
        <p:spPr bwMode="auto">
          <a:xfrm flipV="1">
            <a:off x="1356585" y="3532116"/>
            <a:ext cx="295563" cy="0"/>
          </a:xfrm>
          <a:prstGeom prst="line">
            <a:avLst/>
          </a:prstGeom>
          <a:noFill/>
          <a:ln w="28575">
            <a:solidFill>
              <a:schemeClr val="accent1">
                <a:lumMod val="50000"/>
              </a:schemeClr>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Text Box 13">
            <a:extLst>
              <a:ext uri="{FF2B5EF4-FFF2-40B4-BE49-F238E27FC236}">
                <a16:creationId xmlns:a16="http://schemas.microsoft.com/office/drawing/2014/main" id="{7FD102F6-96C1-CA56-9FDC-B42C3D91D5CF}"/>
              </a:ext>
            </a:extLst>
          </p:cNvPr>
          <p:cNvSpPr txBox="1">
            <a:spLocks noChangeArrowheads="1"/>
          </p:cNvSpPr>
          <p:nvPr/>
        </p:nvSpPr>
        <p:spPr bwMode="auto">
          <a:xfrm>
            <a:off x="6515100" y="4852988"/>
            <a:ext cx="16129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zh-CN" altLang="en-US"/>
              <a:t>逻辑符号</a:t>
            </a:r>
          </a:p>
        </p:txBody>
      </p:sp>
      <p:sp>
        <p:nvSpPr>
          <p:cNvPr id="11" name="Rectangle 10">
            <a:extLst>
              <a:ext uri="{FF2B5EF4-FFF2-40B4-BE49-F238E27FC236}">
                <a16:creationId xmlns:a16="http://schemas.microsoft.com/office/drawing/2014/main" id="{80E7CA0B-BA0D-4E41-5C7D-46F27593C7AA}"/>
              </a:ext>
            </a:extLst>
          </p:cNvPr>
          <p:cNvSpPr>
            <a:spLocks noChangeArrowheads="1"/>
          </p:cNvSpPr>
          <p:nvPr/>
        </p:nvSpPr>
        <p:spPr bwMode="auto">
          <a:xfrm>
            <a:off x="6486525" y="1666875"/>
            <a:ext cx="1625600" cy="29670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2" name="Rectangle 11">
            <a:extLst>
              <a:ext uri="{FF2B5EF4-FFF2-40B4-BE49-F238E27FC236}">
                <a16:creationId xmlns:a16="http://schemas.microsoft.com/office/drawing/2014/main" id="{76BB45EC-2E70-41C1-0A41-FEBB2F044AD4}"/>
              </a:ext>
            </a:extLst>
          </p:cNvPr>
          <p:cNvSpPr>
            <a:spLocks noChangeArrowheads="1"/>
          </p:cNvSpPr>
          <p:nvPr/>
        </p:nvSpPr>
        <p:spPr bwMode="auto">
          <a:xfrm>
            <a:off x="6521450" y="1303338"/>
            <a:ext cx="1590675" cy="3419475"/>
          </a:xfrm>
          <a:prstGeom prst="rect">
            <a:avLst/>
          </a:prstGeom>
          <a:noFill/>
          <a:ln w="412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3" name="Rectangle 12">
            <a:extLst>
              <a:ext uri="{FF2B5EF4-FFF2-40B4-BE49-F238E27FC236}">
                <a16:creationId xmlns:a16="http://schemas.microsoft.com/office/drawing/2014/main" id="{4BB03621-B360-E0B8-9496-C59133ADF717}"/>
              </a:ext>
            </a:extLst>
          </p:cNvPr>
          <p:cNvSpPr>
            <a:spLocks noChangeArrowheads="1"/>
          </p:cNvSpPr>
          <p:nvPr/>
        </p:nvSpPr>
        <p:spPr bwMode="auto">
          <a:xfrm>
            <a:off x="7126288" y="2527300"/>
            <a:ext cx="3810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lIns="0" tIns="0" rIns="0" bIns="0">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500" b="0">
                <a:solidFill>
                  <a:srgbClr val="000000"/>
                </a:solidFill>
                <a:latin typeface="Times New Roman" panose="02020603050405020304" pitchFamily="18" charset="0"/>
              </a:rPr>
              <a:t>74x138</a:t>
            </a:r>
            <a:endParaRPr lang="en-US" altLang="zh-CN" sz="2000" b="0"/>
          </a:p>
        </p:txBody>
      </p:sp>
      <p:sp>
        <p:nvSpPr>
          <p:cNvPr id="14" name="Oval 19">
            <a:extLst>
              <a:ext uri="{FF2B5EF4-FFF2-40B4-BE49-F238E27FC236}">
                <a16:creationId xmlns:a16="http://schemas.microsoft.com/office/drawing/2014/main" id="{50C4FBED-0944-7F34-2EAA-DDF710306396}"/>
              </a:ext>
            </a:extLst>
          </p:cNvPr>
          <p:cNvSpPr>
            <a:spLocks noChangeArrowheads="1"/>
          </p:cNvSpPr>
          <p:nvPr/>
        </p:nvSpPr>
        <p:spPr bwMode="auto">
          <a:xfrm>
            <a:off x="8134350" y="3138488"/>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5" name="Line 20">
            <a:extLst>
              <a:ext uri="{FF2B5EF4-FFF2-40B4-BE49-F238E27FC236}">
                <a16:creationId xmlns:a16="http://schemas.microsoft.com/office/drawing/2014/main" id="{C8CC249F-8488-5D89-1383-BC06E356A608}"/>
              </a:ext>
            </a:extLst>
          </p:cNvPr>
          <p:cNvSpPr>
            <a:spLocks noChangeShapeType="1"/>
          </p:cNvSpPr>
          <p:nvPr/>
        </p:nvSpPr>
        <p:spPr bwMode="auto">
          <a:xfrm>
            <a:off x="8278813" y="3208338"/>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Oval 21">
            <a:extLst>
              <a:ext uri="{FF2B5EF4-FFF2-40B4-BE49-F238E27FC236}">
                <a16:creationId xmlns:a16="http://schemas.microsoft.com/office/drawing/2014/main" id="{EF3513B6-062C-3A38-6629-DAE7AF57324B}"/>
              </a:ext>
            </a:extLst>
          </p:cNvPr>
          <p:cNvSpPr>
            <a:spLocks noChangeArrowheads="1"/>
          </p:cNvSpPr>
          <p:nvPr/>
        </p:nvSpPr>
        <p:spPr bwMode="auto">
          <a:xfrm>
            <a:off x="8134350" y="3535363"/>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7" name="Line 22">
            <a:extLst>
              <a:ext uri="{FF2B5EF4-FFF2-40B4-BE49-F238E27FC236}">
                <a16:creationId xmlns:a16="http://schemas.microsoft.com/office/drawing/2014/main" id="{C1AE6AFB-C819-0415-DDD7-266F4DDB6EF2}"/>
              </a:ext>
            </a:extLst>
          </p:cNvPr>
          <p:cNvSpPr>
            <a:spLocks noChangeShapeType="1"/>
          </p:cNvSpPr>
          <p:nvPr/>
        </p:nvSpPr>
        <p:spPr bwMode="auto">
          <a:xfrm>
            <a:off x="8278813" y="3605213"/>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Oval 23">
            <a:extLst>
              <a:ext uri="{FF2B5EF4-FFF2-40B4-BE49-F238E27FC236}">
                <a16:creationId xmlns:a16="http://schemas.microsoft.com/office/drawing/2014/main" id="{561340BC-7C31-196D-37E1-133748BDCC95}"/>
              </a:ext>
            </a:extLst>
          </p:cNvPr>
          <p:cNvSpPr>
            <a:spLocks noChangeArrowheads="1"/>
          </p:cNvSpPr>
          <p:nvPr/>
        </p:nvSpPr>
        <p:spPr bwMode="auto">
          <a:xfrm>
            <a:off x="8134350" y="3930650"/>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9" name="Line 24">
            <a:extLst>
              <a:ext uri="{FF2B5EF4-FFF2-40B4-BE49-F238E27FC236}">
                <a16:creationId xmlns:a16="http://schemas.microsoft.com/office/drawing/2014/main" id="{E8A458F4-BB29-DC08-CD94-4017119B0F15}"/>
              </a:ext>
            </a:extLst>
          </p:cNvPr>
          <p:cNvSpPr>
            <a:spLocks noChangeShapeType="1"/>
          </p:cNvSpPr>
          <p:nvPr/>
        </p:nvSpPr>
        <p:spPr bwMode="auto">
          <a:xfrm>
            <a:off x="8278813" y="4000500"/>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Oval 25">
            <a:extLst>
              <a:ext uri="{FF2B5EF4-FFF2-40B4-BE49-F238E27FC236}">
                <a16:creationId xmlns:a16="http://schemas.microsoft.com/office/drawing/2014/main" id="{C35F7B89-052F-D404-F154-9386CBF7803B}"/>
              </a:ext>
            </a:extLst>
          </p:cNvPr>
          <p:cNvSpPr>
            <a:spLocks noChangeArrowheads="1"/>
          </p:cNvSpPr>
          <p:nvPr/>
        </p:nvSpPr>
        <p:spPr bwMode="auto">
          <a:xfrm>
            <a:off x="8134350" y="4319588"/>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1" name="Line 26">
            <a:extLst>
              <a:ext uri="{FF2B5EF4-FFF2-40B4-BE49-F238E27FC236}">
                <a16:creationId xmlns:a16="http://schemas.microsoft.com/office/drawing/2014/main" id="{F7551BDB-004E-EE6E-FBED-8E64B6AC8CD8}"/>
              </a:ext>
            </a:extLst>
          </p:cNvPr>
          <p:cNvSpPr>
            <a:spLocks noChangeShapeType="1"/>
          </p:cNvSpPr>
          <p:nvPr/>
        </p:nvSpPr>
        <p:spPr bwMode="auto">
          <a:xfrm>
            <a:off x="8278813" y="4389438"/>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Oval 27">
            <a:extLst>
              <a:ext uri="{FF2B5EF4-FFF2-40B4-BE49-F238E27FC236}">
                <a16:creationId xmlns:a16="http://schemas.microsoft.com/office/drawing/2014/main" id="{C9B1043B-BC73-1C6C-7A66-066163CB583E}"/>
              </a:ext>
            </a:extLst>
          </p:cNvPr>
          <p:cNvSpPr>
            <a:spLocks noChangeArrowheads="1"/>
          </p:cNvSpPr>
          <p:nvPr/>
        </p:nvSpPr>
        <p:spPr bwMode="auto">
          <a:xfrm>
            <a:off x="8134350" y="1555750"/>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3" name="Line 28">
            <a:extLst>
              <a:ext uri="{FF2B5EF4-FFF2-40B4-BE49-F238E27FC236}">
                <a16:creationId xmlns:a16="http://schemas.microsoft.com/office/drawing/2014/main" id="{D94BD9B5-D7A1-4467-284E-9A815C33AAF9}"/>
              </a:ext>
            </a:extLst>
          </p:cNvPr>
          <p:cNvSpPr>
            <a:spLocks noChangeShapeType="1"/>
          </p:cNvSpPr>
          <p:nvPr/>
        </p:nvSpPr>
        <p:spPr bwMode="auto">
          <a:xfrm>
            <a:off x="8278813" y="1625600"/>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Oval 29">
            <a:extLst>
              <a:ext uri="{FF2B5EF4-FFF2-40B4-BE49-F238E27FC236}">
                <a16:creationId xmlns:a16="http://schemas.microsoft.com/office/drawing/2014/main" id="{CFDF326C-3222-BE70-FBEA-741FF60F882B}"/>
              </a:ext>
            </a:extLst>
          </p:cNvPr>
          <p:cNvSpPr>
            <a:spLocks noChangeArrowheads="1"/>
          </p:cNvSpPr>
          <p:nvPr/>
        </p:nvSpPr>
        <p:spPr bwMode="auto">
          <a:xfrm>
            <a:off x="8134350" y="1952625"/>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5" name="Line 30">
            <a:extLst>
              <a:ext uri="{FF2B5EF4-FFF2-40B4-BE49-F238E27FC236}">
                <a16:creationId xmlns:a16="http://schemas.microsoft.com/office/drawing/2014/main" id="{F16322B5-0F1B-7E04-9E5F-D42038536294}"/>
              </a:ext>
            </a:extLst>
          </p:cNvPr>
          <p:cNvSpPr>
            <a:spLocks noChangeShapeType="1"/>
          </p:cNvSpPr>
          <p:nvPr/>
        </p:nvSpPr>
        <p:spPr bwMode="auto">
          <a:xfrm>
            <a:off x="8278813" y="2022475"/>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Oval 31">
            <a:extLst>
              <a:ext uri="{FF2B5EF4-FFF2-40B4-BE49-F238E27FC236}">
                <a16:creationId xmlns:a16="http://schemas.microsoft.com/office/drawing/2014/main" id="{C82C93A3-5B57-C858-BBAE-072D2B87AA8F}"/>
              </a:ext>
            </a:extLst>
          </p:cNvPr>
          <p:cNvSpPr>
            <a:spLocks noChangeArrowheads="1"/>
          </p:cNvSpPr>
          <p:nvPr/>
        </p:nvSpPr>
        <p:spPr bwMode="auto">
          <a:xfrm>
            <a:off x="8134350" y="2347913"/>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7" name="Line 32">
            <a:extLst>
              <a:ext uri="{FF2B5EF4-FFF2-40B4-BE49-F238E27FC236}">
                <a16:creationId xmlns:a16="http://schemas.microsoft.com/office/drawing/2014/main" id="{F077E0D5-D6E9-ADD5-A0B5-D694F4AF7CAD}"/>
              </a:ext>
            </a:extLst>
          </p:cNvPr>
          <p:cNvSpPr>
            <a:spLocks noChangeShapeType="1"/>
          </p:cNvSpPr>
          <p:nvPr/>
        </p:nvSpPr>
        <p:spPr bwMode="auto">
          <a:xfrm>
            <a:off x="8278813" y="2417763"/>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Oval 33">
            <a:extLst>
              <a:ext uri="{FF2B5EF4-FFF2-40B4-BE49-F238E27FC236}">
                <a16:creationId xmlns:a16="http://schemas.microsoft.com/office/drawing/2014/main" id="{71DCFA15-1AF5-8190-F355-E5D42218506D}"/>
              </a:ext>
            </a:extLst>
          </p:cNvPr>
          <p:cNvSpPr>
            <a:spLocks noChangeArrowheads="1"/>
          </p:cNvSpPr>
          <p:nvPr/>
        </p:nvSpPr>
        <p:spPr bwMode="auto">
          <a:xfrm>
            <a:off x="8134350" y="2736850"/>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9" name="Line 34">
            <a:extLst>
              <a:ext uri="{FF2B5EF4-FFF2-40B4-BE49-F238E27FC236}">
                <a16:creationId xmlns:a16="http://schemas.microsoft.com/office/drawing/2014/main" id="{7576A325-206B-F9CC-822D-1BB1A9E6A3E9}"/>
              </a:ext>
            </a:extLst>
          </p:cNvPr>
          <p:cNvSpPr>
            <a:spLocks noChangeShapeType="1"/>
          </p:cNvSpPr>
          <p:nvPr/>
        </p:nvSpPr>
        <p:spPr bwMode="auto">
          <a:xfrm>
            <a:off x="8278813" y="2806700"/>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30" name="Object 38">
            <a:extLst>
              <a:ext uri="{FF2B5EF4-FFF2-40B4-BE49-F238E27FC236}">
                <a16:creationId xmlns:a16="http://schemas.microsoft.com/office/drawing/2014/main" id="{FB7AAF35-388F-2481-D4FF-1F8825B2C977}"/>
              </a:ext>
            </a:extLst>
          </p:cNvPr>
          <p:cNvGraphicFramePr>
            <a:graphicFrameLocks noChangeAspect="1"/>
          </p:cNvGraphicFramePr>
          <p:nvPr>
            <p:extLst>
              <p:ext uri="{D42A27DB-BD31-4B8C-83A1-F6EECF244321}">
                <p14:modId xmlns:p14="http://schemas.microsoft.com/office/powerpoint/2010/main" val="971517445"/>
              </p:ext>
            </p:extLst>
          </p:nvPr>
        </p:nvGraphicFramePr>
        <p:xfrm>
          <a:off x="7672388" y="1436688"/>
          <a:ext cx="331787" cy="393700"/>
        </p:xfrm>
        <a:graphic>
          <a:graphicData uri="http://schemas.openxmlformats.org/presentationml/2006/ole">
            <mc:AlternateContent xmlns:mc="http://schemas.openxmlformats.org/markup-compatibility/2006">
              <mc:Choice xmlns:v="urn:schemas-microsoft-com:vml" Requires="v">
                <p:oleObj name="公式" r:id="rId3" imgW="175140" imgH="221089" progId="Equation.3">
                  <p:embed/>
                </p:oleObj>
              </mc:Choice>
              <mc:Fallback>
                <p:oleObj name="公式" r:id="rId3" imgW="175140" imgH="221089" progId="Equation.3">
                  <p:embed/>
                  <p:pic>
                    <p:nvPicPr>
                      <p:cNvPr id="28705" name="Object 3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72388" y="1436688"/>
                        <a:ext cx="331787"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1" name="Object 15">
            <a:extLst>
              <a:ext uri="{FF2B5EF4-FFF2-40B4-BE49-F238E27FC236}">
                <a16:creationId xmlns:a16="http://schemas.microsoft.com/office/drawing/2014/main" id="{4C1EC771-F0AF-84EA-0679-7350C6BE7FCA}"/>
              </a:ext>
            </a:extLst>
          </p:cNvPr>
          <p:cNvGraphicFramePr>
            <a:graphicFrameLocks noChangeAspect="1"/>
          </p:cNvGraphicFramePr>
          <p:nvPr>
            <p:extLst>
              <p:ext uri="{D42A27DB-BD31-4B8C-83A1-F6EECF244321}">
                <p14:modId xmlns:p14="http://schemas.microsoft.com/office/powerpoint/2010/main" val="3849534443"/>
              </p:ext>
            </p:extLst>
          </p:nvPr>
        </p:nvGraphicFramePr>
        <p:xfrm>
          <a:off x="6583363" y="3581400"/>
          <a:ext cx="427037" cy="390525"/>
        </p:xfrm>
        <a:graphic>
          <a:graphicData uri="http://schemas.openxmlformats.org/presentationml/2006/ole">
            <mc:AlternateContent xmlns:mc="http://schemas.openxmlformats.org/markup-compatibility/2006">
              <mc:Choice xmlns:v="urn:schemas-microsoft-com:vml" Requires="v">
                <p:oleObj name="公式" r:id="rId5" imgW="220886" imgH="251460" progId="Equation.3">
                  <p:embed/>
                </p:oleObj>
              </mc:Choice>
              <mc:Fallback>
                <p:oleObj name="公式" r:id="rId5" imgW="220886" imgH="251460" progId="Equation.3">
                  <p:embed/>
                  <p:pic>
                    <p:nvPicPr>
                      <p:cNvPr id="28706"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83363" y="3581400"/>
                        <a:ext cx="427037" cy="390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2" name="Line 42">
            <a:extLst>
              <a:ext uri="{FF2B5EF4-FFF2-40B4-BE49-F238E27FC236}">
                <a16:creationId xmlns:a16="http://schemas.microsoft.com/office/drawing/2014/main" id="{31A45A10-D97A-455C-8291-15407EDAFF34}"/>
              </a:ext>
            </a:extLst>
          </p:cNvPr>
          <p:cNvSpPr>
            <a:spLocks noChangeShapeType="1"/>
          </p:cNvSpPr>
          <p:nvPr/>
        </p:nvSpPr>
        <p:spPr bwMode="auto">
          <a:xfrm>
            <a:off x="6091238" y="3375025"/>
            <a:ext cx="43338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 name="Oval 43">
            <a:extLst>
              <a:ext uri="{FF2B5EF4-FFF2-40B4-BE49-F238E27FC236}">
                <a16:creationId xmlns:a16="http://schemas.microsoft.com/office/drawing/2014/main" id="{CFBFD441-7A7C-1792-C98D-E683AE4E8663}"/>
              </a:ext>
            </a:extLst>
          </p:cNvPr>
          <p:cNvSpPr>
            <a:spLocks noChangeArrowheads="1"/>
          </p:cNvSpPr>
          <p:nvPr/>
        </p:nvSpPr>
        <p:spPr bwMode="auto">
          <a:xfrm>
            <a:off x="6381750" y="3700463"/>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34" name="Line 44">
            <a:extLst>
              <a:ext uri="{FF2B5EF4-FFF2-40B4-BE49-F238E27FC236}">
                <a16:creationId xmlns:a16="http://schemas.microsoft.com/office/drawing/2014/main" id="{3C6B1987-55F4-DD9B-69AB-6C86C1AECF07}"/>
              </a:ext>
            </a:extLst>
          </p:cNvPr>
          <p:cNvSpPr>
            <a:spLocks noChangeShapeType="1"/>
          </p:cNvSpPr>
          <p:nvPr/>
        </p:nvSpPr>
        <p:spPr bwMode="auto">
          <a:xfrm>
            <a:off x="6092825" y="3770313"/>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Oval 45">
            <a:extLst>
              <a:ext uri="{FF2B5EF4-FFF2-40B4-BE49-F238E27FC236}">
                <a16:creationId xmlns:a16="http://schemas.microsoft.com/office/drawing/2014/main" id="{14EA3E8C-2251-2C3E-FFB6-C4E1FE0E82EA}"/>
              </a:ext>
            </a:extLst>
          </p:cNvPr>
          <p:cNvSpPr>
            <a:spLocks noChangeArrowheads="1"/>
          </p:cNvSpPr>
          <p:nvPr/>
        </p:nvSpPr>
        <p:spPr bwMode="auto">
          <a:xfrm>
            <a:off x="6380163" y="4097338"/>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36" name="Line 46">
            <a:extLst>
              <a:ext uri="{FF2B5EF4-FFF2-40B4-BE49-F238E27FC236}">
                <a16:creationId xmlns:a16="http://schemas.microsoft.com/office/drawing/2014/main" id="{6C7AD636-0F44-F8DE-7F39-44B8479891DE}"/>
              </a:ext>
            </a:extLst>
          </p:cNvPr>
          <p:cNvSpPr>
            <a:spLocks noChangeShapeType="1"/>
          </p:cNvSpPr>
          <p:nvPr/>
        </p:nvSpPr>
        <p:spPr bwMode="auto">
          <a:xfrm>
            <a:off x="6091238" y="4167188"/>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37" name="Object 47">
            <a:extLst>
              <a:ext uri="{FF2B5EF4-FFF2-40B4-BE49-F238E27FC236}">
                <a16:creationId xmlns:a16="http://schemas.microsoft.com/office/drawing/2014/main" id="{5BE71BBF-BBD6-6443-7C83-4BD7811A2E7F}"/>
              </a:ext>
            </a:extLst>
          </p:cNvPr>
          <p:cNvGraphicFramePr>
            <a:graphicFrameLocks noChangeAspect="1"/>
          </p:cNvGraphicFramePr>
          <p:nvPr>
            <p:extLst>
              <p:ext uri="{D42A27DB-BD31-4B8C-83A1-F6EECF244321}">
                <p14:modId xmlns:p14="http://schemas.microsoft.com/office/powerpoint/2010/main" val="716650525"/>
              </p:ext>
            </p:extLst>
          </p:nvPr>
        </p:nvGraphicFramePr>
        <p:xfrm>
          <a:off x="6565900" y="3187700"/>
          <a:ext cx="401638" cy="392113"/>
        </p:xfrm>
        <a:graphic>
          <a:graphicData uri="http://schemas.openxmlformats.org/presentationml/2006/ole">
            <mc:AlternateContent xmlns:mc="http://schemas.openxmlformats.org/markup-compatibility/2006">
              <mc:Choice xmlns:v="urn:schemas-microsoft-com:vml" Requires="v">
                <p:oleObj name="公式" r:id="rId7" imgW="198013" imgH="251460" progId="Equation.3">
                  <p:embed/>
                </p:oleObj>
              </mc:Choice>
              <mc:Fallback>
                <p:oleObj name="公式" r:id="rId7" imgW="198013" imgH="251460" progId="Equation.3">
                  <p:embed/>
                  <p:pic>
                    <p:nvPicPr>
                      <p:cNvPr id="28712" name="Object 4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65900" y="3187700"/>
                        <a:ext cx="401638"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8" name="Object 48">
            <a:extLst>
              <a:ext uri="{FF2B5EF4-FFF2-40B4-BE49-F238E27FC236}">
                <a16:creationId xmlns:a16="http://schemas.microsoft.com/office/drawing/2014/main" id="{D2BF890E-C250-F7FA-8C0B-0B3240FBAFB4}"/>
              </a:ext>
            </a:extLst>
          </p:cNvPr>
          <p:cNvGraphicFramePr>
            <a:graphicFrameLocks noChangeAspect="1"/>
          </p:cNvGraphicFramePr>
          <p:nvPr>
            <p:extLst>
              <p:ext uri="{D42A27DB-BD31-4B8C-83A1-F6EECF244321}">
                <p14:modId xmlns:p14="http://schemas.microsoft.com/office/powerpoint/2010/main" val="3339820170"/>
              </p:ext>
            </p:extLst>
          </p:nvPr>
        </p:nvGraphicFramePr>
        <p:xfrm>
          <a:off x="6605588" y="3941763"/>
          <a:ext cx="376237" cy="390525"/>
        </p:xfrm>
        <a:graphic>
          <a:graphicData uri="http://schemas.openxmlformats.org/presentationml/2006/ole">
            <mc:AlternateContent xmlns:mc="http://schemas.openxmlformats.org/markup-compatibility/2006">
              <mc:Choice xmlns:v="urn:schemas-microsoft-com:vml" Requires="v">
                <p:oleObj name="公式" r:id="rId9" imgW="182982" imgH="251460" progId="Equation.3">
                  <p:embed/>
                </p:oleObj>
              </mc:Choice>
              <mc:Fallback>
                <p:oleObj name="公式" r:id="rId9" imgW="182982" imgH="251460" progId="Equation.3">
                  <p:embed/>
                  <p:pic>
                    <p:nvPicPr>
                      <p:cNvPr id="28713" name="Object 4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605588" y="3941763"/>
                        <a:ext cx="376237" cy="390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9" name="Line 39">
            <a:extLst>
              <a:ext uri="{FF2B5EF4-FFF2-40B4-BE49-F238E27FC236}">
                <a16:creationId xmlns:a16="http://schemas.microsoft.com/office/drawing/2014/main" id="{1B17AA81-0946-5E79-F392-84F04AF6E802}"/>
              </a:ext>
            </a:extLst>
          </p:cNvPr>
          <p:cNvSpPr>
            <a:spLocks noChangeShapeType="1"/>
          </p:cNvSpPr>
          <p:nvPr/>
        </p:nvSpPr>
        <p:spPr bwMode="auto">
          <a:xfrm>
            <a:off x="6091238" y="2651125"/>
            <a:ext cx="43338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 name="Line 40">
            <a:extLst>
              <a:ext uri="{FF2B5EF4-FFF2-40B4-BE49-F238E27FC236}">
                <a16:creationId xmlns:a16="http://schemas.microsoft.com/office/drawing/2014/main" id="{F2D9FE70-BF24-8437-4C0D-E8E73024F872}"/>
              </a:ext>
            </a:extLst>
          </p:cNvPr>
          <p:cNvSpPr>
            <a:spLocks noChangeShapeType="1"/>
          </p:cNvSpPr>
          <p:nvPr/>
        </p:nvSpPr>
        <p:spPr bwMode="auto">
          <a:xfrm>
            <a:off x="6091238" y="2254250"/>
            <a:ext cx="43338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 name="Line 41">
            <a:extLst>
              <a:ext uri="{FF2B5EF4-FFF2-40B4-BE49-F238E27FC236}">
                <a16:creationId xmlns:a16="http://schemas.microsoft.com/office/drawing/2014/main" id="{022E50F4-BDA2-AAD6-C5DB-1E8A7625C72C}"/>
              </a:ext>
            </a:extLst>
          </p:cNvPr>
          <p:cNvSpPr>
            <a:spLocks noChangeShapeType="1"/>
          </p:cNvSpPr>
          <p:nvPr/>
        </p:nvSpPr>
        <p:spPr bwMode="auto">
          <a:xfrm>
            <a:off x="6091238" y="1858963"/>
            <a:ext cx="43338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42" name="Object 49">
            <a:extLst>
              <a:ext uri="{FF2B5EF4-FFF2-40B4-BE49-F238E27FC236}">
                <a16:creationId xmlns:a16="http://schemas.microsoft.com/office/drawing/2014/main" id="{38158B46-30B5-773A-1DED-8EF45FEE0224}"/>
              </a:ext>
            </a:extLst>
          </p:cNvPr>
          <p:cNvGraphicFramePr>
            <a:graphicFrameLocks noChangeAspect="1"/>
          </p:cNvGraphicFramePr>
          <p:nvPr>
            <p:extLst>
              <p:ext uri="{D42A27DB-BD31-4B8C-83A1-F6EECF244321}">
                <p14:modId xmlns:p14="http://schemas.microsoft.com/office/powerpoint/2010/main" val="2009393153"/>
              </p:ext>
            </p:extLst>
          </p:nvPr>
        </p:nvGraphicFramePr>
        <p:xfrm>
          <a:off x="6592888" y="1690688"/>
          <a:ext cx="423862" cy="349250"/>
        </p:xfrm>
        <a:graphic>
          <a:graphicData uri="http://schemas.openxmlformats.org/presentationml/2006/ole">
            <mc:AlternateContent xmlns:mc="http://schemas.openxmlformats.org/markup-compatibility/2006">
              <mc:Choice xmlns:v="urn:schemas-microsoft-com:vml" Requires="v">
                <p:oleObj name="公式" r:id="rId11" imgW="213370" imgH="213251" progId="Equation.3">
                  <p:embed/>
                </p:oleObj>
              </mc:Choice>
              <mc:Fallback>
                <p:oleObj name="公式" r:id="rId11" imgW="213370" imgH="213251" progId="Equation.3">
                  <p:embed/>
                  <p:pic>
                    <p:nvPicPr>
                      <p:cNvPr id="28717" name="Object 4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592888" y="1690688"/>
                        <a:ext cx="423862" cy="349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3" name="Object 50">
            <a:extLst>
              <a:ext uri="{FF2B5EF4-FFF2-40B4-BE49-F238E27FC236}">
                <a16:creationId xmlns:a16="http://schemas.microsoft.com/office/drawing/2014/main" id="{394A86EA-F03B-F555-FE90-A057D568BA2D}"/>
              </a:ext>
            </a:extLst>
          </p:cNvPr>
          <p:cNvGraphicFramePr>
            <a:graphicFrameLocks noChangeAspect="1"/>
          </p:cNvGraphicFramePr>
          <p:nvPr>
            <p:extLst>
              <p:ext uri="{D42A27DB-BD31-4B8C-83A1-F6EECF244321}">
                <p14:modId xmlns:p14="http://schemas.microsoft.com/office/powerpoint/2010/main" val="3272855636"/>
              </p:ext>
            </p:extLst>
          </p:nvPr>
        </p:nvGraphicFramePr>
        <p:xfrm>
          <a:off x="6600825" y="2085975"/>
          <a:ext cx="400050" cy="349250"/>
        </p:xfrm>
        <a:graphic>
          <a:graphicData uri="http://schemas.openxmlformats.org/presentationml/2006/ole">
            <mc:AlternateContent xmlns:mc="http://schemas.openxmlformats.org/markup-compatibility/2006">
              <mc:Choice xmlns:v="urn:schemas-microsoft-com:vml" Requires="v">
                <p:oleObj name="公式" r:id="rId13" imgW="182982" imgH="213251" progId="Equation.3">
                  <p:embed/>
                </p:oleObj>
              </mc:Choice>
              <mc:Fallback>
                <p:oleObj name="公式" r:id="rId13" imgW="182982" imgH="213251" progId="Equation.3">
                  <p:embed/>
                  <p:pic>
                    <p:nvPicPr>
                      <p:cNvPr id="28718" name="Object 5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600825" y="2085975"/>
                        <a:ext cx="400050" cy="349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4" name="Object 51">
            <a:extLst>
              <a:ext uri="{FF2B5EF4-FFF2-40B4-BE49-F238E27FC236}">
                <a16:creationId xmlns:a16="http://schemas.microsoft.com/office/drawing/2014/main" id="{382353CD-D825-9540-6F27-40CA110EC396}"/>
              </a:ext>
            </a:extLst>
          </p:cNvPr>
          <p:cNvGraphicFramePr>
            <a:graphicFrameLocks noChangeAspect="1"/>
          </p:cNvGraphicFramePr>
          <p:nvPr>
            <p:extLst>
              <p:ext uri="{D42A27DB-BD31-4B8C-83A1-F6EECF244321}">
                <p14:modId xmlns:p14="http://schemas.microsoft.com/office/powerpoint/2010/main" val="599954296"/>
              </p:ext>
            </p:extLst>
          </p:nvPr>
        </p:nvGraphicFramePr>
        <p:xfrm>
          <a:off x="6591300" y="2473325"/>
          <a:ext cx="423863" cy="371475"/>
        </p:xfrm>
        <a:graphic>
          <a:graphicData uri="http://schemas.openxmlformats.org/presentationml/2006/ole">
            <mc:AlternateContent xmlns:mc="http://schemas.openxmlformats.org/markup-compatibility/2006">
              <mc:Choice xmlns:v="urn:schemas-microsoft-com:vml" Requires="v">
                <p:oleObj name="公式" r:id="rId15" imgW="213370" imgH="221089" progId="Equation.3">
                  <p:embed/>
                </p:oleObj>
              </mc:Choice>
              <mc:Fallback>
                <p:oleObj name="公式" r:id="rId15" imgW="213370" imgH="221089" progId="Equation.3">
                  <p:embed/>
                  <p:pic>
                    <p:nvPicPr>
                      <p:cNvPr id="28719" name="Object 5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591300" y="2473325"/>
                        <a:ext cx="423863" cy="371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5" name="Object 57">
            <a:extLst>
              <a:ext uri="{FF2B5EF4-FFF2-40B4-BE49-F238E27FC236}">
                <a16:creationId xmlns:a16="http://schemas.microsoft.com/office/drawing/2014/main" id="{572148E3-B082-3A6A-71C8-C4CCDEF4EF99}"/>
              </a:ext>
            </a:extLst>
          </p:cNvPr>
          <p:cNvGraphicFramePr>
            <a:graphicFrameLocks noChangeAspect="1"/>
          </p:cNvGraphicFramePr>
          <p:nvPr>
            <p:extLst>
              <p:ext uri="{D42A27DB-BD31-4B8C-83A1-F6EECF244321}">
                <p14:modId xmlns:p14="http://schemas.microsoft.com/office/powerpoint/2010/main" val="3995415176"/>
              </p:ext>
            </p:extLst>
          </p:nvPr>
        </p:nvGraphicFramePr>
        <p:xfrm>
          <a:off x="7688263" y="1863725"/>
          <a:ext cx="309562" cy="371475"/>
        </p:xfrm>
        <a:graphic>
          <a:graphicData uri="http://schemas.openxmlformats.org/presentationml/2006/ole">
            <mc:AlternateContent xmlns:mc="http://schemas.openxmlformats.org/markup-compatibility/2006">
              <mc:Choice xmlns:v="urn:schemas-microsoft-com:vml" Requires="v">
                <p:oleObj name="公式" r:id="rId17" imgW="160109" imgH="213251" progId="Equation.3">
                  <p:embed/>
                </p:oleObj>
              </mc:Choice>
              <mc:Fallback>
                <p:oleObj name="公式" r:id="rId17" imgW="160109" imgH="213251" progId="Equation.3">
                  <p:embed/>
                  <p:pic>
                    <p:nvPicPr>
                      <p:cNvPr id="28720" name="Object 5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688263" y="1863725"/>
                        <a:ext cx="309562" cy="371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6" name="Object 56">
            <a:extLst>
              <a:ext uri="{FF2B5EF4-FFF2-40B4-BE49-F238E27FC236}">
                <a16:creationId xmlns:a16="http://schemas.microsoft.com/office/drawing/2014/main" id="{1F00EFE9-B3CB-4A65-833B-5A136BAA7B6D}"/>
              </a:ext>
            </a:extLst>
          </p:cNvPr>
          <p:cNvGraphicFramePr>
            <a:graphicFrameLocks noChangeAspect="1"/>
          </p:cNvGraphicFramePr>
          <p:nvPr>
            <p:extLst>
              <p:ext uri="{D42A27DB-BD31-4B8C-83A1-F6EECF244321}">
                <p14:modId xmlns:p14="http://schemas.microsoft.com/office/powerpoint/2010/main" val="2980816758"/>
              </p:ext>
            </p:extLst>
          </p:nvPr>
        </p:nvGraphicFramePr>
        <p:xfrm>
          <a:off x="7686675" y="2268538"/>
          <a:ext cx="331788" cy="369887"/>
        </p:xfrm>
        <a:graphic>
          <a:graphicData uri="http://schemas.openxmlformats.org/presentationml/2006/ole">
            <mc:AlternateContent xmlns:mc="http://schemas.openxmlformats.org/markup-compatibility/2006">
              <mc:Choice xmlns:v="urn:schemas-microsoft-com:vml" Requires="v">
                <p:oleObj name="公式" r:id="rId19" imgW="175140" imgH="213251" progId="Equation.3">
                  <p:embed/>
                </p:oleObj>
              </mc:Choice>
              <mc:Fallback>
                <p:oleObj name="公式" r:id="rId19" imgW="175140" imgH="213251" progId="Equation.3">
                  <p:embed/>
                  <p:pic>
                    <p:nvPicPr>
                      <p:cNvPr id="28721" name="Object 56"/>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686675" y="2268538"/>
                        <a:ext cx="331788" cy="369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7" name="Object 59">
            <a:extLst>
              <a:ext uri="{FF2B5EF4-FFF2-40B4-BE49-F238E27FC236}">
                <a16:creationId xmlns:a16="http://schemas.microsoft.com/office/drawing/2014/main" id="{8C5EAB5D-2AE1-6EA9-2F29-F243DE5C1A69}"/>
              </a:ext>
            </a:extLst>
          </p:cNvPr>
          <p:cNvGraphicFramePr>
            <a:graphicFrameLocks noChangeAspect="1"/>
          </p:cNvGraphicFramePr>
          <p:nvPr>
            <p:extLst>
              <p:ext uri="{D42A27DB-BD31-4B8C-83A1-F6EECF244321}">
                <p14:modId xmlns:p14="http://schemas.microsoft.com/office/powerpoint/2010/main" val="1865546466"/>
              </p:ext>
            </p:extLst>
          </p:nvPr>
        </p:nvGraphicFramePr>
        <p:xfrm>
          <a:off x="7686675" y="2636838"/>
          <a:ext cx="331788" cy="392112"/>
        </p:xfrm>
        <a:graphic>
          <a:graphicData uri="http://schemas.openxmlformats.org/presentationml/2006/ole">
            <mc:AlternateContent xmlns:mc="http://schemas.openxmlformats.org/markup-compatibility/2006">
              <mc:Choice xmlns:v="urn:schemas-microsoft-com:vml" Requires="v">
                <p:oleObj name="公式" r:id="rId21" imgW="175140" imgH="221089" progId="Equation.3">
                  <p:embed/>
                </p:oleObj>
              </mc:Choice>
              <mc:Fallback>
                <p:oleObj name="公式" r:id="rId21" imgW="175140" imgH="221089" progId="Equation.3">
                  <p:embed/>
                  <p:pic>
                    <p:nvPicPr>
                      <p:cNvPr id="28722" name="Object 59"/>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686675" y="2636838"/>
                        <a:ext cx="331788"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8" name="Object 60">
            <a:extLst>
              <a:ext uri="{FF2B5EF4-FFF2-40B4-BE49-F238E27FC236}">
                <a16:creationId xmlns:a16="http://schemas.microsoft.com/office/drawing/2014/main" id="{F1877C98-3FCA-74AA-0852-0E612BCCE31F}"/>
              </a:ext>
            </a:extLst>
          </p:cNvPr>
          <p:cNvGraphicFramePr>
            <a:graphicFrameLocks noChangeAspect="1"/>
          </p:cNvGraphicFramePr>
          <p:nvPr>
            <p:extLst>
              <p:ext uri="{D42A27DB-BD31-4B8C-83A1-F6EECF244321}">
                <p14:modId xmlns:p14="http://schemas.microsoft.com/office/powerpoint/2010/main" val="1643792649"/>
              </p:ext>
            </p:extLst>
          </p:nvPr>
        </p:nvGraphicFramePr>
        <p:xfrm>
          <a:off x="7697788" y="3052763"/>
          <a:ext cx="331787" cy="371475"/>
        </p:xfrm>
        <a:graphic>
          <a:graphicData uri="http://schemas.openxmlformats.org/presentationml/2006/ole">
            <mc:AlternateContent xmlns:mc="http://schemas.openxmlformats.org/markup-compatibility/2006">
              <mc:Choice xmlns:v="urn:schemas-microsoft-com:vml" Requires="v">
                <p:oleObj name="公式" r:id="rId23" imgW="175140" imgH="213251" progId="Equation.3">
                  <p:embed/>
                </p:oleObj>
              </mc:Choice>
              <mc:Fallback>
                <p:oleObj name="公式" r:id="rId23" imgW="175140" imgH="213251" progId="Equation.3">
                  <p:embed/>
                  <p:pic>
                    <p:nvPicPr>
                      <p:cNvPr id="28723" name="Object 60"/>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7697788" y="3052763"/>
                        <a:ext cx="331787" cy="371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9" name="Object 61">
            <a:extLst>
              <a:ext uri="{FF2B5EF4-FFF2-40B4-BE49-F238E27FC236}">
                <a16:creationId xmlns:a16="http://schemas.microsoft.com/office/drawing/2014/main" id="{5B706382-67BF-32DE-6E45-2878E6357B0E}"/>
              </a:ext>
            </a:extLst>
          </p:cNvPr>
          <p:cNvGraphicFramePr>
            <a:graphicFrameLocks noChangeAspect="1"/>
          </p:cNvGraphicFramePr>
          <p:nvPr>
            <p:extLst>
              <p:ext uri="{D42A27DB-BD31-4B8C-83A1-F6EECF244321}">
                <p14:modId xmlns:p14="http://schemas.microsoft.com/office/powerpoint/2010/main" val="4027906213"/>
              </p:ext>
            </p:extLst>
          </p:nvPr>
        </p:nvGraphicFramePr>
        <p:xfrm>
          <a:off x="7702550" y="3459163"/>
          <a:ext cx="331788" cy="392112"/>
        </p:xfrm>
        <a:graphic>
          <a:graphicData uri="http://schemas.openxmlformats.org/presentationml/2006/ole">
            <mc:AlternateContent xmlns:mc="http://schemas.openxmlformats.org/markup-compatibility/2006">
              <mc:Choice xmlns:v="urn:schemas-microsoft-com:vml" Requires="v">
                <p:oleObj name="公式" r:id="rId25" imgW="175140" imgH="221089" progId="Equation.3">
                  <p:embed/>
                </p:oleObj>
              </mc:Choice>
              <mc:Fallback>
                <p:oleObj name="公式" r:id="rId25" imgW="175140" imgH="221089" progId="Equation.3">
                  <p:embed/>
                  <p:pic>
                    <p:nvPicPr>
                      <p:cNvPr id="28724" name="Object 61"/>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7702550" y="3459163"/>
                        <a:ext cx="331788"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50" name="Object 62">
            <a:extLst>
              <a:ext uri="{FF2B5EF4-FFF2-40B4-BE49-F238E27FC236}">
                <a16:creationId xmlns:a16="http://schemas.microsoft.com/office/drawing/2014/main" id="{766CAD5F-40E9-FD96-92B0-EB7704AF5F42}"/>
              </a:ext>
            </a:extLst>
          </p:cNvPr>
          <p:cNvGraphicFramePr>
            <a:graphicFrameLocks noChangeAspect="1"/>
          </p:cNvGraphicFramePr>
          <p:nvPr>
            <p:extLst>
              <p:ext uri="{D42A27DB-BD31-4B8C-83A1-F6EECF244321}">
                <p14:modId xmlns:p14="http://schemas.microsoft.com/office/powerpoint/2010/main" val="93781387"/>
              </p:ext>
            </p:extLst>
          </p:nvPr>
        </p:nvGraphicFramePr>
        <p:xfrm>
          <a:off x="7712075" y="3862388"/>
          <a:ext cx="331788" cy="392112"/>
        </p:xfrm>
        <a:graphic>
          <a:graphicData uri="http://schemas.openxmlformats.org/presentationml/2006/ole">
            <mc:AlternateContent xmlns:mc="http://schemas.openxmlformats.org/markup-compatibility/2006">
              <mc:Choice xmlns:v="urn:schemas-microsoft-com:vml" Requires="v">
                <p:oleObj name="公式" r:id="rId27" imgW="175140" imgH="221089" progId="Equation.3">
                  <p:embed/>
                </p:oleObj>
              </mc:Choice>
              <mc:Fallback>
                <p:oleObj name="公式" r:id="rId27" imgW="175140" imgH="221089" progId="Equation.3">
                  <p:embed/>
                  <p:pic>
                    <p:nvPicPr>
                      <p:cNvPr id="28725" name="Object 62"/>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7712075" y="3862388"/>
                        <a:ext cx="331788"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51" name="Object 63">
            <a:extLst>
              <a:ext uri="{FF2B5EF4-FFF2-40B4-BE49-F238E27FC236}">
                <a16:creationId xmlns:a16="http://schemas.microsoft.com/office/drawing/2014/main" id="{0D338F14-F0BB-8FD1-FC35-DEE71B214F71}"/>
              </a:ext>
            </a:extLst>
          </p:cNvPr>
          <p:cNvGraphicFramePr>
            <a:graphicFrameLocks noChangeAspect="1"/>
          </p:cNvGraphicFramePr>
          <p:nvPr>
            <p:extLst>
              <p:ext uri="{D42A27DB-BD31-4B8C-83A1-F6EECF244321}">
                <p14:modId xmlns:p14="http://schemas.microsoft.com/office/powerpoint/2010/main" val="1970229677"/>
              </p:ext>
            </p:extLst>
          </p:nvPr>
        </p:nvGraphicFramePr>
        <p:xfrm>
          <a:off x="7712075" y="4241800"/>
          <a:ext cx="331788" cy="392113"/>
        </p:xfrm>
        <a:graphic>
          <a:graphicData uri="http://schemas.openxmlformats.org/presentationml/2006/ole">
            <mc:AlternateContent xmlns:mc="http://schemas.openxmlformats.org/markup-compatibility/2006">
              <mc:Choice xmlns:v="urn:schemas-microsoft-com:vml" Requires="v">
                <p:oleObj name="公式" r:id="rId29" imgW="175140" imgH="221089" progId="Equation.3">
                  <p:embed/>
                </p:oleObj>
              </mc:Choice>
              <mc:Fallback>
                <p:oleObj name="公式" r:id="rId29" imgW="175140" imgH="221089" progId="Equation.3">
                  <p:embed/>
                  <p:pic>
                    <p:nvPicPr>
                      <p:cNvPr id="28726" name="Object 63"/>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7712075" y="4241800"/>
                        <a:ext cx="331788"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52" name="Object 948">
            <a:extLst>
              <a:ext uri="{FF2B5EF4-FFF2-40B4-BE49-F238E27FC236}">
                <a16:creationId xmlns:a16="http://schemas.microsoft.com/office/drawing/2014/main" id="{EACAF79D-D1BE-A135-CCEB-62F28F59544A}"/>
              </a:ext>
            </a:extLst>
          </p:cNvPr>
          <p:cNvGraphicFramePr>
            <a:graphicFrameLocks noChangeAspect="1"/>
          </p:cNvGraphicFramePr>
          <p:nvPr>
            <p:extLst>
              <p:ext uri="{D42A27DB-BD31-4B8C-83A1-F6EECF244321}">
                <p14:modId xmlns:p14="http://schemas.microsoft.com/office/powerpoint/2010/main" val="338413118"/>
              </p:ext>
            </p:extLst>
          </p:nvPr>
        </p:nvGraphicFramePr>
        <p:xfrm>
          <a:off x="3873934" y="5542107"/>
          <a:ext cx="2597150" cy="525463"/>
        </p:xfrm>
        <a:graphic>
          <a:graphicData uri="http://schemas.openxmlformats.org/presentationml/2006/ole">
            <mc:AlternateContent xmlns:mc="http://schemas.openxmlformats.org/markup-compatibility/2006">
              <mc:Choice xmlns:v="urn:schemas-microsoft-com:vml" Requires="v">
                <p:oleObj name="公式" r:id="rId31" imgW="1345616" imgH="253890" progId="Equation.3">
                  <p:embed/>
                </p:oleObj>
              </mc:Choice>
              <mc:Fallback>
                <p:oleObj name="公式" r:id="rId31" imgW="1345616" imgH="253890" progId="Equation.3">
                  <p:embed/>
                  <p:pic>
                    <p:nvPicPr>
                      <p:cNvPr id="22" name="Object 948">
                        <a:extLst>
                          <a:ext uri="{FF2B5EF4-FFF2-40B4-BE49-F238E27FC236}">
                            <a16:creationId xmlns:a16="http://schemas.microsoft.com/office/drawing/2014/main" id="{8ED147D1-ED67-AD0F-A437-6A42BCB82FC6}"/>
                          </a:ext>
                        </a:extLst>
                      </p:cNvPr>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3873934" y="5542107"/>
                        <a:ext cx="2597150"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 name="Object 949">
            <a:extLst>
              <a:ext uri="{FF2B5EF4-FFF2-40B4-BE49-F238E27FC236}">
                <a16:creationId xmlns:a16="http://schemas.microsoft.com/office/drawing/2014/main" id="{65602705-EE92-FC2B-948C-9ACF62626CEE}"/>
              </a:ext>
            </a:extLst>
          </p:cNvPr>
          <p:cNvGraphicFramePr>
            <a:graphicFrameLocks noChangeAspect="1"/>
          </p:cNvGraphicFramePr>
          <p:nvPr>
            <p:extLst>
              <p:ext uri="{D42A27DB-BD31-4B8C-83A1-F6EECF244321}">
                <p14:modId xmlns:p14="http://schemas.microsoft.com/office/powerpoint/2010/main" val="1756576195"/>
              </p:ext>
            </p:extLst>
          </p:nvPr>
        </p:nvGraphicFramePr>
        <p:xfrm>
          <a:off x="7082271" y="5570682"/>
          <a:ext cx="1004888" cy="447675"/>
        </p:xfrm>
        <a:graphic>
          <a:graphicData uri="http://schemas.openxmlformats.org/presentationml/2006/ole">
            <mc:AlternateContent xmlns:mc="http://schemas.openxmlformats.org/markup-compatibility/2006">
              <mc:Choice xmlns:v="urn:schemas-microsoft-com:vml" Requires="v">
                <p:oleObj name="公式" r:id="rId33" imgW="520474" imgH="215806" progId="Equation.3">
                  <p:embed/>
                </p:oleObj>
              </mc:Choice>
              <mc:Fallback>
                <p:oleObj name="公式" r:id="rId33" imgW="520474" imgH="215806" progId="Equation.3">
                  <p:embed/>
                  <p:pic>
                    <p:nvPicPr>
                      <p:cNvPr id="23" name="Object 949">
                        <a:extLst>
                          <a:ext uri="{FF2B5EF4-FFF2-40B4-BE49-F238E27FC236}">
                            <a16:creationId xmlns:a16="http://schemas.microsoft.com/office/drawing/2014/main" id="{0ACCD713-4F79-9303-D940-57A5C568EDFE}"/>
                          </a:ext>
                        </a:extLst>
                      </p:cNvPr>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7082271" y="5570682"/>
                        <a:ext cx="1004888"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5802525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7E5EF0-1EDD-163B-207E-43DA36F5FC8A}"/>
              </a:ext>
            </a:extLst>
          </p:cNvPr>
          <p:cNvSpPr>
            <a:spLocks noGrp="1"/>
          </p:cNvSpPr>
          <p:nvPr>
            <p:ph type="title"/>
          </p:nvPr>
        </p:nvSpPr>
        <p:spPr/>
        <p:txBody>
          <a:bodyPr>
            <a:normAutofit fontScale="90000"/>
          </a:bodyPr>
          <a:lstStyle/>
          <a:p>
            <a:r>
              <a:rPr kumimoji="1" lang="en-US" altLang="zh-CN" dirty="0"/>
              <a:t>74x138</a:t>
            </a:r>
            <a:r>
              <a:rPr kumimoji="1" lang="zh-CN" altLang="en-US" dirty="0"/>
              <a:t>真值表</a:t>
            </a:r>
          </a:p>
        </p:txBody>
      </p:sp>
      <p:sp>
        <p:nvSpPr>
          <p:cNvPr id="4" name="页脚占位符 3">
            <a:extLst>
              <a:ext uri="{FF2B5EF4-FFF2-40B4-BE49-F238E27FC236}">
                <a16:creationId xmlns:a16="http://schemas.microsoft.com/office/drawing/2014/main" id="{915AAE90-12E5-6B56-EAC2-D71F242388BD}"/>
              </a:ext>
            </a:extLst>
          </p:cNvPr>
          <p:cNvSpPr>
            <a:spLocks noGrp="1"/>
          </p:cNvSpPr>
          <p:nvPr>
            <p:ph type="ftr" sz="quarter" idx="11"/>
          </p:nvPr>
        </p:nvSpPr>
        <p:spPr/>
        <p:txBody>
          <a:bodyPr/>
          <a:lstStyle/>
          <a:p>
            <a:r>
              <a:rPr lang="zh-CN" altLang="en-US"/>
              <a:t>模拟与数字电路：</a:t>
            </a:r>
            <a:r>
              <a:rPr lang="en-US" altLang="zh-CN"/>
              <a:t>6. </a:t>
            </a:r>
            <a:r>
              <a:rPr lang="zh-CN" altLang="en-US"/>
              <a:t>组合逻辑电路</a:t>
            </a:r>
            <a:r>
              <a:rPr lang="en-US" altLang="zh-CN"/>
              <a:t>2</a:t>
            </a:r>
            <a:endParaRPr lang="en-US" dirty="0"/>
          </a:p>
        </p:txBody>
      </p:sp>
      <p:sp>
        <p:nvSpPr>
          <p:cNvPr id="5" name="灯片编号占位符 4">
            <a:extLst>
              <a:ext uri="{FF2B5EF4-FFF2-40B4-BE49-F238E27FC236}">
                <a16:creationId xmlns:a16="http://schemas.microsoft.com/office/drawing/2014/main" id="{97581C8F-204F-0CBE-8578-44F379DCD1CB}"/>
              </a:ext>
            </a:extLst>
          </p:cNvPr>
          <p:cNvSpPr>
            <a:spLocks noGrp="1"/>
          </p:cNvSpPr>
          <p:nvPr>
            <p:ph type="sldNum" sz="quarter" idx="12"/>
          </p:nvPr>
        </p:nvSpPr>
        <p:spPr/>
        <p:txBody>
          <a:bodyPr/>
          <a:lstStyle/>
          <a:p>
            <a:fld id="{9E260BC5-5BF3-8746-862B-DC45E9CAA88B}" type="slidenum">
              <a:rPr lang="en-US" smtClean="0"/>
              <a:pPr/>
              <a:t>18</a:t>
            </a:fld>
            <a:r>
              <a:rPr lang="en-US" altLang="zh-CN" dirty="0"/>
              <a:t>/38</a:t>
            </a:r>
            <a:endParaRPr lang="en-US" dirty="0"/>
          </a:p>
        </p:txBody>
      </p:sp>
      <p:graphicFrame>
        <p:nvGraphicFramePr>
          <p:cNvPr id="6" name="Group 1303">
            <a:extLst>
              <a:ext uri="{FF2B5EF4-FFF2-40B4-BE49-F238E27FC236}">
                <a16:creationId xmlns:a16="http://schemas.microsoft.com/office/drawing/2014/main" id="{E8123A20-CE2A-4485-815E-2E4E4D7A6603}"/>
              </a:ext>
            </a:extLst>
          </p:cNvPr>
          <p:cNvGraphicFramePr>
            <a:graphicFrameLocks noGrp="1"/>
          </p:cNvGraphicFramePr>
          <p:nvPr>
            <p:extLst>
              <p:ext uri="{D42A27DB-BD31-4B8C-83A1-F6EECF244321}">
                <p14:modId xmlns:p14="http://schemas.microsoft.com/office/powerpoint/2010/main" val="3194187209"/>
              </p:ext>
            </p:extLst>
          </p:nvPr>
        </p:nvGraphicFramePr>
        <p:xfrm>
          <a:off x="675121" y="1162195"/>
          <a:ext cx="7920038" cy="4195763"/>
        </p:xfrm>
        <a:graphic>
          <a:graphicData uri="http://schemas.openxmlformats.org/drawingml/2006/table">
            <a:tbl>
              <a:tblPr/>
              <a:tblGrid>
                <a:gridCol w="565150">
                  <a:extLst>
                    <a:ext uri="{9D8B030D-6E8A-4147-A177-3AD203B41FA5}">
                      <a16:colId xmlns:a16="http://schemas.microsoft.com/office/drawing/2014/main" val="20000"/>
                    </a:ext>
                  </a:extLst>
                </a:gridCol>
                <a:gridCol w="566738">
                  <a:extLst>
                    <a:ext uri="{9D8B030D-6E8A-4147-A177-3AD203B41FA5}">
                      <a16:colId xmlns:a16="http://schemas.microsoft.com/office/drawing/2014/main" val="20001"/>
                    </a:ext>
                  </a:extLst>
                </a:gridCol>
                <a:gridCol w="565150">
                  <a:extLst>
                    <a:ext uri="{9D8B030D-6E8A-4147-A177-3AD203B41FA5}">
                      <a16:colId xmlns:a16="http://schemas.microsoft.com/office/drawing/2014/main" val="20002"/>
                    </a:ext>
                  </a:extLst>
                </a:gridCol>
                <a:gridCol w="566737">
                  <a:extLst>
                    <a:ext uri="{9D8B030D-6E8A-4147-A177-3AD203B41FA5}">
                      <a16:colId xmlns:a16="http://schemas.microsoft.com/office/drawing/2014/main" val="20003"/>
                    </a:ext>
                  </a:extLst>
                </a:gridCol>
                <a:gridCol w="565150">
                  <a:extLst>
                    <a:ext uri="{9D8B030D-6E8A-4147-A177-3AD203B41FA5}">
                      <a16:colId xmlns:a16="http://schemas.microsoft.com/office/drawing/2014/main" val="20004"/>
                    </a:ext>
                  </a:extLst>
                </a:gridCol>
                <a:gridCol w="566738">
                  <a:extLst>
                    <a:ext uri="{9D8B030D-6E8A-4147-A177-3AD203B41FA5}">
                      <a16:colId xmlns:a16="http://schemas.microsoft.com/office/drawing/2014/main" val="20005"/>
                    </a:ext>
                  </a:extLst>
                </a:gridCol>
                <a:gridCol w="565150">
                  <a:extLst>
                    <a:ext uri="{9D8B030D-6E8A-4147-A177-3AD203B41FA5}">
                      <a16:colId xmlns:a16="http://schemas.microsoft.com/office/drawing/2014/main" val="20006"/>
                    </a:ext>
                  </a:extLst>
                </a:gridCol>
                <a:gridCol w="563562">
                  <a:extLst>
                    <a:ext uri="{9D8B030D-6E8A-4147-A177-3AD203B41FA5}">
                      <a16:colId xmlns:a16="http://schemas.microsoft.com/office/drawing/2014/main" val="20007"/>
                    </a:ext>
                  </a:extLst>
                </a:gridCol>
                <a:gridCol w="566738">
                  <a:extLst>
                    <a:ext uri="{9D8B030D-6E8A-4147-A177-3AD203B41FA5}">
                      <a16:colId xmlns:a16="http://schemas.microsoft.com/office/drawing/2014/main" val="20008"/>
                    </a:ext>
                  </a:extLst>
                </a:gridCol>
                <a:gridCol w="565150">
                  <a:extLst>
                    <a:ext uri="{9D8B030D-6E8A-4147-A177-3AD203B41FA5}">
                      <a16:colId xmlns:a16="http://schemas.microsoft.com/office/drawing/2014/main" val="20009"/>
                    </a:ext>
                  </a:extLst>
                </a:gridCol>
                <a:gridCol w="566737">
                  <a:extLst>
                    <a:ext uri="{9D8B030D-6E8A-4147-A177-3AD203B41FA5}">
                      <a16:colId xmlns:a16="http://schemas.microsoft.com/office/drawing/2014/main" val="20010"/>
                    </a:ext>
                  </a:extLst>
                </a:gridCol>
                <a:gridCol w="565150">
                  <a:extLst>
                    <a:ext uri="{9D8B030D-6E8A-4147-A177-3AD203B41FA5}">
                      <a16:colId xmlns:a16="http://schemas.microsoft.com/office/drawing/2014/main" val="20011"/>
                    </a:ext>
                  </a:extLst>
                </a:gridCol>
                <a:gridCol w="566738">
                  <a:extLst>
                    <a:ext uri="{9D8B030D-6E8A-4147-A177-3AD203B41FA5}">
                      <a16:colId xmlns:a16="http://schemas.microsoft.com/office/drawing/2014/main" val="20012"/>
                    </a:ext>
                  </a:extLst>
                </a:gridCol>
                <a:gridCol w="565150">
                  <a:extLst>
                    <a:ext uri="{9D8B030D-6E8A-4147-A177-3AD203B41FA5}">
                      <a16:colId xmlns:a16="http://schemas.microsoft.com/office/drawing/2014/main" val="20013"/>
                    </a:ext>
                  </a:extLst>
                </a:gridCol>
              </a:tblGrid>
              <a:tr h="61277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20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20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20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20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20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20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20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w="28575"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20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20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20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20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20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20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20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23850">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x</a:t>
                      </a: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x</a:t>
                      </a:r>
                    </a:p>
                  </a:txBody>
                  <a:tcPr marL="0" marR="0" marT="0" marB="0" anchor="ctr" anchorCtr="1" horzOverflow="overflow">
                    <a:lnL>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x</a:t>
                      </a:r>
                    </a:p>
                  </a:txBody>
                  <a:tcPr marL="0" marR="0" marT="0" marB="0" anchor="ctr" anchorCtr="1"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x</a:t>
                      </a: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x</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w="28575"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70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x</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x</a:t>
                      </a:r>
                    </a:p>
                  </a:txBody>
                  <a:tcPr marL="0" marR="0" marT="0" marB="0"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x</a:t>
                      </a:r>
                    </a:p>
                  </a:txBody>
                  <a:tcPr marL="0" marR="0" marT="0" marB="0"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x</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x</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70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x</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x</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x</a:t>
                      </a:r>
                    </a:p>
                  </a:txBody>
                  <a:tcPr marL="0" marR="0" marT="0" marB="0"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x</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x</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3850">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270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25438">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23850">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270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270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23850">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270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graphicFrame>
        <p:nvGraphicFramePr>
          <p:cNvPr id="7" name="Object 4">
            <a:extLst>
              <a:ext uri="{FF2B5EF4-FFF2-40B4-BE49-F238E27FC236}">
                <a16:creationId xmlns:a16="http://schemas.microsoft.com/office/drawing/2014/main" id="{E6361967-220D-DF84-248A-26F32037A1D0}"/>
              </a:ext>
            </a:extLst>
          </p:cNvPr>
          <p:cNvGraphicFramePr>
            <a:graphicFrameLocks noChangeAspect="1"/>
          </p:cNvGraphicFramePr>
          <p:nvPr>
            <p:extLst>
              <p:ext uri="{D42A27DB-BD31-4B8C-83A1-F6EECF244321}">
                <p14:modId xmlns:p14="http://schemas.microsoft.com/office/powerpoint/2010/main" val="2000964458"/>
              </p:ext>
            </p:extLst>
          </p:nvPr>
        </p:nvGraphicFramePr>
        <p:xfrm>
          <a:off x="8145896" y="1235220"/>
          <a:ext cx="376238" cy="371475"/>
        </p:xfrm>
        <a:graphic>
          <a:graphicData uri="http://schemas.openxmlformats.org/presentationml/2006/ole">
            <mc:AlternateContent xmlns:mc="http://schemas.openxmlformats.org/markup-compatibility/2006">
              <mc:Choice xmlns:v="urn:schemas-microsoft-com:vml" Requires="v">
                <p:oleObj name="公式" r:id="rId2" imgW="213370" imgH="213251" progId="Equation.3">
                  <p:embed/>
                </p:oleObj>
              </mc:Choice>
              <mc:Fallback>
                <p:oleObj name="公式" r:id="rId2" imgW="213370" imgH="213251" progId="Equation.3">
                  <p:embed/>
                  <p:pic>
                    <p:nvPicPr>
                      <p:cNvPr id="3091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45896" y="1235220"/>
                        <a:ext cx="376238" cy="371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8" name="Object 5">
            <a:extLst>
              <a:ext uri="{FF2B5EF4-FFF2-40B4-BE49-F238E27FC236}">
                <a16:creationId xmlns:a16="http://schemas.microsoft.com/office/drawing/2014/main" id="{061A57C8-7501-F1E2-41DA-84DB45681D81}"/>
              </a:ext>
            </a:extLst>
          </p:cNvPr>
          <p:cNvGraphicFramePr>
            <a:graphicFrameLocks noChangeAspect="1"/>
          </p:cNvGraphicFramePr>
          <p:nvPr>
            <p:extLst>
              <p:ext uri="{D42A27DB-BD31-4B8C-83A1-F6EECF244321}">
                <p14:modId xmlns:p14="http://schemas.microsoft.com/office/powerpoint/2010/main" val="1099871132"/>
              </p:ext>
            </p:extLst>
          </p:nvPr>
        </p:nvGraphicFramePr>
        <p:xfrm>
          <a:off x="1330759" y="1235220"/>
          <a:ext cx="452437" cy="396875"/>
        </p:xfrm>
        <a:graphic>
          <a:graphicData uri="http://schemas.openxmlformats.org/presentationml/2006/ole">
            <mc:AlternateContent xmlns:mc="http://schemas.openxmlformats.org/markup-compatibility/2006">
              <mc:Choice xmlns:v="urn:schemas-microsoft-com:vml" Requires="v">
                <p:oleObj name="公式" r:id="rId4" imgW="182982" imgH="213251" progId="Equation.3">
                  <p:embed/>
                </p:oleObj>
              </mc:Choice>
              <mc:Fallback>
                <p:oleObj name="公式" r:id="rId4" imgW="182982" imgH="213251" progId="Equation.3">
                  <p:embed/>
                  <p:pic>
                    <p:nvPicPr>
                      <p:cNvPr id="30911"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30759" y="1235220"/>
                        <a:ext cx="452437"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9" name="Object 6">
            <a:extLst>
              <a:ext uri="{FF2B5EF4-FFF2-40B4-BE49-F238E27FC236}">
                <a16:creationId xmlns:a16="http://schemas.microsoft.com/office/drawing/2014/main" id="{AFAA982A-8D8D-31F8-EDD1-6B80CAA5E882}"/>
              </a:ext>
            </a:extLst>
          </p:cNvPr>
          <p:cNvGraphicFramePr>
            <a:graphicFrameLocks noChangeAspect="1"/>
          </p:cNvGraphicFramePr>
          <p:nvPr>
            <p:extLst>
              <p:ext uri="{D42A27DB-BD31-4B8C-83A1-F6EECF244321}">
                <p14:modId xmlns:p14="http://schemas.microsoft.com/office/powerpoint/2010/main" val="452884948"/>
              </p:ext>
            </p:extLst>
          </p:nvPr>
        </p:nvGraphicFramePr>
        <p:xfrm>
          <a:off x="7587096" y="1235220"/>
          <a:ext cx="376238" cy="371475"/>
        </p:xfrm>
        <a:graphic>
          <a:graphicData uri="http://schemas.openxmlformats.org/presentationml/2006/ole">
            <mc:AlternateContent xmlns:mc="http://schemas.openxmlformats.org/markup-compatibility/2006">
              <mc:Choice xmlns:v="urn:schemas-microsoft-com:vml" Requires="v">
                <p:oleObj name="公式" r:id="rId6" imgW="213370" imgH="213251" progId="Equation.3">
                  <p:embed/>
                </p:oleObj>
              </mc:Choice>
              <mc:Fallback>
                <p:oleObj name="公式" r:id="rId6" imgW="213370" imgH="213251" progId="Equation.3">
                  <p:embed/>
                  <p:pic>
                    <p:nvPicPr>
                      <p:cNvPr id="30912"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87096" y="1235220"/>
                        <a:ext cx="376238" cy="371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0" name="Object 7">
            <a:extLst>
              <a:ext uri="{FF2B5EF4-FFF2-40B4-BE49-F238E27FC236}">
                <a16:creationId xmlns:a16="http://schemas.microsoft.com/office/drawing/2014/main" id="{65BBAA05-7C14-238B-3004-444A6D14453B}"/>
              </a:ext>
            </a:extLst>
          </p:cNvPr>
          <p:cNvGraphicFramePr>
            <a:graphicFrameLocks noChangeAspect="1"/>
          </p:cNvGraphicFramePr>
          <p:nvPr>
            <p:extLst>
              <p:ext uri="{D42A27DB-BD31-4B8C-83A1-F6EECF244321}">
                <p14:modId xmlns:p14="http://schemas.microsoft.com/office/powerpoint/2010/main" val="3080888042"/>
              </p:ext>
            </p:extLst>
          </p:nvPr>
        </p:nvGraphicFramePr>
        <p:xfrm>
          <a:off x="7010834" y="1235220"/>
          <a:ext cx="376237" cy="371475"/>
        </p:xfrm>
        <a:graphic>
          <a:graphicData uri="http://schemas.openxmlformats.org/presentationml/2006/ole">
            <mc:AlternateContent xmlns:mc="http://schemas.openxmlformats.org/markup-compatibility/2006">
              <mc:Choice xmlns:v="urn:schemas-microsoft-com:vml" Requires="v">
                <p:oleObj name="公式" r:id="rId8" imgW="213370" imgH="213251" progId="Equation.3">
                  <p:embed/>
                </p:oleObj>
              </mc:Choice>
              <mc:Fallback>
                <p:oleObj name="公式" r:id="rId8" imgW="213370" imgH="213251" progId="Equation.3">
                  <p:embed/>
                  <p:pic>
                    <p:nvPicPr>
                      <p:cNvPr id="30913"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010834" y="1235220"/>
                        <a:ext cx="376237" cy="371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1" name="Object 8">
            <a:extLst>
              <a:ext uri="{FF2B5EF4-FFF2-40B4-BE49-F238E27FC236}">
                <a16:creationId xmlns:a16="http://schemas.microsoft.com/office/drawing/2014/main" id="{2860490A-7820-DA70-22D9-A95C1751D25F}"/>
              </a:ext>
            </a:extLst>
          </p:cNvPr>
          <p:cNvGraphicFramePr>
            <a:graphicFrameLocks noChangeAspect="1"/>
          </p:cNvGraphicFramePr>
          <p:nvPr>
            <p:extLst>
              <p:ext uri="{D42A27DB-BD31-4B8C-83A1-F6EECF244321}">
                <p14:modId xmlns:p14="http://schemas.microsoft.com/office/powerpoint/2010/main" val="3027260390"/>
              </p:ext>
            </p:extLst>
          </p:nvPr>
        </p:nvGraphicFramePr>
        <p:xfrm>
          <a:off x="6434571" y="1235220"/>
          <a:ext cx="376238" cy="371475"/>
        </p:xfrm>
        <a:graphic>
          <a:graphicData uri="http://schemas.openxmlformats.org/presentationml/2006/ole">
            <mc:AlternateContent xmlns:mc="http://schemas.openxmlformats.org/markup-compatibility/2006">
              <mc:Choice xmlns:v="urn:schemas-microsoft-com:vml" Requires="v">
                <p:oleObj name="公式" r:id="rId10" imgW="213370" imgH="213251" progId="Equation.3">
                  <p:embed/>
                </p:oleObj>
              </mc:Choice>
              <mc:Fallback>
                <p:oleObj name="公式" r:id="rId10" imgW="213370" imgH="213251" progId="Equation.3">
                  <p:embed/>
                  <p:pic>
                    <p:nvPicPr>
                      <p:cNvPr id="30914"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434571" y="1235220"/>
                        <a:ext cx="376238" cy="371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2" name="Object 9">
            <a:extLst>
              <a:ext uri="{FF2B5EF4-FFF2-40B4-BE49-F238E27FC236}">
                <a16:creationId xmlns:a16="http://schemas.microsoft.com/office/drawing/2014/main" id="{EE2C1B2A-9561-4772-9480-F4FBCD581E1C}"/>
              </a:ext>
            </a:extLst>
          </p:cNvPr>
          <p:cNvGraphicFramePr>
            <a:graphicFrameLocks noChangeAspect="1"/>
          </p:cNvGraphicFramePr>
          <p:nvPr>
            <p:extLst>
              <p:ext uri="{D42A27DB-BD31-4B8C-83A1-F6EECF244321}">
                <p14:modId xmlns:p14="http://schemas.microsoft.com/office/powerpoint/2010/main" val="3259771865"/>
              </p:ext>
            </p:extLst>
          </p:nvPr>
        </p:nvGraphicFramePr>
        <p:xfrm>
          <a:off x="5858309" y="1235220"/>
          <a:ext cx="354012" cy="371475"/>
        </p:xfrm>
        <a:graphic>
          <a:graphicData uri="http://schemas.openxmlformats.org/presentationml/2006/ole">
            <mc:AlternateContent xmlns:mc="http://schemas.openxmlformats.org/markup-compatibility/2006">
              <mc:Choice xmlns:v="urn:schemas-microsoft-com:vml" Requires="v">
                <p:oleObj name="公式" r:id="rId12" imgW="182982" imgH="213251" progId="Equation.3">
                  <p:embed/>
                </p:oleObj>
              </mc:Choice>
              <mc:Fallback>
                <p:oleObj name="公式" r:id="rId12" imgW="182982" imgH="213251" progId="Equation.3">
                  <p:embed/>
                  <p:pic>
                    <p:nvPicPr>
                      <p:cNvPr id="30915" name="Object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858309" y="1235220"/>
                        <a:ext cx="354012" cy="371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3" name="Object 10">
            <a:extLst>
              <a:ext uri="{FF2B5EF4-FFF2-40B4-BE49-F238E27FC236}">
                <a16:creationId xmlns:a16="http://schemas.microsoft.com/office/drawing/2014/main" id="{F1BE959C-4F99-E228-B445-471617A32BD4}"/>
              </a:ext>
            </a:extLst>
          </p:cNvPr>
          <p:cNvGraphicFramePr>
            <a:graphicFrameLocks noChangeAspect="1"/>
          </p:cNvGraphicFramePr>
          <p:nvPr>
            <p:extLst>
              <p:ext uri="{D42A27DB-BD31-4B8C-83A1-F6EECF244321}">
                <p14:modId xmlns:p14="http://schemas.microsoft.com/office/powerpoint/2010/main" val="2000136783"/>
              </p:ext>
            </p:extLst>
          </p:nvPr>
        </p:nvGraphicFramePr>
        <p:xfrm>
          <a:off x="5302684" y="1235220"/>
          <a:ext cx="376237" cy="371475"/>
        </p:xfrm>
        <a:graphic>
          <a:graphicData uri="http://schemas.openxmlformats.org/presentationml/2006/ole">
            <mc:AlternateContent xmlns:mc="http://schemas.openxmlformats.org/markup-compatibility/2006">
              <mc:Choice xmlns:v="urn:schemas-microsoft-com:vml" Requires="v">
                <p:oleObj name="公式" r:id="rId14" imgW="213370" imgH="213251" progId="Equation.3">
                  <p:embed/>
                </p:oleObj>
              </mc:Choice>
              <mc:Fallback>
                <p:oleObj name="公式" r:id="rId14" imgW="213370" imgH="213251" progId="Equation.3">
                  <p:embed/>
                  <p:pic>
                    <p:nvPicPr>
                      <p:cNvPr id="30916" name="Object 1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302684" y="1235220"/>
                        <a:ext cx="376237" cy="371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4" name="Object 11">
            <a:extLst>
              <a:ext uri="{FF2B5EF4-FFF2-40B4-BE49-F238E27FC236}">
                <a16:creationId xmlns:a16="http://schemas.microsoft.com/office/drawing/2014/main" id="{3E2841D4-828B-8BFE-4A4C-1061C48559AF}"/>
              </a:ext>
            </a:extLst>
          </p:cNvPr>
          <p:cNvGraphicFramePr>
            <a:graphicFrameLocks noChangeAspect="1"/>
          </p:cNvGraphicFramePr>
          <p:nvPr>
            <p:extLst>
              <p:ext uri="{D42A27DB-BD31-4B8C-83A1-F6EECF244321}">
                <p14:modId xmlns:p14="http://schemas.microsoft.com/office/powerpoint/2010/main" val="3088230651"/>
              </p:ext>
            </p:extLst>
          </p:nvPr>
        </p:nvGraphicFramePr>
        <p:xfrm>
          <a:off x="4742296" y="1235220"/>
          <a:ext cx="354013" cy="371475"/>
        </p:xfrm>
        <a:graphic>
          <a:graphicData uri="http://schemas.openxmlformats.org/presentationml/2006/ole">
            <mc:AlternateContent xmlns:mc="http://schemas.openxmlformats.org/markup-compatibility/2006">
              <mc:Choice xmlns:v="urn:schemas-microsoft-com:vml" Requires="v">
                <p:oleObj name="公式" r:id="rId16" imgW="182982" imgH="213251" progId="Equation.3">
                  <p:embed/>
                </p:oleObj>
              </mc:Choice>
              <mc:Fallback>
                <p:oleObj name="公式" r:id="rId16" imgW="182982" imgH="213251" progId="Equation.3">
                  <p:embed/>
                  <p:pic>
                    <p:nvPicPr>
                      <p:cNvPr id="30917" name="Object 1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742296" y="1235220"/>
                        <a:ext cx="354013" cy="371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5" name="Object 12">
            <a:extLst>
              <a:ext uri="{FF2B5EF4-FFF2-40B4-BE49-F238E27FC236}">
                <a16:creationId xmlns:a16="http://schemas.microsoft.com/office/drawing/2014/main" id="{23F3B31E-F742-980E-9842-C730858A1627}"/>
              </a:ext>
            </a:extLst>
          </p:cNvPr>
          <p:cNvGraphicFramePr>
            <a:graphicFrameLocks noChangeAspect="1"/>
          </p:cNvGraphicFramePr>
          <p:nvPr>
            <p:extLst>
              <p:ext uri="{D42A27DB-BD31-4B8C-83A1-F6EECF244321}">
                <p14:modId xmlns:p14="http://schemas.microsoft.com/office/powerpoint/2010/main" val="868038255"/>
              </p:ext>
            </p:extLst>
          </p:nvPr>
        </p:nvGraphicFramePr>
        <p:xfrm>
          <a:off x="4166034" y="1235220"/>
          <a:ext cx="376237" cy="371475"/>
        </p:xfrm>
        <a:graphic>
          <a:graphicData uri="http://schemas.openxmlformats.org/presentationml/2006/ole">
            <mc:AlternateContent xmlns:mc="http://schemas.openxmlformats.org/markup-compatibility/2006">
              <mc:Choice xmlns:v="urn:schemas-microsoft-com:vml" Requires="v">
                <p:oleObj name="公式" r:id="rId18" imgW="213370" imgH="213251" progId="Equation.3">
                  <p:embed/>
                </p:oleObj>
              </mc:Choice>
              <mc:Fallback>
                <p:oleObj name="公式" r:id="rId18" imgW="213370" imgH="213251" progId="Equation.3">
                  <p:embed/>
                  <p:pic>
                    <p:nvPicPr>
                      <p:cNvPr id="30918" name="Object 1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166034" y="1235220"/>
                        <a:ext cx="376237" cy="371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6" name="Object 13">
            <a:extLst>
              <a:ext uri="{FF2B5EF4-FFF2-40B4-BE49-F238E27FC236}">
                <a16:creationId xmlns:a16="http://schemas.microsoft.com/office/drawing/2014/main" id="{08BE5C62-1A7F-D9A2-45EB-AD291B92C0B0}"/>
              </a:ext>
            </a:extLst>
          </p:cNvPr>
          <p:cNvGraphicFramePr>
            <a:graphicFrameLocks noChangeAspect="1"/>
          </p:cNvGraphicFramePr>
          <p:nvPr>
            <p:extLst>
              <p:ext uri="{D42A27DB-BD31-4B8C-83A1-F6EECF244321}">
                <p14:modId xmlns:p14="http://schemas.microsoft.com/office/powerpoint/2010/main" val="4249937907"/>
              </p:ext>
            </p:extLst>
          </p:nvPr>
        </p:nvGraphicFramePr>
        <p:xfrm>
          <a:off x="760846" y="1259032"/>
          <a:ext cx="423863" cy="420688"/>
        </p:xfrm>
        <a:graphic>
          <a:graphicData uri="http://schemas.openxmlformats.org/presentationml/2006/ole">
            <mc:AlternateContent xmlns:mc="http://schemas.openxmlformats.org/markup-compatibility/2006">
              <mc:Choice xmlns:v="urn:schemas-microsoft-com:vml" Requires="v">
                <p:oleObj name="公式" r:id="rId20" imgW="175140" imgH="221089" progId="Equation.3">
                  <p:embed/>
                </p:oleObj>
              </mc:Choice>
              <mc:Fallback>
                <p:oleObj name="公式" r:id="rId20" imgW="175140" imgH="221089" progId="Equation.3">
                  <p:embed/>
                  <p:pic>
                    <p:nvPicPr>
                      <p:cNvPr id="30919" name="Object 13"/>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760846" y="1259032"/>
                        <a:ext cx="423863" cy="420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7" name="Object 14">
            <a:extLst>
              <a:ext uri="{FF2B5EF4-FFF2-40B4-BE49-F238E27FC236}">
                <a16:creationId xmlns:a16="http://schemas.microsoft.com/office/drawing/2014/main" id="{FCA2B188-71DE-4D89-E969-363609BBD15C}"/>
              </a:ext>
            </a:extLst>
          </p:cNvPr>
          <p:cNvGraphicFramePr>
            <a:graphicFrameLocks noChangeAspect="1"/>
          </p:cNvGraphicFramePr>
          <p:nvPr>
            <p:extLst>
              <p:ext uri="{D42A27DB-BD31-4B8C-83A1-F6EECF244321}">
                <p14:modId xmlns:p14="http://schemas.microsoft.com/office/powerpoint/2010/main" val="1916244779"/>
              </p:ext>
            </p:extLst>
          </p:nvPr>
        </p:nvGraphicFramePr>
        <p:xfrm>
          <a:off x="1883209" y="1235220"/>
          <a:ext cx="396875" cy="396875"/>
        </p:xfrm>
        <a:graphic>
          <a:graphicData uri="http://schemas.openxmlformats.org/presentationml/2006/ole">
            <mc:AlternateContent xmlns:mc="http://schemas.openxmlformats.org/markup-compatibility/2006">
              <mc:Choice xmlns:v="urn:schemas-microsoft-com:vml" Requires="v">
                <p:oleObj name="公式" r:id="rId22" imgW="160109" imgH="213251" progId="Equation.3">
                  <p:embed/>
                </p:oleObj>
              </mc:Choice>
              <mc:Fallback>
                <p:oleObj name="公式" r:id="rId22" imgW="160109" imgH="213251" progId="Equation.3">
                  <p:embed/>
                  <p:pic>
                    <p:nvPicPr>
                      <p:cNvPr id="30920" name="Object 14"/>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883209" y="1235220"/>
                        <a:ext cx="396875"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8" name="Object 15">
            <a:extLst>
              <a:ext uri="{FF2B5EF4-FFF2-40B4-BE49-F238E27FC236}">
                <a16:creationId xmlns:a16="http://schemas.microsoft.com/office/drawing/2014/main" id="{225FDABC-321B-EFDF-ED67-A82CB64A6DBC}"/>
              </a:ext>
            </a:extLst>
          </p:cNvPr>
          <p:cNvGraphicFramePr>
            <a:graphicFrameLocks noChangeAspect="1"/>
          </p:cNvGraphicFramePr>
          <p:nvPr>
            <p:extLst>
              <p:ext uri="{D42A27DB-BD31-4B8C-83A1-F6EECF244321}">
                <p14:modId xmlns:p14="http://schemas.microsoft.com/office/powerpoint/2010/main" val="3559703535"/>
              </p:ext>
            </p:extLst>
          </p:nvPr>
        </p:nvGraphicFramePr>
        <p:xfrm>
          <a:off x="2402321" y="1270145"/>
          <a:ext cx="481013" cy="396875"/>
        </p:xfrm>
        <a:graphic>
          <a:graphicData uri="http://schemas.openxmlformats.org/presentationml/2006/ole">
            <mc:AlternateContent xmlns:mc="http://schemas.openxmlformats.org/markup-compatibility/2006">
              <mc:Choice xmlns:v="urn:schemas-microsoft-com:vml" Requires="v">
                <p:oleObj name="公式" r:id="rId24" imgW="213370" imgH="213251" progId="Equation.3">
                  <p:embed/>
                </p:oleObj>
              </mc:Choice>
              <mc:Fallback>
                <p:oleObj name="公式" r:id="rId24" imgW="213370" imgH="213251" progId="Equation.3">
                  <p:embed/>
                  <p:pic>
                    <p:nvPicPr>
                      <p:cNvPr id="30921" name="Object 15"/>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402321" y="1270145"/>
                        <a:ext cx="481013"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9" name="Object 16">
            <a:extLst>
              <a:ext uri="{FF2B5EF4-FFF2-40B4-BE49-F238E27FC236}">
                <a16:creationId xmlns:a16="http://schemas.microsoft.com/office/drawing/2014/main" id="{9B87A1A6-FFA8-1D4E-DC70-FE76E11E8B34}"/>
              </a:ext>
            </a:extLst>
          </p:cNvPr>
          <p:cNvGraphicFramePr>
            <a:graphicFrameLocks noChangeAspect="1"/>
          </p:cNvGraphicFramePr>
          <p:nvPr>
            <p:extLst>
              <p:ext uri="{D42A27DB-BD31-4B8C-83A1-F6EECF244321}">
                <p14:modId xmlns:p14="http://schemas.microsoft.com/office/powerpoint/2010/main" val="1780507797"/>
              </p:ext>
            </p:extLst>
          </p:nvPr>
        </p:nvGraphicFramePr>
        <p:xfrm>
          <a:off x="2978584" y="1270145"/>
          <a:ext cx="452437" cy="396875"/>
        </p:xfrm>
        <a:graphic>
          <a:graphicData uri="http://schemas.openxmlformats.org/presentationml/2006/ole">
            <mc:AlternateContent xmlns:mc="http://schemas.openxmlformats.org/markup-compatibility/2006">
              <mc:Choice xmlns:v="urn:schemas-microsoft-com:vml" Requires="v">
                <p:oleObj name="公式" r:id="rId26" imgW="182982" imgH="213251" progId="Equation.3">
                  <p:embed/>
                </p:oleObj>
              </mc:Choice>
              <mc:Fallback>
                <p:oleObj name="公式" r:id="rId26" imgW="182982" imgH="213251" progId="Equation.3">
                  <p:embed/>
                  <p:pic>
                    <p:nvPicPr>
                      <p:cNvPr id="30922" name="Object 16"/>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978584" y="1270145"/>
                        <a:ext cx="452437"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20" name="Object 17">
            <a:extLst>
              <a:ext uri="{FF2B5EF4-FFF2-40B4-BE49-F238E27FC236}">
                <a16:creationId xmlns:a16="http://schemas.microsoft.com/office/drawing/2014/main" id="{FB7AA07F-BCAF-37D7-DDC3-1006F1141173}"/>
              </a:ext>
            </a:extLst>
          </p:cNvPr>
          <p:cNvGraphicFramePr>
            <a:graphicFrameLocks noChangeAspect="1"/>
          </p:cNvGraphicFramePr>
          <p:nvPr>
            <p:extLst>
              <p:ext uri="{D42A27DB-BD31-4B8C-83A1-F6EECF244321}">
                <p14:modId xmlns:p14="http://schemas.microsoft.com/office/powerpoint/2010/main" val="1599253893"/>
              </p:ext>
            </p:extLst>
          </p:nvPr>
        </p:nvGraphicFramePr>
        <p:xfrm>
          <a:off x="3554846" y="1271732"/>
          <a:ext cx="481013" cy="420688"/>
        </p:xfrm>
        <a:graphic>
          <a:graphicData uri="http://schemas.openxmlformats.org/presentationml/2006/ole">
            <mc:AlternateContent xmlns:mc="http://schemas.openxmlformats.org/markup-compatibility/2006">
              <mc:Choice xmlns:v="urn:schemas-microsoft-com:vml" Requires="v">
                <p:oleObj name="公式" r:id="rId28" imgW="213370" imgH="221089" progId="Equation.3">
                  <p:embed/>
                </p:oleObj>
              </mc:Choice>
              <mc:Fallback>
                <p:oleObj name="公式" r:id="rId28" imgW="213370" imgH="221089" progId="Equation.3">
                  <p:embed/>
                  <p:pic>
                    <p:nvPicPr>
                      <p:cNvPr id="30923" name="Object 17"/>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3554846" y="1271732"/>
                        <a:ext cx="481013" cy="420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21" name="Object 947">
            <a:extLst>
              <a:ext uri="{FF2B5EF4-FFF2-40B4-BE49-F238E27FC236}">
                <a16:creationId xmlns:a16="http://schemas.microsoft.com/office/drawing/2014/main" id="{7DF5C998-D12C-889B-7C42-00B94155E9BB}"/>
              </a:ext>
            </a:extLst>
          </p:cNvPr>
          <p:cNvGraphicFramePr>
            <a:graphicFrameLocks noChangeAspect="1"/>
          </p:cNvGraphicFramePr>
          <p:nvPr>
            <p:extLst>
              <p:ext uri="{D42A27DB-BD31-4B8C-83A1-F6EECF244321}">
                <p14:modId xmlns:p14="http://schemas.microsoft.com/office/powerpoint/2010/main" val="18600881"/>
              </p:ext>
            </p:extLst>
          </p:nvPr>
        </p:nvGraphicFramePr>
        <p:xfrm>
          <a:off x="1211696" y="5469082"/>
          <a:ext cx="2008188" cy="633413"/>
        </p:xfrm>
        <a:graphic>
          <a:graphicData uri="http://schemas.openxmlformats.org/presentationml/2006/ole">
            <mc:AlternateContent xmlns:mc="http://schemas.openxmlformats.org/markup-compatibility/2006">
              <mc:Choice xmlns:v="urn:schemas-microsoft-com:vml" Requires="v">
                <p:oleObj name="公式" r:id="rId30" imgW="1040948" imgH="304668" progId="Equation.3">
                  <p:embed/>
                </p:oleObj>
              </mc:Choice>
              <mc:Fallback>
                <p:oleObj name="公式" r:id="rId30" imgW="1040948" imgH="304668" progId="Equation.3">
                  <p:embed/>
                  <p:pic>
                    <p:nvPicPr>
                      <p:cNvPr id="30924" name="Object 947"/>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1211696" y="5469082"/>
                        <a:ext cx="2008188" cy="633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 name="Object 948">
            <a:extLst>
              <a:ext uri="{FF2B5EF4-FFF2-40B4-BE49-F238E27FC236}">
                <a16:creationId xmlns:a16="http://schemas.microsoft.com/office/drawing/2014/main" id="{8ED147D1-ED67-AD0F-A437-6A42BCB82FC6}"/>
              </a:ext>
            </a:extLst>
          </p:cNvPr>
          <p:cNvGraphicFramePr>
            <a:graphicFrameLocks noChangeAspect="1"/>
          </p:cNvGraphicFramePr>
          <p:nvPr>
            <p:extLst>
              <p:ext uri="{D42A27DB-BD31-4B8C-83A1-F6EECF244321}">
                <p14:modId xmlns:p14="http://schemas.microsoft.com/office/powerpoint/2010/main" val="665646097"/>
              </p:ext>
            </p:extLst>
          </p:nvPr>
        </p:nvGraphicFramePr>
        <p:xfrm>
          <a:off x="3873934" y="5542107"/>
          <a:ext cx="2597150" cy="525463"/>
        </p:xfrm>
        <a:graphic>
          <a:graphicData uri="http://schemas.openxmlformats.org/presentationml/2006/ole">
            <mc:AlternateContent xmlns:mc="http://schemas.openxmlformats.org/markup-compatibility/2006">
              <mc:Choice xmlns:v="urn:schemas-microsoft-com:vml" Requires="v">
                <p:oleObj name="公式" r:id="rId32" imgW="1345616" imgH="253890" progId="Equation.3">
                  <p:embed/>
                </p:oleObj>
              </mc:Choice>
              <mc:Fallback>
                <p:oleObj name="公式" r:id="rId32" imgW="1345616" imgH="253890" progId="Equation.3">
                  <p:embed/>
                  <p:pic>
                    <p:nvPicPr>
                      <p:cNvPr id="30925" name="Object 948"/>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3873934" y="5542107"/>
                        <a:ext cx="2597150"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 name="Object 949">
            <a:extLst>
              <a:ext uri="{FF2B5EF4-FFF2-40B4-BE49-F238E27FC236}">
                <a16:creationId xmlns:a16="http://schemas.microsoft.com/office/drawing/2014/main" id="{0ACCD713-4F79-9303-D940-57A5C568EDFE}"/>
              </a:ext>
            </a:extLst>
          </p:cNvPr>
          <p:cNvGraphicFramePr>
            <a:graphicFrameLocks noChangeAspect="1"/>
          </p:cNvGraphicFramePr>
          <p:nvPr>
            <p:extLst>
              <p:ext uri="{D42A27DB-BD31-4B8C-83A1-F6EECF244321}">
                <p14:modId xmlns:p14="http://schemas.microsoft.com/office/powerpoint/2010/main" val="3556175700"/>
              </p:ext>
            </p:extLst>
          </p:nvPr>
        </p:nvGraphicFramePr>
        <p:xfrm>
          <a:off x="7082271" y="5570682"/>
          <a:ext cx="1004888" cy="447675"/>
        </p:xfrm>
        <a:graphic>
          <a:graphicData uri="http://schemas.openxmlformats.org/presentationml/2006/ole">
            <mc:AlternateContent xmlns:mc="http://schemas.openxmlformats.org/markup-compatibility/2006">
              <mc:Choice xmlns:v="urn:schemas-microsoft-com:vml" Requires="v">
                <p:oleObj name="公式" r:id="rId34" imgW="520474" imgH="215806" progId="Equation.3">
                  <p:embed/>
                </p:oleObj>
              </mc:Choice>
              <mc:Fallback>
                <p:oleObj name="公式" r:id="rId34" imgW="520474" imgH="215806" progId="Equation.3">
                  <p:embed/>
                  <p:pic>
                    <p:nvPicPr>
                      <p:cNvPr id="30926" name="Object 949"/>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7082271" y="5570682"/>
                        <a:ext cx="1004888"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9118065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55B61E-0EB6-5811-65AC-B0F4BA2BC252}"/>
              </a:ext>
            </a:extLst>
          </p:cNvPr>
          <p:cNvSpPr>
            <a:spLocks noGrp="1"/>
          </p:cNvSpPr>
          <p:nvPr>
            <p:ph type="title"/>
          </p:nvPr>
        </p:nvSpPr>
        <p:spPr/>
        <p:txBody>
          <a:bodyPr>
            <a:normAutofit fontScale="90000"/>
          </a:bodyPr>
          <a:lstStyle/>
          <a:p>
            <a:r>
              <a:rPr kumimoji="1" lang="en-US" altLang="zh-CN" dirty="0"/>
              <a:t>74x138</a:t>
            </a:r>
            <a:r>
              <a:rPr lang="zh-CN" altLang="en-US" dirty="0"/>
              <a:t>逻辑图</a:t>
            </a:r>
            <a:endParaRPr kumimoji="1" lang="zh-CN" altLang="en-US" dirty="0"/>
          </a:p>
        </p:txBody>
      </p:sp>
      <p:sp>
        <p:nvSpPr>
          <p:cNvPr id="4" name="页脚占位符 3">
            <a:extLst>
              <a:ext uri="{FF2B5EF4-FFF2-40B4-BE49-F238E27FC236}">
                <a16:creationId xmlns:a16="http://schemas.microsoft.com/office/drawing/2014/main" id="{CD20949D-3BA9-1D0F-F213-C850316B206E}"/>
              </a:ext>
            </a:extLst>
          </p:cNvPr>
          <p:cNvSpPr>
            <a:spLocks noGrp="1"/>
          </p:cNvSpPr>
          <p:nvPr>
            <p:ph type="ftr" sz="quarter" idx="11"/>
          </p:nvPr>
        </p:nvSpPr>
        <p:spPr/>
        <p:txBody>
          <a:bodyPr/>
          <a:lstStyle/>
          <a:p>
            <a:r>
              <a:rPr lang="zh-CN" altLang="en-US"/>
              <a:t>模拟与数字电路：</a:t>
            </a:r>
            <a:r>
              <a:rPr lang="en-US" altLang="zh-CN"/>
              <a:t>6. </a:t>
            </a:r>
            <a:r>
              <a:rPr lang="zh-CN" altLang="en-US"/>
              <a:t>组合逻辑电路</a:t>
            </a:r>
            <a:r>
              <a:rPr lang="en-US" altLang="zh-CN"/>
              <a:t>2</a:t>
            </a:r>
            <a:endParaRPr lang="en-US" dirty="0"/>
          </a:p>
        </p:txBody>
      </p:sp>
      <p:sp>
        <p:nvSpPr>
          <p:cNvPr id="5" name="灯片编号占位符 4">
            <a:extLst>
              <a:ext uri="{FF2B5EF4-FFF2-40B4-BE49-F238E27FC236}">
                <a16:creationId xmlns:a16="http://schemas.microsoft.com/office/drawing/2014/main" id="{F48D2F4E-C623-8B47-868C-EE07155C9D72}"/>
              </a:ext>
            </a:extLst>
          </p:cNvPr>
          <p:cNvSpPr>
            <a:spLocks noGrp="1"/>
          </p:cNvSpPr>
          <p:nvPr>
            <p:ph type="sldNum" sz="quarter" idx="12"/>
          </p:nvPr>
        </p:nvSpPr>
        <p:spPr/>
        <p:txBody>
          <a:bodyPr/>
          <a:lstStyle/>
          <a:p>
            <a:fld id="{9E260BC5-5BF3-8746-862B-DC45E9CAA88B}" type="slidenum">
              <a:rPr lang="en-US" smtClean="0"/>
              <a:pPr/>
              <a:t>19</a:t>
            </a:fld>
            <a:r>
              <a:rPr lang="en-US" altLang="zh-CN" dirty="0"/>
              <a:t>/38</a:t>
            </a:r>
            <a:endParaRPr lang="en-US" dirty="0"/>
          </a:p>
        </p:txBody>
      </p:sp>
      <p:graphicFrame>
        <p:nvGraphicFramePr>
          <p:cNvPr id="8" name="Object 2">
            <a:extLst>
              <a:ext uri="{FF2B5EF4-FFF2-40B4-BE49-F238E27FC236}">
                <a16:creationId xmlns:a16="http://schemas.microsoft.com/office/drawing/2014/main" id="{343D0A5C-A1C6-5762-252C-6E17C5A4CCBB}"/>
              </a:ext>
            </a:extLst>
          </p:cNvPr>
          <p:cNvGraphicFramePr>
            <a:graphicFrameLocks noChangeAspect="1"/>
          </p:cNvGraphicFramePr>
          <p:nvPr>
            <p:extLst>
              <p:ext uri="{D42A27DB-BD31-4B8C-83A1-F6EECF244321}">
                <p14:modId xmlns:p14="http://schemas.microsoft.com/office/powerpoint/2010/main" val="2307393602"/>
              </p:ext>
            </p:extLst>
          </p:nvPr>
        </p:nvGraphicFramePr>
        <p:xfrm>
          <a:off x="3517611" y="1237672"/>
          <a:ext cx="5562600" cy="4986338"/>
        </p:xfrm>
        <a:graphic>
          <a:graphicData uri="http://schemas.openxmlformats.org/presentationml/2006/ole">
            <mc:AlternateContent xmlns:mc="http://schemas.openxmlformats.org/markup-compatibility/2006">
              <mc:Choice xmlns:v="urn:schemas-microsoft-com:vml" Requires="v">
                <p:oleObj name="Picture" r:id="rId2" imgW="3200400" imgH="2844800" progId="Word.Picture.8">
                  <p:embed/>
                </p:oleObj>
              </mc:Choice>
              <mc:Fallback>
                <p:oleObj name="Picture" r:id="rId2" imgW="3200400" imgH="2844800" progId="Word.Picture.8">
                  <p:embed/>
                  <p:pic>
                    <p:nvPicPr>
                      <p:cNvPr id="31750" name="Object 2"/>
                      <p:cNvPicPr>
                        <a:picLocks noChangeAspect="1" noChangeArrowheads="1"/>
                      </p:cNvPicPr>
                      <p:nvPr/>
                    </p:nvPicPr>
                    <p:blipFill>
                      <a:blip r:embed="rId3">
                        <a:extLst>
                          <a:ext uri="{28A0092B-C50C-407E-A947-70E740481C1C}">
                            <a14:useLocalDpi xmlns:a14="http://schemas.microsoft.com/office/drawing/2010/main" val="0"/>
                          </a:ext>
                        </a:extLst>
                      </a:blip>
                      <a:srcRect t="-1404"/>
                      <a:stretch>
                        <a:fillRect/>
                      </a:stretch>
                    </p:blipFill>
                    <p:spPr bwMode="auto">
                      <a:xfrm>
                        <a:off x="3517611" y="1237672"/>
                        <a:ext cx="5562600" cy="49863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9" name="组合 49">
            <a:extLst>
              <a:ext uri="{FF2B5EF4-FFF2-40B4-BE49-F238E27FC236}">
                <a16:creationId xmlns:a16="http://schemas.microsoft.com/office/drawing/2014/main" id="{6DC52CB2-E707-23CF-FAFF-4F45A53D9A24}"/>
              </a:ext>
            </a:extLst>
          </p:cNvPr>
          <p:cNvGrpSpPr>
            <a:grpSpLocks/>
          </p:cNvGrpSpPr>
          <p:nvPr/>
        </p:nvGrpSpPr>
        <p:grpSpPr bwMode="auto">
          <a:xfrm>
            <a:off x="718849" y="2126672"/>
            <a:ext cx="2474912" cy="3419475"/>
            <a:chOff x="416726" y="1989138"/>
            <a:chExt cx="2475863" cy="3419475"/>
          </a:xfrm>
        </p:grpSpPr>
        <p:sp>
          <p:nvSpPr>
            <p:cNvPr id="10" name="Rectangle 10">
              <a:extLst>
                <a:ext uri="{FF2B5EF4-FFF2-40B4-BE49-F238E27FC236}">
                  <a16:creationId xmlns:a16="http://schemas.microsoft.com/office/drawing/2014/main" id="{02584E2D-887F-8DB7-8AA8-63A66FFB5730}"/>
                </a:ext>
              </a:extLst>
            </p:cNvPr>
            <p:cNvSpPr>
              <a:spLocks noChangeArrowheads="1"/>
            </p:cNvSpPr>
            <p:nvPr/>
          </p:nvSpPr>
          <p:spPr bwMode="auto">
            <a:xfrm>
              <a:off x="811376" y="2352675"/>
              <a:ext cx="1625600" cy="29670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1" name="Rectangle 11">
              <a:extLst>
                <a:ext uri="{FF2B5EF4-FFF2-40B4-BE49-F238E27FC236}">
                  <a16:creationId xmlns:a16="http://schemas.microsoft.com/office/drawing/2014/main" id="{7C0C0C14-8054-F821-C7C1-2CAEB06088F9}"/>
                </a:ext>
              </a:extLst>
            </p:cNvPr>
            <p:cNvSpPr>
              <a:spLocks noChangeArrowheads="1"/>
            </p:cNvSpPr>
            <p:nvPr/>
          </p:nvSpPr>
          <p:spPr bwMode="auto">
            <a:xfrm>
              <a:off x="846218" y="1989138"/>
              <a:ext cx="1590757" cy="3419475"/>
            </a:xfrm>
            <a:prstGeom prst="rect">
              <a:avLst/>
            </a:prstGeom>
            <a:noFill/>
            <a:ln w="412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2" name="Rectangle 12">
              <a:extLst>
                <a:ext uri="{FF2B5EF4-FFF2-40B4-BE49-F238E27FC236}">
                  <a16:creationId xmlns:a16="http://schemas.microsoft.com/office/drawing/2014/main" id="{5F110423-5C1B-059D-D736-F9B3C4ED2648}"/>
                </a:ext>
              </a:extLst>
            </p:cNvPr>
            <p:cNvSpPr>
              <a:spLocks noChangeArrowheads="1"/>
            </p:cNvSpPr>
            <p:nvPr/>
          </p:nvSpPr>
          <p:spPr bwMode="auto">
            <a:xfrm>
              <a:off x="1451139" y="3213100"/>
              <a:ext cx="3810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lIns="0" tIns="0" rIns="0" bIns="0">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500" b="0">
                  <a:solidFill>
                    <a:srgbClr val="000000"/>
                  </a:solidFill>
                  <a:latin typeface="Times New Roman" panose="02020603050405020304" pitchFamily="18" charset="0"/>
                </a:rPr>
                <a:t>74x138</a:t>
              </a:r>
              <a:endParaRPr lang="en-US" altLang="zh-CN" sz="2000" b="0"/>
            </a:p>
          </p:txBody>
        </p:sp>
        <p:sp>
          <p:nvSpPr>
            <p:cNvPr id="13" name="Oval 19">
              <a:extLst>
                <a:ext uri="{FF2B5EF4-FFF2-40B4-BE49-F238E27FC236}">
                  <a16:creationId xmlns:a16="http://schemas.microsoft.com/office/drawing/2014/main" id="{59EA1654-FE81-FF78-AA8C-9C4CB7021062}"/>
                </a:ext>
              </a:extLst>
            </p:cNvPr>
            <p:cNvSpPr>
              <a:spLocks noChangeArrowheads="1"/>
            </p:cNvSpPr>
            <p:nvPr/>
          </p:nvSpPr>
          <p:spPr bwMode="auto">
            <a:xfrm>
              <a:off x="2459201" y="3824288"/>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4" name="Line 20">
              <a:extLst>
                <a:ext uri="{FF2B5EF4-FFF2-40B4-BE49-F238E27FC236}">
                  <a16:creationId xmlns:a16="http://schemas.microsoft.com/office/drawing/2014/main" id="{226E4DE5-F0D2-3FA7-06D7-082FBBFC387C}"/>
                </a:ext>
              </a:extLst>
            </p:cNvPr>
            <p:cNvSpPr>
              <a:spLocks noChangeShapeType="1"/>
            </p:cNvSpPr>
            <p:nvPr/>
          </p:nvSpPr>
          <p:spPr bwMode="auto">
            <a:xfrm>
              <a:off x="2603664" y="3894138"/>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Oval 21">
              <a:extLst>
                <a:ext uri="{FF2B5EF4-FFF2-40B4-BE49-F238E27FC236}">
                  <a16:creationId xmlns:a16="http://schemas.microsoft.com/office/drawing/2014/main" id="{C507FFCB-9960-1A00-57FA-FF992D69E04B}"/>
                </a:ext>
              </a:extLst>
            </p:cNvPr>
            <p:cNvSpPr>
              <a:spLocks noChangeArrowheads="1"/>
            </p:cNvSpPr>
            <p:nvPr/>
          </p:nvSpPr>
          <p:spPr bwMode="auto">
            <a:xfrm>
              <a:off x="2459201" y="4221163"/>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6" name="Line 22">
              <a:extLst>
                <a:ext uri="{FF2B5EF4-FFF2-40B4-BE49-F238E27FC236}">
                  <a16:creationId xmlns:a16="http://schemas.microsoft.com/office/drawing/2014/main" id="{C4842C57-8DA9-72CF-C3C4-850A82817B7F}"/>
                </a:ext>
              </a:extLst>
            </p:cNvPr>
            <p:cNvSpPr>
              <a:spLocks noChangeShapeType="1"/>
            </p:cNvSpPr>
            <p:nvPr/>
          </p:nvSpPr>
          <p:spPr bwMode="auto">
            <a:xfrm>
              <a:off x="2603664" y="4291013"/>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Oval 23">
              <a:extLst>
                <a:ext uri="{FF2B5EF4-FFF2-40B4-BE49-F238E27FC236}">
                  <a16:creationId xmlns:a16="http://schemas.microsoft.com/office/drawing/2014/main" id="{7496196D-8265-3032-ADF7-621681178C90}"/>
                </a:ext>
              </a:extLst>
            </p:cNvPr>
            <p:cNvSpPr>
              <a:spLocks noChangeArrowheads="1"/>
            </p:cNvSpPr>
            <p:nvPr/>
          </p:nvSpPr>
          <p:spPr bwMode="auto">
            <a:xfrm>
              <a:off x="2459201" y="4616450"/>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8" name="Line 24">
              <a:extLst>
                <a:ext uri="{FF2B5EF4-FFF2-40B4-BE49-F238E27FC236}">
                  <a16:creationId xmlns:a16="http://schemas.microsoft.com/office/drawing/2014/main" id="{39262134-6B01-1245-BC69-D70DAC94E1EF}"/>
                </a:ext>
              </a:extLst>
            </p:cNvPr>
            <p:cNvSpPr>
              <a:spLocks noChangeShapeType="1"/>
            </p:cNvSpPr>
            <p:nvPr/>
          </p:nvSpPr>
          <p:spPr bwMode="auto">
            <a:xfrm>
              <a:off x="2603664" y="4686300"/>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Oval 25">
              <a:extLst>
                <a:ext uri="{FF2B5EF4-FFF2-40B4-BE49-F238E27FC236}">
                  <a16:creationId xmlns:a16="http://schemas.microsoft.com/office/drawing/2014/main" id="{81AB4E93-2C2E-3367-CA71-A75DCD36FF72}"/>
                </a:ext>
              </a:extLst>
            </p:cNvPr>
            <p:cNvSpPr>
              <a:spLocks noChangeArrowheads="1"/>
            </p:cNvSpPr>
            <p:nvPr/>
          </p:nvSpPr>
          <p:spPr bwMode="auto">
            <a:xfrm>
              <a:off x="2459201" y="5005388"/>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0" name="Line 26">
              <a:extLst>
                <a:ext uri="{FF2B5EF4-FFF2-40B4-BE49-F238E27FC236}">
                  <a16:creationId xmlns:a16="http://schemas.microsoft.com/office/drawing/2014/main" id="{CAD90B71-BE35-06B8-2925-0DB48CF6B4F7}"/>
                </a:ext>
              </a:extLst>
            </p:cNvPr>
            <p:cNvSpPr>
              <a:spLocks noChangeShapeType="1"/>
            </p:cNvSpPr>
            <p:nvPr/>
          </p:nvSpPr>
          <p:spPr bwMode="auto">
            <a:xfrm>
              <a:off x="2603664" y="5075238"/>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Oval 27">
              <a:extLst>
                <a:ext uri="{FF2B5EF4-FFF2-40B4-BE49-F238E27FC236}">
                  <a16:creationId xmlns:a16="http://schemas.microsoft.com/office/drawing/2014/main" id="{E31CA76F-355C-5DE5-8398-796BE227C8B1}"/>
                </a:ext>
              </a:extLst>
            </p:cNvPr>
            <p:cNvSpPr>
              <a:spLocks noChangeArrowheads="1"/>
            </p:cNvSpPr>
            <p:nvPr/>
          </p:nvSpPr>
          <p:spPr bwMode="auto">
            <a:xfrm>
              <a:off x="2459201" y="2241550"/>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2" name="Line 28">
              <a:extLst>
                <a:ext uri="{FF2B5EF4-FFF2-40B4-BE49-F238E27FC236}">
                  <a16:creationId xmlns:a16="http://schemas.microsoft.com/office/drawing/2014/main" id="{AEEE71BA-D757-56FF-38AA-8F64132F47D5}"/>
                </a:ext>
              </a:extLst>
            </p:cNvPr>
            <p:cNvSpPr>
              <a:spLocks noChangeShapeType="1"/>
            </p:cNvSpPr>
            <p:nvPr/>
          </p:nvSpPr>
          <p:spPr bwMode="auto">
            <a:xfrm>
              <a:off x="2603664" y="2311400"/>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 name="Oval 29">
              <a:extLst>
                <a:ext uri="{FF2B5EF4-FFF2-40B4-BE49-F238E27FC236}">
                  <a16:creationId xmlns:a16="http://schemas.microsoft.com/office/drawing/2014/main" id="{D0F116AE-D582-712D-094E-3502C70B892F}"/>
                </a:ext>
              </a:extLst>
            </p:cNvPr>
            <p:cNvSpPr>
              <a:spLocks noChangeArrowheads="1"/>
            </p:cNvSpPr>
            <p:nvPr/>
          </p:nvSpPr>
          <p:spPr bwMode="auto">
            <a:xfrm>
              <a:off x="2459201" y="2638425"/>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4" name="Line 30">
              <a:extLst>
                <a:ext uri="{FF2B5EF4-FFF2-40B4-BE49-F238E27FC236}">
                  <a16:creationId xmlns:a16="http://schemas.microsoft.com/office/drawing/2014/main" id="{6B611429-0599-BFF1-8E33-003BBD5BFD1E}"/>
                </a:ext>
              </a:extLst>
            </p:cNvPr>
            <p:cNvSpPr>
              <a:spLocks noChangeShapeType="1"/>
            </p:cNvSpPr>
            <p:nvPr/>
          </p:nvSpPr>
          <p:spPr bwMode="auto">
            <a:xfrm>
              <a:off x="2603664" y="2708275"/>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Oval 31">
              <a:extLst>
                <a:ext uri="{FF2B5EF4-FFF2-40B4-BE49-F238E27FC236}">
                  <a16:creationId xmlns:a16="http://schemas.microsoft.com/office/drawing/2014/main" id="{7FF7AC0F-E724-DB17-5835-C081BFBAE8E4}"/>
                </a:ext>
              </a:extLst>
            </p:cNvPr>
            <p:cNvSpPr>
              <a:spLocks noChangeArrowheads="1"/>
            </p:cNvSpPr>
            <p:nvPr/>
          </p:nvSpPr>
          <p:spPr bwMode="auto">
            <a:xfrm>
              <a:off x="2459201" y="3033713"/>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6" name="Line 32">
              <a:extLst>
                <a:ext uri="{FF2B5EF4-FFF2-40B4-BE49-F238E27FC236}">
                  <a16:creationId xmlns:a16="http://schemas.microsoft.com/office/drawing/2014/main" id="{DD087C09-2D74-3B98-43BF-D13907CF5053}"/>
                </a:ext>
              </a:extLst>
            </p:cNvPr>
            <p:cNvSpPr>
              <a:spLocks noChangeShapeType="1"/>
            </p:cNvSpPr>
            <p:nvPr/>
          </p:nvSpPr>
          <p:spPr bwMode="auto">
            <a:xfrm>
              <a:off x="2603664" y="3103563"/>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 name="Oval 33">
              <a:extLst>
                <a:ext uri="{FF2B5EF4-FFF2-40B4-BE49-F238E27FC236}">
                  <a16:creationId xmlns:a16="http://schemas.microsoft.com/office/drawing/2014/main" id="{34D0DE7A-1A65-824F-CADD-97DCFC97C33A}"/>
                </a:ext>
              </a:extLst>
            </p:cNvPr>
            <p:cNvSpPr>
              <a:spLocks noChangeArrowheads="1"/>
            </p:cNvSpPr>
            <p:nvPr/>
          </p:nvSpPr>
          <p:spPr bwMode="auto">
            <a:xfrm>
              <a:off x="2459201" y="3422650"/>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8" name="Line 34">
              <a:extLst>
                <a:ext uri="{FF2B5EF4-FFF2-40B4-BE49-F238E27FC236}">
                  <a16:creationId xmlns:a16="http://schemas.microsoft.com/office/drawing/2014/main" id="{1460EE97-32A0-6E61-4D1C-21E23DA1F261}"/>
                </a:ext>
              </a:extLst>
            </p:cNvPr>
            <p:cNvSpPr>
              <a:spLocks noChangeShapeType="1"/>
            </p:cNvSpPr>
            <p:nvPr/>
          </p:nvSpPr>
          <p:spPr bwMode="auto">
            <a:xfrm>
              <a:off x="2603664" y="3492500"/>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9" name="Object 38">
              <a:extLst>
                <a:ext uri="{FF2B5EF4-FFF2-40B4-BE49-F238E27FC236}">
                  <a16:creationId xmlns:a16="http://schemas.microsoft.com/office/drawing/2014/main" id="{904A4253-C65E-68C4-E555-8902A5646F3E}"/>
                </a:ext>
              </a:extLst>
            </p:cNvPr>
            <p:cNvGraphicFramePr>
              <a:graphicFrameLocks noChangeAspect="1"/>
            </p:cNvGraphicFramePr>
            <p:nvPr/>
          </p:nvGraphicFramePr>
          <p:xfrm>
            <a:off x="1997239" y="2122488"/>
            <a:ext cx="331787" cy="393700"/>
          </p:xfrm>
          <a:graphic>
            <a:graphicData uri="http://schemas.openxmlformats.org/presentationml/2006/ole">
              <mc:AlternateContent xmlns:mc="http://schemas.openxmlformats.org/markup-compatibility/2006">
                <mc:Choice xmlns:v="urn:schemas-microsoft-com:vml" Requires="v">
                  <p:oleObj name="公式" r:id="rId4" imgW="175140" imgH="221089" progId="Equation.3">
                    <p:embed/>
                  </p:oleObj>
                </mc:Choice>
                <mc:Fallback>
                  <p:oleObj name="公式" r:id="rId4" imgW="175140" imgH="221089" progId="Equation.3">
                    <p:embed/>
                    <p:pic>
                      <p:nvPicPr>
                        <p:cNvPr id="31771" name="Object 3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97239" y="2122488"/>
                          <a:ext cx="331787"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0" name="Object 15">
              <a:extLst>
                <a:ext uri="{FF2B5EF4-FFF2-40B4-BE49-F238E27FC236}">
                  <a16:creationId xmlns:a16="http://schemas.microsoft.com/office/drawing/2014/main" id="{607A2A1B-9632-7D11-F1DE-75776FBB2ED0}"/>
                </a:ext>
              </a:extLst>
            </p:cNvPr>
            <p:cNvGraphicFramePr>
              <a:graphicFrameLocks noChangeAspect="1"/>
            </p:cNvGraphicFramePr>
            <p:nvPr/>
          </p:nvGraphicFramePr>
          <p:xfrm>
            <a:off x="909040" y="4267201"/>
            <a:ext cx="425613" cy="390525"/>
          </p:xfrm>
          <a:graphic>
            <a:graphicData uri="http://schemas.openxmlformats.org/presentationml/2006/ole">
              <mc:AlternateContent xmlns:mc="http://schemas.openxmlformats.org/markup-compatibility/2006">
                <mc:Choice xmlns:v="urn:schemas-microsoft-com:vml" Requires="v">
                  <p:oleObj name="公式" r:id="rId6" imgW="220886" imgH="251460" progId="Equation.3">
                    <p:embed/>
                  </p:oleObj>
                </mc:Choice>
                <mc:Fallback>
                  <p:oleObj name="公式" r:id="rId6" imgW="220886" imgH="251460" progId="Equation.3">
                    <p:embed/>
                    <p:pic>
                      <p:nvPicPr>
                        <p:cNvPr id="31772" name="Object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09040" y="4267201"/>
                          <a:ext cx="425613" cy="390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1" name="Line 42">
              <a:extLst>
                <a:ext uri="{FF2B5EF4-FFF2-40B4-BE49-F238E27FC236}">
                  <a16:creationId xmlns:a16="http://schemas.microsoft.com/office/drawing/2014/main" id="{1B26A4D1-5740-E853-006A-F1B20806CEAC}"/>
                </a:ext>
              </a:extLst>
            </p:cNvPr>
            <p:cNvSpPr>
              <a:spLocks noChangeShapeType="1"/>
            </p:cNvSpPr>
            <p:nvPr/>
          </p:nvSpPr>
          <p:spPr bwMode="auto">
            <a:xfrm>
              <a:off x="416726" y="4060825"/>
              <a:ext cx="4333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 name="Oval 43">
              <a:extLst>
                <a:ext uri="{FF2B5EF4-FFF2-40B4-BE49-F238E27FC236}">
                  <a16:creationId xmlns:a16="http://schemas.microsoft.com/office/drawing/2014/main" id="{2D6E8C49-4CC7-516A-8747-917FCB251EE8}"/>
                </a:ext>
              </a:extLst>
            </p:cNvPr>
            <p:cNvSpPr>
              <a:spLocks noChangeArrowheads="1"/>
            </p:cNvSpPr>
            <p:nvPr/>
          </p:nvSpPr>
          <p:spPr bwMode="auto">
            <a:xfrm>
              <a:off x="707239" y="4386263"/>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33" name="Line 44">
              <a:extLst>
                <a:ext uri="{FF2B5EF4-FFF2-40B4-BE49-F238E27FC236}">
                  <a16:creationId xmlns:a16="http://schemas.microsoft.com/office/drawing/2014/main" id="{7777E1D1-5CD2-570C-39FE-D8405AFCFABB}"/>
                </a:ext>
              </a:extLst>
            </p:cNvPr>
            <p:cNvSpPr>
              <a:spLocks noChangeShapeType="1"/>
            </p:cNvSpPr>
            <p:nvPr/>
          </p:nvSpPr>
          <p:spPr bwMode="auto">
            <a:xfrm>
              <a:off x="418314" y="4456113"/>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 name="Oval 45">
              <a:extLst>
                <a:ext uri="{FF2B5EF4-FFF2-40B4-BE49-F238E27FC236}">
                  <a16:creationId xmlns:a16="http://schemas.microsoft.com/office/drawing/2014/main" id="{97816C1A-6D06-D9AB-D6AF-B8F8F451614E}"/>
                </a:ext>
              </a:extLst>
            </p:cNvPr>
            <p:cNvSpPr>
              <a:spLocks noChangeArrowheads="1"/>
            </p:cNvSpPr>
            <p:nvPr/>
          </p:nvSpPr>
          <p:spPr bwMode="auto">
            <a:xfrm>
              <a:off x="705651" y="4783138"/>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35" name="Line 46">
              <a:extLst>
                <a:ext uri="{FF2B5EF4-FFF2-40B4-BE49-F238E27FC236}">
                  <a16:creationId xmlns:a16="http://schemas.microsoft.com/office/drawing/2014/main" id="{BD55805C-D2B0-C715-DA9B-4E0CC09F2DC4}"/>
                </a:ext>
              </a:extLst>
            </p:cNvPr>
            <p:cNvSpPr>
              <a:spLocks noChangeShapeType="1"/>
            </p:cNvSpPr>
            <p:nvPr/>
          </p:nvSpPr>
          <p:spPr bwMode="auto">
            <a:xfrm>
              <a:off x="416726" y="4852988"/>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36" name="Object 47">
              <a:extLst>
                <a:ext uri="{FF2B5EF4-FFF2-40B4-BE49-F238E27FC236}">
                  <a16:creationId xmlns:a16="http://schemas.microsoft.com/office/drawing/2014/main" id="{1828EBFF-71E7-9A9D-CA30-A81C88F8A327}"/>
                </a:ext>
              </a:extLst>
            </p:cNvPr>
            <p:cNvGraphicFramePr>
              <a:graphicFrameLocks noChangeAspect="1"/>
            </p:cNvGraphicFramePr>
            <p:nvPr/>
          </p:nvGraphicFramePr>
          <p:xfrm>
            <a:off x="904495" y="3883507"/>
            <a:ext cx="375193" cy="370993"/>
          </p:xfrm>
          <a:graphic>
            <a:graphicData uri="http://schemas.openxmlformats.org/presentationml/2006/ole">
              <mc:AlternateContent xmlns:mc="http://schemas.openxmlformats.org/markup-compatibility/2006">
                <mc:Choice xmlns:v="urn:schemas-microsoft-com:vml" Requires="v">
                  <p:oleObj name="公式" r:id="rId8" imgW="175140" imgH="221089" progId="Equation.3">
                    <p:embed/>
                  </p:oleObj>
                </mc:Choice>
                <mc:Fallback>
                  <p:oleObj name="公式" r:id="rId8" imgW="175140" imgH="221089" progId="Equation.3">
                    <p:embed/>
                    <p:pic>
                      <p:nvPicPr>
                        <p:cNvPr id="31778" name="Object 4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04495" y="3883507"/>
                          <a:ext cx="375193" cy="3709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7" name="Object 48">
              <a:extLst>
                <a:ext uri="{FF2B5EF4-FFF2-40B4-BE49-F238E27FC236}">
                  <a16:creationId xmlns:a16="http://schemas.microsoft.com/office/drawing/2014/main" id="{216CE416-60FF-6E13-27EB-A4CF98BC9127}"/>
                </a:ext>
              </a:extLst>
            </p:cNvPr>
            <p:cNvGraphicFramePr>
              <a:graphicFrameLocks noChangeAspect="1"/>
            </p:cNvGraphicFramePr>
            <p:nvPr/>
          </p:nvGraphicFramePr>
          <p:xfrm>
            <a:off x="932861" y="4627563"/>
            <a:ext cx="373206" cy="390525"/>
          </p:xfrm>
          <a:graphic>
            <a:graphicData uri="http://schemas.openxmlformats.org/presentationml/2006/ole">
              <mc:AlternateContent xmlns:mc="http://schemas.openxmlformats.org/markup-compatibility/2006">
                <mc:Choice xmlns:v="urn:schemas-microsoft-com:vml" Requires="v">
                  <p:oleObj name="公式" r:id="rId10" imgW="182982" imgH="251460" progId="Equation.3">
                    <p:embed/>
                  </p:oleObj>
                </mc:Choice>
                <mc:Fallback>
                  <p:oleObj name="公式" r:id="rId10" imgW="182982" imgH="251460" progId="Equation.3">
                    <p:embed/>
                    <p:pic>
                      <p:nvPicPr>
                        <p:cNvPr id="31779" name="Object 4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32861" y="4627563"/>
                          <a:ext cx="373206" cy="390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8" name="Line 39">
              <a:extLst>
                <a:ext uri="{FF2B5EF4-FFF2-40B4-BE49-F238E27FC236}">
                  <a16:creationId xmlns:a16="http://schemas.microsoft.com/office/drawing/2014/main" id="{D4AA494B-65F5-4F3D-1556-6FDB981B8CFC}"/>
                </a:ext>
              </a:extLst>
            </p:cNvPr>
            <p:cNvSpPr>
              <a:spLocks noChangeShapeType="1"/>
            </p:cNvSpPr>
            <p:nvPr/>
          </p:nvSpPr>
          <p:spPr bwMode="auto">
            <a:xfrm>
              <a:off x="416726" y="3336925"/>
              <a:ext cx="4333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 name="Line 40">
              <a:extLst>
                <a:ext uri="{FF2B5EF4-FFF2-40B4-BE49-F238E27FC236}">
                  <a16:creationId xmlns:a16="http://schemas.microsoft.com/office/drawing/2014/main" id="{269651D3-B603-AAEE-404E-6C20358D7A69}"/>
                </a:ext>
              </a:extLst>
            </p:cNvPr>
            <p:cNvSpPr>
              <a:spLocks noChangeShapeType="1"/>
            </p:cNvSpPr>
            <p:nvPr/>
          </p:nvSpPr>
          <p:spPr bwMode="auto">
            <a:xfrm>
              <a:off x="416726" y="2940050"/>
              <a:ext cx="4333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 name="Line 41">
              <a:extLst>
                <a:ext uri="{FF2B5EF4-FFF2-40B4-BE49-F238E27FC236}">
                  <a16:creationId xmlns:a16="http://schemas.microsoft.com/office/drawing/2014/main" id="{0E3CD8E3-BB8F-7129-42EE-7D558A13C10B}"/>
                </a:ext>
              </a:extLst>
            </p:cNvPr>
            <p:cNvSpPr>
              <a:spLocks noChangeShapeType="1"/>
            </p:cNvSpPr>
            <p:nvPr/>
          </p:nvSpPr>
          <p:spPr bwMode="auto">
            <a:xfrm>
              <a:off x="416726" y="2544763"/>
              <a:ext cx="4333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41" name="Object 49">
              <a:extLst>
                <a:ext uri="{FF2B5EF4-FFF2-40B4-BE49-F238E27FC236}">
                  <a16:creationId xmlns:a16="http://schemas.microsoft.com/office/drawing/2014/main" id="{5A4C8BFE-7B91-97F3-9078-57013FB68753}"/>
                </a:ext>
              </a:extLst>
            </p:cNvPr>
            <p:cNvGraphicFramePr>
              <a:graphicFrameLocks noChangeAspect="1"/>
            </p:cNvGraphicFramePr>
            <p:nvPr/>
          </p:nvGraphicFramePr>
          <p:xfrm>
            <a:off x="917471" y="2375744"/>
            <a:ext cx="424193" cy="349994"/>
          </p:xfrm>
          <a:graphic>
            <a:graphicData uri="http://schemas.openxmlformats.org/presentationml/2006/ole">
              <mc:AlternateContent xmlns:mc="http://schemas.openxmlformats.org/markup-compatibility/2006">
                <mc:Choice xmlns:v="urn:schemas-microsoft-com:vml" Requires="v">
                  <p:oleObj name="公式" r:id="rId12" imgW="213370" imgH="213251" progId="Equation.3">
                    <p:embed/>
                  </p:oleObj>
                </mc:Choice>
                <mc:Fallback>
                  <p:oleObj name="公式" r:id="rId12" imgW="213370" imgH="213251" progId="Equation.3">
                    <p:embed/>
                    <p:pic>
                      <p:nvPicPr>
                        <p:cNvPr id="31783" name="Object 4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17471" y="2375744"/>
                          <a:ext cx="424193" cy="3499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2" name="Object 50">
              <a:extLst>
                <a:ext uri="{FF2B5EF4-FFF2-40B4-BE49-F238E27FC236}">
                  <a16:creationId xmlns:a16="http://schemas.microsoft.com/office/drawing/2014/main" id="{68AB864C-5C3B-C8C7-3714-76AF3BC11A22}"/>
                </a:ext>
              </a:extLst>
            </p:cNvPr>
            <p:cNvGraphicFramePr>
              <a:graphicFrameLocks noChangeAspect="1"/>
            </p:cNvGraphicFramePr>
            <p:nvPr/>
          </p:nvGraphicFramePr>
          <p:xfrm>
            <a:off x="926795" y="2771032"/>
            <a:ext cx="398993" cy="349993"/>
          </p:xfrm>
          <a:graphic>
            <a:graphicData uri="http://schemas.openxmlformats.org/presentationml/2006/ole">
              <mc:AlternateContent xmlns:mc="http://schemas.openxmlformats.org/markup-compatibility/2006">
                <mc:Choice xmlns:v="urn:schemas-microsoft-com:vml" Requires="v">
                  <p:oleObj name="公式" r:id="rId14" imgW="182982" imgH="213251" progId="Equation.3">
                    <p:embed/>
                  </p:oleObj>
                </mc:Choice>
                <mc:Fallback>
                  <p:oleObj name="公式" r:id="rId14" imgW="182982" imgH="213251" progId="Equation.3">
                    <p:embed/>
                    <p:pic>
                      <p:nvPicPr>
                        <p:cNvPr id="31784" name="Object 5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26795" y="2771032"/>
                          <a:ext cx="398993" cy="3499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3" name="Object 51">
              <a:extLst>
                <a:ext uri="{FF2B5EF4-FFF2-40B4-BE49-F238E27FC236}">
                  <a16:creationId xmlns:a16="http://schemas.microsoft.com/office/drawing/2014/main" id="{08432493-E7A1-60B5-0269-2E6DBAEE3369}"/>
                </a:ext>
              </a:extLst>
            </p:cNvPr>
            <p:cNvGraphicFramePr>
              <a:graphicFrameLocks noChangeAspect="1"/>
            </p:cNvGraphicFramePr>
            <p:nvPr/>
          </p:nvGraphicFramePr>
          <p:xfrm>
            <a:off x="915884" y="3159607"/>
            <a:ext cx="424192" cy="370993"/>
          </p:xfrm>
          <a:graphic>
            <a:graphicData uri="http://schemas.openxmlformats.org/presentationml/2006/ole">
              <mc:AlternateContent xmlns:mc="http://schemas.openxmlformats.org/markup-compatibility/2006">
                <mc:Choice xmlns:v="urn:schemas-microsoft-com:vml" Requires="v">
                  <p:oleObj name="公式" r:id="rId16" imgW="213370" imgH="221089" progId="Equation.3">
                    <p:embed/>
                  </p:oleObj>
                </mc:Choice>
                <mc:Fallback>
                  <p:oleObj name="公式" r:id="rId16" imgW="213370" imgH="221089" progId="Equation.3">
                    <p:embed/>
                    <p:pic>
                      <p:nvPicPr>
                        <p:cNvPr id="31785" name="Object 5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15884" y="3159607"/>
                          <a:ext cx="424192" cy="3709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4" name="Object 11">
              <a:extLst>
                <a:ext uri="{FF2B5EF4-FFF2-40B4-BE49-F238E27FC236}">
                  <a16:creationId xmlns:a16="http://schemas.microsoft.com/office/drawing/2014/main" id="{27764E91-1D55-087E-FC23-67A273F91054}"/>
                </a:ext>
              </a:extLst>
            </p:cNvPr>
            <p:cNvGraphicFramePr>
              <a:graphicFrameLocks noChangeAspect="1"/>
            </p:cNvGraphicFramePr>
            <p:nvPr/>
          </p:nvGraphicFramePr>
          <p:xfrm>
            <a:off x="2013114" y="2549525"/>
            <a:ext cx="309562" cy="371475"/>
          </p:xfrm>
          <a:graphic>
            <a:graphicData uri="http://schemas.openxmlformats.org/presentationml/2006/ole">
              <mc:AlternateContent xmlns:mc="http://schemas.openxmlformats.org/markup-compatibility/2006">
                <mc:Choice xmlns:v="urn:schemas-microsoft-com:vml" Requires="v">
                  <p:oleObj name="公式" r:id="rId18" imgW="160109" imgH="213251" progId="Equation.3">
                    <p:embed/>
                  </p:oleObj>
                </mc:Choice>
                <mc:Fallback>
                  <p:oleObj name="公式" r:id="rId18" imgW="160109" imgH="213251" progId="Equation.3">
                    <p:embed/>
                    <p:pic>
                      <p:nvPicPr>
                        <p:cNvPr id="31786" name="Object 1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013114" y="2549525"/>
                          <a:ext cx="309562" cy="371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5" name="Object 56">
              <a:extLst>
                <a:ext uri="{FF2B5EF4-FFF2-40B4-BE49-F238E27FC236}">
                  <a16:creationId xmlns:a16="http://schemas.microsoft.com/office/drawing/2014/main" id="{C9F9D319-3B99-8A9E-ADD8-DE01E48C36C7}"/>
                </a:ext>
              </a:extLst>
            </p:cNvPr>
            <p:cNvGraphicFramePr>
              <a:graphicFrameLocks noChangeAspect="1"/>
            </p:cNvGraphicFramePr>
            <p:nvPr/>
          </p:nvGraphicFramePr>
          <p:xfrm>
            <a:off x="2011526" y="2954338"/>
            <a:ext cx="331788" cy="369887"/>
          </p:xfrm>
          <a:graphic>
            <a:graphicData uri="http://schemas.openxmlformats.org/presentationml/2006/ole">
              <mc:AlternateContent xmlns:mc="http://schemas.openxmlformats.org/markup-compatibility/2006">
                <mc:Choice xmlns:v="urn:schemas-microsoft-com:vml" Requires="v">
                  <p:oleObj name="公式" r:id="rId20" imgW="175140" imgH="213251" progId="Equation.3">
                    <p:embed/>
                  </p:oleObj>
                </mc:Choice>
                <mc:Fallback>
                  <p:oleObj name="公式" r:id="rId20" imgW="175140" imgH="213251" progId="Equation.3">
                    <p:embed/>
                    <p:pic>
                      <p:nvPicPr>
                        <p:cNvPr id="31787" name="Object 56"/>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011526" y="2954338"/>
                          <a:ext cx="331788" cy="369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6" name="Object 13">
              <a:extLst>
                <a:ext uri="{FF2B5EF4-FFF2-40B4-BE49-F238E27FC236}">
                  <a16:creationId xmlns:a16="http://schemas.microsoft.com/office/drawing/2014/main" id="{3DA7023B-F790-5D53-2E6E-B92A9F01FE05}"/>
                </a:ext>
              </a:extLst>
            </p:cNvPr>
            <p:cNvGraphicFramePr>
              <a:graphicFrameLocks noChangeAspect="1"/>
            </p:cNvGraphicFramePr>
            <p:nvPr/>
          </p:nvGraphicFramePr>
          <p:xfrm>
            <a:off x="2011526" y="3322638"/>
            <a:ext cx="331788" cy="392112"/>
          </p:xfrm>
          <a:graphic>
            <a:graphicData uri="http://schemas.openxmlformats.org/presentationml/2006/ole">
              <mc:AlternateContent xmlns:mc="http://schemas.openxmlformats.org/markup-compatibility/2006">
                <mc:Choice xmlns:v="urn:schemas-microsoft-com:vml" Requires="v">
                  <p:oleObj name="公式" r:id="rId22" imgW="175140" imgH="221089" progId="Equation.3">
                    <p:embed/>
                  </p:oleObj>
                </mc:Choice>
                <mc:Fallback>
                  <p:oleObj name="公式" r:id="rId22" imgW="175140" imgH="221089" progId="Equation.3">
                    <p:embed/>
                    <p:pic>
                      <p:nvPicPr>
                        <p:cNvPr id="31788" name="Object 13"/>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011526" y="3322638"/>
                          <a:ext cx="331788"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7" name="Object 14">
              <a:extLst>
                <a:ext uri="{FF2B5EF4-FFF2-40B4-BE49-F238E27FC236}">
                  <a16:creationId xmlns:a16="http://schemas.microsoft.com/office/drawing/2014/main" id="{E888EC21-A0A4-F1C3-864C-E62E6DE4E094}"/>
                </a:ext>
              </a:extLst>
            </p:cNvPr>
            <p:cNvGraphicFramePr>
              <a:graphicFrameLocks noChangeAspect="1"/>
            </p:cNvGraphicFramePr>
            <p:nvPr/>
          </p:nvGraphicFramePr>
          <p:xfrm>
            <a:off x="2022639" y="3738563"/>
            <a:ext cx="331787" cy="371475"/>
          </p:xfrm>
          <a:graphic>
            <a:graphicData uri="http://schemas.openxmlformats.org/presentationml/2006/ole">
              <mc:AlternateContent xmlns:mc="http://schemas.openxmlformats.org/markup-compatibility/2006">
                <mc:Choice xmlns:v="urn:schemas-microsoft-com:vml" Requires="v">
                  <p:oleObj name="公式" r:id="rId24" imgW="175140" imgH="213251" progId="Equation.3">
                    <p:embed/>
                  </p:oleObj>
                </mc:Choice>
                <mc:Fallback>
                  <p:oleObj name="公式" r:id="rId24" imgW="175140" imgH="213251" progId="Equation.3">
                    <p:embed/>
                    <p:pic>
                      <p:nvPicPr>
                        <p:cNvPr id="31789" name="Object 14"/>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022639" y="3738563"/>
                          <a:ext cx="331787" cy="371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8" name="Object 14">
              <a:extLst>
                <a:ext uri="{FF2B5EF4-FFF2-40B4-BE49-F238E27FC236}">
                  <a16:creationId xmlns:a16="http://schemas.microsoft.com/office/drawing/2014/main" id="{6C0B6AA1-DB3C-0CF6-4E3A-BEE96ECCE79D}"/>
                </a:ext>
              </a:extLst>
            </p:cNvPr>
            <p:cNvGraphicFramePr>
              <a:graphicFrameLocks noChangeAspect="1"/>
            </p:cNvGraphicFramePr>
            <p:nvPr/>
          </p:nvGraphicFramePr>
          <p:xfrm>
            <a:off x="2027401" y="4144963"/>
            <a:ext cx="331788" cy="392112"/>
          </p:xfrm>
          <a:graphic>
            <a:graphicData uri="http://schemas.openxmlformats.org/presentationml/2006/ole">
              <mc:AlternateContent xmlns:mc="http://schemas.openxmlformats.org/markup-compatibility/2006">
                <mc:Choice xmlns:v="urn:schemas-microsoft-com:vml" Requires="v">
                  <p:oleObj name="公式" r:id="rId26" imgW="175140" imgH="221089" progId="Equation.3">
                    <p:embed/>
                  </p:oleObj>
                </mc:Choice>
                <mc:Fallback>
                  <p:oleObj name="公式" r:id="rId26" imgW="175140" imgH="221089" progId="Equation.3">
                    <p:embed/>
                    <p:pic>
                      <p:nvPicPr>
                        <p:cNvPr id="31790" name="Object 14"/>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027401" y="4144963"/>
                          <a:ext cx="331788"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9" name="Object 16">
              <a:extLst>
                <a:ext uri="{FF2B5EF4-FFF2-40B4-BE49-F238E27FC236}">
                  <a16:creationId xmlns:a16="http://schemas.microsoft.com/office/drawing/2014/main" id="{1EC26E93-8199-0D02-3E63-85B5D947F2A5}"/>
                </a:ext>
              </a:extLst>
            </p:cNvPr>
            <p:cNvGraphicFramePr>
              <a:graphicFrameLocks noChangeAspect="1"/>
            </p:cNvGraphicFramePr>
            <p:nvPr/>
          </p:nvGraphicFramePr>
          <p:xfrm>
            <a:off x="2036926" y="4548188"/>
            <a:ext cx="331788" cy="392112"/>
          </p:xfrm>
          <a:graphic>
            <a:graphicData uri="http://schemas.openxmlformats.org/presentationml/2006/ole">
              <mc:AlternateContent xmlns:mc="http://schemas.openxmlformats.org/markup-compatibility/2006">
                <mc:Choice xmlns:v="urn:schemas-microsoft-com:vml" Requires="v">
                  <p:oleObj name="公式" r:id="rId28" imgW="175140" imgH="221089" progId="Equation.3">
                    <p:embed/>
                  </p:oleObj>
                </mc:Choice>
                <mc:Fallback>
                  <p:oleObj name="公式" r:id="rId28" imgW="175140" imgH="221089" progId="Equation.3">
                    <p:embed/>
                    <p:pic>
                      <p:nvPicPr>
                        <p:cNvPr id="31791" name="Object 16"/>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2036926" y="4548188"/>
                          <a:ext cx="331788"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50" name="Object 17">
              <a:extLst>
                <a:ext uri="{FF2B5EF4-FFF2-40B4-BE49-F238E27FC236}">
                  <a16:creationId xmlns:a16="http://schemas.microsoft.com/office/drawing/2014/main" id="{2F0BBCFA-E05D-D240-663A-04991ED1357B}"/>
                </a:ext>
              </a:extLst>
            </p:cNvPr>
            <p:cNvGraphicFramePr>
              <a:graphicFrameLocks noChangeAspect="1"/>
            </p:cNvGraphicFramePr>
            <p:nvPr/>
          </p:nvGraphicFramePr>
          <p:xfrm>
            <a:off x="2036926" y="4927600"/>
            <a:ext cx="331788" cy="392113"/>
          </p:xfrm>
          <a:graphic>
            <a:graphicData uri="http://schemas.openxmlformats.org/presentationml/2006/ole">
              <mc:AlternateContent xmlns:mc="http://schemas.openxmlformats.org/markup-compatibility/2006">
                <mc:Choice xmlns:v="urn:schemas-microsoft-com:vml" Requires="v">
                  <p:oleObj name="公式" r:id="rId30" imgW="175140" imgH="221089" progId="Equation.3">
                    <p:embed/>
                  </p:oleObj>
                </mc:Choice>
                <mc:Fallback>
                  <p:oleObj name="公式" r:id="rId30" imgW="175140" imgH="221089" progId="Equation.3">
                    <p:embed/>
                    <p:pic>
                      <p:nvPicPr>
                        <p:cNvPr id="31792" name="Object 17"/>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2036926" y="4927600"/>
                          <a:ext cx="331788"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spTree>
    <p:extLst>
      <p:ext uri="{BB962C8B-B14F-4D97-AF65-F5344CB8AC3E}">
        <p14:creationId xmlns:p14="http://schemas.microsoft.com/office/powerpoint/2010/main" val="17422124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B173BC-9CA7-3644-6395-8D6190F454EC}"/>
              </a:ext>
            </a:extLst>
          </p:cNvPr>
          <p:cNvSpPr>
            <a:spLocks noGrp="1"/>
          </p:cNvSpPr>
          <p:nvPr>
            <p:ph type="title"/>
          </p:nvPr>
        </p:nvSpPr>
        <p:spPr/>
        <p:txBody>
          <a:bodyPr>
            <a:normAutofit fontScale="90000"/>
          </a:bodyPr>
          <a:lstStyle/>
          <a:p>
            <a:r>
              <a:rPr lang="zh-CN" altLang="en-US" dirty="0"/>
              <a:t>译码器应用</a:t>
            </a:r>
            <a:endParaRPr kumimoji="1" lang="zh-CN" altLang="en-US" dirty="0"/>
          </a:p>
        </p:txBody>
      </p:sp>
      <p:sp>
        <p:nvSpPr>
          <p:cNvPr id="3" name="内容占位符 2">
            <a:extLst>
              <a:ext uri="{FF2B5EF4-FFF2-40B4-BE49-F238E27FC236}">
                <a16:creationId xmlns:a16="http://schemas.microsoft.com/office/drawing/2014/main" id="{91856B5F-74A3-D59B-0540-A52C6C827BFF}"/>
              </a:ext>
            </a:extLst>
          </p:cNvPr>
          <p:cNvSpPr>
            <a:spLocks noGrp="1"/>
          </p:cNvSpPr>
          <p:nvPr>
            <p:ph idx="1"/>
          </p:nvPr>
        </p:nvSpPr>
        <p:spPr/>
        <p:txBody>
          <a:bodyPr/>
          <a:lstStyle/>
          <a:p>
            <a:r>
              <a:rPr lang="zh-CN" altLang="en-US" dirty="0"/>
              <a:t>利用</a:t>
            </a:r>
            <a:r>
              <a:rPr lang="en-US" altLang="zh-CN" dirty="0"/>
              <a:t>74x138</a:t>
            </a:r>
            <a:r>
              <a:rPr lang="zh-CN" altLang="en-US" dirty="0"/>
              <a:t>设计</a:t>
            </a:r>
            <a:r>
              <a:rPr lang="en-US" altLang="zh-CN" dirty="0"/>
              <a:t>4</a:t>
            </a:r>
            <a:r>
              <a:rPr lang="zh-CN" altLang="en-US" dirty="0"/>
              <a:t>线</a:t>
            </a:r>
            <a:r>
              <a:rPr lang="en-US" altLang="zh-CN" dirty="0"/>
              <a:t>-16</a:t>
            </a:r>
            <a:r>
              <a:rPr lang="zh-CN" altLang="en-US" dirty="0"/>
              <a:t>线译码器</a:t>
            </a:r>
          </a:p>
          <a:p>
            <a:endParaRPr kumimoji="1" lang="zh-CN" altLang="en-US" dirty="0"/>
          </a:p>
        </p:txBody>
      </p:sp>
      <p:sp>
        <p:nvSpPr>
          <p:cNvPr id="4" name="页脚占位符 3">
            <a:extLst>
              <a:ext uri="{FF2B5EF4-FFF2-40B4-BE49-F238E27FC236}">
                <a16:creationId xmlns:a16="http://schemas.microsoft.com/office/drawing/2014/main" id="{C1D06FD2-5649-07F6-60EC-501ED607EA12}"/>
              </a:ext>
            </a:extLst>
          </p:cNvPr>
          <p:cNvSpPr>
            <a:spLocks noGrp="1"/>
          </p:cNvSpPr>
          <p:nvPr>
            <p:ph type="ftr" sz="quarter" idx="11"/>
          </p:nvPr>
        </p:nvSpPr>
        <p:spPr/>
        <p:txBody>
          <a:bodyPr/>
          <a:lstStyle/>
          <a:p>
            <a:r>
              <a:rPr lang="zh-CN" altLang="en-US"/>
              <a:t>模拟与数字电路：</a:t>
            </a:r>
            <a:r>
              <a:rPr lang="en-US" altLang="zh-CN"/>
              <a:t>6. </a:t>
            </a:r>
            <a:r>
              <a:rPr lang="zh-CN" altLang="en-US"/>
              <a:t>组合逻辑电路</a:t>
            </a:r>
            <a:r>
              <a:rPr lang="en-US" altLang="zh-CN"/>
              <a:t>2</a:t>
            </a:r>
            <a:endParaRPr lang="en-US" dirty="0"/>
          </a:p>
        </p:txBody>
      </p:sp>
      <p:sp>
        <p:nvSpPr>
          <p:cNvPr id="5" name="灯片编号占位符 4">
            <a:extLst>
              <a:ext uri="{FF2B5EF4-FFF2-40B4-BE49-F238E27FC236}">
                <a16:creationId xmlns:a16="http://schemas.microsoft.com/office/drawing/2014/main" id="{A8AD710D-C2C6-40CB-D1DA-0602BFE0D027}"/>
              </a:ext>
            </a:extLst>
          </p:cNvPr>
          <p:cNvSpPr>
            <a:spLocks noGrp="1"/>
          </p:cNvSpPr>
          <p:nvPr>
            <p:ph type="sldNum" sz="quarter" idx="12"/>
          </p:nvPr>
        </p:nvSpPr>
        <p:spPr/>
        <p:txBody>
          <a:bodyPr/>
          <a:lstStyle/>
          <a:p>
            <a:fld id="{9E260BC5-5BF3-8746-862B-DC45E9CAA88B}" type="slidenum">
              <a:rPr lang="en-US" smtClean="0"/>
              <a:pPr/>
              <a:t>20</a:t>
            </a:fld>
            <a:r>
              <a:rPr lang="en-US" altLang="zh-CN" dirty="0"/>
              <a:t>/38</a:t>
            </a:r>
            <a:endParaRPr lang="en-US" dirty="0"/>
          </a:p>
        </p:txBody>
      </p:sp>
      <p:sp>
        <p:nvSpPr>
          <p:cNvPr id="6" name="Text Box 6">
            <a:extLst>
              <a:ext uri="{FF2B5EF4-FFF2-40B4-BE49-F238E27FC236}">
                <a16:creationId xmlns:a16="http://schemas.microsoft.com/office/drawing/2014/main" id="{FEDE83B3-41D8-8DB2-CBBE-59C18F5451A6}"/>
              </a:ext>
            </a:extLst>
          </p:cNvPr>
          <p:cNvSpPr txBox="1">
            <a:spLocks noChangeArrowheads="1"/>
          </p:cNvSpPr>
          <p:nvPr/>
        </p:nvSpPr>
        <p:spPr bwMode="auto">
          <a:xfrm>
            <a:off x="2774662" y="4414865"/>
            <a:ext cx="5492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Times New Roman" panose="02020603050405020304" pitchFamily="18" charset="0"/>
              </a:rPr>
              <a:t>…</a:t>
            </a:r>
            <a:endParaRPr lang="en-US" altLang="zh-CN" sz="2000">
              <a:latin typeface="Times New Roman" panose="02020603050405020304" pitchFamily="18" charset="0"/>
            </a:endParaRPr>
          </a:p>
        </p:txBody>
      </p:sp>
      <p:sp>
        <p:nvSpPr>
          <p:cNvPr id="7" name="Line 7">
            <a:extLst>
              <a:ext uri="{FF2B5EF4-FFF2-40B4-BE49-F238E27FC236}">
                <a16:creationId xmlns:a16="http://schemas.microsoft.com/office/drawing/2014/main" id="{CB949194-B8B7-1EC4-0C7B-7DFE3F946CFE}"/>
              </a:ext>
            </a:extLst>
          </p:cNvPr>
          <p:cNvSpPr>
            <a:spLocks noChangeShapeType="1"/>
          </p:cNvSpPr>
          <p:nvPr/>
        </p:nvSpPr>
        <p:spPr bwMode="auto">
          <a:xfrm>
            <a:off x="2590512" y="3741765"/>
            <a:ext cx="6492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 name="Line 8">
            <a:extLst>
              <a:ext uri="{FF2B5EF4-FFF2-40B4-BE49-F238E27FC236}">
                <a16:creationId xmlns:a16="http://schemas.microsoft.com/office/drawing/2014/main" id="{D10EF6A1-AAF9-D71B-E0A1-02016067DF19}"/>
              </a:ext>
            </a:extLst>
          </p:cNvPr>
          <p:cNvSpPr>
            <a:spLocks noChangeShapeType="1"/>
          </p:cNvSpPr>
          <p:nvPr/>
        </p:nvSpPr>
        <p:spPr bwMode="auto">
          <a:xfrm>
            <a:off x="2590512" y="4318027"/>
            <a:ext cx="6492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 name="Line 9">
            <a:extLst>
              <a:ext uri="{FF2B5EF4-FFF2-40B4-BE49-F238E27FC236}">
                <a16:creationId xmlns:a16="http://schemas.microsoft.com/office/drawing/2014/main" id="{385D721A-632B-DB2F-859E-E95317088F44}"/>
              </a:ext>
            </a:extLst>
          </p:cNvPr>
          <p:cNvSpPr>
            <a:spLocks noChangeShapeType="1"/>
          </p:cNvSpPr>
          <p:nvPr/>
        </p:nvSpPr>
        <p:spPr bwMode="auto">
          <a:xfrm>
            <a:off x="2590512" y="5326090"/>
            <a:ext cx="6492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 name="Text Box 10">
            <a:extLst>
              <a:ext uri="{FF2B5EF4-FFF2-40B4-BE49-F238E27FC236}">
                <a16:creationId xmlns:a16="http://schemas.microsoft.com/office/drawing/2014/main" id="{19CE03B9-7D05-679B-8C46-8F887C0CB299}"/>
              </a:ext>
            </a:extLst>
          </p:cNvPr>
          <p:cNvSpPr txBox="1">
            <a:spLocks noChangeArrowheads="1"/>
          </p:cNvSpPr>
          <p:nvPr/>
        </p:nvSpPr>
        <p:spPr bwMode="auto">
          <a:xfrm>
            <a:off x="1391950" y="3267102"/>
            <a:ext cx="1198562" cy="2446338"/>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nchorCtr="1"/>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lang="en-US" altLang="zh-CN">
                <a:latin typeface="Times New Roman" panose="02020603050405020304" pitchFamily="18" charset="0"/>
              </a:rPr>
              <a:t>4-16</a:t>
            </a:r>
            <a:endParaRPr lang="zh-CN" altLang="en-US">
              <a:latin typeface="Times New Roman" panose="02020603050405020304" pitchFamily="18" charset="0"/>
            </a:endParaRPr>
          </a:p>
          <a:p>
            <a:pPr algn="ctr" eaLnBrk="1" hangingPunct="1">
              <a:spcAft>
                <a:spcPct val="0"/>
              </a:spcAft>
              <a:buFontTx/>
              <a:buNone/>
            </a:pPr>
            <a:r>
              <a:rPr lang="zh-CN" altLang="en-US" sz="2400"/>
              <a:t>译码器</a:t>
            </a:r>
          </a:p>
        </p:txBody>
      </p:sp>
      <p:sp>
        <p:nvSpPr>
          <p:cNvPr id="11" name="Line 11">
            <a:extLst>
              <a:ext uri="{FF2B5EF4-FFF2-40B4-BE49-F238E27FC236}">
                <a16:creationId xmlns:a16="http://schemas.microsoft.com/office/drawing/2014/main" id="{550B91B7-8D67-BBF6-554F-104FC9101C1E}"/>
              </a:ext>
            </a:extLst>
          </p:cNvPr>
          <p:cNvSpPr>
            <a:spLocks noChangeShapeType="1"/>
          </p:cNvSpPr>
          <p:nvPr/>
        </p:nvSpPr>
        <p:spPr bwMode="auto">
          <a:xfrm>
            <a:off x="761712" y="3984652"/>
            <a:ext cx="6127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 name="Line 12">
            <a:extLst>
              <a:ext uri="{FF2B5EF4-FFF2-40B4-BE49-F238E27FC236}">
                <a16:creationId xmlns:a16="http://schemas.microsoft.com/office/drawing/2014/main" id="{1CACF486-AD05-EC4B-DEF5-480D35F6E7CA}"/>
              </a:ext>
            </a:extLst>
          </p:cNvPr>
          <p:cNvSpPr>
            <a:spLocks noChangeShapeType="1"/>
          </p:cNvSpPr>
          <p:nvPr/>
        </p:nvSpPr>
        <p:spPr bwMode="auto">
          <a:xfrm>
            <a:off x="761712" y="4992715"/>
            <a:ext cx="6127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Text Box 13">
            <a:extLst>
              <a:ext uri="{FF2B5EF4-FFF2-40B4-BE49-F238E27FC236}">
                <a16:creationId xmlns:a16="http://schemas.microsoft.com/office/drawing/2014/main" id="{0C90983A-D87C-4520-A80D-C3AB913A5BA3}"/>
              </a:ext>
            </a:extLst>
          </p:cNvPr>
          <p:cNvSpPr txBox="1">
            <a:spLocks noChangeArrowheads="1"/>
          </p:cNvSpPr>
          <p:nvPr/>
        </p:nvSpPr>
        <p:spPr bwMode="auto">
          <a:xfrm>
            <a:off x="2734975" y="3263927"/>
            <a:ext cx="5318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Times New Roman" panose="02020603050405020304" pitchFamily="18" charset="0"/>
              </a:rPr>
              <a:t>Y</a:t>
            </a:r>
            <a:r>
              <a:rPr lang="en-US" altLang="zh-CN" sz="2000">
                <a:latin typeface="Times New Roman" panose="02020603050405020304" pitchFamily="18" charset="0"/>
              </a:rPr>
              <a:t>0</a:t>
            </a:r>
          </a:p>
        </p:txBody>
      </p:sp>
      <p:sp>
        <p:nvSpPr>
          <p:cNvPr id="14" name="Text Box 14">
            <a:extLst>
              <a:ext uri="{FF2B5EF4-FFF2-40B4-BE49-F238E27FC236}">
                <a16:creationId xmlns:a16="http://schemas.microsoft.com/office/drawing/2014/main" id="{EDC15E11-1616-0F59-414E-474E6FBAA140}"/>
              </a:ext>
            </a:extLst>
          </p:cNvPr>
          <p:cNvSpPr txBox="1">
            <a:spLocks noChangeArrowheads="1"/>
          </p:cNvSpPr>
          <p:nvPr/>
        </p:nvSpPr>
        <p:spPr bwMode="auto">
          <a:xfrm>
            <a:off x="2734975" y="3840190"/>
            <a:ext cx="5318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Times New Roman" panose="02020603050405020304" pitchFamily="18" charset="0"/>
              </a:rPr>
              <a:t>Y</a:t>
            </a:r>
            <a:r>
              <a:rPr lang="en-US" altLang="zh-CN" sz="2000">
                <a:latin typeface="Times New Roman" panose="02020603050405020304" pitchFamily="18" charset="0"/>
              </a:rPr>
              <a:t>1</a:t>
            </a:r>
          </a:p>
        </p:txBody>
      </p:sp>
      <p:sp>
        <p:nvSpPr>
          <p:cNvPr id="15" name="Text Box 15">
            <a:extLst>
              <a:ext uri="{FF2B5EF4-FFF2-40B4-BE49-F238E27FC236}">
                <a16:creationId xmlns:a16="http://schemas.microsoft.com/office/drawing/2014/main" id="{C49F7BE9-9962-568B-8F2D-696CB0E299ED}"/>
              </a:ext>
            </a:extLst>
          </p:cNvPr>
          <p:cNvSpPr txBox="1">
            <a:spLocks noChangeArrowheads="1"/>
          </p:cNvSpPr>
          <p:nvPr/>
        </p:nvSpPr>
        <p:spPr bwMode="auto">
          <a:xfrm>
            <a:off x="2736562" y="4848252"/>
            <a:ext cx="658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Times New Roman" panose="02020603050405020304" pitchFamily="18" charset="0"/>
              </a:rPr>
              <a:t>Y</a:t>
            </a:r>
            <a:r>
              <a:rPr lang="en-US" altLang="zh-CN" sz="2000">
                <a:latin typeface="Times New Roman" panose="02020603050405020304" pitchFamily="18" charset="0"/>
              </a:rPr>
              <a:t>15</a:t>
            </a:r>
          </a:p>
        </p:txBody>
      </p:sp>
      <p:sp>
        <p:nvSpPr>
          <p:cNvPr id="16" name="Text Box 16">
            <a:extLst>
              <a:ext uri="{FF2B5EF4-FFF2-40B4-BE49-F238E27FC236}">
                <a16:creationId xmlns:a16="http://schemas.microsoft.com/office/drawing/2014/main" id="{50996BC9-E2A4-E0A0-1CB5-1B147232FDF9}"/>
              </a:ext>
            </a:extLst>
          </p:cNvPr>
          <p:cNvSpPr txBox="1">
            <a:spLocks noChangeArrowheads="1"/>
          </p:cNvSpPr>
          <p:nvPr/>
        </p:nvSpPr>
        <p:spPr bwMode="auto">
          <a:xfrm>
            <a:off x="742662" y="3517927"/>
            <a:ext cx="5191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Times New Roman" panose="02020603050405020304" pitchFamily="18" charset="0"/>
              </a:rPr>
              <a:t>A</a:t>
            </a:r>
            <a:r>
              <a:rPr lang="en-US" altLang="zh-CN" sz="1800">
                <a:latin typeface="Times New Roman" panose="02020603050405020304" pitchFamily="18" charset="0"/>
              </a:rPr>
              <a:t>3</a:t>
            </a:r>
          </a:p>
        </p:txBody>
      </p:sp>
      <p:sp>
        <p:nvSpPr>
          <p:cNvPr id="17" name="Text Box 17">
            <a:extLst>
              <a:ext uri="{FF2B5EF4-FFF2-40B4-BE49-F238E27FC236}">
                <a16:creationId xmlns:a16="http://schemas.microsoft.com/office/drawing/2014/main" id="{E81648C1-F727-5F91-BAC6-D2BD99EEF8EA}"/>
              </a:ext>
            </a:extLst>
          </p:cNvPr>
          <p:cNvSpPr txBox="1">
            <a:spLocks noChangeArrowheads="1"/>
          </p:cNvSpPr>
          <p:nvPr/>
        </p:nvSpPr>
        <p:spPr bwMode="auto">
          <a:xfrm>
            <a:off x="742662" y="4525990"/>
            <a:ext cx="5191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Times New Roman" panose="02020603050405020304" pitchFamily="18" charset="0"/>
              </a:rPr>
              <a:t>A</a:t>
            </a:r>
            <a:r>
              <a:rPr lang="en-US" altLang="zh-CN" sz="1800">
                <a:latin typeface="Times New Roman" panose="02020603050405020304" pitchFamily="18" charset="0"/>
              </a:rPr>
              <a:t>0</a:t>
            </a:r>
          </a:p>
        </p:txBody>
      </p:sp>
      <p:sp>
        <p:nvSpPr>
          <p:cNvPr id="18" name="Text Box 18">
            <a:extLst>
              <a:ext uri="{FF2B5EF4-FFF2-40B4-BE49-F238E27FC236}">
                <a16:creationId xmlns:a16="http://schemas.microsoft.com/office/drawing/2014/main" id="{FB34D0FC-7C41-9333-82F8-2FE4BB1A80C8}"/>
              </a:ext>
            </a:extLst>
          </p:cNvPr>
          <p:cNvSpPr txBox="1">
            <a:spLocks noChangeArrowheads="1"/>
          </p:cNvSpPr>
          <p:nvPr/>
        </p:nvSpPr>
        <p:spPr bwMode="auto">
          <a:xfrm>
            <a:off x="817275" y="4127527"/>
            <a:ext cx="5492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Times New Roman" panose="02020603050405020304" pitchFamily="18" charset="0"/>
              </a:rPr>
              <a:t>…</a:t>
            </a:r>
            <a:endParaRPr lang="en-US" altLang="zh-CN" sz="1800">
              <a:latin typeface="Times New Roman" panose="02020603050405020304" pitchFamily="18" charset="0"/>
            </a:endParaRPr>
          </a:p>
        </p:txBody>
      </p:sp>
      <p:sp>
        <p:nvSpPr>
          <p:cNvPr id="19" name="Line 19">
            <a:extLst>
              <a:ext uri="{FF2B5EF4-FFF2-40B4-BE49-F238E27FC236}">
                <a16:creationId xmlns:a16="http://schemas.microsoft.com/office/drawing/2014/main" id="{2D40CE4E-A457-3E49-9D69-39DDE894C23D}"/>
              </a:ext>
            </a:extLst>
          </p:cNvPr>
          <p:cNvSpPr>
            <a:spLocks noChangeShapeType="1"/>
          </p:cNvSpPr>
          <p:nvPr/>
        </p:nvSpPr>
        <p:spPr bwMode="auto">
          <a:xfrm>
            <a:off x="2819112" y="4919690"/>
            <a:ext cx="2540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Oval 20">
            <a:extLst>
              <a:ext uri="{FF2B5EF4-FFF2-40B4-BE49-F238E27FC236}">
                <a16:creationId xmlns:a16="http://schemas.microsoft.com/office/drawing/2014/main" id="{AB09EF89-9BEF-73E8-85B1-95A93683319A}"/>
              </a:ext>
            </a:extLst>
          </p:cNvPr>
          <p:cNvSpPr>
            <a:spLocks noChangeArrowheads="1"/>
          </p:cNvSpPr>
          <p:nvPr/>
        </p:nvSpPr>
        <p:spPr bwMode="auto">
          <a:xfrm>
            <a:off x="2592100" y="3660802"/>
            <a:ext cx="142875" cy="142875"/>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1" name="Oval 21">
            <a:extLst>
              <a:ext uri="{FF2B5EF4-FFF2-40B4-BE49-F238E27FC236}">
                <a16:creationId xmlns:a16="http://schemas.microsoft.com/office/drawing/2014/main" id="{5CE9C460-B9DA-C5EB-F337-3BE439987D07}"/>
              </a:ext>
            </a:extLst>
          </p:cNvPr>
          <p:cNvSpPr>
            <a:spLocks noChangeArrowheads="1"/>
          </p:cNvSpPr>
          <p:nvPr/>
        </p:nvSpPr>
        <p:spPr bwMode="auto">
          <a:xfrm>
            <a:off x="2590512" y="4237065"/>
            <a:ext cx="142875" cy="142875"/>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2" name="Oval 22">
            <a:extLst>
              <a:ext uri="{FF2B5EF4-FFF2-40B4-BE49-F238E27FC236}">
                <a16:creationId xmlns:a16="http://schemas.microsoft.com/office/drawing/2014/main" id="{62CB0A74-4289-3ED0-53DD-A3A234ACA6A4}"/>
              </a:ext>
            </a:extLst>
          </p:cNvPr>
          <p:cNvSpPr>
            <a:spLocks noChangeArrowheads="1"/>
          </p:cNvSpPr>
          <p:nvPr/>
        </p:nvSpPr>
        <p:spPr bwMode="auto">
          <a:xfrm>
            <a:off x="2592100" y="5245127"/>
            <a:ext cx="142875" cy="142875"/>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3" name="Line 23">
            <a:extLst>
              <a:ext uri="{FF2B5EF4-FFF2-40B4-BE49-F238E27FC236}">
                <a16:creationId xmlns:a16="http://schemas.microsoft.com/office/drawing/2014/main" id="{88390D83-9A40-92CE-F742-402D427195E7}"/>
              </a:ext>
            </a:extLst>
          </p:cNvPr>
          <p:cNvSpPr>
            <a:spLocks noChangeShapeType="1"/>
          </p:cNvSpPr>
          <p:nvPr/>
        </p:nvSpPr>
        <p:spPr bwMode="auto">
          <a:xfrm>
            <a:off x="2819112" y="3911627"/>
            <a:ext cx="2540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Line 24">
            <a:extLst>
              <a:ext uri="{FF2B5EF4-FFF2-40B4-BE49-F238E27FC236}">
                <a16:creationId xmlns:a16="http://schemas.microsoft.com/office/drawing/2014/main" id="{0655DEB0-C2B3-2535-419B-6D5AE1EB2694}"/>
              </a:ext>
            </a:extLst>
          </p:cNvPr>
          <p:cNvSpPr>
            <a:spLocks noChangeShapeType="1"/>
          </p:cNvSpPr>
          <p:nvPr/>
        </p:nvSpPr>
        <p:spPr bwMode="auto">
          <a:xfrm>
            <a:off x="2819112" y="3335365"/>
            <a:ext cx="2540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5" name="组合 161">
            <a:extLst>
              <a:ext uri="{FF2B5EF4-FFF2-40B4-BE49-F238E27FC236}">
                <a16:creationId xmlns:a16="http://schemas.microsoft.com/office/drawing/2014/main" id="{0B8FF95C-4FF0-DF28-E3DD-46C0652AF7AB}"/>
              </a:ext>
            </a:extLst>
          </p:cNvPr>
          <p:cNvGrpSpPr>
            <a:grpSpLocks/>
          </p:cNvGrpSpPr>
          <p:nvPr/>
        </p:nvGrpSpPr>
        <p:grpSpPr bwMode="auto">
          <a:xfrm>
            <a:off x="6343362" y="1131915"/>
            <a:ext cx="1852613" cy="5140325"/>
            <a:chOff x="6156107" y="1150883"/>
            <a:chExt cx="1853511" cy="5140606"/>
          </a:xfrm>
        </p:grpSpPr>
        <p:grpSp>
          <p:nvGrpSpPr>
            <p:cNvPr id="26" name="组合 28">
              <a:extLst>
                <a:ext uri="{FF2B5EF4-FFF2-40B4-BE49-F238E27FC236}">
                  <a16:creationId xmlns:a16="http://schemas.microsoft.com/office/drawing/2014/main" id="{B4C765A5-8ECC-58A9-CA42-F0A1044F50B8}"/>
                </a:ext>
              </a:extLst>
            </p:cNvPr>
            <p:cNvGrpSpPr>
              <a:grpSpLocks/>
            </p:cNvGrpSpPr>
            <p:nvPr/>
          </p:nvGrpSpPr>
          <p:grpSpPr bwMode="auto">
            <a:xfrm>
              <a:off x="6156107" y="3846787"/>
              <a:ext cx="1853507" cy="2444702"/>
              <a:chOff x="416726" y="1989138"/>
              <a:chExt cx="2475863" cy="3419475"/>
            </a:xfrm>
          </p:grpSpPr>
          <p:sp>
            <p:nvSpPr>
              <p:cNvPr id="69" name="Rectangle 10">
                <a:extLst>
                  <a:ext uri="{FF2B5EF4-FFF2-40B4-BE49-F238E27FC236}">
                    <a16:creationId xmlns:a16="http://schemas.microsoft.com/office/drawing/2014/main" id="{8B370355-7879-3D5D-1BFE-D9BEEAC25951}"/>
                  </a:ext>
                </a:extLst>
              </p:cNvPr>
              <p:cNvSpPr>
                <a:spLocks noChangeArrowheads="1"/>
              </p:cNvSpPr>
              <p:nvPr/>
            </p:nvSpPr>
            <p:spPr bwMode="auto">
              <a:xfrm>
                <a:off x="811376" y="2352675"/>
                <a:ext cx="1625600" cy="29670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70" name="Rectangle 11">
                <a:extLst>
                  <a:ext uri="{FF2B5EF4-FFF2-40B4-BE49-F238E27FC236}">
                    <a16:creationId xmlns:a16="http://schemas.microsoft.com/office/drawing/2014/main" id="{A6FA3E11-2AD4-E78F-741E-C66458652DAD}"/>
                  </a:ext>
                </a:extLst>
              </p:cNvPr>
              <p:cNvSpPr>
                <a:spLocks noChangeArrowheads="1"/>
              </p:cNvSpPr>
              <p:nvPr/>
            </p:nvSpPr>
            <p:spPr bwMode="auto">
              <a:xfrm>
                <a:off x="846218" y="1989138"/>
                <a:ext cx="1590757" cy="3419475"/>
              </a:xfrm>
              <a:prstGeom prst="rect">
                <a:avLst/>
              </a:prstGeom>
              <a:noFill/>
              <a:ln w="412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71" name="Rectangle 12">
                <a:extLst>
                  <a:ext uri="{FF2B5EF4-FFF2-40B4-BE49-F238E27FC236}">
                    <a16:creationId xmlns:a16="http://schemas.microsoft.com/office/drawing/2014/main" id="{B005DFA1-7743-A1FB-53FF-C929CA025A25}"/>
                  </a:ext>
                </a:extLst>
              </p:cNvPr>
              <p:cNvSpPr>
                <a:spLocks noChangeArrowheads="1"/>
              </p:cNvSpPr>
              <p:nvPr/>
            </p:nvSpPr>
            <p:spPr bwMode="auto">
              <a:xfrm>
                <a:off x="1451139" y="3213100"/>
                <a:ext cx="3810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lIns="0" tIns="0" rIns="0" bIns="0">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500" b="0">
                    <a:solidFill>
                      <a:srgbClr val="000000"/>
                    </a:solidFill>
                    <a:latin typeface="Times New Roman" panose="02020603050405020304" pitchFamily="18" charset="0"/>
                  </a:rPr>
                  <a:t>74x138</a:t>
                </a:r>
                <a:endParaRPr lang="en-US" altLang="zh-CN" sz="2000" b="0"/>
              </a:p>
            </p:txBody>
          </p:sp>
          <p:sp>
            <p:nvSpPr>
              <p:cNvPr id="72" name="Oval 19">
                <a:extLst>
                  <a:ext uri="{FF2B5EF4-FFF2-40B4-BE49-F238E27FC236}">
                    <a16:creationId xmlns:a16="http://schemas.microsoft.com/office/drawing/2014/main" id="{E328110B-AE4D-5167-3237-1D86FD774F83}"/>
                  </a:ext>
                </a:extLst>
              </p:cNvPr>
              <p:cNvSpPr>
                <a:spLocks noChangeArrowheads="1"/>
              </p:cNvSpPr>
              <p:nvPr/>
            </p:nvSpPr>
            <p:spPr bwMode="auto">
              <a:xfrm>
                <a:off x="2459201" y="3824288"/>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73" name="Line 20">
                <a:extLst>
                  <a:ext uri="{FF2B5EF4-FFF2-40B4-BE49-F238E27FC236}">
                    <a16:creationId xmlns:a16="http://schemas.microsoft.com/office/drawing/2014/main" id="{EE1B3B56-5845-15E5-D9C6-88E2C0FFE69D}"/>
                  </a:ext>
                </a:extLst>
              </p:cNvPr>
              <p:cNvSpPr>
                <a:spLocks noChangeShapeType="1"/>
              </p:cNvSpPr>
              <p:nvPr/>
            </p:nvSpPr>
            <p:spPr bwMode="auto">
              <a:xfrm>
                <a:off x="2603664" y="3894138"/>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 name="Oval 21">
                <a:extLst>
                  <a:ext uri="{FF2B5EF4-FFF2-40B4-BE49-F238E27FC236}">
                    <a16:creationId xmlns:a16="http://schemas.microsoft.com/office/drawing/2014/main" id="{F30CBA0F-593C-38D5-08B7-568F427F1D97}"/>
                  </a:ext>
                </a:extLst>
              </p:cNvPr>
              <p:cNvSpPr>
                <a:spLocks noChangeArrowheads="1"/>
              </p:cNvSpPr>
              <p:nvPr/>
            </p:nvSpPr>
            <p:spPr bwMode="auto">
              <a:xfrm>
                <a:off x="2459201" y="4221163"/>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75" name="Line 22">
                <a:extLst>
                  <a:ext uri="{FF2B5EF4-FFF2-40B4-BE49-F238E27FC236}">
                    <a16:creationId xmlns:a16="http://schemas.microsoft.com/office/drawing/2014/main" id="{06406BE7-34CB-C0F7-DB13-E2A9A794DE98}"/>
                  </a:ext>
                </a:extLst>
              </p:cNvPr>
              <p:cNvSpPr>
                <a:spLocks noChangeShapeType="1"/>
              </p:cNvSpPr>
              <p:nvPr/>
            </p:nvSpPr>
            <p:spPr bwMode="auto">
              <a:xfrm>
                <a:off x="2603664" y="4291013"/>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 name="Oval 23">
                <a:extLst>
                  <a:ext uri="{FF2B5EF4-FFF2-40B4-BE49-F238E27FC236}">
                    <a16:creationId xmlns:a16="http://schemas.microsoft.com/office/drawing/2014/main" id="{BAD5CB85-01B2-F3DD-B352-0AF445113697}"/>
                  </a:ext>
                </a:extLst>
              </p:cNvPr>
              <p:cNvSpPr>
                <a:spLocks noChangeArrowheads="1"/>
              </p:cNvSpPr>
              <p:nvPr/>
            </p:nvSpPr>
            <p:spPr bwMode="auto">
              <a:xfrm>
                <a:off x="2459201" y="4616450"/>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77" name="Line 24">
                <a:extLst>
                  <a:ext uri="{FF2B5EF4-FFF2-40B4-BE49-F238E27FC236}">
                    <a16:creationId xmlns:a16="http://schemas.microsoft.com/office/drawing/2014/main" id="{9C90C0D8-F25D-44AF-4A1D-84F27F514BF9}"/>
                  </a:ext>
                </a:extLst>
              </p:cNvPr>
              <p:cNvSpPr>
                <a:spLocks noChangeShapeType="1"/>
              </p:cNvSpPr>
              <p:nvPr/>
            </p:nvSpPr>
            <p:spPr bwMode="auto">
              <a:xfrm>
                <a:off x="2603664" y="4686300"/>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 name="Oval 25">
                <a:extLst>
                  <a:ext uri="{FF2B5EF4-FFF2-40B4-BE49-F238E27FC236}">
                    <a16:creationId xmlns:a16="http://schemas.microsoft.com/office/drawing/2014/main" id="{6B9F8CB9-0721-69E4-4A90-49CE8AE511FA}"/>
                  </a:ext>
                </a:extLst>
              </p:cNvPr>
              <p:cNvSpPr>
                <a:spLocks noChangeArrowheads="1"/>
              </p:cNvSpPr>
              <p:nvPr/>
            </p:nvSpPr>
            <p:spPr bwMode="auto">
              <a:xfrm>
                <a:off x="2459201" y="5005388"/>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79" name="Line 26">
                <a:extLst>
                  <a:ext uri="{FF2B5EF4-FFF2-40B4-BE49-F238E27FC236}">
                    <a16:creationId xmlns:a16="http://schemas.microsoft.com/office/drawing/2014/main" id="{27471074-B969-5991-02C9-3B8F39B2345B}"/>
                  </a:ext>
                </a:extLst>
              </p:cNvPr>
              <p:cNvSpPr>
                <a:spLocks noChangeShapeType="1"/>
              </p:cNvSpPr>
              <p:nvPr/>
            </p:nvSpPr>
            <p:spPr bwMode="auto">
              <a:xfrm>
                <a:off x="2603664" y="5075238"/>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 name="Oval 27">
                <a:extLst>
                  <a:ext uri="{FF2B5EF4-FFF2-40B4-BE49-F238E27FC236}">
                    <a16:creationId xmlns:a16="http://schemas.microsoft.com/office/drawing/2014/main" id="{49EBE6B2-D074-F130-D1BF-C1B86BEA1ACE}"/>
                  </a:ext>
                </a:extLst>
              </p:cNvPr>
              <p:cNvSpPr>
                <a:spLocks noChangeArrowheads="1"/>
              </p:cNvSpPr>
              <p:nvPr/>
            </p:nvSpPr>
            <p:spPr bwMode="auto">
              <a:xfrm>
                <a:off x="2459201" y="2241550"/>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81" name="Line 28">
                <a:extLst>
                  <a:ext uri="{FF2B5EF4-FFF2-40B4-BE49-F238E27FC236}">
                    <a16:creationId xmlns:a16="http://schemas.microsoft.com/office/drawing/2014/main" id="{B767F0DF-4502-A7B0-05CF-AC6B59A7D05F}"/>
                  </a:ext>
                </a:extLst>
              </p:cNvPr>
              <p:cNvSpPr>
                <a:spLocks noChangeShapeType="1"/>
              </p:cNvSpPr>
              <p:nvPr/>
            </p:nvSpPr>
            <p:spPr bwMode="auto">
              <a:xfrm>
                <a:off x="2603664" y="2311400"/>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 name="Oval 29">
                <a:extLst>
                  <a:ext uri="{FF2B5EF4-FFF2-40B4-BE49-F238E27FC236}">
                    <a16:creationId xmlns:a16="http://schemas.microsoft.com/office/drawing/2014/main" id="{FC5D2BB6-4E07-9CDB-3030-64F39712D157}"/>
                  </a:ext>
                </a:extLst>
              </p:cNvPr>
              <p:cNvSpPr>
                <a:spLocks noChangeArrowheads="1"/>
              </p:cNvSpPr>
              <p:nvPr/>
            </p:nvSpPr>
            <p:spPr bwMode="auto">
              <a:xfrm>
                <a:off x="2459201" y="2638425"/>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83" name="Line 30">
                <a:extLst>
                  <a:ext uri="{FF2B5EF4-FFF2-40B4-BE49-F238E27FC236}">
                    <a16:creationId xmlns:a16="http://schemas.microsoft.com/office/drawing/2014/main" id="{CD8CBD7D-DF68-3E47-036F-590478D0218B}"/>
                  </a:ext>
                </a:extLst>
              </p:cNvPr>
              <p:cNvSpPr>
                <a:spLocks noChangeShapeType="1"/>
              </p:cNvSpPr>
              <p:nvPr/>
            </p:nvSpPr>
            <p:spPr bwMode="auto">
              <a:xfrm>
                <a:off x="2603664" y="2708275"/>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 name="Oval 31">
                <a:extLst>
                  <a:ext uri="{FF2B5EF4-FFF2-40B4-BE49-F238E27FC236}">
                    <a16:creationId xmlns:a16="http://schemas.microsoft.com/office/drawing/2014/main" id="{A3F257F4-AE6E-CC00-F21F-3779AA4E5707}"/>
                  </a:ext>
                </a:extLst>
              </p:cNvPr>
              <p:cNvSpPr>
                <a:spLocks noChangeArrowheads="1"/>
              </p:cNvSpPr>
              <p:nvPr/>
            </p:nvSpPr>
            <p:spPr bwMode="auto">
              <a:xfrm>
                <a:off x="2459201" y="3033713"/>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85" name="Line 32">
                <a:extLst>
                  <a:ext uri="{FF2B5EF4-FFF2-40B4-BE49-F238E27FC236}">
                    <a16:creationId xmlns:a16="http://schemas.microsoft.com/office/drawing/2014/main" id="{AFCDC335-D565-BBEB-82C0-9BAC1EE31B75}"/>
                  </a:ext>
                </a:extLst>
              </p:cNvPr>
              <p:cNvSpPr>
                <a:spLocks noChangeShapeType="1"/>
              </p:cNvSpPr>
              <p:nvPr/>
            </p:nvSpPr>
            <p:spPr bwMode="auto">
              <a:xfrm>
                <a:off x="2603664" y="3103563"/>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 name="Oval 33">
                <a:extLst>
                  <a:ext uri="{FF2B5EF4-FFF2-40B4-BE49-F238E27FC236}">
                    <a16:creationId xmlns:a16="http://schemas.microsoft.com/office/drawing/2014/main" id="{AC095756-C6BC-80EC-3896-75827156312A}"/>
                  </a:ext>
                </a:extLst>
              </p:cNvPr>
              <p:cNvSpPr>
                <a:spLocks noChangeArrowheads="1"/>
              </p:cNvSpPr>
              <p:nvPr/>
            </p:nvSpPr>
            <p:spPr bwMode="auto">
              <a:xfrm>
                <a:off x="2459201" y="3422650"/>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87" name="Line 34">
                <a:extLst>
                  <a:ext uri="{FF2B5EF4-FFF2-40B4-BE49-F238E27FC236}">
                    <a16:creationId xmlns:a16="http://schemas.microsoft.com/office/drawing/2014/main" id="{B8D7C2A0-1499-B79D-220C-463EDF4C307F}"/>
                  </a:ext>
                </a:extLst>
              </p:cNvPr>
              <p:cNvSpPr>
                <a:spLocks noChangeShapeType="1"/>
              </p:cNvSpPr>
              <p:nvPr/>
            </p:nvSpPr>
            <p:spPr bwMode="auto">
              <a:xfrm>
                <a:off x="2603664" y="3492500"/>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88" name="Object 38">
                <a:extLst>
                  <a:ext uri="{FF2B5EF4-FFF2-40B4-BE49-F238E27FC236}">
                    <a16:creationId xmlns:a16="http://schemas.microsoft.com/office/drawing/2014/main" id="{2B5B8399-C535-9A3F-C3AF-BFAA710B8A3D}"/>
                  </a:ext>
                </a:extLst>
              </p:cNvPr>
              <p:cNvGraphicFramePr>
                <a:graphicFrameLocks noChangeAspect="1"/>
              </p:cNvGraphicFramePr>
              <p:nvPr/>
            </p:nvGraphicFramePr>
            <p:xfrm>
              <a:off x="1997239" y="2122488"/>
              <a:ext cx="331787" cy="393700"/>
            </p:xfrm>
            <a:graphic>
              <a:graphicData uri="http://schemas.openxmlformats.org/presentationml/2006/ole">
                <mc:AlternateContent xmlns:mc="http://schemas.openxmlformats.org/markup-compatibility/2006">
                  <mc:Choice xmlns:v="urn:schemas-microsoft-com:vml" Requires="v">
                    <p:oleObj name="公式" r:id="rId3" imgW="175140" imgH="221089" progId="Equation.3">
                      <p:embed/>
                    </p:oleObj>
                  </mc:Choice>
                  <mc:Fallback>
                    <p:oleObj name="公式" r:id="rId3" imgW="175140" imgH="221089" progId="Equation.3">
                      <p:embed/>
                      <p:pic>
                        <p:nvPicPr>
                          <p:cNvPr id="32893" name="Object 3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97239" y="2122488"/>
                            <a:ext cx="331787"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89" name="Object 15">
                <a:extLst>
                  <a:ext uri="{FF2B5EF4-FFF2-40B4-BE49-F238E27FC236}">
                    <a16:creationId xmlns:a16="http://schemas.microsoft.com/office/drawing/2014/main" id="{D8084835-2617-5BFD-501B-765706B14611}"/>
                  </a:ext>
                </a:extLst>
              </p:cNvPr>
              <p:cNvGraphicFramePr>
                <a:graphicFrameLocks noChangeAspect="1"/>
              </p:cNvGraphicFramePr>
              <p:nvPr/>
            </p:nvGraphicFramePr>
            <p:xfrm>
              <a:off x="908929" y="4267223"/>
              <a:ext cx="426435" cy="390826"/>
            </p:xfrm>
            <a:graphic>
              <a:graphicData uri="http://schemas.openxmlformats.org/presentationml/2006/ole">
                <mc:AlternateContent xmlns:mc="http://schemas.openxmlformats.org/markup-compatibility/2006">
                  <mc:Choice xmlns:v="urn:schemas-microsoft-com:vml" Requires="v">
                    <p:oleObj name="公式" r:id="rId5" imgW="220886" imgH="251460" progId="Equation.3">
                      <p:embed/>
                    </p:oleObj>
                  </mc:Choice>
                  <mc:Fallback>
                    <p:oleObj name="公式" r:id="rId5" imgW="220886" imgH="251460" progId="Equation.3">
                      <p:embed/>
                      <p:pic>
                        <p:nvPicPr>
                          <p:cNvPr id="32894"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8929" y="4267223"/>
                            <a:ext cx="426435" cy="3908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90" name="Line 42">
                <a:extLst>
                  <a:ext uri="{FF2B5EF4-FFF2-40B4-BE49-F238E27FC236}">
                    <a16:creationId xmlns:a16="http://schemas.microsoft.com/office/drawing/2014/main" id="{CEF89F8F-6C92-4BB9-E451-6F7EEE14E811}"/>
                  </a:ext>
                </a:extLst>
              </p:cNvPr>
              <p:cNvSpPr>
                <a:spLocks noChangeShapeType="1"/>
              </p:cNvSpPr>
              <p:nvPr/>
            </p:nvSpPr>
            <p:spPr bwMode="auto">
              <a:xfrm>
                <a:off x="416726" y="4060825"/>
                <a:ext cx="4333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 name="Oval 43">
                <a:extLst>
                  <a:ext uri="{FF2B5EF4-FFF2-40B4-BE49-F238E27FC236}">
                    <a16:creationId xmlns:a16="http://schemas.microsoft.com/office/drawing/2014/main" id="{E362B0CF-3BE2-2100-470F-662DB8F4DEAB}"/>
                  </a:ext>
                </a:extLst>
              </p:cNvPr>
              <p:cNvSpPr>
                <a:spLocks noChangeArrowheads="1"/>
              </p:cNvSpPr>
              <p:nvPr/>
            </p:nvSpPr>
            <p:spPr bwMode="auto">
              <a:xfrm>
                <a:off x="707239" y="4386263"/>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92" name="Line 44">
                <a:extLst>
                  <a:ext uri="{FF2B5EF4-FFF2-40B4-BE49-F238E27FC236}">
                    <a16:creationId xmlns:a16="http://schemas.microsoft.com/office/drawing/2014/main" id="{FAF746C3-97FE-E82F-4E99-8D462BB54737}"/>
                  </a:ext>
                </a:extLst>
              </p:cNvPr>
              <p:cNvSpPr>
                <a:spLocks noChangeShapeType="1"/>
              </p:cNvSpPr>
              <p:nvPr/>
            </p:nvSpPr>
            <p:spPr bwMode="auto">
              <a:xfrm>
                <a:off x="418314" y="4456113"/>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3" name="Oval 45">
                <a:extLst>
                  <a:ext uri="{FF2B5EF4-FFF2-40B4-BE49-F238E27FC236}">
                    <a16:creationId xmlns:a16="http://schemas.microsoft.com/office/drawing/2014/main" id="{0AD04733-C801-74A0-B6D8-6CDE3E6E162C}"/>
                  </a:ext>
                </a:extLst>
              </p:cNvPr>
              <p:cNvSpPr>
                <a:spLocks noChangeArrowheads="1"/>
              </p:cNvSpPr>
              <p:nvPr/>
            </p:nvSpPr>
            <p:spPr bwMode="auto">
              <a:xfrm>
                <a:off x="705651" y="4783138"/>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94" name="Line 46">
                <a:extLst>
                  <a:ext uri="{FF2B5EF4-FFF2-40B4-BE49-F238E27FC236}">
                    <a16:creationId xmlns:a16="http://schemas.microsoft.com/office/drawing/2014/main" id="{3B589785-3D48-30BD-93B8-36F1D8271069}"/>
                  </a:ext>
                </a:extLst>
              </p:cNvPr>
              <p:cNvSpPr>
                <a:spLocks noChangeShapeType="1"/>
              </p:cNvSpPr>
              <p:nvPr/>
            </p:nvSpPr>
            <p:spPr bwMode="auto">
              <a:xfrm>
                <a:off x="416726" y="4852988"/>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95" name="Object 4">
                <a:extLst>
                  <a:ext uri="{FF2B5EF4-FFF2-40B4-BE49-F238E27FC236}">
                    <a16:creationId xmlns:a16="http://schemas.microsoft.com/office/drawing/2014/main" id="{3D639A7A-6E2F-65D9-102E-B0806BF44076}"/>
                  </a:ext>
                </a:extLst>
              </p:cNvPr>
              <p:cNvGraphicFramePr>
                <a:graphicFrameLocks noChangeAspect="1"/>
              </p:cNvGraphicFramePr>
              <p:nvPr/>
            </p:nvGraphicFramePr>
            <p:xfrm>
              <a:off x="904495" y="3883507"/>
              <a:ext cx="375193" cy="370993"/>
            </p:xfrm>
            <a:graphic>
              <a:graphicData uri="http://schemas.openxmlformats.org/presentationml/2006/ole">
                <mc:AlternateContent xmlns:mc="http://schemas.openxmlformats.org/markup-compatibility/2006">
                  <mc:Choice xmlns:v="urn:schemas-microsoft-com:vml" Requires="v">
                    <p:oleObj name="公式" r:id="rId7" imgW="175140" imgH="221089" progId="Equation.3">
                      <p:embed/>
                    </p:oleObj>
                  </mc:Choice>
                  <mc:Fallback>
                    <p:oleObj name="公式" r:id="rId7" imgW="175140" imgH="221089" progId="Equation.3">
                      <p:embed/>
                      <p:pic>
                        <p:nvPicPr>
                          <p:cNvPr id="3290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04495" y="3883507"/>
                            <a:ext cx="375193" cy="3709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96" name="Object 5">
                <a:extLst>
                  <a:ext uri="{FF2B5EF4-FFF2-40B4-BE49-F238E27FC236}">
                    <a16:creationId xmlns:a16="http://schemas.microsoft.com/office/drawing/2014/main" id="{B21D4DAD-2EA2-311E-F068-75B709D18E21}"/>
                  </a:ext>
                </a:extLst>
              </p:cNvPr>
              <p:cNvGraphicFramePr>
                <a:graphicFrameLocks noChangeAspect="1"/>
              </p:cNvGraphicFramePr>
              <p:nvPr/>
            </p:nvGraphicFramePr>
            <p:xfrm>
              <a:off x="932267" y="4626961"/>
              <a:ext cx="373396" cy="390826"/>
            </p:xfrm>
            <a:graphic>
              <a:graphicData uri="http://schemas.openxmlformats.org/presentationml/2006/ole">
                <mc:AlternateContent xmlns:mc="http://schemas.openxmlformats.org/markup-compatibility/2006">
                  <mc:Choice xmlns:v="urn:schemas-microsoft-com:vml" Requires="v">
                    <p:oleObj name="公式" r:id="rId9" imgW="182982" imgH="251460" progId="Equation.3">
                      <p:embed/>
                    </p:oleObj>
                  </mc:Choice>
                  <mc:Fallback>
                    <p:oleObj name="公式" r:id="rId9" imgW="182982" imgH="251460" progId="Equation.3">
                      <p:embed/>
                      <p:pic>
                        <p:nvPicPr>
                          <p:cNvPr id="32901"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32267" y="4626961"/>
                            <a:ext cx="373396" cy="3908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97" name="Line 39">
                <a:extLst>
                  <a:ext uri="{FF2B5EF4-FFF2-40B4-BE49-F238E27FC236}">
                    <a16:creationId xmlns:a16="http://schemas.microsoft.com/office/drawing/2014/main" id="{8CC56E5D-1D07-8BA4-7223-1ACF12BAABA7}"/>
                  </a:ext>
                </a:extLst>
              </p:cNvPr>
              <p:cNvSpPr>
                <a:spLocks noChangeShapeType="1"/>
              </p:cNvSpPr>
              <p:nvPr/>
            </p:nvSpPr>
            <p:spPr bwMode="auto">
              <a:xfrm>
                <a:off x="416726" y="3336925"/>
                <a:ext cx="4333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 name="Line 40">
                <a:extLst>
                  <a:ext uri="{FF2B5EF4-FFF2-40B4-BE49-F238E27FC236}">
                    <a16:creationId xmlns:a16="http://schemas.microsoft.com/office/drawing/2014/main" id="{EDB8882E-A073-529D-09F0-F5EC7535EA3D}"/>
                  </a:ext>
                </a:extLst>
              </p:cNvPr>
              <p:cNvSpPr>
                <a:spLocks noChangeShapeType="1"/>
              </p:cNvSpPr>
              <p:nvPr/>
            </p:nvSpPr>
            <p:spPr bwMode="auto">
              <a:xfrm>
                <a:off x="416726" y="2940050"/>
                <a:ext cx="4333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 name="Line 41">
                <a:extLst>
                  <a:ext uri="{FF2B5EF4-FFF2-40B4-BE49-F238E27FC236}">
                    <a16:creationId xmlns:a16="http://schemas.microsoft.com/office/drawing/2014/main" id="{50BEB04F-FB47-A8BA-D608-89B7B8C05888}"/>
                  </a:ext>
                </a:extLst>
              </p:cNvPr>
              <p:cNvSpPr>
                <a:spLocks noChangeShapeType="1"/>
              </p:cNvSpPr>
              <p:nvPr/>
            </p:nvSpPr>
            <p:spPr bwMode="auto">
              <a:xfrm>
                <a:off x="416726" y="2544763"/>
                <a:ext cx="4333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00" name="Object 6">
                <a:extLst>
                  <a:ext uri="{FF2B5EF4-FFF2-40B4-BE49-F238E27FC236}">
                    <a16:creationId xmlns:a16="http://schemas.microsoft.com/office/drawing/2014/main" id="{FD8E93FD-1E42-AF72-1D6B-4CA47CCF6BA9}"/>
                  </a:ext>
                </a:extLst>
              </p:cNvPr>
              <p:cNvGraphicFramePr>
                <a:graphicFrameLocks noChangeAspect="1"/>
              </p:cNvGraphicFramePr>
              <p:nvPr/>
            </p:nvGraphicFramePr>
            <p:xfrm>
              <a:off x="917471" y="2375744"/>
              <a:ext cx="424193" cy="349994"/>
            </p:xfrm>
            <a:graphic>
              <a:graphicData uri="http://schemas.openxmlformats.org/presentationml/2006/ole">
                <mc:AlternateContent xmlns:mc="http://schemas.openxmlformats.org/markup-compatibility/2006">
                  <mc:Choice xmlns:v="urn:schemas-microsoft-com:vml" Requires="v">
                    <p:oleObj name="公式" r:id="rId11" imgW="213370" imgH="213251" progId="Equation.3">
                      <p:embed/>
                    </p:oleObj>
                  </mc:Choice>
                  <mc:Fallback>
                    <p:oleObj name="公式" r:id="rId11" imgW="213370" imgH="213251" progId="Equation.3">
                      <p:embed/>
                      <p:pic>
                        <p:nvPicPr>
                          <p:cNvPr id="32905"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17471" y="2375744"/>
                            <a:ext cx="424193" cy="3499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01" name="Object 50">
                <a:extLst>
                  <a:ext uri="{FF2B5EF4-FFF2-40B4-BE49-F238E27FC236}">
                    <a16:creationId xmlns:a16="http://schemas.microsoft.com/office/drawing/2014/main" id="{85FBB5E8-B773-BE6E-D5C0-AF2F887CE0C4}"/>
                  </a:ext>
                </a:extLst>
              </p:cNvPr>
              <p:cNvGraphicFramePr>
                <a:graphicFrameLocks noChangeAspect="1"/>
              </p:cNvGraphicFramePr>
              <p:nvPr/>
            </p:nvGraphicFramePr>
            <p:xfrm>
              <a:off x="926795" y="2771032"/>
              <a:ext cx="398993" cy="349993"/>
            </p:xfrm>
            <a:graphic>
              <a:graphicData uri="http://schemas.openxmlformats.org/presentationml/2006/ole">
                <mc:AlternateContent xmlns:mc="http://schemas.openxmlformats.org/markup-compatibility/2006">
                  <mc:Choice xmlns:v="urn:schemas-microsoft-com:vml" Requires="v">
                    <p:oleObj name="公式" r:id="rId13" imgW="182982" imgH="213251" progId="Equation.3">
                      <p:embed/>
                    </p:oleObj>
                  </mc:Choice>
                  <mc:Fallback>
                    <p:oleObj name="公式" r:id="rId13" imgW="182982" imgH="213251" progId="Equation.3">
                      <p:embed/>
                      <p:pic>
                        <p:nvPicPr>
                          <p:cNvPr id="32906" name="Object 5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26795" y="2771032"/>
                            <a:ext cx="398993" cy="3499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02" name="Object 8">
                <a:extLst>
                  <a:ext uri="{FF2B5EF4-FFF2-40B4-BE49-F238E27FC236}">
                    <a16:creationId xmlns:a16="http://schemas.microsoft.com/office/drawing/2014/main" id="{329A9645-FBC1-7206-6705-5537218CDC49}"/>
                  </a:ext>
                </a:extLst>
              </p:cNvPr>
              <p:cNvGraphicFramePr>
                <a:graphicFrameLocks noChangeAspect="1"/>
              </p:cNvGraphicFramePr>
              <p:nvPr/>
            </p:nvGraphicFramePr>
            <p:xfrm>
              <a:off x="915884" y="3159607"/>
              <a:ext cx="424192" cy="370993"/>
            </p:xfrm>
            <a:graphic>
              <a:graphicData uri="http://schemas.openxmlformats.org/presentationml/2006/ole">
                <mc:AlternateContent xmlns:mc="http://schemas.openxmlformats.org/markup-compatibility/2006">
                  <mc:Choice xmlns:v="urn:schemas-microsoft-com:vml" Requires="v">
                    <p:oleObj name="公式" r:id="rId15" imgW="213370" imgH="221089" progId="Equation.3">
                      <p:embed/>
                    </p:oleObj>
                  </mc:Choice>
                  <mc:Fallback>
                    <p:oleObj name="公式" r:id="rId15" imgW="213370" imgH="221089" progId="Equation.3">
                      <p:embed/>
                      <p:pic>
                        <p:nvPicPr>
                          <p:cNvPr id="32907"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15884" y="3159607"/>
                            <a:ext cx="424192" cy="3709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03" name="Object 36">
                <a:extLst>
                  <a:ext uri="{FF2B5EF4-FFF2-40B4-BE49-F238E27FC236}">
                    <a16:creationId xmlns:a16="http://schemas.microsoft.com/office/drawing/2014/main" id="{6DA58FAC-AAE5-389B-B45E-00737486EF5D}"/>
                  </a:ext>
                </a:extLst>
              </p:cNvPr>
              <p:cNvGraphicFramePr>
                <a:graphicFrameLocks noChangeAspect="1"/>
              </p:cNvGraphicFramePr>
              <p:nvPr/>
            </p:nvGraphicFramePr>
            <p:xfrm>
              <a:off x="2013114" y="2549525"/>
              <a:ext cx="309562" cy="371475"/>
            </p:xfrm>
            <a:graphic>
              <a:graphicData uri="http://schemas.openxmlformats.org/presentationml/2006/ole">
                <mc:AlternateContent xmlns:mc="http://schemas.openxmlformats.org/markup-compatibility/2006">
                  <mc:Choice xmlns:v="urn:schemas-microsoft-com:vml" Requires="v">
                    <p:oleObj name="公式" r:id="rId17" imgW="160109" imgH="213251" progId="Equation.3">
                      <p:embed/>
                    </p:oleObj>
                  </mc:Choice>
                  <mc:Fallback>
                    <p:oleObj name="公式" r:id="rId17" imgW="160109" imgH="213251" progId="Equation.3">
                      <p:embed/>
                      <p:pic>
                        <p:nvPicPr>
                          <p:cNvPr id="32908" name="Object 3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013114" y="2549525"/>
                            <a:ext cx="309562" cy="371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04" name="Object 10">
                <a:extLst>
                  <a:ext uri="{FF2B5EF4-FFF2-40B4-BE49-F238E27FC236}">
                    <a16:creationId xmlns:a16="http://schemas.microsoft.com/office/drawing/2014/main" id="{EDBCC814-4CF7-8D02-0EEC-EE3E5E072F14}"/>
                  </a:ext>
                </a:extLst>
              </p:cNvPr>
              <p:cNvGraphicFramePr>
                <a:graphicFrameLocks noChangeAspect="1"/>
              </p:cNvGraphicFramePr>
              <p:nvPr/>
            </p:nvGraphicFramePr>
            <p:xfrm>
              <a:off x="2011526" y="2954338"/>
              <a:ext cx="331788" cy="369887"/>
            </p:xfrm>
            <a:graphic>
              <a:graphicData uri="http://schemas.openxmlformats.org/presentationml/2006/ole">
                <mc:AlternateContent xmlns:mc="http://schemas.openxmlformats.org/markup-compatibility/2006">
                  <mc:Choice xmlns:v="urn:schemas-microsoft-com:vml" Requires="v">
                    <p:oleObj name="公式" r:id="rId19" imgW="175140" imgH="213251" progId="Equation.3">
                      <p:embed/>
                    </p:oleObj>
                  </mc:Choice>
                  <mc:Fallback>
                    <p:oleObj name="公式" r:id="rId19" imgW="175140" imgH="213251" progId="Equation.3">
                      <p:embed/>
                      <p:pic>
                        <p:nvPicPr>
                          <p:cNvPr id="32909" name="Object 1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011526" y="2954338"/>
                            <a:ext cx="331788" cy="369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05" name="Object 11">
                <a:extLst>
                  <a:ext uri="{FF2B5EF4-FFF2-40B4-BE49-F238E27FC236}">
                    <a16:creationId xmlns:a16="http://schemas.microsoft.com/office/drawing/2014/main" id="{72FFE824-0C51-EAC1-0C17-6C4AE5129AF1}"/>
                  </a:ext>
                </a:extLst>
              </p:cNvPr>
              <p:cNvGraphicFramePr>
                <a:graphicFrameLocks noChangeAspect="1"/>
              </p:cNvGraphicFramePr>
              <p:nvPr/>
            </p:nvGraphicFramePr>
            <p:xfrm>
              <a:off x="2011526" y="3322638"/>
              <a:ext cx="331788" cy="392112"/>
            </p:xfrm>
            <a:graphic>
              <a:graphicData uri="http://schemas.openxmlformats.org/presentationml/2006/ole">
                <mc:AlternateContent xmlns:mc="http://schemas.openxmlformats.org/markup-compatibility/2006">
                  <mc:Choice xmlns:v="urn:schemas-microsoft-com:vml" Requires="v">
                    <p:oleObj name="公式" r:id="rId21" imgW="175140" imgH="221089" progId="Equation.3">
                      <p:embed/>
                    </p:oleObj>
                  </mc:Choice>
                  <mc:Fallback>
                    <p:oleObj name="公式" r:id="rId21" imgW="175140" imgH="221089" progId="Equation.3">
                      <p:embed/>
                      <p:pic>
                        <p:nvPicPr>
                          <p:cNvPr id="32910" name="Object 1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011526" y="3322638"/>
                            <a:ext cx="331788"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06" name="Object 39">
                <a:extLst>
                  <a:ext uri="{FF2B5EF4-FFF2-40B4-BE49-F238E27FC236}">
                    <a16:creationId xmlns:a16="http://schemas.microsoft.com/office/drawing/2014/main" id="{BD8033EE-0542-71D4-ECAE-70ECAD2B2F72}"/>
                  </a:ext>
                </a:extLst>
              </p:cNvPr>
              <p:cNvGraphicFramePr>
                <a:graphicFrameLocks noChangeAspect="1"/>
              </p:cNvGraphicFramePr>
              <p:nvPr/>
            </p:nvGraphicFramePr>
            <p:xfrm>
              <a:off x="2022639" y="3738563"/>
              <a:ext cx="331787" cy="371475"/>
            </p:xfrm>
            <a:graphic>
              <a:graphicData uri="http://schemas.openxmlformats.org/presentationml/2006/ole">
                <mc:AlternateContent xmlns:mc="http://schemas.openxmlformats.org/markup-compatibility/2006">
                  <mc:Choice xmlns:v="urn:schemas-microsoft-com:vml" Requires="v">
                    <p:oleObj name="公式" r:id="rId23" imgW="175140" imgH="213251" progId="Equation.3">
                      <p:embed/>
                    </p:oleObj>
                  </mc:Choice>
                  <mc:Fallback>
                    <p:oleObj name="公式" r:id="rId23" imgW="175140" imgH="213251" progId="Equation.3">
                      <p:embed/>
                      <p:pic>
                        <p:nvPicPr>
                          <p:cNvPr id="32911" name="Object 39"/>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022639" y="3738563"/>
                            <a:ext cx="331787" cy="371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07" name="Object 40">
                <a:extLst>
                  <a:ext uri="{FF2B5EF4-FFF2-40B4-BE49-F238E27FC236}">
                    <a16:creationId xmlns:a16="http://schemas.microsoft.com/office/drawing/2014/main" id="{5B3FAF0B-0D9C-7574-93AB-597D25774422}"/>
                  </a:ext>
                </a:extLst>
              </p:cNvPr>
              <p:cNvGraphicFramePr>
                <a:graphicFrameLocks noChangeAspect="1"/>
              </p:cNvGraphicFramePr>
              <p:nvPr/>
            </p:nvGraphicFramePr>
            <p:xfrm>
              <a:off x="2027401" y="4144963"/>
              <a:ext cx="331788" cy="392112"/>
            </p:xfrm>
            <a:graphic>
              <a:graphicData uri="http://schemas.openxmlformats.org/presentationml/2006/ole">
                <mc:AlternateContent xmlns:mc="http://schemas.openxmlformats.org/markup-compatibility/2006">
                  <mc:Choice xmlns:v="urn:schemas-microsoft-com:vml" Requires="v">
                    <p:oleObj name="公式" r:id="rId25" imgW="175140" imgH="221089" progId="Equation.3">
                      <p:embed/>
                    </p:oleObj>
                  </mc:Choice>
                  <mc:Fallback>
                    <p:oleObj name="公式" r:id="rId25" imgW="175140" imgH="221089" progId="Equation.3">
                      <p:embed/>
                      <p:pic>
                        <p:nvPicPr>
                          <p:cNvPr id="32912" name="Object 40"/>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027401" y="4144963"/>
                            <a:ext cx="331788"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08" name="Object 41">
                <a:extLst>
                  <a:ext uri="{FF2B5EF4-FFF2-40B4-BE49-F238E27FC236}">
                    <a16:creationId xmlns:a16="http://schemas.microsoft.com/office/drawing/2014/main" id="{C91027E0-ECB2-1DEA-0563-889FB98E72E6}"/>
                  </a:ext>
                </a:extLst>
              </p:cNvPr>
              <p:cNvGraphicFramePr>
                <a:graphicFrameLocks noChangeAspect="1"/>
              </p:cNvGraphicFramePr>
              <p:nvPr/>
            </p:nvGraphicFramePr>
            <p:xfrm>
              <a:off x="2036926" y="4548188"/>
              <a:ext cx="331788" cy="392112"/>
            </p:xfrm>
            <a:graphic>
              <a:graphicData uri="http://schemas.openxmlformats.org/presentationml/2006/ole">
                <mc:AlternateContent xmlns:mc="http://schemas.openxmlformats.org/markup-compatibility/2006">
                  <mc:Choice xmlns:v="urn:schemas-microsoft-com:vml" Requires="v">
                    <p:oleObj name="公式" r:id="rId27" imgW="175140" imgH="221089" progId="Equation.3">
                      <p:embed/>
                    </p:oleObj>
                  </mc:Choice>
                  <mc:Fallback>
                    <p:oleObj name="公式" r:id="rId27" imgW="175140" imgH="221089" progId="Equation.3">
                      <p:embed/>
                      <p:pic>
                        <p:nvPicPr>
                          <p:cNvPr id="32913" name="Object 41"/>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036926" y="4548188"/>
                            <a:ext cx="331788"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09" name="Object 42">
                <a:extLst>
                  <a:ext uri="{FF2B5EF4-FFF2-40B4-BE49-F238E27FC236}">
                    <a16:creationId xmlns:a16="http://schemas.microsoft.com/office/drawing/2014/main" id="{75206EF7-67E7-6934-6211-36EA556B4273}"/>
                  </a:ext>
                </a:extLst>
              </p:cNvPr>
              <p:cNvGraphicFramePr>
                <a:graphicFrameLocks noChangeAspect="1"/>
              </p:cNvGraphicFramePr>
              <p:nvPr/>
            </p:nvGraphicFramePr>
            <p:xfrm>
              <a:off x="2036926" y="4927600"/>
              <a:ext cx="331788" cy="392113"/>
            </p:xfrm>
            <a:graphic>
              <a:graphicData uri="http://schemas.openxmlformats.org/presentationml/2006/ole">
                <mc:AlternateContent xmlns:mc="http://schemas.openxmlformats.org/markup-compatibility/2006">
                  <mc:Choice xmlns:v="urn:schemas-microsoft-com:vml" Requires="v">
                    <p:oleObj name="公式" r:id="rId29" imgW="175140" imgH="221089" progId="Equation.3">
                      <p:embed/>
                    </p:oleObj>
                  </mc:Choice>
                  <mc:Fallback>
                    <p:oleObj name="公式" r:id="rId29" imgW="175140" imgH="221089" progId="Equation.3">
                      <p:embed/>
                      <p:pic>
                        <p:nvPicPr>
                          <p:cNvPr id="32914" name="Object 42"/>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2036926" y="4927600"/>
                            <a:ext cx="331788"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grpSp>
          <p:nvGrpSpPr>
            <p:cNvPr id="27" name="组合 160">
              <a:extLst>
                <a:ext uri="{FF2B5EF4-FFF2-40B4-BE49-F238E27FC236}">
                  <a16:creationId xmlns:a16="http://schemas.microsoft.com/office/drawing/2014/main" id="{9C925E5F-23DF-D1A0-80C8-B5AFEF56229F}"/>
                </a:ext>
              </a:extLst>
            </p:cNvPr>
            <p:cNvGrpSpPr>
              <a:grpSpLocks/>
            </p:cNvGrpSpPr>
            <p:nvPr/>
          </p:nvGrpSpPr>
          <p:grpSpPr bwMode="auto">
            <a:xfrm>
              <a:off x="6156111" y="1150883"/>
              <a:ext cx="1853507" cy="2444702"/>
              <a:chOff x="6156111" y="1150883"/>
              <a:chExt cx="1853507" cy="2444702"/>
            </a:xfrm>
          </p:grpSpPr>
          <p:sp>
            <p:nvSpPr>
              <p:cNvPr id="28" name="Rectangle 10">
                <a:extLst>
                  <a:ext uri="{FF2B5EF4-FFF2-40B4-BE49-F238E27FC236}">
                    <a16:creationId xmlns:a16="http://schemas.microsoft.com/office/drawing/2014/main" id="{86AFECD7-3319-FA72-EFF2-9D36AFE0C8A2}"/>
                  </a:ext>
                </a:extLst>
              </p:cNvPr>
              <p:cNvSpPr>
                <a:spLocks noChangeArrowheads="1"/>
              </p:cNvSpPr>
              <p:nvPr/>
            </p:nvSpPr>
            <p:spPr bwMode="auto">
              <a:xfrm>
                <a:off x="6451558" y="1410788"/>
                <a:ext cx="1216974" cy="212123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9" name="Rectangle 11">
                <a:extLst>
                  <a:ext uri="{FF2B5EF4-FFF2-40B4-BE49-F238E27FC236}">
                    <a16:creationId xmlns:a16="http://schemas.microsoft.com/office/drawing/2014/main" id="{29DF0589-E49F-0E65-5F0E-936D55B58AE1}"/>
                  </a:ext>
                </a:extLst>
              </p:cNvPr>
              <p:cNvSpPr>
                <a:spLocks noChangeArrowheads="1"/>
              </p:cNvSpPr>
              <p:nvPr/>
            </p:nvSpPr>
            <p:spPr bwMode="auto">
              <a:xfrm>
                <a:off x="6477642" y="1150883"/>
                <a:ext cx="1190889" cy="2444702"/>
              </a:xfrm>
              <a:prstGeom prst="rect">
                <a:avLst/>
              </a:prstGeom>
              <a:noFill/>
              <a:ln w="412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30" name="Rectangle 12">
                <a:extLst>
                  <a:ext uri="{FF2B5EF4-FFF2-40B4-BE49-F238E27FC236}">
                    <a16:creationId xmlns:a16="http://schemas.microsoft.com/office/drawing/2014/main" id="{3875B49D-1E0C-163A-F749-1BEAABB0AC94}"/>
                  </a:ext>
                </a:extLst>
              </p:cNvPr>
              <p:cNvSpPr>
                <a:spLocks noChangeArrowheads="1"/>
              </p:cNvSpPr>
              <p:nvPr/>
            </p:nvSpPr>
            <p:spPr bwMode="auto">
              <a:xfrm>
                <a:off x="6930504" y="2025936"/>
                <a:ext cx="285228" cy="6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lIns="0" tIns="0" rIns="0" bIns="0">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500" b="0">
                    <a:solidFill>
                      <a:srgbClr val="000000"/>
                    </a:solidFill>
                    <a:latin typeface="Times New Roman" panose="02020603050405020304" pitchFamily="18" charset="0"/>
                  </a:rPr>
                  <a:t>74x138</a:t>
                </a:r>
                <a:endParaRPr lang="en-US" altLang="zh-CN" sz="2000" b="0"/>
              </a:p>
            </p:txBody>
          </p:sp>
          <p:sp>
            <p:nvSpPr>
              <p:cNvPr id="31" name="Oval 19">
                <a:extLst>
                  <a:ext uri="{FF2B5EF4-FFF2-40B4-BE49-F238E27FC236}">
                    <a16:creationId xmlns:a16="http://schemas.microsoft.com/office/drawing/2014/main" id="{514AEDDB-0477-6846-66FB-23F817620742}"/>
                  </a:ext>
                </a:extLst>
              </p:cNvPr>
              <p:cNvSpPr>
                <a:spLocks noChangeArrowheads="1"/>
              </p:cNvSpPr>
              <p:nvPr/>
            </p:nvSpPr>
            <p:spPr bwMode="auto">
              <a:xfrm>
                <a:off x="7685170" y="2462896"/>
                <a:ext cx="106961" cy="102146"/>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32" name="Line 20">
                <a:extLst>
                  <a:ext uri="{FF2B5EF4-FFF2-40B4-BE49-F238E27FC236}">
                    <a16:creationId xmlns:a16="http://schemas.microsoft.com/office/drawing/2014/main" id="{95C1DC21-2F25-FFF0-E466-1A4DB9C81CD8}"/>
                  </a:ext>
                </a:extLst>
              </p:cNvPr>
              <p:cNvSpPr>
                <a:spLocks noChangeShapeType="1"/>
              </p:cNvSpPr>
              <p:nvPr/>
            </p:nvSpPr>
            <p:spPr bwMode="auto">
              <a:xfrm>
                <a:off x="7793320" y="2512834"/>
                <a:ext cx="21629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 name="Oval 21">
                <a:extLst>
                  <a:ext uri="{FF2B5EF4-FFF2-40B4-BE49-F238E27FC236}">
                    <a16:creationId xmlns:a16="http://schemas.microsoft.com/office/drawing/2014/main" id="{1D0BED10-8105-A4AC-5B3E-B5204F18F0AE}"/>
                  </a:ext>
                </a:extLst>
              </p:cNvPr>
              <p:cNvSpPr>
                <a:spLocks noChangeArrowheads="1"/>
              </p:cNvSpPr>
              <p:nvPr/>
            </p:nvSpPr>
            <p:spPr bwMode="auto">
              <a:xfrm>
                <a:off x="7685170" y="2746636"/>
                <a:ext cx="106961" cy="102146"/>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34" name="Line 22">
                <a:extLst>
                  <a:ext uri="{FF2B5EF4-FFF2-40B4-BE49-F238E27FC236}">
                    <a16:creationId xmlns:a16="http://schemas.microsoft.com/office/drawing/2014/main" id="{75D1D475-34A4-6729-3980-0EB3FD71A23B}"/>
                  </a:ext>
                </a:extLst>
              </p:cNvPr>
              <p:cNvSpPr>
                <a:spLocks noChangeShapeType="1"/>
              </p:cNvSpPr>
              <p:nvPr/>
            </p:nvSpPr>
            <p:spPr bwMode="auto">
              <a:xfrm>
                <a:off x="7793320" y="2796574"/>
                <a:ext cx="21629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Oval 23">
                <a:extLst>
                  <a:ext uri="{FF2B5EF4-FFF2-40B4-BE49-F238E27FC236}">
                    <a16:creationId xmlns:a16="http://schemas.microsoft.com/office/drawing/2014/main" id="{CE018887-3ADC-88C6-4803-ADA9E72A4B80}"/>
                  </a:ext>
                </a:extLst>
              </p:cNvPr>
              <p:cNvSpPr>
                <a:spLocks noChangeArrowheads="1"/>
              </p:cNvSpPr>
              <p:nvPr/>
            </p:nvSpPr>
            <p:spPr bwMode="auto">
              <a:xfrm>
                <a:off x="7685170" y="3029240"/>
                <a:ext cx="106961" cy="102146"/>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36" name="Line 24">
                <a:extLst>
                  <a:ext uri="{FF2B5EF4-FFF2-40B4-BE49-F238E27FC236}">
                    <a16:creationId xmlns:a16="http://schemas.microsoft.com/office/drawing/2014/main" id="{5ECF25D4-D1A3-EF97-BBC8-3A6FBA61F282}"/>
                  </a:ext>
                </a:extLst>
              </p:cNvPr>
              <p:cNvSpPr>
                <a:spLocks noChangeShapeType="1"/>
              </p:cNvSpPr>
              <p:nvPr/>
            </p:nvSpPr>
            <p:spPr bwMode="auto">
              <a:xfrm>
                <a:off x="7793320" y="3079178"/>
                <a:ext cx="21629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 name="Oval 25">
                <a:extLst>
                  <a:ext uri="{FF2B5EF4-FFF2-40B4-BE49-F238E27FC236}">
                    <a16:creationId xmlns:a16="http://schemas.microsoft.com/office/drawing/2014/main" id="{F0DAAB4E-3575-7CB5-34B0-FAF4F46DDBB6}"/>
                  </a:ext>
                </a:extLst>
              </p:cNvPr>
              <p:cNvSpPr>
                <a:spLocks noChangeArrowheads="1"/>
              </p:cNvSpPr>
              <p:nvPr/>
            </p:nvSpPr>
            <p:spPr bwMode="auto">
              <a:xfrm>
                <a:off x="7685170" y="3307305"/>
                <a:ext cx="106961" cy="102146"/>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38" name="Line 26">
                <a:extLst>
                  <a:ext uri="{FF2B5EF4-FFF2-40B4-BE49-F238E27FC236}">
                    <a16:creationId xmlns:a16="http://schemas.microsoft.com/office/drawing/2014/main" id="{A1B2703D-2D89-306E-32EB-99A06FF5F851}"/>
                  </a:ext>
                </a:extLst>
              </p:cNvPr>
              <p:cNvSpPr>
                <a:spLocks noChangeShapeType="1"/>
              </p:cNvSpPr>
              <p:nvPr/>
            </p:nvSpPr>
            <p:spPr bwMode="auto">
              <a:xfrm>
                <a:off x="7793320" y="3357244"/>
                <a:ext cx="21629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 name="Oval 27">
                <a:extLst>
                  <a:ext uri="{FF2B5EF4-FFF2-40B4-BE49-F238E27FC236}">
                    <a16:creationId xmlns:a16="http://schemas.microsoft.com/office/drawing/2014/main" id="{634DB480-BE0D-B753-14B1-1DBB8A430176}"/>
                  </a:ext>
                </a:extLst>
              </p:cNvPr>
              <p:cNvSpPr>
                <a:spLocks noChangeArrowheads="1"/>
              </p:cNvSpPr>
              <p:nvPr/>
            </p:nvSpPr>
            <p:spPr bwMode="auto">
              <a:xfrm>
                <a:off x="7685170" y="1331341"/>
                <a:ext cx="106961" cy="102146"/>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40" name="Line 28">
                <a:extLst>
                  <a:ext uri="{FF2B5EF4-FFF2-40B4-BE49-F238E27FC236}">
                    <a16:creationId xmlns:a16="http://schemas.microsoft.com/office/drawing/2014/main" id="{A2005761-28AC-71A3-68DB-D93C83FB70AF}"/>
                  </a:ext>
                </a:extLst>
              </p:cNvPr>
              <p:cNvSpPr>
                <a:spLocks noChangeShapeType="1"/>
              </p:cNvSpPr>
              <p:nvPr/>
            </p:nvSpPr>
            <p:spPr bwMode="auto">
              <a:xfrm>
                <a:off x="7793320" y="1381279"/>
                <a:ext cx="21629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 name="Oval 29">
                <a:extLst>
                  <a:ext uri="{FF2B5EF4-FFF2-40B4-BE49-F238E27FC236}">
                    <a16:creationId xmlns:a16="http://schemas.microsoft.com/office/drawing/2014/main" id="{9C421D67-8651-6A79-8220-FA87BF3E01AC}"/>
                  </a:ext>
                </a:extLst>
              </p:cNvPr>
              <p:cNvSpPr>
                <a:spLocks noChangeArrowheads="1"/>
              </p:cNvSpPr>
              <p:nvPr/>
            </p:nvSpPr>
            <p:spPr bwMode="auto">
              <a:xfrm>
                <a:off x="7685170" y="1615081"/>
                <a:ext cx="106961" cy="102146"/>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42" name="Line 30">
                <a:extLst>
                  <a:ext uri="{FF2B5EF4-FFF2-40B4-BE49-F238E27FC236}">
                    <a16:creationId xmlns:a16="http://schemas.microsoft.com/office/drawing/2014/main" id="{BB32715B-9708-8000-6D54-DA1DDDA76074}"/>
                  </a:ext>
                </a:extLst>
              </p:cNvPr>
              <p:cNvSpPr>
                <a:spLocks noChangeShapeType="1"/>
              </p:cNvSpPr>
              <p:nvPr/>
            </p:nvSpPr>
            <p:spPr bwMode="auto">
              <a:xfrm>
                <a:off x="7793320" y="1665019"/>
                <a:ext cx="21629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 name="Oval 31">
                <a:extLst>
                  <a:ext uri="{FF2B5EF4-FFF2-40B4-BE49-F238E27FC236}">
                    <a16:creationId xmlns:a16="http://schemas.microsoft.com/office/drawing/2014/main" id="{C4133E3C-9128-65DF-207F-3FAAFEA5C13C}"/>
                  </a:ext>
                </a:extLst>
              </p:cNvPr>
              <p:cNvSpPr>
                <a:spLocks noChangeArrowheads="1"/>
              </p:cNvSpPr>
              <p:nvPr/>
            </p:nvSpPr>
            <p:spPr bwMode="auto">
              <a:xfrm>
                <a:off x="7685170" y="1897686"/>
                <a:ext cx="106961" cy="102146"/>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44" name="Line 32">
                <a:extLst>
                  <a:ext uri="{FF2B5EF4-FFF2-40B4-BE49-F238E27FC236}">
                    <a16:creationId xmlns:a16="http://schemas.microsoft.com/office/drawing/2014/main" id="{4602123B-8241-5179-0D69-0402CDB96D0C}"/>
                  </a:ext>
                </a:extLst>
              </p:cNvPr>
              <p:cNvSpPr>
                <a:spLocks noChangeShapeType="1"/>
              </p:cNvSpPr>
              <p:nvPr/>
            </p:nvSpPr>
            <p:spPr bwMode="auto">
              <a:xfrm>
                <a:off x="7793320" y="1947624"/>
                <a:ext cx="21629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 name="Oval 33">
                <a:extLst>
                  <a:ext uri="{FF2B5EF4-FFF2-40B4-BE49-F238E27FC236}">
                    <a16:creationId xmlns:a16="http://schemas.microsoft.com/office/drawing/2014/main" id="{637E3DC9-7118-48CB-5607-A0487D65BE5E}"/>
                  </a:ext>
                </a:extLst>
              </p:cNvPr>
              <p:cNvSpPr>
                <a:spLocks noChangeArrowheads="1"/>
              </p:cNvSpPr>
              <p:nvPr/>
            </p:nvSpPr>
            <p:spPr bwMode="auto">
              <a:xfrm>
                <a:off x="7685170" y="2175751"/>
                <a:ext cx="106961" cy="102146"/>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46" name="Line 34">
                <a:extLst>
                  <a:ext uri="{FF2B5EF4-FFF2-40B4-BE49-F238E27FC236}">
                    <a16:creationId xmlns:a16="http://schemas.microsoft.com/office/drawing/2014/main" id="{7EB8640B-10C7-8949-D00C-5B069EFF0D83}"/>
                  </a:ext>
                </a:extLst>
              </p:cNvPr>
              <p:cNvSpPr>
                <a:spLocks noChangeShapeType="1"/>
              </p:cNvSpPr>
              <p:nvPr/>
            </p:nvSpPr>
            <p:spPr bwMode="auto">
              <a:xfrm>
                <a:off x="7793320" y="2225689"/>
                <a:ext cx="21629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47" name="Object 43">
                <a:extLst>
                  <a:ext uri="{FF2B5EF4-FFF2-40B4-BE49-F238E27FC236}">
                    <a16:creationId xmlns:a16="http://schemas.microsoft.com/office/drawing/2014/main" id="{85DB945E-A431-DB12-EB79-65AF21392B85}"/>
                  </a:ext>
                </a:extLst>
              </p:cNvPr>
              <p:cNvGraphicFramePr>
                <a:graphicFrameLocks noChangeAspect="1"/>
              </p:cNvGraphicFramePr>
              <p:nvPr/>
            </p:nvGraphicFramePr>
            <p:xfrm>
              <a:off x="7339332" y="1246220"/>
              <a:ext cx="248386" cy="281470"/>
            </p:xfrm>
            <a:graphic>
              <a:graphicData uri="http://schemas.openxmlformats.org/presentationml/2006/ole">
                <mc:AlternateContent xmlns:mc="http://schemas.openxmlformats.org/markup-compatibility/2006">
                  <mc:Choice xmlns:v="urn:schemas-microsoft-com:vml" Requires="v">
                    <p:oleObj name="公式" r:id="rId31" imgW="175140" imgH="221089" progId="Equation.3">
                      <p:embed/>
                    </p:oleObj>
                  </mc:Choice>
                  <mc:Fallback>
                    <p:oleObj name="公式" r:id="rId31" imgW="175140" imgH="221089" progId="Equation.3">
                      <p:embed/>
                      <p:pic>
                        <p:nvPicPr>
                          <p:cNvPr id="32852" name="Object 43"/>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7339332" y="1246220"/>
                            <a:ext cx="248386" cy="2814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8" name="Object 44">
                <a:extLst>
                  <a:ext uri="{FF2B5EF4-FFF2-40B4-BE49-F238E27FC236}">
                    <a16:creationId xmlns:a16="http://schemas.microsoft.com/office/drawing/2014/main" id="{46B630F5-A6BE-1253-C4B7-2712165247F0}"/>
                  </a:ext>
                </a:extLst>
              </p:cNvPr>
              <p:cNvGraphicFramePr>
                <a:graphicFrameLocks noChangeAspect="1"/>
              </p:cNvGraphicFramePr>
              <p:nvPr/>
            </p:nvGraphicFramePr>
            <p:xfrm>
              <a:off x="6524586" y="2779747"/>
              <a:ext cx="319243" cy="279415"/>
            </p:xfrm>
            <a:graphic>
              <a:graphicData uri="http://schemas.openxmlformats.org/presentationml/2006/ole">
                <mc:AlternateContent xmlns:mc="http://schemas.openxmlformats.org/markup-compatibility/2006">
                  <mc:Choice xmlns:v="urn:schemas-microsoft-com:vml" Requires="v">
                    <p:oleObj name="公式" r:id="rId33" imgW="220886" imgH="251460" progId="Equation.3">
                      <p:embed/>
                    </p:oleObj>
                  </mc:Choice>
                  <mc:Fallback>
                    <p:oleObj name="公式" r:id="rId33" imgW="220886" imgH="251460" progId="Equation.3">
                      <p:embed/>
                      <p:pic>
                        <p:nvPicPr>
                          <p:cNvPr id="32853" name="Object 44"/>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6524586" y="2779747"/>
                            <a:ext cx="319243" cy="2794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49" name="Line 42">
                <a:extLst>
                  <a:ext uri="{FF2B5EF4-FFF2-40B4-BE49-F238E27FC236}">
                    <a16:creationId xmlns:a16="http://schemas.microsoft.com/office/drawing/2014/main" id="{E17F6D7B-728D-F664-6ED0-452F6462A3E2}"/>
                  </a:ext>
                </a:extLst>
              </p:cNvPr>
              <p:cNvSpPr>
                <a:spLocks noChangeShapeType="1"/>
              </p:cNvSpPr>
              <p:nvPr/>
            </p:nvSpPr>
            <p:spPr bwMode="auto">
              <a:xfrm>
                <a:off x="6156111" y="2632004"/>
                <a:ext cx="32444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 name="Oval 43">
                <a:extLst>
                  <a:ext uri="{FF2B5EF4-FFF2-40B4-BE49-F238E27FC236}">
                    <a16:creationId xmlns:a16="http://schemas.microsoft.com/office/drawing/2014/main" id="{FA58444B-4118-BAF6-A74E-89CE990C770C}"/>
                  </a:ext>
                </a:extLst>
              </p:cNvPr>
              <p:cNvSpPr>
                <a:spLocks noChangeArrowheads="1"/>
              </p:cNvSpPr>
              <p:nvPr/>
            </p:nvSpPr>
            <p:spPr bwMode="auto">
              <a:xfrm>
                <a:off x="6373598" y="2864671"/>
                <a:ext cx="106961" cy="102146"/>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51" name="Line 44">
                <a:extLst>
                  <a:ext uri="{FF2B5EF4-FFF2-40B4-BE49-F238E27FC236}">
                    <a16:creationId xmlns:a16="http://schemas.microsoft.com/office/drawing/2014/main" id="{4BB52238-7D62-75AC-2818-4ADA2734379E}"/>
                  </a:ext>
                </a:extLst>
              </p:cNvPr>
              <p:cNvSpPr>
                <a:spLocks noChangeShapeType="1"/>
              </p:cNvSpPr>
              <p:nvPr/>
            </p:nvSpPr>
            <p:spPr bwMode="auto">
              <a:xfrm>
                <a:off x="6157300" y="2914610"/>
                <a:ext cx="21629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 name="Oval 45">
                <a:extLst>
                  <a:ext uri="{FF2B5EF4-FFF2-40B4-BE49-F238E27FC236}">
                    <a16:creationId xmlns:a16="http://schemas.microsoft.com/office/drawing/2014/main" id="{BA17C720-EC7F-4513-B30B-25B2D096888C}"/>
                  </a:ext>
                </a:extLst>
              </p:cNvPr>
              <p:cNvSpPr>
                <a:spLocks noChangeArrowheads="1"/>
              </p:cNvSpPr>
              <p:nvPr/>
            </p:nvSpPr>
            <p:spPr bwMode="auto">
              <a:xfrm>
                <a:off x="6372409" y="3148411"/>
                <a:ext cx="106961" cy="102146"/>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53" name="Line 46">
                <a:extLst>
                  <a:ext uri="{FF2B5EF4-FFF2-40B4-BE49-F238E27FC236}">
                    <a16:creationId xmlns:a16="http://schemas.microsoft.com/office/drawing/2014/main" id="{844154CF-CDA1-0A6C-B80A-92070695802B}"/>
                  </a:ext>
                </a:extLst>
              </p:cNvPr>
              <p:cNvSpPr>
                <a:spLocks noChangeShapeType="1"/>
              </p:cNvSpPr>
              <p:nvPr/>
            </p:nvSpPr>
            <p:spPr bwMode="auto">
              <a:xfrm>
                <a:off x="6156111" y="3198349"/>
                <a:ext cx="21629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54" name="Object 45">
                <a:extLst>
                  <a:ext uri="{FF2B5EF4-FFF2-40B4-BE49-F238E27FC236}">
                    <a16:creationId xmlns:a16="http://schemas.microsoft.com/office/drawing/2014/main" id="{97ECA3F5-17E8-33D7-B3BF-FC75245345DA}"/>
                  </a:ext>
                </a:extLst>
              </p:cNvPr>
              <p:cNvGraphicFramePr>
                <a:graphicFrameLocks noChangeAspect="1"/>
              </p:cNvGraphicFramePr>
              <p:nvPr/>
            </p:nvGraphicFramePr>
            <p:xfrm>
              <a:off x="6521270" y="2505234"/>
              <a:ext cx="280881" cy="265236"/>
            </p:xfrm>
            <a:graphic>
              <a:graphicData uri="http://schemas.openxmlformats.org/presentationml/2006/ole">
                <mc:AlternateContent xmlns:mc="http://schemas.openxmlformats.org/markup-compatibility/2006">
                  <mc:Choice xmlns:v="urn:schemas-microsoft-com:vml" Requires="v">
                    <p:oleObj name="公式" r:id="rId35" imgW="175140" imgH="221089" progId="Equation.3">
                      <p:embed/>
                    </p:oleObj>
                  </mc:Choice>
                  <mc:Fallback>
                    <p:oleObj name="公式" r:id="rId35" imgW="175140" imgH="221089" progId="Equation.3">
                      <p:embed/>
                      <p:pic>
                        <p:nvPicPr>
                          <p:cNvPr id="32859" name="Object 45"/>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6521270" y="2505234"/>
                            <a:ext cx="280881" cy="265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55" name="Object 46">
                <a:extLst>
                  <a:ext uri="{FF2B5EF4-FFF2-40B4-BE49-F238E27FC236}">
                    <a16:creationId xmlns:a16="http://schemas.microsoft.com/office/drawing/2014/main" id="{53A5E09D-6F11-AB43-E7CB-397D14D8A16E}"/>
                  </a:ext>
                </a:extLst>
              </p:cNvPr>
              <p:cNvGraphicFramePr>
                <a:graphicFrameLocks noChangeAspect="1"/>
              </p:cNvGraphicFramePr>
              <p:nvPr/>
            </p:nvGraphicFramePr>
            <p:xfrm>
              <a:off x="6542057" y="3036936"/>
              <a:ext cx="279535" cy="281002"/>
            </p:xfrm>
            <a:graphic>
              <a:graphicData uri="http://schemas.openxmlformats.org/presentationml/2006/ole">
                <mc:AlternateContent xmlns:mc="http://schemas.openxmlformats.org/markup-compatibility/2006">
                  <mc:Choice xmlns:v="urn:schemas-microsoft-com:vml" Requires="v">
                    <p:oleObj name="公式" r:id="rId37" imgW="182982" imgH="251460" progId="Equation.3">
                      <p:embed/>
                    </p:oleObj>
                  </mc:Choice>
                  <mc:Fallback>
                    <p:oleObj name="公式" r:id="rId37" imgW="182982" imgH="251460" progId="Equation.3">
                      <p:embed/>
                      <p:pic>
                        <p:nvPicPr>
                          <p:cNvPr id="32860" name="Object 46"/>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6542057" y="3036936"/>
                            <a:ext cx="279535" cy="2810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56" name="Line 39">
                <a:extLst>
                  <a:ext uri="{FF2B5EF4-FFF2-40B4-BE49-F238E27FC236}">
                    <a16:creationId xmlns:a16="http://schemas.microsoft.com/office/drawing/2014/main" id="{65D50563-FDA8-6089-5F3D-CDC0CDC46674}"/>
                  </a:ext>
                </a:extLst>
              </p:cNvPr>
              <p:cNvSpPr>
                <a:spLocks noChangeShapeType="1"/>
              </p:cNvSpPr>
              <p:nvPr/>
            </p:nvSpPr>
            <p:spPr bwMode="auto">
              <a:xfrm>
                <a:off x="6156111" y="2114463"/>
                <a:ext cx="32444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 name="Line 40">
                <a:extLst>
                  <a:ext uri="{FF2B5EF4-FFF2-40B4-BE49-F238E27FC236}">
                    <a16:creationId xmlns:a16="http://schemas.microsoft.com/office/drawing/2014/main" id="{E982E080-831F-44C9-E977-F3F90BAD32A5}"/>
                  </a:ext>
                </a:extLst>
              </p:cNvPr>
              <p:cNvSpPr>
                <a:spLocks noChangeShapeType="1"/>
              </p:cNvSpPr>
              <p:nvPr/>
            </p:nvSpPr>
            <p:spPr bwMode="auto">
              <a:xfrm>
                <a:off x="6156111" y="1830723"/>
                <a:ext cx="32444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 name="Line 41">
                <a:extLst>
                  <a:ext uri="{FF2B5EF4-FFF2-40B4-BE49-F238E27FC236}">
                    <a16:creationId xmlns:a16="http://schemas.microsoft.com/office/drawing/2014/main" id="{E600A5D9-8A4D-1BCF-A6C3-54D4C16793A7}"/>
                  </a:ext>
                </a:extLst>
              </p:cNvPr>
              <p:cNvSpPr>
                <a:spLocks noChangeShapeType="1"/>
              </p:cNvSpPr>
              <p:nvPr/>
            </p:nvSpPr>
            <p:spPr bwMode="auto">
              <a:xfrm>
                <a:off x="6156111" y="1548119"/>
                <a:ext cx="32444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59" name="Object 47">
                <a:extLst>
                  <a:ext uri="{FF2B5EF4-FFF2-40B4-BE49-F238E27FC236}">
                    <a16:creationId xmlns:a16="http://schemas.microsoft.com/office/drawing/2014/main" id="{146A7FC3-2DA5-1717-2D23-E63D30429804}"/>
                  </a:ext>
                </a:extLst>
              </p:cNvPr>
              <p:cNvGraphicFramePr>
                <a:graphicFrameLocks noChangeAspect="1"/>
              </p:cNvGraphicFramePr>
              <p:nvPr/>
            </p:nvGraphicFramePr>
            <p:xfrm>
              <a:off x="6530984" y="1427281"/>
              <a:ext cx="317564" cy="250223"/>
            </p:xfrm>
            <a:graphic>
              <a:graphicData uri="http://schemas.openxmlformats.org/presentationml/2006/ole">
                <mc:AlternateContent xmlns:mc="http://schemas.openxmlformats.org/markup-compatibility/2006">
                  <mc:Choice xmlns:v="urn:schemas-microsoft-com:vml" Requires="v">
                    <p:oleObj name="公式" r:id="rId39" imgW="213370" imgH="213251" progId="Equation.3">
                      <p:embed/>
                    </p:oleObj>
                  </mc:Choice>
                  <mc:Fallback>
                    <p:oleObj name="公式" r:id="rId39" imgW="213370" imgH="213251" progId="Equation.3">
                      <p:embed/>
                      <p:pic>
                        <p:nvPicPr>
                          <p:cNvPr id="32864" name="Object 47"/>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6530984" y="1427281"/>
                            <a:ext cx="317564" cy="2502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60" name="Object 48">
                <a:extLst>
                  <a:ext uri="{FF2B5EF4-FFF2-40B4-BE49-F238E27FC236}">
                    <a16:creationId xmlns:a16="http://schemas.microsoft.com/office/drawing/2014/main" id="{9CDFF984-A741-6270-7C5C-9371B2133A3F}"/>
                  </a:ext>
                </a:extLst>
              </p:cNvPr>
              <p:cNvGraphicFramePr>
                <a:graphicFrameLocks noChangeAspect="1"/>
              </p:cNvGraphicFramePr>
              <p:nvPr/>
            </p:nvGraphicFramePr>
            <p:xfrm>
              <a:off x="6537964" y="1709886"/>
              <a:ext cx="298698" cy="250222"/>
            </p:xfrm>
            <a:graphic>
              <a:graphicData uri="http://schemas.openxmlformats.org/presentationml/2006/ole">
                <mc:AlternateContent xmlns:mc="http://schemas.openxmlformats.org/markup-compatibility/2006">
                  <mc:Choice xmlns:v="urn:schemas-microsoft-com:vml" Requires="v">
                    <p:oleObj name="公式" r:id="rId41" imgW="182982" imgH="213251" progId="Equation.3">
                      <p:embed/>
                    </p:oleObj>
                  </mc:Choice>
                  <mc:Fallback>
                    <p:oleObj name="公式" r:id="rId41" imgW="182982" imgH="213251" progId="Equation.3">
                      <p:embed/>
                      <p:pic>
                        <p:nvPicPr>
                          <p:cNvPr id="32865" name="Object 48"/>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6537964" y="1709886"/>
                            <a:ext cx="298698" cy="2502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61" name="Object 49">
                <a:extLst>
                  <a:ext uri="{FF2B5EF4-FFF2-40B4-BE49-F238E27FC236}">
                    <a16:creationId xmlns:a16="http://schemas.microsoft.com/office/drawing/2014/main" id="{26117C78-4205-223B-4427-E1278B150D3A}"/>
                  </a:ext>
                </a:extLst>
              </p:cNvPr>
              <p:cNvGraphicFramePr>
                <a:graphicFrameLocks noChangeAspect="1"/>
              </p:cNvGraphicFramePr>
              <p:nvPr/>
            </p:nvGraphicFramePr>
            <p:xfrm>
              <a:off x="6529796" y="1987692"/>
              <a:ext cx="317563" cy="265236"/>
            </p:xfrm>
            <a:graphic>
              <a:graphicData uri="http://schemas.openxmlformats.org/presentationml/2006/ole">
                <mc:AlternateContent xmlns:mc="http://schemas.openxmlformats.org/markup-compatibility/2006">
                  <mc:Choice xmlns:v="urn:schemas-microsoft-com:vml" Requires="v">
                    <p:oleObj name="公式" r:id="rId43" imgW="213370" imgH="221089" progId="Equation.3">
                      <p:embed/>
                    </p:oleObj>
                  </mc:Choice>
                  <mc:Fallback>
                    <p:oleObj name="公式" r:id="rId43" imgW="213370" imgH="221089" progId="Equation.3">
                      <p:embed/>
                      <p:pic>
                        <p:nvPicPr>
                          <p:cNvPr id="32866" name="Object 49"/>
                          <p:cNvPicPr>
                            <a:picLocks noChangeAspect="1" noChangeArrowheads="1"/>
                          </p:cNvPicPr>
                          <p:nvPr/>
                        </p:nvPicPr>
                        <p:blipFill>
                          <a:blip r:embed="rId44">
                            <a:extLst>
                              <a:ext uri="{28A0092B-C50C-407E-A947-70E740481C1C}">
                                <a14:useLocalDpi xmlns:a14="http://schemas.microsoft.com/office/drawing/2010/main" val="0"/>
                              </a:ext>
                            </a:extLst>
                          </a:blip>
                          <a:srcRect/>
                          <a:stretch>
                            <a:fillRect/>
                          </a:stretch>
                        </p:blipFill>
                        <p:spPr bwMode="auto">
                          <a:xfrm>
                            <a:off x="6529796" y="1987692"/>
                            <a:ext cx="317563" cy="265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62" name="Object 9">
                <a:extLst>
                  <a:ext uri="{FF2B5EF4-FFF2-40B4-BE49-F238E27FC236}">
                    <a16:creationId xmlns:a16="http://schemas.microsoft.com/office/drawing/2014/main" id="{47369F55-63EE-7E0B-9110-E839F1263C17}"/>
                  </a:ext>
                </a:extLst>
              </p:cNvPr>
              <p:cNvGraphicFramePr>
                <a:graphicFrameLocks noChangeAspect="1"/>
              </p:cNvGraphicFramePr>
              <p:nvPr/>
            </p:nvGraphicFramePr>
            <p:xfrm>
              <a:off x="7351216" y="1551523"/>
              <a:ext cx="231748" cy="265580"/>
            </p:xfrm>
            <a:graphic>
              <a:graphicData uri="http://schemas.openxmlformats.org/presentationml/2006/ole">
                <mc:AlternateContent xmlns:mc="http://schemas.openxmlformats.org/markup-compatibility/2006">
                  <mc:Choice xmlns:v="urn:schemas-microsoft-com:vml" Requires="v">
                    <p:oleObj name="公式" r:id="rId45" imgW="160109" imgH="213251" progId="Equation.3">
                      <p:embed/>
                    </p:oleObj>
                  </mc:Choice>
                  <mc:Fallback>
                    <p:oleObj name="公式" r:id="rId45" imgW="160109" imgH="213251" progId="Equation.3">
                      <p:embed/>
                      <p:pic>
                        <p:nvPicPr>
                          <p:cNvPr id="32867" name="Object 9"/>
                          <p:cNvPicPr>
                            <a:picLocks noChangeAspect="1" noChangeArrowheads="1"/>
                          </p:cNvPicPr>
                          <p:nvPr/>
                        </p:nvPicPr>
                        <p:blipFill>
                          <a:blip r:embed="rId46">
                            <a:extLst>
                              <a:ext uri="{28A0092B-C50C-407E-A947-70E740481C1C}">
                                <a14:useLocalDpi xmlns:a14="http://schemas.microsoft.com/office/drawing/2010/main" val="0"/>
                              </a:ext>
                            </a:extLst>
                          </a:blip>
                          <a:srcRect/>
                          <a:stretch>
                            <a:fillRect/>
                          </a:stretch>
                        </p:blipFill>
                        <p:spPr bwMode="auto">
                          <a:xfrm>
                            <a:off x="7351216" y="1551523"/>
                            <a:ext cx="231748" cy="2655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63" name="Object 51">
                <a:extLst>
                  <a:ext uri="{FF2B5EF4-FFF2-40B4-BE49-F238E27FC236}">
                    <a16:creationId xmlns:a16="http://schemas.microsoft.com/office/drawing/2014/main" id="{CEBB49DE-F52B-29BB-2694-CE142C6B9E0D}"/>
                  </a:ext>
                </a:extLst>
              </p:cNvPr>
              <p:cNvGraphicFramePr>
                <a:graphicFrameLocks noChangeAspect="1"/>
              </p:cNvGraphicFramePr>
              <p:nvPr/>
            </p:nvGraphicFramePr>
            <p:xfrm>
              <a:off x="7350027" y="1840938"/>
              <a:ext cx="248387" cy="264445"/>
            </p:xfrm>
            <a:graphic>
              <a:graphicData uri="http://schemas.openxmlformats.org/presentationml/2006/ole">
                <mc:AlternateContent xmlns:mc="http://schemas.openxmlformats.org/markup-compatibility/2006">
                  <mc:Choice xmlns:v="urn:schemas-microsoft-com:vml" Requires="v">
                    <p:oleObj name="公式" r:id="rId47" imgW="175140" imgH="213251" progId="Equation.3">
                      <p:embed/>
                    </p:oleObj>
                  </mc:Choice>
                  <mc:Fallback>
                    <p:oleObj name="公式" r:id="rId47" imgW="175140" imgH="213251" progId="Equation.3">
                      <p:embed/>
                      <p:pic>
                        <p:nvPicPr>
                          <p:cNvPr id="32868" name="Object 51"/>
                          <p:cNvPicPr>
                            <a:picLocks noChangeAspect="1" noChangeArrowheads="1"/>
                          </p:cNvPicPr>
                          <p:nvPr/>
                        </p:nvPicPr>
                        <p:blipFill>
                          <a:blip r:embed="rId48">
                            <a:extLst>
                              <a:ext uri="{28A0092B-C50C-407E-A947-70E740481C1C}">
                                <a14:useLocalDpi xmlns:a14="http://schemas.microsoft.com/office/drawing/2010/main" val="0"/>
                              </a:ext>
                            </a:extLst>
                          </a:blip>
                          <a:srcRect/>
                          <a:stretch>
                            <a:fillRect/>
                          </a:stretch>
                        </p:blipFill>
                        <p:spPr bwMode="auto">
                          <a:xfrm>
                            <a:off x="7350027" y="1840938"/>
                            <a:ext cx="248387" cy="2644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64" name="Object 11">
                <a:extLst>
                  <a:ext uri="{FF2B5EF4-FFF2-40B4-BE49-F238E27FC236}">
                    <a16:creationId xmlns:a16="http://schemas.microsoft.com/office/drawing/2014/main" id="{55E2984F-8B2E-4A03-1F96-CE71C384486D}"/>
                  </a:ext>
                </a:extLst>
              </p:cNvPr>
              <p:cNvGraphicFramePr>
                <a:graphicFrameLocks noChangeAspect="1"/>
              </p:cNvGraphicFramePr>
              <p:nvPr/>
            </p:nvGraphicFramePr>
            <p:xfrm>
              <a:off x="7350027" y="2104249"/>
              <a:ext cx="248387" cy="280335"/>
            </p:xfrm>
            <a:graphic>
              <a:graphicData uri="http://schemas.openxmlformats.org/presentationml/2006/ole">
                <mc:AlternateContent xmlns:mc="http://schemas.openxmlformats.org/markup-compatibility/2006">
                  <mc:Choice xmlns:v="urn:schemas-microsoft-com:vml" Requires="v">
                    <p:oleObj name="公式" r:id="rId49" imgW="175140" imgH="221089" progId="Equation.3">
                      <p:embed/>
                    </p:oleObj>
                  </mc:Choice>
                  <mc:Fallback>
                    <p:oleObj name="公式" r:id="rId49" imgW="175140" imgH="221089" progId="Equation.3">
                      <p:embed/>
                      <p:pic>
                        <p:nvPicPr>
                          <p:cNvPr id="32869" name="Object 11"/>
                          <p:cNvPicPr>
                            <a:picLocks noChangeAspect="1" noChangeArrowheads="1"/>
                          </p:cNvPicPr>
                          <p:nvPr/>
                        </p:nvPicPr>
                        <p:blipFill>
                          <a:blip r:embed="rId50">
                            <a:extLst>
                              <a:ext uri="{28A0092B-C50C-407E-A947-70E740481C1C}">
                                <a14:useLocalDpi xmlns:a14="http://schemas.microsoft.com/office/drawing/2010/main" val="0"/>
                              </a:ext>
                            </a:extLst>
                          </a:blip>
                          <a:srcRect/>
                          <a:stretch>
                            <a:fillRect/>
                          </a:stretch>
                        </p:blipFill>
                        <p:spPr bwMode="auto">
                          <a:xfrm>
                            <a:off x="7350027" y="2104249"/>
                            <a:ext cx="248387" cy="2803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65" name="Object 12">
                <a:extLst>
                  <a:ext uri="{FF2B5EF4-FFF2-40B4-BE49-F238E27FC236}">
                    <a16:creationId xmlns:a16="http://schemas.microsoft.com/office/drawing/2014/main" id="{050F9BC0-F6C6-28BC-1C2A-C95F6F465D20}"/>
                  </a:ext>
                </a:extLst>
              </p:cNvPr>
              <p:cNvGraphicFramePr>
                <a:graphicFrameLocks noChangeAspect="1"/>
              </p:cNvGraphicFramePr>
              <p:nvPr/>
            </p:nvGraphicFramePr>
            <p:xfrm>
              <a:off x="7358347" y="2401608"/>
              <a:ext cx="248386" cy="265580"/>
            </p:xfrm>
            <a:graphic>
              <a:graphicData uri="http://schemas.openxmlformats.org/presentationml/2006/ole">
                <mc:AlternateContent xmlns:mc="http://schemas.openxmlformats.org/markup-compatibility/2006">
                  <mc:Choice xmlns:v="urn:schemas-microsoft-com:vml" Requires="v">
                    <p:oleObj name="公式" r:id="rId51" imgW="175140" imgH="213251" progId="Equation.3">
                      <p:embed/>
                    </p:oleObj>
                  </mc:Choice>
                  <mc:Fallback>
                    <p:oleObj name="公式" r:id="rId51" imgW="175140" imgH="213251" progId="Equation.3">
                      <p:embed/>
                      <p:pic>
                        <p:nvPicPr>
                          <p:cNvPr id="32870" name="Object 12"/>
                          <p:cNvPicPr>
                            <a:picLocks noChangeAspect="1" noChangeArrowheads="1"/>
                          </p:cNvPicPr>
                          <p:nvPr/>
                        </p:nvPicPr>
                        <p:blipFill>
                          <a:blip r:embed="rId52">
                            <a:extLst>
                              <a:ext uri="{28A0092B-C50C-407E-A947-70E740481C1C}">
                                <a14:useLocalDpi xmlns:a14="http://schemas.microsoft.com/office/drawing/2010/main" val="0"/>
                              </a:ext>
                            </a:extLst>
                          </a:blip>
                          <a:srcRect/>
                          <a:stretch>
                            <a:fillRect/>
                          </a:stretch>
                        </p:blipFill>
                        <p:spPr bwMode="auto">
                          <a:xfrm>
                            <a:off x="7358347" y="2401608"/>
                            <a:ext cx="248386" cy="2655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66" name="Object 13">
                <a:extLst>
                  <a:ext uri="{FF2B5EF4-FFF2-40B4-BE49-F238E27FC236}">
                    <a16:creationId xmlns:a16="http://schemas.microsoft.com/office/drawing/2014/main" id="{DB05330D-B3B0-7724-9F23-341F7F9C73E3}"/>
                  </a:ext>
                </a:extLst>
              </p:cNvPr>
              <p:cNvGraphicFramePr>
                <a:graphicFrameLocks noChangeAspect="1"/>
              </p:cNvGraphicFramePr>
              <p:nvPr/>
            </p:nvGraphicFramePr>
            <p:xfrm>
              <a:off x="7361912" y="2692158"/>
              <a:ext cx="248387" cy="280335"/>
            </p:xfrm>
            <a:graphic>
              <a:graphicData uri="http://schemas.openxmlformats.org/presentationml/2006/ole">
                <mc:AlternateContent xmlns:mc="http://schemas.openxmlformats.org/markup-compatibility/2006">
                  <mc:Choice xmlns:v="urn:schemas-microsoft-com:vml" Requires="v">
                    <p:oleObj name="公式" r:id="rId53" imgW="175140" imgH="221089" progId="Equation.3">
                      <p:embed/>
                    </p:oleObj>
                  </mc:Choice>
                  <mc:Fallback>
                    <p:oleObj name="公式" r:id="rId53" imgW="175140" imgH="221089" progId="Equation.3">
                      <p:embed/>
                      <p:pic>
                        <p:nvPicPr>
                          <p:cNvPr id="32871" name="Object 13"/>
                          <p:cNvPicPr>
                            <a:picLocks noChangeAspect="1" noChangeArrowheads="1"/>
                          </p:cNvPicPr>
                          <p:nvPr/>
                        </p:nvPicPr>
                        <p:blipFill>
                          <a:blip r:embed="rId54">
                            <a:extLst>
                              <a:ext uri="{28A0092B-C50C-407E-A947-70E740481C1C}">
                                <a14:useLocalDpi xmlns:a14="http://schemas.microsoft.com/office/drawing/2010/main" val="0"/>
                              </a:ext>
                            </a:extLst>
                          </a:blip>
                          <a:srcRect/>
                          <a:stretch>
                            <a:fillRect/>
                          </a:stretch>
                        </p:blipFill>
                        <p:spPr bwMode="auto">
                          <a:xfrm>
                            <a:off x="7361912" y="2692158"/>
                            <a:ext cx="248387" cy="2803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67" name="Object 14">
                <a:extLst>
                  <a:ext uri="{FF2B5EF4-FFF2-40B4-BE49-F238E27FC236}">
                    <a16:creationId xmlns:a16="http://schemas.microsoft.com/office/drawing/2014/main" id="{73E81895-31B7-5C3A-8A7D-8BC4A578D1B8}"/>
                  </a:ext>
                </a:extLst>
              </p:cNvPr>
              <p:cNvGraphicFramePr>
                <a:graphicFrameLocks noChangeAspect="1"/>
              </p:cNvGraphicFramePr>
              <p:nvPr/>
            </p:nvGraphicFramePr>
            <p:xfrm>
              <a:off x="7369042" y="2980437"/>
              <a:ext cx="248387" cy="280335"/>
            </p:xfrm>
            <a:graphic>
              <a:graphicData uri="http://schemas.openxmlformats.org/presentationml/2006/ole">
                <mc:AlternateContent xmlns:mc="http://schemas.openxmlformats.org/markup-compatibility/2006">
                  <mc:Choice xmlns:v="urn:schemas-microsoft-com:vml" Requires="v">
                    <p:oleObj name="公式" r:id="rId55" imgW="175140" imgH="221089" progId="Equation.3">
                      <p:embed/>
                    </p:oleObj>
                  </mc:Choice>
                  <mc:Fallback>
                    <p:oleObj name="公式" r:id="rId55" imgW="175140" imgH="221089" progId="Equation.3">
                      <p:embed/>
                      <p:pic>
                        <p:nvPicPr>
                          <p:cNvPr id="32872" name="Object 14"/>
                          <p:cNvPicPr>
                            <a:picLocks noChangeAspect="1" noChangeArrowheads="1"/>
                          </p:cNvPicPr>
                          <p:nvPr/>
                        </p:nvPicPr>
                        <p:blipFill>
                          <a:blip r:embed="rId56">
                            <a:extLst>
                              <a:ext uri="{28A0092B-C50C-407E-A947-70E740481C1C}">
                                <a14:useLocalDpi xmlns:a14="http://schemas.microsoft.com/office/drawing/2010/main" val="0"/>
                              </a:ext>
                            </a:extLst>
                          </a:blip>
                          <a:srcRect/>
                          <a:stretch>
                            <a:fillRect/>
                          </a:stretch>
                        </p:blipFill>
                        <p:spPr bwMode="auto">
                          <a:xfrm>
                            <a:off x="7369042" y="2980437"/>
                            <a:ext cx="248387" cy="2803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68" name="Object 56">
                <a:extLst>
                  <a:ext uri="{FF2B5EF4-FFF2-40B4-BE49-F238E27FC236}">
                    <a16:creationId xmlns:a16="http://schemas.microsoft.com/office/drawing/2014/main" id="{99944EF0-29FE-84B6-9A60-77F7F7CB6D6D}"/>
                  </a:ext>
                </a:extLst>
              </p:cNvPr>
              <p:cNvGraphicFramePr>
                <a:graphicFrameLocks noChangeAspect="1"/>
              </p:cNvGraphicFramePr>
              <p:nvPr/>
            </p:nvGraphicFramePr>
            <p:xfrm>
              <a:off x="7353662" y="3243323"/>
              <a:ext cx="281124" cy="296878"/>
            </p:xfrm>
            <a:graphic>
              <a:graphicData uri="http://schemas.openxmlformats.org/presentationml/2006/ole">
                <mc:AlternateContent xmlns:mc="http://schemas.openxmlformats.org/markup-compatibility/2006">
                  <mc:Choice xmlns:v="urn:schemas-microsoft-com:vml" Requires="v">
                    <p:oleObj name="公式" r:id="rId57" imgW="220886" imgH="251460" progId="Equation.3">
                      <p:embed/>
                    </p:oleObj>
                  </mc:Choice>
                  <mc:Fallback>
                    <p:oleObj name="公式" r:id="rId57" imgW="220886" imgH="251460" progId="Equation.3">
                      <p:embed/>
                      <p:pic>
                        <p:nvPicPr>
                          <p:cNvPr id="32873" name="Object 56"/>
                          <p:cNvPicPr>
                            <a:picLocks noChangeAspect="1" noChangeArrowheads="1"/>
                          </p:cNvPicPr>
                          <p:nvPr/>
                        </p:nvPicPr>
                        <p:blipFill>
                          <a:blip r:embed="rId58">
                            <a:extLst>
                              <a:ext uri="{28A0092B-C50C-407E-A947-70E740481C1C}">
                                <a14:useLocalDpi xmlns:a14="http://schemas.microsoft.com/office/drawing/2010/main" val="0"/>
                              </a:ext>
                            </a:extLst>
                          </a:blip>
                          <a:srcRect/>
                          <a:stretch>
                            <a:fillRect/>
                          </a:stretch>
                        </p:blipFill>
                        <p:spPr bwMode="auto">
                          <a:xfrm>
                            <a:off x="7353662" y="3243323"/>
                            <a:ext cx="281124" cy="2968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grpSp>
      <p:grpSp>
        <p:nvGrpSpPr>
          <p:cNvPr id="110" name="组合 159">
            <a:extLst>
              <a:ext uri="{FF2B5EF4-FFF2-40B4-BE49-F238E27FC236}">
                <a16:creationId xmlns:a16="http://schemas.microsoft.com/office/drawing/2014/main" id="{0782A8F2-D56D-02A5-04B9-26872EB15ECF}"/>
              </a:ext>
            </a:extLst>
          </p:cNvPr>
          <p:cNvGrpSpPr>
            <a:grpSpLocks/>
          </p:cNvGrpSpPr>
          <p:nvPr/>
        </p:nvGrpSpPr>
        <p:grpSpPr bwMode="auto">
          <a:xfrm>
            <a:off x="3700175" y="1089052"/>
            <a:ext cx="5240337" cy="5175250"/>
            <a:chOff x="3513123" y="1107747"/>
            <a:chExt cx="5239591" cy="5175548"/>
          </a:xfrm>
        </p:grpSpPr>
        <p:sp>
          <p:nvSpPr>
            <p:cNvPr id="111" name="Text Box 13">
              <a:extLst>
                <a:ext uri="{FF2B5EF4-FFF2-40B4-BE49-F238E27FC236}">
                  <a16:creationId xmlns:a16="http://schemas.microsoft.com/office/drawing/2014/main" id="{87139ED0-3D06-D5FD-F3B6-4E730996B893}"/>
                </a:ext>
              </a:extLst>
            </p:cNvPr>
            <p:cNvSpPr txBox="1">
              <a:spLocks noChangeArrowheads="1"/>
            </p:cNvSpPr>
            <p:nvPr/>
          </p:nvSpPr>
          <p:spPr bwMode="auto">
            <a:xfrm>
              <a:off x="8045363" y="1107747"/>
              <a:ext cx="531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Times New Roman" panose="02020603050405020304" pitchFamily="18" charset="0"/>
                </a:rPr>
                <a:t>Y</a:t>
              </a:r>
              <a:r>
                <a:rPr lang="en-US" altLang="zh-CN" sz="2000">
                  <a:latin typeface="Times New Roman" panose="02020603050405020304" pitchFamily="18" charset="0"/>
                </a:rPr>
                <a:t>0</a:t>
              </a:r>
            </a:p>
          </p:txBody>
        </p:sp>
        <p:sp>
          <p:nvSpPr>
            <p:cNvPr id="112" name="Line 24">
              <a:extLst>
                <a:ext uri="{FF2B5EF4-FFF2-40B4-BE49-F238E27FC236}">
                  <a16:creationId xmlns:a16="http://schemas.microsoft.com/office/drawing/2014/main" id="{341CDDE0-606C-13CE-6D38-BC61E3F3EC30}"/>
                </a:ext>
              </a:extLst>
            </p:cNvPr>
            <p:cNvSpPr>
              <a:spLocks noChangeShapeType="1"/>
            </p:cNvSpPr>
            <p:nvPr/>
          </p:nvSpPr>
          <p:spPr bwMode="auto">
            <a:xfrm>
              <a:off x="8129501" y="1194951"/>
              <a:ext cx="2540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 name="Text Box 13">
              <a:extLst>
                <a:ext uri="{FF2B5EF4-FFF2-40B4-BE49-F238E27FC236}">
                  <a16:creationId xmlns:a16="http://schemas.microsoft.com/office/drawing/2014/main" id="{2DDC8DB6-462C-DE73-191C-D34E7A89B31A}"/>
                </a:ext>
              </a:extLst>
            </p:cNvPr>
            <p:cNvSpPr txBox="1">
              <a:spLocks noChangeArrowheads="1"/>
            </p:cNvSpPr>
            <p:nvPr/>
          </p:nvSpPr>
          <p:spPr bwMode="auto">
            <a:xfrm>
              <a:off x="8076895" y="1486113"/>
              <a:ext cx="5357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Times New Roman" panose="02020603050405020304" pitchFamily="18" charset="0"/>
                </a:rPr>
                <a:t>Y</a:t>
              </a:r>
              <a:r>
                <a:rPr lang="en-US" altLang="zh-CN" sz="2000">
                  <a:latin typeface="Times New Roman" panose="02020603050405020304" pitchFamily="18" charset="0"/>
                </a:rPr>
                <a:t>1</a:t>
              </a:r>
            </a:p>
          </p:txBody>
        </p:sp>
        <p:sp>
          <p:nvSpPr>
            <p:cNvPr id="114" name="Line 24">
              <a:extLst>
                <a:ext uri="{FF2B5EF4-FFF2-40B4-BE49-F238E27FC236}">
                  <a16:creationId xmlns:a16="http://schemas.microsoft.com/office/drawing/2014/main" id="{315C943D-4EC4-7C81-62B9-4C214A73DFF4}"/>
                </a:ext>
              </a:extLst>
            </p:cNvPr>
            <p:cNvSpPr>
              <a:spLocks noChangeShapeType="1"/>
            </p:cNvSpPr>
            <p:nvPr/>
          </p:nvSpPr>
          <p:spPr bwMode="auto">
            <a:xfrm>
              <a:off x="8161033" y="1573317"/>
              <a:ext cx="2540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 name="Text Box 13">
              <a:extLst>
                <a:ext uri="{FF2B5EF4-FFF2-40B4-BE49-F238E27FC236}">
                  <a16:creationId xmlns:a16="http://schemas.microsoft.com/office/drawing/2014/main" id="{0B8AB25A-43D4-80DD-07C3-C2C2A4218F7B}"/>
                </a:ext>
              </a:extLst>
            </p:cNvPr>
            <p:cNvSpPr txBox="1">
              <a:spLocks noChangeArrowheads="1"/>
            </p:cNvSpPr>
            <p:nvPr/>
          </p:nvSpPr>
          <p:spPr bwMode="auto">
            <a:xfrm>
              <a:off x="8072984" y="3109962"/>
              <a:ext cx="5357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Times New Roman" panose="02020603050405020304" pitchFamily="18" charset="0"/>
                </a:rPr>
                <a:t>Y</a:t>
              </a:r>
              <a:r>
                <a:rPr lang="en-US" altLang="zh-CN" sz="2000">
                  <a:latin typeface="Times New Roman" panose="02020603050405020304" pitchFamily="18" charset="0"/>
                </a:rPr>
                <a:t>7</a:t>
              </a:r>
            </a:p>
          </p:txBody>
        </p:sp>
        <p:sp>
          <p:nvSpPr>
            <p:cNvPr id="116" name="Line 24">
              <a:extLst>
                <a:ext uri="{FF2B5EF4-FFF2-40B4-BE49-F238E27FC236}">
                  <a16:creationId xmlns:a16="http://schemas.microsoft.com/office/drawing/2014/main" id="{9825AD64-23BF-EB50-8F7C-4D0BFA350FB6}"/>
                </a:ext>
              </a:extLst>
            </p:cNvPr>
            <p:cNvSpPr>
              <a:spLocks noChangeShapeType="1"/>
            </p:cNvSpPr>
            <p:nvPr/>
          </p:nvSpPr>
          <p:spPr bwMode="auto">
            <a:xfrm>
              <a:off x="8157122" y="3197166"/>
              <a:ext cx="2540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7" name="Text Box 6">
              <a:extLst>
                <a:ext uri="{FF2B5EF4-FFF2-40B4-BE49-F238E27FC236}">
                  <a16:creationId xmlns:a16="http://schemas.microsoft.com/office/drawing/2014/main" id="{DE4EC8F8-2E2D-7606-807D-1833B14DBB12}"/>
                </a:ext>
              </a:extLst>
            </p:cNvPr>
            <p:cNvSpPr txBox="1">
              <a:spLocks noChangeArrowheads="1"/>
            </p:cNvSpPr>
            <p:nvPr/>
          </p:nvSpPr>
          <p:spPr bwMode="auto">
            <a:xfrm>
              <a:off x="8102013" y="2206129"/>
              <a:ext cx="55399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Times New Roman" panose="02020603050405020304" pitchFamily="18" charset="0"/>
                </a:rPr>
                <a:t>……</a:t>
              </a:r>
              <a:endParaRPr lang="en-US" altLang="zh-CN" sz="2000">
                <a:latin typeface="Times New Roman" panose="02020603050405020304" pitchFamily="18" charset="0"/>
              </a:endParaRPr>
            </a:p>
          </p:txBody>
        </p:sp>
        <p:sp>
          <p:nvSpPr>
            <p:cNvPr id="118" name="Text Box 13">
              <a:extLst>
                <a:ext uri="{FF2B5EF4-FFF2-40B4-BE49-F238E27FC236}">
                  <a16:creationId xmlns:a16="http://schemas.microsoft.com/office/drawing/2014/main" id="{DD000895-DBD8-D20A-EBF5-DDE4912210B9}"/>
                </a:ext>
              </a:extLst>
            </p:cNvPr>
            <p:cNvSpPr txBox="1">
              <a:spLocks noChangeArrowheads="1"/>
            </p:cNvSpPr>
            <p:nvPr/>
          </p:nvSpPr>
          <p:spPr bwMode="auto">
            <a:xfrm>
              <a:off x="8061129" y="3819415"/>
              <a:ext cx="5357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Times New Roman" panose="02020603050405020304" pitchFamily="18" charset="0"/>
                </a:rPr>
                <a:t>Y</a:t>
              </a:r>
              <a:r>
                <a:rPr lang="en-US" altLang="zh-CN" sz="2000">
                  <a:latin typeface="Times New Roman" panose="02020603050405020304" pitchFamily="18" charset="0"/>
                </a:rPr>
                <a:t>8</a:t>
              </a:r>
            </a:p>
          </p:txBody>
        </p:sp>
        <p:sp>
          <p:nvSpPr>
            <p:cNvPr id="119" name="Line 24">
              <a:extLst>
                <a:ext uri="{FF2B5EF4-FFF2-40B4-BE49-F238E27FC236}">
                  <a16:creationId xmlns:a16="http://schemas.microsoft.com/office/drawing/2014/main" id="{AE214AEF-4346-08D4-A92B-00C1F386C81D}"/>
                </a:ext>
              </a:extLst>
            </p:cNvPr>
            <p:cNvSpPr>
              <a:spLocks noChangeShapeType="1"/>
            </p:cNvSpPr>
            <p:nvPr/>
          </p:nvSpPr>
          <p:spPr bwMode="auto">
            <a:xfrm>
              <a:off x="8145267" y="3906619"/>
              <a:ext cx="2540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0" name="Text Box 13">
              <a:extLst>
                <a:ext uri="{FF2B5EF4-FFF2-40B4-BE49-F238E27FC236}">
                  <a16:creationId xmlns:a16="http://schemas.microsoft.com/office/drawing/2014/main" id="{B1C0088C-9AEC-3F17-83E0-464725FFFA5B}"/>
                </a:ext>
              </a:extLst>
            </p:cNvPr>
            <p:cNvSpPr txBox="1">
              <a:spLocks noChangeArrowheads="1"/>
            </p:cNvSpPr>
            <p:nvPr/>
          </p:nvSpPr>
          <p:spPr bwMode="auto">
            <a:xfrm>
              <a:off x="8092661" y="4197781"/>
              <a:ext cx="5357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Times New Roman" panose="02020603050405020304" pitchFamily="18" charset="0"/>
                </a:rPr>
                <a:t>Y</a:t>
              </a:r>
              <a:r>
                <a:rPr lang="en-US" altLang="zh-CN" sz="2000">
                  <a:latin typeface="Times New Roman" panose="02020603050405020304" pitchFamily="18" charset="0"/>
                </a:rPr>
                <a:t>9</a:t>
              </a:r>
            </a:p>
          </p:txBody>
        </p:sp>
        <p:sp>
          <p:nvSpPr>
            <p:cNvPr id="121" name="Line 24">
              <a:extLst>
                <a:ext uri="{FF2B5EF4-FFF2-40B4-BE49-F238E27FC236}">
                  <a16:creationId xmlns:a16="http://schemas.microsoft.com/office/drawing/2014/main" id="{E3E83634-3B09-40A4-C4D0-A2714F831F5E}"/>
                </a:ext>
              </a:extLst>
            </p:cNvPr>
            <p:cNvSpPr>
              <a:spLocks noChangeShapeType="1"/>
            </p:cNvSpPr>
            <p:nvPr/>
          </p:nvSpPr>
          <p:spPr bwMode="auto">
            <a:xfrm>
              <a:off x="8176799" y="4284985"/>
              <a:ext cx="2540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2" name="Text Box 13">
              <a:extLst>
                <a:ext uri="{FF2B5EF4-FFF2-40B4-BE49-F238E27FC236}">
                  <a16:creationId xmlns:a16="http://schemas.microsoft.com/office/drawing/2014/main" id="{BA4CE072-8EB0-9122-49FB-67AF3B2A2F50}"/>
                </a:ext>
              </a:extLst>
            </p:cNvPr>
            <p:cNvSpPr txBox="1">
              <a:spLocks noChangeArrowheads="1"/>
            </p:cNvSpPr>
            <p:nvPr/>
          </p:nvSpPr>
          <p:spPr bwMode="auto">
            <a:xfrm>
              <a:off x="8088750" y="5821630"/>
              <a:ext cx="66396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Times New Roman" panose="02020603050405020304" pitchFamily="18" charset="0"/>
                </a:rPr>
                <a:t>Y</a:t>
              </a:r>
              <a:r>
                <a:rPr lang="en-US" altLang="zh-CN" sz="2000">
                  <a:latin typeface="Times New Roman" panose="02020603050405020304" pitchFamily="18" charset="0"/>
                </a:rPr>
                <a:t>15</a:t>
              </a:r>
            </a:p>
          </p:txBody>
        </p:sp>
        <p:sp>
          <p:nvSpPr>
            <p:cNvPr id="123" name="Line 24">
              <a:extLst>
                <a:ext uri="{FF2B5EF4-FFF2-40B4-BE49-F238E27FC236}">
                  <a16:creationId xmlns:a16="http://schemas.microsoft.com/office/drawing/2014/main" id="{278A28FB-4929-8DA3-5DFC-AD708B643B7A}"/>
                </a:ext>
              </a:extLst>
            </p:cNvPr>
            <p:cNvSpPr>
              <a:spLocks noChangeShapeType="1"/>
            </p:cNvSpPr>
            <p:nvPr/>
          </p:nvSpPr>
          <p:spPr bwMode="auto">
            <a:xfrm>
              <a:off x="8172888" y="5908834"/>
              <a:ext cx="2540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4" name="Text Box 6">
              <a:extLst>
                <a:ext uri="{FF2B5EF4-FFF2-40B4-BE49-F238E27FC236}">
                  <a16:creationId xmlns:a16="http://schemas.microsoft.com/office/drawing/2014/main" id="{FA3D2B4F-8D14-F45B-C243-59B1874D72F5}"/>
                </a:ext>
              </a:extLst>
            </p:cNvPr>
            <p:cNvSpPr txBox="1">
              <a:spLocks noChangeArrowheads="1"/>
            </p:cNvSpPr>
            <p:nvPr/>
          </p:nvSpPr>
          <p:spPr bwMode="auto">
            <a:xfrm>
              <a:off x="8117779" y="4917797"/>
              <a:ext cx="55399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Times New Roman" panose="02020603050405020304" pitchFamily="18" charset="0"/>
                </a:rPr>
                <a:t>……</a:t>
              </a:r>
              <a:endParaRPr lang="en-US" altLang="zh-CN" sz="2000">
                <a:latin typeface="Times New Roman" panose="02020603050405020304" pitchFamily="18" charset="0"/>
              </a:endParaRPr>
            </a:p>
          </p:txBody>
        </p:sp>
        <p:sp>
          <p:nvSpPr>
            <p:cNvPr id="125" name="Text Box 16">
              <a:extLst>
                <a:ext uri="{FF2B5EF4-FFF2-40B4-BE49-F238E27FC236}">
                  <a16:creationId xmlns:a16="http://schemas.microsoft.com/office/drawing/2014/main" id="{E707D296-86B8-5F80-C9F0-2B58AA5AA951}"/>
                </a:ext>
              </a:extLst>
            </p:cNvPr>
            <p:cNvSpPr txBox="1">
              <a:spLocks noChangeArrowheads="1"/>
            </p:cNvSpPr>
            <p:nvPr/>
          </p:nvSpPr>
          <p:spPr bwMode="auto">
            <a:xfrm>
              <a:off x="3513125" y="3647760"/>
              <a:ext cx="5191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Times New Roman" panose="02020603050405020304" pitchFamily="18" charset="0"/>
                </a:rPr>
                <a:t>A</a:t>
              </a:r>
              <a:r>
                <a:rPr lang="en-US" altLang="zh-CN" sz="1800">
                  <a:latin typeface="Times New Roman" panose="02020603050405020304" pitchFamily="18" charset="0"/>
                </a:rPr>
                <a:t>3</a:t>
              </a:r>
            </a:p>
          </p:txBody>
        </p:sp>
        <p:sp>
          <p:nvSpPr>
            <p:cNvPr id="126" name="Text Box 16">
              <a:extLst>
                <a:ext uri="{FF2B5EF4-FFF2-40B4-BE49-F238E27FC236}">
                  <a16:creationId xmlns:a16="http://schemas.microsoft.com/office/drawing/2014/main" id="{5818623D-1F8A-680B-A228-D02A64B2143E}"/>
                </a:ext>
              </a:extLst>
            </p:cNvPr>
            <p:cNvSpPr txBox="1">
              <a:spLocks noChangeArrowheads="1"/>
            </p:cNvSpPr>
            <p:nvPr/>
          </p:nvSpPr>
          <p:spPr bwMode="auto">
            <a:xfrm>
              <a:off x="3513124" y="4010363"/>
              <a:ext cx="5229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Times New Roman" panose="02020603050405020304" pitchFamily="18" charset="0"/>
                </a:rPr>
                <a:t>A</a:t>
              </a:r>
              <a:r>
                <a:rPr lang="en-US" altLang="zh-CN" sz="1800">
                  <a:latin typeface="Times New Roman" panose="02020603050405020304" pitchFamily="18" charset="0"/>
                </a:rPr>
                <a:t>2</a:t>
              </a:r>
            </a:p>
          </p:txBody>
        </p:sp>
        <p:sp>
          <p:nvSpPr>
            <p:cNvPr id="127" name="Text Box 16">
              <a:extLst>
                <a:ext uri="{FF2B5EF4-FFF2-40B4-BE49-F238E27FC236}">
                  <a16:creationId xmlns:a16="http://schemas.microsoft.com/office/drawing/2014/main" id="{9C085029-0042-F015-7FB7-860DDBF8B862}"/>
                </a:ext>
              </a:extLst>
            </p:cNvPr>
            <p:cNvSpPr txBox="1">
              <a:spLocks noChangeArrowheads="1"/>
            </p:cNvSpPr>
            <p:nvPr/>
          </p:nvSpPr>
          <p:spPr bwMode="auto">
            <a:xfrm>
              <a:off x="3513124" y="4309907"/>
              <a:ext cx="5229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Times New Roman" panose="02020603050405020304" pitchFamily="18" charset="0"/>
                </a:rPr>
                <a:t>A</a:t>
              </a:r>
              <a:r>
                <a:rPr lang="en-US" altLang="zh-CN" sz="1800">
                  <a:latin typeface="Times New Roman" panose="02020603050405020304" pitchFamily="18" charset="0"/>
                </a:rPr>
                <a:t>1</a:t>
              </a:r>
            </a:p>
          </p:txBody>
        </p:sp>
        <p:sp>
          <p:nvSpPr>
            <p:cNvPr id="128" name="Text Box 16">
              <a:extLst>
                <a:ext uri="{FF2B5EF4-FFF2-40B4-BE49-F238E27FC236}">
                  <a16:creationId xmlns:a16="http://schemas.microsoft.com/office/drawing/2014/main" id="{673B5F61-3F4A-C408-BB58-FA58F52A1436}"/>
                </a:ext>
              </a:extLst>
            </p:cNvPr>
            <p:cNvSpPr txBox="1">
              <a:spLocks noChangeArrowheads="1"/>
            </p:cNvSpPr>
            <p:nvPr/>
          </p:nvSpPr>
          <p:spPr bwMode="auto">
            <a:xfrm>
              <a:off x="3513123" y="4640978"/>
              <a:ext cx="5229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Times New Roman" panose="02020603050405020304" pitchFamily="18" charset="0"/>
                </a:rPr>
                <a:t>A</a:t>
              </a:r>
              <a:r>
                <a:rPr lang="en-US" altLang="zh-CN" sz="1800">
                  <a:latin typeface="Times New Roman" panose="02020603050405020304" pitchFamily="18" charset="0"/>
                </a:rPr>
                <a:t>0</a:t>
              </a:r>
            </a:p>
          </p:txBody>
        </p:sp>
      </p:grpSp>
      <p:grpSp>
        <p:nvGrpSpPr>
          <p:cNvPr id="129" name="组合 158">
            <a:extLst>
              <a:ext uri="{FF2B5EF4-FFF2-40B4-BE49-F238E27FC236}">
                <a16:creationId xmlns:a16="http://schemas.microsoft.com/office/drawing/2014/main" id="{CC0F6498-6BA2-AAF1-A4AC-13D45BBF27F3}"/>
              </a:ext>
            </a:extLst>
          </p:cNvPr>
          <p:cNvGrpSpPr>
            <a:grpSpLocks/>
          </p:cNvGrpSpPr>
          <p:nvPr/>
        </p:nvGrpSpPr>
        <p:grpSpPr bwMode="auto">
          <a:xfrm>
            <a:off x="4325650" y="1509740"/>
            <a:ext cx="2200275" cy="4554537"/>
            <a:chOff x="4373866" y="1529255"/>
            <a:chExt cx="2200356" cy="4554291"/>
          </a:xfrm>
        </p:grpSpPr>
        <p:grpSp>
          <p:nvGrpSpPr>
            <p:cNvPr id="130" name="组合 140">
              <a:extLst>
                <a:ext uri="{FF2B5EF4-FFF2-40B4-BE49-F238E27FC236}">
                  <a16:creationId xmlns:a16="http://schemas.microsoft.com/office/drawing/2014/main" id="{207AC105-6BB9-FF47-90A1-28C91361C9C7}"/>
                </a:ext>
              </a:extLst>
            </p:cNvPr>
            <p:cNvGrpSpPr>
              <a:grpSpLocks/>
            </p:cNvGrpSpPr>
            <p:nvPr/>
          </p:nvGrpSpPr>
          <p:grpSpPr bwMode="auto">
            <a:xfrm>
              <a:off x="4373866" y="4244022"/>
              <a:ext cx="2042700" cy="566344"/>
              <a:chOff x="4373866" y="4275554"/>
              <a:chExt cx="324448" cy="566344"/>
            </a:xfrm>
          </p:grpSpPr>
          <p:sp>
            <p:nvSpPr>
              <p:cNvPr id="143" name="Line 39">
                <a:extLst>
                  <a:ext uri="{FF2B5EF4-FFF2-40B4-BE49-F238E27FC236}">
                    <a16:creationId xmlns:a16="http://schemas.microsoft.com/office/drawing/2014/main" id="{FC21DA63-25C4-E614-10AA-C592EED40794}"/>
                  </a:ext>
                </a:extLst>
              </p:cNvPr>
              <p:cNvSpPr>
                <a:spLocks noChangeShapeType="1"/>
              </p:cNvSpPr>
              <p:nvPr/>
            </p:nvSpPr>
            <p:spPr bwMode="auto">
              <a:xfrm>
                <a:off x="4373866" y="4841898"/>
                <a:ext cx="32444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 name="Line 40">
                <a:extLst>
                  <a:ext uri="{FF2B5EF4-FFF2-40B4-BE49-F238E27FC236}">
                    <a16:creationId xmlns:a16="http://schemas.microsoft.com/office/drawing/2014/main" id="{FC17DCBA-9D4D-52AC-AED2-E143C790D611}"/>
                  </a:ext>
                </a:extLst>
              </p:cNvPr>
              <p:cNvSpPr>
                <a:spLocks noChangeShapeType="1"/>
              </p:cNvSpPr>
              <p:nvPr/>
            </p:nvSpPr>
            <p:spPr bwMode="auto">
              <a:xfrm>
                <a:off x="4373866" y="4558158"/>
                <a:ext cx="32444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5" name="Line 41">
                <a:extLst>
                  <a:ext uri="{FF2B5EF4-FFF2-40B4-BE49-F238E27FC236}">
                    <a16:creationId xmlns:a16="http://schemas.microsoft.com/office/drawing/2014/main" id="{EE7D94E1-7706-4E7F-2E3F-FDE487D68B51}"/>
                  </a:ext>
                </a:extLst>
              </p:cNvPr>
              <p:cNvSpPr>
                <a:spLocks noChangeShapeType="1"/>
              </p:cNvSpPr>
              <p:nvPr/>
            </p:nvSpPr>
            <p:spPr bwMode="auto">
              <a:xfrm>
                <a:off x="4373866" y="4275554"/>
                <a:ext cx="32444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31" name="Line 41">
              <a:extLst>
                <a:ext uri="{FF2B5EF4-FFF2-40B4-BE49-F238E27FC236}">
                  <a16:creationId xmlns:a16="http://schemas.microsoft.com/office/drawing/2014/main" id="{3506827E-D9DF-50AA-55AB-CBC3640B05D6}"/>
                </a:ext>
              </a:extLst>
            </p:cNvPr>
            <p:cNvSpPr>
              <a:spLocks noChangeShapeType="1"/>
            </p:cNvSpPr>
            <p:nvPr/>
          </p:nvSpPr>
          <p:spPr bwMode="auto">
            <a:xfrm flipV="1">
              <a:off x="4375205" y="3933418"/>
              <a:ext cx="612091" cy="0"/>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132" name="Line 39">
              <a:extLst>
                <a:ext uri="{FF2B5EF4-FFF2-40B4-BE49-F238E27FC236}">
                  <a16:creationId xmlns:a16="http://schemas.microsoft.com/office/drawing/2014/main" id="{236C26BF-B4FE-425B-0D76-4EADA4419D33}"/>
                </a:ext>
              </a:extLst>
            </p:cNvPr>
            <p:cNvSpPr>
              <a:spLocks noChangeShapeType="1"/>
            </p:cNvSpPr>
            <p:nvPr/>
          </p:nvSpPr>
          <p:spPr bwMode="auto">
            <a:xfrm flipV="1">
              <a:off x="5923434" y="2114461"/>
              <a:ext cx="650786" cy="1885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 name="Line 40">
              <a:extLst>
                <a:ext uri="{FF2B5EF4-FFF2-40B4-BE49-F238E27FC236}">
                  <a16:creationId xmlns:a16="http://schemas.microsoft.com/office/drawing/2014/main" id="{58F630A5-6940-789A-9B73-A0D7DF3B2B8B}"/>
                </a:ext>
              </a:extLst>
            </p:cNvPr>
            <p:cNvSpPr>
              <a:spLocks noChangeShapeType="1"/>
            </p:cNvSpPr>
            <p:nvPr/>
          </p:nvSpPr>
          <p:spPr bwMode="auto">
            <a:xfrm flipV="1">
              <a:off x="5599386" y="1830724"/>
              <a:ext cx="974836" cy="145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4" name="Line 41">
              <a:extLst>
                <a:ext uri="{FF2B5EF4-FFF2-40B4-BE49-F238E27FC236}">
                  <a16:creationId xmlns:a16="http://schemas.microsoft.com/office/drawing/2014/main" id="{FED79A59-AD83-D1DE-E54F-E59A17E962E9}"/>
                </a:ext>
              </a:extLst>
            </p:cNvPr>
            <p:cNvSpPr>
              <a:spLocks noChangeShapeType="1"/>
            </p:cNvSpPr>
            <p:nvPr/>
          </p:nvSpPr>
          <p:spPr bwMode="auto">
            <a:xfrm flipV="1">
              <a:off x="5311344" y="1548119"/>
              <a:ext cx="1262878" cy="916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 name="Line 39">
              <a:extLst>
                <a:ext uri="{FF2B5EF4-FFF2-40B4-BE49-F238E27FC236}">
                  <a16:creationId xmlns:a16="http://schemas.microsoft.com/office/drawing/2014/main" id="{E9BB987D-C383-AE25-1C20-0F12AA24C9D4}"/>
                </a:ext>
              </a:extLst>
            </p:cNvPr>
            <p:cNvSpPr>
              <a:spLocks noChangeShapeType="1"/>
            </p:cNvSpPr>
            <p:nvPr/>
          </p:nvSpPr>
          <p:spPr bwMode="auto">
            <a:xfrm rot="-5400000">
              <a:off x="4568998" y="3441226"/>
              <a:ext cx="2680677" cy="27287"/>
            </a:xfrm>
            <a:prstGeom prst="line">
              <a:avLst/>
            </a:prstGeom>
            <a:noFill/>
            <a:ln w="2857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36" name="Line 40">
              <a:extLst>
                <a:ext uri="{FF2B5EF4-FFF2-40B4-BE49-F238E27FC236}">
                  <a16:creationId xmlns:a16="http://schemas.microsoft.com/office/drawing/2014/main" id="{1A1A42C7-8DC6-06C0-81A4-E7C3710F7034}"/>
                </a:ext>
              </a:extLst>
            </p:cNvPr>
            <p:cNvSpPr>
              <a:spLocks noChangeShapeType="1"/>
            </p:cNvSpPr>
            <p:nvPr/>
          </p:nvSpPr>
          <p:spPr bwMode="auto">
            <a:xfrm rot="-5400000">
              <a:off x="4285314" y="3159371"/>
              <a:ext cx="2664152" cy="36005"/>
            </a:xfrm>
            <a:prstGeom prst="line">
              <a:avLst/>
            </a:prstGeom>
            <a:noFill/>
            <a:ln w="2857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37" name="Line 41">
              <a:extLst>
                <a:ext uri="{FF2B5EF4-FFF2-40B4-BE49-F238E27FC236}">
                  <a16:creationId xmlns:a16="http://schemas.microsoft.com/office/drawing/2014/main" id="{59021CFD-2693-AB1C-1D7C-BE0C8CA05983}"/>
                </a:ext>
              </a:extLst>
            </p:cNvPr>
            <p:cNvSpPr>
              <a:spLocks noChangeShapeType="1"/>
            </p:cNvSpPr>
            <p:nvPr/>
          </p:nvSpPr>
          <p:spPr bwMode="auto">
            <a:xfrm rot="-5400000">
              <a:off x="3956258" y="2884343"/>
              <a:ext cx="2728182" cy="18006"/>
            </a:xfrm>
            <a:prstGeom prst="line">
              <a:avLst/>
            </a:prstGeom>
            <a:noFill/>
            <a:ln w="2857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38" name="Line 40">
              <a:extLst>
                <a:ext uri="{FF2B5EF4-FFF2-40B4-BE49-F238E27FC236}">
                  <a16:creationId xmlns:a16="http://schemas.microsoft.com/office/drawing/2014/main" id="{02028749-C956-629E-852B-3FC74A438EFE}"/>
                </a:ext>
              </a:extLst>
            </p:cNvPr>
            <p:cNvSpPr>
              <a:spLocks noChangeShapeType="1"/>
            </p:cNvSpPr>
            <p:nvPr/>
          </p:nvSpPr>
          <p:spPr bwMode="auto">
            <a:xfrm rot="16200000" flipV="1">
              <a:off x="3907233" y="4257437"/>
              <a:ext cx="216012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 name="Line 41">
              <a:extLst>
                <a:ext uri="{FF2B5EF4-FFF2-40B4-BE49-F238E27FC236}">
                  <a16:creationId xmlns:a16="http://schemas.microsoft.com/office/drawing/2014/main" id="{DE019519-29B0-CA95-CB2E-BC08C947C390}"/>
                </a:ext>
              </a:extLst>
            </p:cNvPr>
            <p:cNvSpPr>
              <a:spLocks noChangeShapeType="1"/>
            </p:cNvSpPr>
            <p:nvPr/>
          </p:nvSpPr>
          <p:spPr bwMode="auto">
            <a:xfrm>
              <a:off x="4987296" y="3177375"/>
              <a:ext cx="1440873" cy="1382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0" name="Line 41">
              <a:extLst>
                <a:ext uri="{FF2B5EF4-FFF2-40B4-BE49-F238E27FC236}">
                  <a16:creationId xmlns:a16="http://schemas.microsoft.com/office/drawing/2014/main" id="{A78E1FA2-0149-7815-2752-6644F0A735B3}"/>
                </a:ext>
              </a:extLst>
            </p:cNvPr>
            <p:cNvSpPr>
              <a:spLocks noChangeShapeType="1"/>
            </p:cNvSpPr>
            <p:nvPr/>
          </p:nvSpPr>
          <p:spPr bwMode="auto">
            <a:xfrm flipV="1">
              <a:off x="4987296" y="5327675"/>
              <a:ext cx="1440873" cy="982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 name="Text Box 16">
              <a:extLst>
                <a:ext uri="{FF2B5EF4-FFF2-40B4-BE49-F238E27FC236}">
                  <a16:creationId xmlns:a16="http://schemas.microsoft.com/office/drawing/2014/main" id="{2E407714-AB4D-76FA-8A65-14F011FA1315}"/>
                </a:ext>
              </a:extLst>
            </p:cNvPr>
            <p:cNvSpPr txBox="1">
              <a:spLocks noChangeArrowheads="1"/>
            </p:cNvSpPr>
            <p:nvPr/>
          </p:nvSpPr>
          <p:spPr bwMode="auto">
            <a:xfrm>
              <a:off x="6069033" y="5437215"/>
              <a:ext cx="30008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1800">
                  <a:latin typeface="Times New Roman" panose="02020603050405020304" pitchFamily="18" charset="0"/>
                </a:rPr>
                <a:t>0</a:t>
              </a:r>
            </a:p>
            <a:p>
              <a:pPr eaLnBrk="1" hangingPunct="1">
                <a:spcAft>
                  <a:spcPct val="0"/>
                </a:spcAft>
                <a:buFontTx/>
                <a:buNone/>
              </a:pPr>
              <a:r>
                <a:rPr lang="en-US" altLang="zh-CN" sz="1800">
                  <a:latin typeface="Times New Roman" panose="02020603050405020304" pitchFamily="18" charset="0"/>
                </a:rPr>
                <a:t>0</a:t>
              </a:r>
            </a:p>
          </p:txBody>
        </p:sp>
        <p:sp>
          <p:nvSpPr>
            <p:cNvPr id="142" name="Text Box 16">
              <a:extLst>
                <a:ext uri="{FF2B5EF4-FFF2-40B4-BE49-F238E27FC236}">
                  <a16:creationId xmlns:a16="http://schemas.microsoft.com/office/drawing/2014/main" id="{C0AA0E19-11F4-EB6E-77EC-F09A7CDB6F47}"/>
                </a:ext>
              </a:extLst>
            </p:cNvPr>
            <p:cNvSpPr txBox="1">
              <a:spLocks noChangeArrowheads="1"/>
            </p:cNvSpPr>
            <p:nvPr/>
          </p:nvSpPr>
          <p:spPr bwMode="auto">
            <a:xfrm>
              <a:off x="6069033" y="2406636"/>
              <a:ext cx="30008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1800">
                  <a:latin typeface="Times New Roman" panose="02020603050405020304" pitchFamily="18" charset="0"/>
                </a:rPr>
                <a:t>1</a:t>
              </a:r>
            </a:p>
            <a:p>
              <a:pPr eaLnBrk="1" hangingPunct="1">
                <a:spcAft>
                  <a:spcPct val="0"/>
                </a:spcAft>
                <a:buFontTx/>
                <a:buNone/>
              </a:pPr>
              <a:r>
                <a:rPr lang="en-US" altLang="zh-CN" sz="1800">
                  <a:latin typeface="Times New Roman" panose="02020603050405020304" pitchFamily="18" charset="0"/>
                </a:rPr>
                <a:t>0</a:t>
              </a:r>
            </a:p>
          </p:txBody>
        </p:sp>
      </p:grpSp>
    </p:spTree>
    <p:extLst>
      <p:ext uri="{BB962C8B-B14F-4D97-AF65-F5344CB8AC3E}">
        <p14:creationId xmlns:p14="http://schemas.microsoft.com/office/powerpoint/2010/main" val="6201624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1047FA-C27A-677B-F9E7-8089F491CA20}"/>
              </a:ext>
            </a:extLst>
          </p:cNvPr>
          <p:cNvSpPr>
            <a:spLocks noGrp="1"/>
          </p:cNvSpPr>
          <p:nvPr>
            <p:ph type="title"/>
          </p:nvPr>
        </p:nvSpPr>
        <p:spPr/>
        <p:txBody>
          <a:bodyPr>
            <a:normAutofit fontScale="90000"/>
          </a:bodyPr>
          <a:lstStyle/>
          <a:p>
            <a:r>
              <a:rPr kumimoji="1" lang="zh-CN" altLang="en-US" dirty="0"/>
              <a:t>译码器实现组合逻辑函数</a:t>
            </a:r>
          </a:p>
        </p:txBody>
      </p:sp>
      <p:sp>
        <p:nvSpPr>
          <p:cNvPr id="3" name="内容占位符 2">
            <a:extLst>
              <a:ext uri="{FF2B5EF4-FFF2-40B4-BE49-F238E27FC236}">
                <a16:creationId xmlns:a16="http://schemas.microsoft.com/office/drawing/2014/main" id="{2524DA84-9B6B-0356-7857-DE7E12BC408F}"/>
              </a:ext>
            </a:extLst>
          </p:cNvPr>
          <p:cNvSpPr>
            <a:spLocks noGrp="1"/>
          </p:cNvSpPr>
          <p:nvPr>
            <p:ph idx="1"/>
          </p:nvPr>
        </p:nvSpPr>
        <p:spPr/>
        <p:txBody>
          <a:bodyPr/>
          <a:lstStyle/>
          <a:p>
            <a:r>
              <a:rPr lang="zh-CN" altLang="en-US" dirty="0"/>
              <a:t>用</a:t>
            </a:r>
            <a:r>
              <a:rPr lang="en-US" altLang="zh-CN" dirty="0"/>
              <a:t>74x138</a:t>
            </a:r>
            <a:r>
              <a:rPr lang="zh-CN" altLang="en-US" dirty="0"/>
              <a:t>可以实现任意三变量的逻辑函数</a:t>
            </a:r>
          </a:p>
          <a:p>
            <a:endParaRPr kumimoji="1" lang="zh-CN" altLang="en-US" dirty="0"/>
          </a:p>
        </p:txBody>
      </p:sp>
      <p:sp>
        <p:nvSpPr>
          <p:cNvPr id="4" name="页脚占位符 3">
            <a:extLst>
              <a:ext uri="{FF2B5EF4-FFF2-40B4-BE49-F238E27FC236}">
                <a16:creationId xmlns:a16="http://schemas.microsoft.com/office/drawing/2014/main" id="{C54F0D83-B288-86A0-63A1-C869063E3103}"/>
              </a:ext>
            </a:extLst>
          </p:cNvPr>
          <p:cNvSpPr>
            <a:spLocks noGrp="1"/>
          </p:cNvSpPr>
          <p:nvPr>
            <p:ph type="ftr" sz="quarter" idx="11"/>
          </p:nvPr>
        </p:nvSpPr>
        <p:spPr/>
        <p:txBody>
          <a:bodyPr/>
          <a:lstStyle/>
          <a:p>
            <a:r>
              <a:rPr lang="zh-CN" altLang="en-US"/>
              <a:t>模拟与数字电路：</a:t>
            </a:r>
            <a:r>
              <a:rPr lang="en-US" altLang="zh-CN"/>
              <a:t>6. </a:t>
            </a:r>
            <a:r>
              <a:rPr lang="zh-CN" altLang="en-US"/>
              <a:t>组合逻辑电路</a:t>
            </a:r>
            <a:r>
              <a:rPr lang="en-US" altLang="zh-CN"/>
              <a:t>2</a:t>
            </a:r>
            <a:endParaRPr lang="en-US" dirty="0"/>
          </a:p>
        </p:txBody>
      </p:sp>
      <p:sp>
        <p:nvSpPr>
          <p:cNvPr id="5" name="灯片编号占位符 4">
            <a:extLst>
              <a:ext uri="{FF2B5EF4-FFF2-40B4-BE49-F238E27FC236}">
                <a16:creationId xmlns:a16="http://schemas.microsoft.com/office/drawing/2014/main" id="{90E78815-C2A8-35C4-A398-AAD5A2ECCAB5}"/>
              </a:ext>
            </a:extLst>
          </p:cNvPr>
          <p:cNvSpPr>
            <a:spLocks noGrp="1"/>
          </p:cNvSpPr>
          <p:nvPr>
            <p:ph type="sldNum" sz="quarter" idx="12"/>
          </p:nvPr>
        </p:nvSpPr>
        <p:spPr/>
        <p:txBody>
          <a:bodyPr/>
          <a:lstStyle/>
          <a:p>
            <a:fld id="{9E260BC5-5BF3-8746-862B-DC45E9CAA88B}" type="slidenum">
              <a:rPr lang="en-US" smtClean="0"/>
              <a:pPr/>
              <a:t>21</a:t>
            </a:fld>
            <a:r>
              <a:rPr lang="en-US" altLang="zh-CN" dirty="0"/>
              <a:t>/38</a:t>
            </a:r>
            <a:endParaRPr lang="en-US" dirty="0"/>
          </a:p>
        </p:txBody>
      </p:sp>
      <p:grpSp>
        <p:nvGrpSpPr>
          <p:cNvPr id="6" name="Group 4">
            <a:extLst>
              <a:ext uri="{FF2B5EF4-FFF2-40B4-BE49-F238E27FC236}">
                <a16:creationId xmlns:a16="http://schemas.microsoft.com/office/drawing/2014/main" id="{07CA23E6-FAE2-E2C8-03CD-786DB5532AF2}"/>
              </a:ext>
            </a:extLst>
          </p:cNvPr>
          <p:cNvGrpSpPr>
            <a:grpSpLocks/>
          </p:cNvGrpSpPr>
          <p:nvPr/>
        </p:nvGrpSpPr>
        <p:grpSpPr bwMode="auto">
          <a:xfrm>
            <a:off x="4248294" y="1933864"/>
            <a:ext cx="925512" cy="3284538"/>
            <a:chOff x="2585" y="1362"/>
            <a:chExt cx="583" cy="2069"/>
          </a:xfrm>
        </p:grpSpPr>
        <p:sp>
          <p:nvSpPr>
            <p:cNvPr id="7" name="Text Box 5">
              <a:extLst>
                <a:ext uri="{FF2B5EF4-FFF2-40B4-BE49-F238E27FC236}">
                  <a16:creationId xmlns:a16="http://schemas.microsoft.com/office/drawing/2014/main" id="{1E7E05FE-AECE-9B0B-DEDA-C87012084494}"/>
                </a:ext>
              </a:extLst>
            </p:cNvPr>
            <p:cNvSpPr txBox="1">
              <a:spLocks noChangeArrowheads="1"/>
            </p:cNvSpPr>
            <p:nvPr/>
          </p:nvSpPr>
          <p:spPr bwMode="auto">
            <a:xfrm>
              <a:off x="2794" y="2640"/>
              <a:ext cx="24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A</a:t>
              </a:r>
            </a:p>
          </p:txBody>
        </p:sp>
        <p:sp>
          <p:nvSpPr>
            <p:cNvPr id="8" name="Text Box 6">
              <a:extLst>
                <a:ext uri="{FF2B5EF4-FFF2-40B4-BE49-F238E27FC236}">
                  <a16:creationId xmlns:a16="http://schemas.microsoft.com/office/drawing/2014/main" id="{365A05EB-2297-BC9B-CB44-25BCCADB764B}"/>
                </a:ext>
              </a:extLst>
            </p:cNvPr>
            <p:cNvSpPr txBox="1">
              <a:spLocks noChangeArrowheads="1"/>
            </p:cNvSpPr>
            <p:nvPr/>
          </p:nvSpPr>
          <p:spPr bwMode="auto">
            <a:xfrm>
              <a:off x="2794" y="2898"/>
              <a:ext cx="24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B</a:t>
              </a:r>
            </a:p>
          </p:txBody>
        </p:sp>
        <p:sp>
          <p:nvSpPr>
            <p:cNvPr id="9" name="Text Box 7">
              <a:extLst>
                <a:ext uri="{FF2B5EF4-FFF2-40B4-BE49-F238E27FC236}">
                  <a16:creationId xmlns:a16="http://schemas.microsoft.com/office/drawing/2014/main" id="{868635C6-0E59-10AB-5F2C-7135AA1B9898}"/>
                </a:ext>
              </a:extLst>
            </p:cNvPr>
            <p:cNvSpPr txBox="1">
              <a:spLocks noChangeArrowheads="1"/>
            </p:cNvSpPr>
            <p:nvPr/>
          </p:nvSpPr>
          <p:spPr bwMode="auto">
            <a:xfrm>
              <a:off x="2794" y="3143"/>
              <a:ext cx="24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C</a:t>
              </a:r>
            </a:p>
          </p:txBody>
        </p:sp>
        <p:sp>
          <p:nvSpPr>
            <p:cNvPr id="10" name="Line 8">
              <a:extLst>
                <a:ext uri="{FF2B5EF4-FFF2-40B4-BE49-F238E27FC236}">
                  <a16:creationId xmlns:a16="http://schemas.microsoft.com/office/drawing/2014/main" id="{C7F8C450-C545-F4F9-A970-503C1050FA4E}"/>
                </a:ext>
              </a:extLst>
            </p:cNvPr>
            <p:cNvSpPr>
              <a:spLocks noChangeShapeType="1"/>
            </p:cNvSpPr>
            <p:nvPr/>
          </p:nvSpPr>
          <p:spPr bwMode="auto">
            <a:xfrm flipV="1">
              <a:off x="3084" y="1544"/>
              <a:ext cx="0" cy="24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 name="Line 9">
              <a:extLst>
                <a:ext uri="{FF2B5EF4-FFF2-40B4-BE49-F238E27FC236}">
                  <a16:creationId xmlns:a16="http://schemas.microsoft.com/office/drawing/2014/main" id="{6BEEFDA9-AE99-F90B-DF7D-B474C6753501}"/>
                </a:ext>
              </a:extLst>
            </p:cNvPr>
            <p:cNvSpPr>
              <a:spLocks noChangeShapeType="1"/>
            </p:cNvSpPr>
            <p:nvPr/>
          </p:nvSpPr>
          <p:spPr bwMode="auto">
            <a:xfrm>
              <a:off x="2987" y="2500"/>
              <a:ext cx="181"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 name="Oval 10">
              <a:extLst>
                <a:ext uri="{FF2B5EF4-FFF2-40B4-BE49-F238E27FC236}">
                  <a16:creationId xmlns:a16="http://schemas.microsoft.com/office/drawing/2014/main" id="{2F2BB0BE-414D-F80C-8481-71B7B515976A}"/>
                </a:ext>
              </a:extLst>
            </p:cNvPr>
            <p:cNvSpPr>
              <a:spLocks noChangeArrowheads="1"/>
            </p:cNvSpPr>
            <p:nvPr/>
          </p:nvSpPr>
          <p:spPr bwMode="auto">
            <a:xfrm>
              <a:off x="3038" y="1453"/>
              <a:ext cx="90" cy="96"/>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3" name="Line 11">
              <a:extLst>
                <a:ext uri="{FF2B5EF4-FFF2-40B4-BE49-F238E27FC236}">
                  <a16:creationId xmlns:a16="http://schemas.microsoft.com/office/drawing/2014/main" id="{5550547C-4754-FF72-6FB5-75E82A161E1A}"/>
                </a:ext>
              </a:extLst>
            </p:cNvPr>
            <p:cNvSpPr>
              <a:spLocks noChangeShapeType="1"/>
            </p:cNvSpPr>
            <p:nvPr/>
          </p:nvSpPr>
          <p:spPr bwMode="auto">
            <a:xfrm flipV="1">
              <a:off x="3078" y="2038"/>
              <a:ext cx="0" cy="4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Text Box 12">
              <a:extLst>
                <a:ext uri="{FF2B5EF4-FFF2-40B4-BE49-F238E27FC236}">
                  <a16:creationId xmlns:a16="http://schemas.microsoft.com/office/drawing/2014/main" id="{23718A00-369F-9B8D-6D86-2CFE10095EAB}"/>
                </a:ext>
              </a:extLst>
            </p:cNvPr>
            <p:cNvSpPr txBox="1">
              <a:spLocks noChangeArrowheads="1"/>
            </p:cNvSpPr>
            <p:nvPr/>
          </p:nvSpPr>
          <p:spPr bwMode="auto">
            <a:xfrm>
              <a:off x="2585" y="1362"/>
              <a:ext cx="4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Vcc</a:t>
              </a:r>
            </a:p>
          </p:txBody>
        </p:sp>
        <p:sp>
          <p:nvSpPr>
            <p:cNvPr id="15" name="Oval 13">
              <a:extLst>
                <a:ext uri="{FF2B5EF4-FFF2-40B4-BE49-F238E27FC236}">
                  <a16:creationId xmlns:a16="http://schemas.microsoft.com/office/drawing/2014/main" id="{1203C10D-91F7-48A4-8E6D-A04D1E1E3CA6}"/>
                </a:ext>
              </a:extLst>
            </p:cNvPr>
            <p:cNvSpPr>
              <a:spLocks noChangeArrowheads="1"/>
            </p:cNvSpPr>
            <p:nvPr/>
          </p:nvSpPr>
          <p:spPr bwMode="auto">
            <a:xfrm>
              <a:off x="3034" y="2245"/>
              <a:ext cx="91" cy="91"/>
            </a:xfrm>
            <a:prstGeom prst="ellipse">
              <a:avLst/>
            </a:prstGeom>
            <a:solidFill>
              <a:schemeClr val="tx1"/>
            </a:solidFill>
            <a:ln w="9525">
              <a:solidFill>
                <a:schemeClr val="tx1"/>
              </a:solidFill>
              <a:round/>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grpSp>
      <p:graphicFrame>
        <p:nvGraphicFramePr>
          <p:cNvPr id="16" name="Object 2">
            <a:extLst>
              <a:ext uri="{FF2B5EF4-FFF2-40B4-BE49-F238E27FC236}">
                <a16:creationId xmlns:a16="http://schemas.microsoft.com/office/drawing/2014/main" id="{DB464D84-E219-5DA2-B615-D4C22E4EDFD1}"/>
              </a:ext>
            </a:extLst>
          </p:cNvPr>
          <p:cNvGraphicFramePr>
            <a:graphicFrameLocks noChangeAspect="1"/>
          </p:cNvGraphicFramePr>
          <p:nvPr>
            <p:extLst>
              <p:ext uri="{D42A27DB-BD31-4B8C-83A1-F6EECF244321}">
                <p14:modId xmlns:p14="http://schemas.microsoft.com/office/powerpoint/2010/main" val="1807272002"/>
              </p:ext>
            </p:extLst>
          </p:nvPr>
        </p:nvGraphicFramePr>
        <p:xfrm>
          <a:off x="619269" y="4229389"/>
          <a:ext cx="3060700" cy="501650"/>
        </p:xfrm>
        <a:graphic>
          <a:graphicData uri="http://schemas.openxmlformats.org/presentationml/2006/ole">
            <mc:AlternateContent xmlns:mc="http://schemas.openxmlformats.org/markup-compatibility/2006">
              <mc:Choice xmlns:v="urn:schemas-microsoft-com:vml" Requires="v">
                <p:oleObj name="公式" r:id="rId3" imgW="1384300" imgH="241300" progId="Equation.3">
                  <p:embed/>
                </p:oleObj>
              </mc:Choice>
              <mc:Fallback>
                <p:oleObj name="公式" r:id="rId3" imgW="1384300" imgH="241300" progId="Equation.3">
                  <p:embed/>
                  <p:pic>
                    <p:nvPicPr>
                      <p:cNvPr id="34824"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9269" y="4229389"/>
                        <a:ext cx="3060700"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 name="Object 3">
            <a:extLst>
              <a:ext uri="{FF2B5EF4-FFF2-40B4-BE49-F238E27FC236}">
                <a16:creationId xmlns:a16="http://schemas.microsoft.com/office/drawing/2014/main" id="{316C385C-445A-40D3-D33A-F795262F628F}"/>
              </a:ext>
            </a:extLst>
          </p:cNvPr>
          <p:cNvGraphicFramePr>
            <a:graphicFrameLocks noChangeAspect="1"/>
          </p:cNvGraphicFramePr>
          <p:nvPr>
            <p:extLst>
              <p:ext uri="{D42A27DB-BD31-4B8C-83A1-F6EECF244321}">
                <p14:modId xmlns:p14="http://schemas.microsoft.com/office/powerpoint/2010/main" val="3136092306"/>
              </p:ext>
            </p:extLst>
          </p:nvPr>
        </p:nvGraphicFramePr>
        <p:xfrm>
          <a:off x="835169" y="4781839"/>
          <a:ext cx="2613025" cy="488950"/>
        </p:xfrm>
        <a:graphic>
          <a:graphicData uri="http://schemas.openxmlformats.org/presentationml/2006/ole">
            <mc:AlternateContent xmlns:mc="http://schemas.openxmlformats.org/markup-compatibility/2006">
              <mc:Choice xmlns:v="urn:schemas-microsoft-com:vml" Requires="v">
                <p:oleObj name="公式" r:id="rId5" imgW="1308100" imgH="228600" progId="Equation.3">
                  <p:embed/>
                </p:oleObj>
              </mc:Choice>
              <mc:Fallback>
                <p:oleObj name="公式" r:id="rId5" imgW="1308100" imgH="228600" progId="Equation.3">
                  <p:embed/>
                  <p:pic>
                    <p:nvPicPr>
                      <p:cNvPr id="34825"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5169" y="4781839"/>
                        <a:ext cx="261302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 name="Object 4">
            <a:extLst>
              <a:ext uri="{FF2B5EF4-FFF2-40B4-BE49-F238E27FC236}">
                <a16:creationId xmlns:a16="http://schemas.microsoft.com/office/drawing/2014/main" id="{E051EDDB-9018-7990-06F9-44E1BD5F8773}"/>
              </a:ext>
            </a:extLst>
          </p:cNvPr>
          <p:cNvGraphicFramePr>
            <a:graphicFrameLocks noChangeAspect="1"/>
          </p:cNvGraphicFramePr>
          <p:nvPr>
            <p:extLst>
              <p:ext uri="{D42A27DB-BD31-4B8C-83A1-F6EECF244321}">
                <p14:modId xmlns:p14="http://schemas.microsoft.com/office/powerpoint/2010/main" val="2927044414"/>
              </p:ext>
            </p:extLst>
          </p:nvPr>
        </p:nvGraphicFramePr>
        <p:xfrm>
          <a:off x="1182831" y="5307301"/>
          <a:ext cx="1776413" cy="501650"/>
        </p:xfrm>
        <a:graphic>
          <a:graphicData uri="http://schemas.openxmlformats.org/presentationml/2006/ole">
            <mc:AlternateContent xmlns:mc="http://schemas.openxmlformats.org/markup-compatibility/2006">
              <mc:Choice xmlns:v="urn:schemas-microsoft-com:vml" Requires="v">
                <p:oleObj name="公式" r:id="rId7" imgW="888614" imgH="241195" progId="Equation.3">
                  <p:embed/>
                </p:oleObj>
              </mc:Choice>
              <mc:Fallback>
                <p:oleObj name="公式" r:id="rId7" imgW="888614" imgH="241195" progId="Equation.3">
                  <p:embed/>
                  <p:pic>
                    <p:nvPicPr>
                      <p:cNvPr id="34826"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82831" y="5307301"/>
                        <a:ext cx="1776413"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 name="Rectangle 17">
            <a:extLst>
              <a:ext uri="{FF2B5EF4-FFF2-40B4-BE49-F238E27FC236}">
                <a16:creationId xmlns:a16="http://schemas.microsoft.com/office/drawing/2014/main" id="{36073926-0059-75BB-AB46-444341333CA1}"/>
              </a:ext>
            </a:extLst>
          </p:cNvPr>
          <p:cNvSpPr>
            <a:spLocks noChangeArrowheads="1"/>
          </p:cNvSpPr>
          <p:nvPr/>
        </p:nvSpPr>
        <p:spPr bwMode="auto">
          <a:xfrm>
            <a:off x="5469081" y="2441864"/>
            <a:ext cx="1625600" cy="29670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0" name="Rectangle 18">
            <a:extLst>
              <a:ext uri="{FF2B5EF4-FFF2-40B4-BE49-F238E27FC236}">
                <a16:creationId xmlns:a16="http://schemas.microsoft.com/office/drawing/2014/main" id="{39256DF7-E4BF-D955-FBBC-933FAE46F5DE}"/>
              </a:ext>
            </a:extLst>
          </p:cNvPr>
          <p:cNvSpPr>
            <a:spLocks noChangeArrowheads="1"/>
          </p:cNvSpPr>
          <p:nvPr/>
        </p:nvSpPr>
        <p:spPr bwMode="auto">
          <a:xfrm>
            <a:off x="5469081" y="2078327"/>
            <a:ext cx="1625600" cy="3419475"/>
          </a:xfrm>
          <a:prstGeom prst="rect">
            <a:avLst/>
          </a:prstGeom>
          <a:noFill/>
          <a:ln w="412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1" name="Rectangle 19">
            <a:extLst>
              <a:ext uri="{FF2B5EF4-FFF2-40B4-BE49-F238E27FC236}">
                <a16:creationId xmlns:a16="http://schemas.microsoft.com/office/drawing/2014/main" id="{410431B5-19DB-393A-B040-0AA60ACE63FB}"/>
              </a:ext>
            </a:extLst>
          </p:cNvPr>
          <p:cNvSpPr>
            <a:spLocks noChangeArrowheads="1"/>
          </p:cNvSpPr>
          <p:nvPr/>
        </p:nvSpPr>
        <p:spPr bwMode="auto">
          <a:xfrm>
            <a:off x="6108844" y="3302289"/>
            <a:ext cx="3810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lIns="0" tIns="0" rIns="0" bIns="0">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500" b="0">
                <a:solidFill>
                  <a:srgbClr val="000000"/>
                </a:solidFill>
                <a:latin typeface="Times New Roman" panose="02020603050405020304" pitchFamily="18" charset="0"/>
              </a:rPr>
              <a:t>74x138</a:t>
            </a:r>
            <a:endParaRPr lang="en-US" altLang="zh-CN" sz="2000" b="0"/>
          </a:p>
        </p:txBody>
      </p:sp>
      <p:graphicFrame>
        <p:nvGraphicFramePr>
          <p:cNvPr id="22" name="Object 5">
            <a:extLst>
              <a:ext uri="{FF2B5EF4-FFF2-40B4-BE49-F238E27FC236}">
                <a16:creationId xmlns:a16="http://schemas.microsoft.com/office/drawing/2014/main" id="{0F8C3EBB-CD04-7774-E32B-B1D6B6B0245E}"/>
              </a:ext>
            </a:extLst>
          </p:cNvPr>
          <p:cNvGraphicFramePr>
            <a:graphicFrameLocks noChangeAspect="1"/>
          </p:cNvGraphicFramePr>
          <p:nvPr>
            <p:extLst>
              <p:ext uri="{D42A27DB-BD31-4B8C-83A1-F6EECF244321}">
                <p14:modId xmlns:p14="http://schemas.microsoft.com/office/powerpoint/2010/main" val="3683624072"/>
              </p:ext>
            </p:extLst>
          </p:nvPr>
        </p:nvGraphicFramePr>
        <p:xfrm>
          <a:off x="5542106" y="2773652"/>
          <a:ext cx="481013" cy="444500"/>
        </p:xfrm>
        <a:graphic>
          <a:graphicData uri="http://schemas.openxmlformats.org/presentationml/2006/ole">
            <mc:AlternateContent xmlns:mc="http://schemas.openxmlformats.org/markup-compatibility/2006">
              <mc:Choice xmlns:v="urn:schemas-microsoft-com:vml" Requires="v">
                <p:oleObj name="公式" r:id="rId9" imgW="220886" imgH="251460" progId="Equation.3">
                  <p:embed/>
                </p:oleObj>
              </mc:Choice>
              <mc:Fallback>
                <p:oleObj name="公式" r:id="rId9" imgW="220886" imgH="251460" progId="Equation.3">
                  <p:embed/>
                  <p:pic>
                    <p:nvPicPr>
                      <p:cNvPr id="3483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542106" y="2773652"/>
                        <a:ext cx="481013"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23" name="Oval 25">
            <a:extLst>
              <a:ext uri="{FF2B5EF4-FFF2-40B4-BE49-F238E27FC236}">
                <a16:creationId xmlns:a16="http://schemas.microsoft.com/office/drawing/2014/main" id="{9E6CFCDE-3BED-928B-5AB6-813BC9F7251C}"/>
              </a:ext>
            </a:extLst>
          </p:cNvPr>
          <p:cNvSpPr>
            <a:spLocks noChangeArrowheads="1"/>
          </p:cNvSpPr>
          <p:nvPr/>
        </p:nvSpPr>
        <p:spPr bwMode="auto">
          <a:xfrm>
            <a:off x="7116906" y="3913477"/>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4" name="Oval 26">
            <a:extLst>
              <a:ext uri="{FF2B5EF4-FFF2-40B4-BE49-F238E27FC236}">
                <a16:creationId xmlns:a16="http://schemas.microsoft.com/office/drawing/2014/main" id="{3C91B94B-6CF6-2194-4E50-27F5ECD672E9}"/>
              </a:ext>
            </a:extLst>
          </p:cNvPr>
          <p:cNvSpPr>
            <a:spLocks noChangeArrowheads="1"/>
          </p:cNvSpPr>
          <p:nvPr/>
        </p:nvSpPr>
        <p:spPr bwMode="auto">
          <a:xfrm>
            <a:off x="7116906" y="4310352"/>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5" name="Oval 27">
            <a:extLst>
              <a:ext uri="{FF2B5EF4-FFF2-40B4-BE49-F238E27FC236}">
                <a16:creationId xmlns:a16="http://schemas.microsoft.com/office/drawing/2014/main" id="{75AF008D-7E47-FAD5-3E78-1C47466277B5}"/>
              </a:ext>
            </a:extLst>
          </p:cNvPr>
          <p:cNvSpPr>
            <a:spLocks noChangeArrowheads="1"/>
          </p:cNvSpPr>
          <p:nvPr/>
        </p:nvSpPr>
        <p:spPr bwMode="auto">
          <a:xfrm>
            <a:off x="7116906" y="4705639"/>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6" name="Oval 28">
            <a:extLst>
              <a:ext uri="{FF2B5EF4-FFF2-40B4-BE49-F238E27FC236}">
                <a16:creationId xmlns:a16="http://schemas.microsoft.com/office/drawing/2014/main" id="{1290EC2A-0C31-91B2-28B0-1AD05CF1399E}"/>
              </a:ext>
            </a:extLst>
          </p:cNvPr>
          <p:cNvSpPr>
            <a:spLocks noChangeArrowheads="1"/>
          </p:cNvSpPr>
          <p:nvPr/>
        </p:nvSpPr>
        <p:spPr bwMode="auto">
          <a:xfrm>
            <a:off x="7116906" y="5094577"/>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7" name="Oval 29">
            <a:extLst>
              <a:ext uri="{FF2B5EF4-FFF2-40B4-BE49-F238E27FC236}">
                <a16:creationId xmlns:a16="http://schemas.microsoft.com/office/drawing/2014/main" id="{2202AB06-E8CA-534E-2B20-3FE9FF212DFF}"/>
              </a:ext>
            </a:extLst>
          </p:cNvPr>
          <p:cNvSpPr>
            <a:spLocks noChangeArrowheads="1"/>
          </p:cNvSpPr>
          <p:nvPr/>
        </p:nvSpPr>
        <p:spPr bwMode="auto">
          <a:xfrm>
            <a:off x="7116906" y="2330739"/>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8" name="Oval 30">
            <a:extLst>
              <a:ext uri="{FF2B5EF4-FFF2-40B4-BE49-F238E27FC236}">
                <a16:creationId xmlns:a16="http://schemas.microsoft.com/office/drawing/2014/main" id="{4FDB4A15-4CC4-CE8D-AD91-7B51B323849E}"/>
              </a:ext>
            </a:extLst>
          </p:cNvPr>
          <p:cNvSpPr>
            <a:spLocks noChangeArrowheads="1"/>
          </p:cNvSpPr>
          <p:nvPr/>
        </p:nvSpPr>
        <p:spPr bwMode="auto">
          <a:xfrm>
            <a:off x="7116906" y="2727614"/>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9" name="Oval 31">
            <a:extLst>
              <a:ext uri="{FF2B5EF4-FFF2-40B4-BE49-F238E27FC236}">
                <a16:creationId xmlns:a16="http://schemas.microsoft.com/office/drawing/2014/main" id="{B6D70B58-D0E6-A829-BD9E-3E6A2893318A}"/>
              </a:ext>
            </a:extLst>
          </p:cNvPr>
          <p:cNvSpPr>
            <a:spLocks noChangeArrowheads="1"/>
          </p:cNvSpPr>
          <p:nvPr/>
        </p:nvSpPr>
        <p:spPr bwMode="auto">
          <a:xfrm>
            <a:off x="7116906" y="3122902"/>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30" name="Oval 32">
            <a:extLst>
              <a:ext uri="{FF2B5EF4-FFF2-40B4-BE49-F238E27FC236}">
                <a16:creationId xmlns:a16="http://schemas.microsoft.com/office/drawing/2014/main" id="{563A1C7E-3C2D-0EE1-4537-8A6A2157BC39}"/>
              </a:ext>
            </a:extLst>
          </p:cNvPr>
          <p:cNvSpPr>
            <a:spLocks noChangeArrowheads="1"/>
          </p:cNvSpPr>
          <p:nvPr/>
        </p:nvSpPr>
        <p:spPr bwMode="auto">
          <a:xfrm>
            <a:off x="7116906" y="3511839"/>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31" name="Line 37">
            <a:extLst>
              <a:ext uri="{FF2B5EF4-FFF2-40B4-BE49-F238E27FC236}">
                <a16:creationId xmlns:a16="http://schemas.microsoft.com/office/drawing/2014/main" id="{356FCA11-EE6C-7EE4-7EC2-1F79B061AF8F}"/>
              </a:ext>
            </a:extLst>
          </p:cNvPr>
          <p:cNvSpPr>
            <a:spLocks noChangeShapeType="1"/>
          </p:cNvSpPr>
          <p:nvPr/>
        </p:nvSpPr>
        <p:spPr bwMode="auto">
          <a:xfrm>
            <a:off x="5027756" y="4994564"/>
            <a:ext cx="4333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 name="Line 38">
            <a:extLst>
              <a:ext uri="{FF2B5EF4-FFF2-40B4-BE49-F238E27FC236}">
                <a16:creationId xmlns:a16="http://schemas.microsoft.com/office/drawing/2014/main" id="{4055CE81-F3FD-67AC-FFA9-83A596837AD1}"/>
              </a:ext>
            </a:extLst>
          </p:cNvPr>
          <p:cNvSpPr>
            <a:spLocks noChangeShapeType="1"/>
          </p:cNvSpPr>
          <p:nvPr/>
        </p:nvSpPr>
        <p:spPr bwMode="auto">
          <a:xfrm>
            <a:off x="5027756" y="4597689"/>
            <a:ext cx="4333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 name="Line 39">
            <a:extLst>
              <a:ext uri="{FF2B5EF4-FFF2-40B4-BE49-F238E27FC236}">
                <a16:creationId xmlns:a16="http://schemas.microsoft.com/office/drawing/2014/main" id="{870BA802-AB11-2B0B-81D1-70475480B720}"/>
              </a:ext>
            </a:extLst>
          </p:cNvPr>
          <p:cNvSpPr>
            <a:spLocks noChangeShapeType="1"/>
          </p:cNvSpPr>
          <p:nvPr/>
        </p:nvSpPr>
        <p:spPr bwMode="auto">
          <a:xfrm>
            <a:off x="5027756" y="4202402"/>
            <a:ext cx="4333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 name="Line 40">
            <a:extLst>
              <a:ext uri="{FF2B5EF4-FFF2-40B4-BE49-F238E27FC236}">
                <a16:creationId xmlns:a16="http://schemas.microsoft.com/office/drawing/2014/main" id="{49F630E4-07C6-E761-72EC-553747C15C6C}"/>
              </a:ext>
            </a:extLst>
          </p:cNvPr>
          <p:cNvSpPr>
            <a:spLocks noChangeShapeType="1"/>
          </p:cNvSpPr>
          <p:nvPr/>
        </p:nvSpPr>
        <p:spPr bwMode="auto">
          <a:xfrm>
            <a:off x="5027756" y="2618077"/>
            <a:ext cx="4333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Oval 41">
            <a:extLst>
              <a:ext uri="{FF2B5EF4-FFF2-40B4-BE49-F238E27FC236}">
                <a16:creationId xmlns:a16="http://schemas.microsoft.com/office/drawing/2014/main" id="{B0A2DF5B-34F8-856B-A7F8-7FF60AB087E0}"/>
              </a:ext>
            </a:extLst>
          </p:cNvPr>
          <p:cNvSpPr>
            <a:spLocks noChangeArrowheads="1"/>
          </p:cNvSpPr>
          <p:nvPr/>
        </p:nvSpPr>
        <p:spPr bwMode="auto">
          <a:xfrm>
            <a:off x="5318269" y="2943514"/>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36" name="Line 42">
            <a:extLst>
              <a:ext uri="{FF2B5EF4-FFF2-40B4-BE49-F238E27FC236}">
                <a16:creationId xmlns:a16="http://schemas.microsoft.com/office/drawing/2014/main" id="{BC88F051-5AA4-336B-6D9C-055DA60CDDEE}"/>
              </a:ext>
            </a:extLst>
          </p:cNvPr>
          <p:cNvSpPr>
            <a:spLocks noChangeShapeType="1"/>
          </p:cNvSpPr>
          <p:nvPr/>
        </p:nvSpPr>
        <p:spPr bwMode="auto">
          <a:xfrm>
            <a:off x="5029344" y="3013364"/>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 name="Oval 43">
            <a:extLst>
              <a:ext uri="{FF2B5EF4-FFF2-40B4-BE49-F238E27FC236}">
                <a16:creationId xmlns:a16="http://schemas.microsoft.com/office/drawing/2014/main" id="{8D1BE1D2-8CD0-358F-2584-B67BF15BAF79}"/>
              </a:ext>
            </a:extLst>
          </p:cNvPr>
          <p:cNvSpPr>
            <a:spLocks noChangeArrowheads="1"/>
          </p:cNvSpPr>
          <p:nvPr/>
        </p:nvSpPr>
        <p:spPr bwMode="auto">
          <a:xfrm>
            <a:off x="5316681" y="3340389"/>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38" name="Line 44">
            <a:extLst>
              <a:ext uri="{FF2B5EF4-FFF2-40B4-BE49-F238E27FC236}">
                <a16:creationId xmlns:a16="http://schemas.microsoft.com/office/drawing/2014/main" id="{19BEA83F-76B3-7CEE-90DC-B96ED63C84C3}"/>
              </a:ext>
            </a:extLst>
          </p:cNvPr>
          <p:cNvSpPr>
            <a:spLocks noChangeShapeType="1"/>
          </p:cNvSpPr>
          <p:nvPr/>
        </p:nvSpPr>
        <p:spPr bwMode="auto">
          <a:xfrm>
            <a:off x="5027756" y="3410239"/>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39" name="Object 6">
            <a:extLst>
              <a:ext uri="{FF2B5EF4-FFF2-40B4-BE49-F238E27FC236}">
                <a16:creationId xmlns:a16="http://schemas.microsoft.com/office/drawing/2014/main" id="{3747E6B7-59EB-EF44-0916-49332E556D44}"/>
              </a:ext>
            </a:extLst>
          </p:cNvPr>
          <p:cNvGraphicFramePr>
            <a:graphicFrameLocks noChangeAspect="1"/>
          </p:cNvGraphicFramePr>
          <p:nvPr>
            <p:extLst>
              <p:ext uri="{D42A27DB-BD31-4B8C-83A1-F6EECF244321}">
                <p14:modId xmlns:p14="http://schemas.microsoft.com/office/powerpoint/2010/main" val="1698672443"/>
              </p:ext>
            </p:extLst>
          </p:nvPr>
        </p:nvGraphicFramePr>
        <p:xfrm>
          <a:off x="5537344" y="2379952"/>
          <a:ext cx="450850" cy="444500"/>
        </p:xfrm>
        <a:graphic>
          <a:graphicData uri="http://schemas.openxmlformats.org/presentationml/2006/ole">
            <mc:AlternateContent xmlns:mc="http://schemas.openxmlformats.org/markup-compatibility/2006">
              <mc:Choice xmlns:v="urn:schemas-microsoft-com:vml" Requires="v">
                <p:oleObj name="公式" r:id="rId11" imgW="198013" imgH="251460" progId="Equation.3">
                  <p:embed/>
                </p:oleObj>
              </mc:Choice>
              <mc:Fallback>
                <p:oleObj name="公式" r:id="rId11" imgW="198013" imgH="251460" progId="Equation.3">
                  <p:embed/>
                  <p:pic>
                    <p:nvPicPr>
                      <p:cNvPr id="34847"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537344" y="2379952"/>
                        <a:ext cx="450850"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0" name="Object 7">
            <a:extLst>
              <a:ext uri="{FF2B5EF4-FFF2-40B4-BE49-F238E27FC236}">
                <a16:creationId xmlns:a16="http://schemas.microsoft.com/office/drawing/2014/main" id="{EDEA1872-135A-0C87-9B73-0308B08FCEC9}"/>
              </a:ext>
            </a:extLst>
          </p:cNvPr>
          <p:cNvGraphicFramePr>
            <a:graphicFrameLocks noChangeAspect="1"/>
          </p:cNvGraphicFramePr>
          <p:nvPr>
            <p:extLst>
              <p:ext uri="{D42A27DB-BD31-4B8C-83A1-F6EECF244321}">
                <p14:modId xmlns:p14="http://schemas.microsoft.com/office/powerpoint/2010/main" val="2669817388"/>
              </p:ext>
            </p:extLst>
          </p:nvPr>
        </p:nvGraphicFramePr>
        <p:xfrm>
          <a:off x="5548456" y="3168939"/>
          <a:ext cx="425450" cy="444500"/>
        </p:xfrm>
        <a:graphic>
          <a:graphicData uri="http://schemas.openxmlformats.org/presentationml/2006/ole">
            <mc:AlternateContent xmlns:mc="http://schemas.openxmlformats.org/markup-compatibility/2006">
              <mc:Choice xmlns:v="urn:schemas-microsoft-com:vml" Requires="v">
                <p:oleObj name="公式" r:id="rId13" imgW="182982" imgH="251460" progId="Equation.3">
                  <p:embed/>
                </p:oleObj>
              </mc:Choice>
              <mc:Fallback>
                <p:oleObj name="公式" r:id="rId13" imgW="182982" imgH="251460" progId="Equation.3">
                  <p:embed/>
                  <p:pic>
                    <p:nvPicPr>
                      <p:cNvPr id="34848"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548456" y="3168939"/>
                        <a:ext cx="425450"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1" name="Object 8">
            <a:extLst>
              <a:ext uri="{FF2B5EF4-FFF2-40B4-BE49-F238E27FC236}">
                <a16:creationId xmlns:a16="http://schemas.microsoft.com/office/drawing/2014/main" id="{CB640395-8E1D-F29A-A8AF-6A5341BD008C}"/>
              </a:ext>
            </a:extLst>
          </p:cNvPr>
          <p:cNvGraphicFramePr>
            <a:graphicFrameLocks noChangeAspect="1"/>
          </p:cNvGraphicFramePr>
          <p:nvPr>
            <p:extLst>
              <p:ext uri="{D42A27DB-BD31-4B8C-83A1-F6EECF244321}">
                <p14:modId xmlns:p14="http://schemas.microsoft.com/office/powerpoint/2010/main" val="343126674"/>
              </p:ext>
            </p:extLst>
          </p:nvPr>
        </p:nvGraphicFramePr>
        <p:xfrm>
          <a:off x="5554806" y="3986502"/>
          <a:ext cx="481013" cy="396875"/>
        </p:xfrm>
        <a:graphic>
          <a:graphicData uri="http://schemas.openxmlformats.org/presentationml/2006/ole">
            <mc:AlternateContent xmlns:mc="http://schemas.openxmlformats.org/markup-compatibility/2006">
              <mc:Choice xmlns:v="urn:schemas-microsoft-com:vml" Requires="v">
                <p:oleObj name="公式" r:id="rId15" imgW="213370" imgH="213251" progId="Equation.3">
                  <p:embed/>
                </p:oleObj>
              </mc:Choice>
              <mc:Fallback>
                <p:oleObj name="公式" r:id="rId15" imgW="213370" imgH="213251" progId="Equation.3">
                  <p:embed/>
                  <p:pic>
                    <p:nvPicPr>
                      <p:cNvPr id="34849"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554806" y="3986502"/>
                        <a:ext cx="481013"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2" name="Object 9">
            <a:extLst>
              <a:ext uri="{FF2B5EF4-FFF2-40B4-BE49-F238E27FC236}">
                <a16:creationId xmlns:a16="http://schemas.microsoft.com/office/drawing/2014/main" id="{7D9AF69C-3A66-8E62-B770-30FCB0A0FD8A}"/>
              </a:ext>
            </a:extLst>
          </p:cNvPr>
          <p:cNvGraphicFramePr>
            <a:graphicFrameLocks noChangeAspect="1"/>
          </p:cNvGraphicFramePr>
          <p:nvPr>
            <p:extLst>
              <p:ext uri="{D42A27DB-BD31-4B8C-83A1-F6EECF244321}">
                <p14:modId xmlns:p14="http://schemas.microsoft.com/office/powerpoint/2010/main" val="937630150"/>
              </p:ext>
            </p:extLst>
          </p:nvPr>
        </p:nvGraphicFramePr>
        <p:xfrm>
          <a:off x="5567506" y="4381789"/>
          <a:ext cx="452438" cy="396875"/>
        </p:xfrm>
        <a:graphic>
          <a:graphicData uri="http://schemas.openxmlformats.org/presentationml/2006/ole">
            <mc:AlternateContent xmlns:mc="http://schemas.openxmlformats.org/markup-compatibility/2006">
              <mc:Choice xmlns:v="urn:schemas-microsoft-com:vml" Requires="v">
                <p:oleObj name="公式" r:id="rId17" imgW="182982" imgH="213251" progId="Equation.3">
                  <p:embed/>
                </p:oleObj>
              </mc:Choice>
              <mc:Fallback>
                <p:oleObj name="公式" r:id="rId17" imgW="182982" imgH="213251" progId="Equation.3">
                  <p:embed/>
                  <p:pic>
                    <p:nvPicPr>
                      <p:cNvPr id="34850" name="Object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567506" y="4381789"/>
                        <a:ext cx="452438"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3" name="Object 10">
            <a:extLst>
              <a:ext uri="{FF2B5EF4-FFF2-40B4-BE49-F238E27FC236}">
                <a16:creationId xmlns:a16="http://schemas.microsoft.com/office/drawing/2014/main" id="{C6F21D6A-7E09-0A87-F631-BC928EB88201}"/>
              </a:ext>
            </a:extLst>
          </p:cNvPr>
          <p:cNvGraphicFramePr>
            <a:graphicFrameLocks noChangeAspect="1"/>
          </p:cNvGraphicFramePr>
          <p:nvPr>
            <p:extLst>
              <p:ext uri="{D42A27DB-BD31-4B8C-83A1-F6EECF244321}">
                <p14:modId xmlns:p14="http://schemas.microsoft.com/office/powerpoint/2010/main" val="2958291709"/>
              </p:ext>
            </p:extLst>
          </p:nvPr>
        </p:nvGraphicFramePr>
        <p:xfrm>
          <a:off x="5553219" y="4767552"/>
          <a:ext cx="481012" cy="420687"/>
        </p:xfrm>
        <a:graphic>
          <a:graphicData uri="http://schemas.openxmlformats.org/presentationml/2006/ole">
            <mc:AlternateContent xmlns:mc="http://schemas.openxmlformats.org/markup-compatibility/2006">
              <mc:Choice xmlns:v="urn:schemas-microsoft-com:vml" Requires="v">
                <p:oleObj name="公式" r:id="rId19" imgW="213370" imgH="221089" progId="Equation.3">
                  <p:embed/>
                </p:oleObj>
              </mc:Choice>
              <mc:Fallback>
                <p:oleObj name="公式" r:id="rId19" imgW="213370" imgH="221089" progId="Equation.3">
                  <p:embed/>
                  <p:pic>
                    <p:nvPicPr>
                      <p:cNvPr id="34851" name="Object 1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553219" y="4767552"/>
                        <a:ext cx="481012" cy="420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nvGrpSpPr>
          <p:cNvPr id="44" name="Group 50">
            <a:extLst>
              <a:ext uri="{FF2B5EF4-FFF2-40B4-BE49-F238E27FC236}">
                <a16:creationId xmlns:a16="http://schemas.microsoft.com/office/drawing/2014/main" id="{2C6B4A97-AF7B-9327-D051-3E269B75CF26}"/>
              </a:ext>
            </a:extLst>
          </p:cNvPr>
          <p:cNvGrpSpPr>
            <a:grpSpLocks/>
          </p:cNvGrpSpPr>
          <p:nvPr/>
        </p:nvGrpSpPr>
        <p:grpSpPr bwMode="auto">
          <a:xfrm>
            <a:off x="7258194" y="3192752"/>
            <a:ext cx="720725" cy="1585912"/>
            <a:chOff x="4481" y="2409"/>
            <a:chExt cx="454" cy="999"/>
          </a:xfrm>
        </p:grpSpPr>
        <p:sp>
          <p:nvSpPr>
            <p:cNvPr id="45" name="Line 51">
              <a:extLst>
                <a:ext uri="{FF2B5EF4-FFF2-40B4-BE49-F238E27FC236}">
                  <a16:creationId xmlns:a16="http://schemas.microsoft.com/office/drawing/2014/main" id="{44A7696B-3097-528B-1731-2C7A8EA9A03C}"/>
                </a:ext>
              </a:extLst>
            </p:cNvPr>
            <p:cNvSpPr>
              <a:spLocks noChangeShapeType="1"/>
            </p:cNvSpPr>
            <p:nvPr/>
          </p:nvSpPr>
          <p:spPr bwMode="auto">
            <a:xfrm>
              <a:off x="4776" y="2992"/>
              <a:ext cx="15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 name="Line 52">
              <a:extLst>
                <a:ext uri="{FF2B5EF4-FFF2-40B4-BE49-F238E27FC236}">
                  <a16:creationId xmlns:a16="http://schemas.microsoft.com/office/drawing/2014/main" id="{73788AEC-4E3C-F495-4E73-938B180A20F9}"/>
                </a:ext>
              </a:extLst>
            </p:cNvPr>
            <p:cNvSpPr>
              <a:spLocks noChangeShapeType="1"/>
            </p:cNvSpPr>
            <p:nvPr/>
          </p:nvSpPr>
          <p:spPr bwMode="auto">
            <a:xfrm>
              <a:off x="4481" y="2902"/>
              <a:ext cx="45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 name="Line 53">
              <a:extLst>
                <a:ext uri="{FF2B5EF4-FFF2-40B4-BE49-F238E27FC236}">
                  <a16:creationId xmlns:a16="http://schemas.microsoft.com/office/drawing/2014/main" id="{E4E803BC-6F4F-3EE2-62A1-21BF0FBD180F}"/>
                </a:ext>
              </a:extLst>
            </p:cNvPr>
            <p:cNvSpPr>
              <a:spLocks noChangeShapeType="1"/>
            </p:cNvSpPr>
            <p:nvPr/>
          </p:nvSpPr>
          <p:spPr bwMode="auto">
            <a:xfrm>
              <a:off x="4662" y="2811"/>
              <a:ext cx="26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 name="Line 54">
              <a:extLst>
                <a:ext uri="{FF2B5EF4-FFF2-40B4-BE49-F238E27FC236}">
                  <a16:creationId xmlns:a16="http://schemas.microsoft.com/office/drawing/2014/main" id="{C2E806A5-7BA3-5B4E-7BA7-32098B2AA24F}"/>
                </a:ext>
              </a:extLst>
            </p:cNvPr>
            <p:cNvSpPr>
              <a:spLocks noChangeShapeType="1"/>
            </p:cNvSpPr>
            <p:nvPr/>
          </p:nvSpPr>
          <p:spPr bwMode="auto">
            <a:xfrm>
              <a:off x="4483" y="3406"/>
              <a:ext cx="30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 name="Line 55">
              <a:extLst>
                <a:ext uri="{FF2B5EF4-FFF2-40B4-BE49-F238E27FC236}">
                  <a16:creationId xmlns:a16="http://schemas.microsoft.com/office/drawing/2014/main" id="{275EAF4D-5B2B-F50B-ABB1-B15060159661}"/>
                </a:ext>
              </a:extLst>
            </p:cNvPr>
            <p:cNvSpPr>
              <a:spLocks noChangeShapeType="1"/>
            </p:cNvSpPr>
            <p:nvPr/>
          </p:nvSpPr>
          <p:spPr bwMode="auto">
            <a:xfrm>
              <a:off x="4483" y="2409"/>
              <a:ext cx="30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 name="Line 56">
              <a:extLst>
                <a:ext uri="{FF2B5EF4-FFF2-40B4-BE49-F238E27FC236}">
                  <a16:creationId xmlns:a16="http://schemas.microsoft.com/office/drawing/2014/main" id="{1F227110-972A-B158-CBBF-CF0E8175AB61}"/>
                </a:ext>
              </a:extLst>
            </p:cNvPr>
            <p:cNvSpPr>
              <a:spLocks noChangeShapeType="1"/>
            </p:cNvSpPr>
            <p:nvPr/>
          </p:nvSpPr>
          <p:spPr bwMode="auto">
            <a:xfrm>
              <a:off x="4483" y="2654"/>
              <a:ext cx="18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 name="Line 57">
              <a:extLst>
                <a:ext uri="{FF2B5EF4-FFF2-40B4-BE49-F238E27FC236}">
                  <a16:creationId xmlns:a16="http://schemas.microsoft.com/office/drawing/2014/main" id="{D8A45BB0-B504-1C9C-F3BE-9CAF37ED2A5E}"/>
                </a:ext>
              </a:extLst>
            </p:cNvPr>
            <p:cNvSpPr>
              <a:spLocks noChangeShapeType="1"/>
            </p:cNvSpPr>
            <p:nvPr/>
          </p:nvSpPr>
          <p:spPr bwMode="auto">
            <a:xfrm flipV="1">
              <a:off x="4662" y="2660"/>
              <a:ext cx="0" cy="15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 name="Line 58">
              <a:extLst>
                <a:ext uri="{FF2B5EF4-FFF2-40B4-BE49-F238E27FC236}">
                  <a16:creationId xmlns:a16="http://schemas.microsoft.com/office/drawing/2014/main" id="{48F8E04E-482A-6259-DD42-8F3EEA47EBC1}"/>
                </a:ext>
              </a:extLst>
            </p:cNvPr>
            <p:cNvSpPr>
              <a:spLocks noChangeShapeType="1"/>
            </p:cNvSpPr>
            <p:nvPr/>
          </p:nvSpPr>
          <p:spPr bwMode="auto">
            <a:xfrm>
              <a:off x="4776" y="2720"/>
              <a:ext cx="15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 name="Line 59">
              <a:extLst>
                <a:ext uri="{FF2B5EF4-FFF2-40B4-BE49-F238E27FC236}">
                  <a16:creationId xmlns:a16="http://schemas.microsoft.com/office/drawing/2014/main" id="{3F0AFEAE-E154-62E3-6988-92EB9D5DA357}"/>
                </a:ext>
              </a:extLst>
            </p:cNvPr>
            <p:cNvSpPr>
              <a:spLocks noChangeShapeType="1"/>
            </p:cNvSpPr>
            <p:nvPr/>
          </p:nvSpPr>
          <p:spPr bwMode="auto">
            <a:xfrm flipV="1">
              <a:off x="4776" y="3001"/>
              <a:ext cx="0" cy="40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 name="Line 60">
              <a:extLst>
                <a:ext uri="{FF2B5EF4-FFF2-40B4-BE49-F238E27FC236}">
                  <a16:creationId xmlns:a16="http://schemas.microsoft.com/office/drawing/2014/main" id="{31DB6AB7-ECC0-DB73-C1D8-A8D82B2FC2E3}"/>
                </a:ext>
              </a:extLst>
            </p:cNvPr>
            <p:cNvSpPr>
              <a:spLocks noChangeShapeType="1"/>
            </p:cNvSpPr>
            <p:nvPr/>
          </p:nvSpPr>
          <p:spPr bwMode="auto">
            <a:xfrm flipV="1">
              <a:off x="4776" y="2410"/>
              <a:ext cx="0" cy="31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5" name="Group 61">
            <a:extLst>
              <a:ext uri="{FF2B5EF4-FFF2-40B4-BE49-F238E27FC236}">
                <a16:creationId xmlns:a16="http://schemas.microsoft.com/office/drawing/2014/main" id="{25F62E2D-C186-449C-B3F3-0F3EFAD3A57F}"/>
              </a:ext>
            </a:extLst>
          </p:cNvPr>
          <p:cNvGrpSpPr>
            <a:grpSpLocks/>
          </p:cNvGrpSpPr>
          <p:nvPr/>
        </p:nvGrpSpPr>
        <p:grpSpPr bwMode="auto">
          <a:xfrm>
            <a:off x="7975744" y="3375314"/>
            <a:ext cx="1023937" cy="828675"/>
            <a:chOff x="4933" y="2524"/>
            <a:chExt cx="645" cy="522"/>
          </a:xfrm>
        </p:grpSpPr>
        <p:sp>
          <p:nvSpPr>
            <p:cNvPr id="56" name="Line 62">
              <a:extLst>
                <a:ext uri="{FF2B5EF4-FFF2-40B4-BE49-F238E27FC236}">
                  <a16:creationId xmlns:a16="http://schemas.microsoft.com/office/drawing/2014/main" id="{F4D013DF-CC37-92B8-5A38-39C2465D9D7E}"/>
                </a:ext>
              </a:extLst>
            </p:cNvPr>
            <p:cNvSpPr>
              <a:spLocks noChangeShapeType="1"/>
            </p:cNvSpPr>
            <p:nvPr/>
          </p:nvSpPr>
          <p:spPr bwMode="auto">
            <a:xfrm>
              <a:off x="5330" y="2864"/>
              <a:ext cx="20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7" name="Group 63">
              <a:extLst>
                <a:ext uri="{FF2B5EF4-FFF2-40B4-BE49-F238E27FC236}">
                  <a16:creationId xmlns:a16="http://schemas.microsoft.com/office/drawing/2014/main" id="{3E3963C3-68E4-15D1-8026-2C9444411F96}"/>
                </a:ext>
              </a:extLst>
            </p:cNvPr>
            <p:cNvGrpSpPr>
              <a:grpSpLocks/>
            </p:cNvGrpSpPr>
            <p:nvPr/>
          </p:nvGrpSpPr>
          <p:grpSpPr bwMode="auto">
            <a:xfrm>
              <a:off x="4933" y="2660"/>
              <a:ext cx="407" cy="386"/>
              <a:chOff x="5216" y="2718"/>
              <a:chExt cx="407" cy="386"/>
            </a:xfrm>
          </p:grpSpPr>
          <p:sp>
            <p:nvSpPr>
              <p:cNvPr id="59" name="AutoShape 64">
                <a:extLst>
                  <a:ext uri="{FF2B5EF4-FFF2-40B4-BE49-F238E27FC236}">
                    <a16:creationId xmlns:a16="http://schemas.microsoft.com/office/drawing/2014/main" id="{3E4A4EDB-2427-63B3-0EC3-C0B232857614}"/>
                  </a:ext>
                </a:extLst>
              </p:cNvPr>
              <p:cNvSpPr>
                <a:spLocks noChangeArrowheads="1"/>
              </p:cNvSpPr>
              <p:nvPr/>
            </p:nvSpPr>
            <p:spPr bwMode="auto">
              <a:xfrm>
                <a:off x="5216" y="2718"/>
                <a:ext cx="318" cy="386"/>
              </a:xfrm>
              <a:prstGeom prst="flowChartDelay">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60" name="Oval 65">
                <a:extLst>
                  <a:ext uri="{FF2B5EF4-FFF2-40B4-BE49-F238E27FC236}">
                    <a16:creationId xmlns:a16="http://schemas.microsoft.com/office/drawing/2014/main" id="{9784ACEE-A6FF-AEBF-C8F9-544BCDF00284}"/>
                  </a:ext>
                </a:extLst>
              </p:cNvPr>
              <p:cNvSpPr>
                <a:spLocks noChangeArrowheads="1"/>
              </p:cNvSpPr>
              <p:nvPr/>
            </p:nvSpPr>
            <p:spPr bwMode="auto">
              <a:xfrm>
                <a:off x="5533" y="2871"/>
                <a:ext cx="90" cy="96"/>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grpSp>
        <p:sp>
          <p:nvSpPr>
            <p:cNvPr id="58" name="Text Box 66">
              <a:extLst>
                <a:ext uri="{FF2B5EF4-FFF2-40B4-BE49-F238E27FC236}">
                  <a16:creationId xmlns:a16="http://schemas.microsoft.com/office/drawing/2014/main" id="{D774C6DA-DDC0-E86B-E33F-EDDE9210D33E}"/>
                </a:ext>
              </a:extLst>
            </p:cNvPr>
            <p:cNvSpPr txBox="1">
              <a:spLocks noChangeArrowheads="1"/>
            </p:cNvSpPr>
            <p:nvPr/>
          </p:nvSpPr>
          <p:spPr bwMode="auto">
            <a:xfrm>
              <a:off x="5329" y="2524"/>
              <a:ext cx="24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Y</a:t>
              </a:r>
            </a:p>
          </p:txBody>
        </p:sp>
      </p:grpSp>
      <p:graphicFrame>
        <p:nvGraphicFramePr>
          <p:cNvPr id="61" name="Object 11">
            <a:extLst>
              <a:ext uri="{FF2B5EF4-FFF2-40B4-BE49-F238E27FC236}">
                <a16:creationId xmlns:a16="http://schemas.microsoft.com/office/drawing/2014/main" id="{D052C7F7-579E-A811-C649-0138CB6637BE}"/>
              </a:ext>
            </a:extLst>
          </p:cNvPr>
          <p:cNvGraphicFramePr>
            <a:graphicFrameLocks noChangeAspect="1"/>
          </p:cNvGraphicFramePr>
          <p:nvPr>
            <p:extLst>
              <p:ext uri="{D42A27DB-BD31-4B8C-83A1-F6EECF244321}">
                <p14:modId xmlns:p14="http://schemas.microsoft.com/office/powerpoint/2010/main" val="3887281076"/>
              </p:ext>
            </p:extLst>
          </p:nvPr>
        </p:nvGraphicFramePr>
        <p:xfrm>
          <a:off x="1297131" y="2637126"/>
          <a:ext cx="1282700" cy="446088"/>
        </p:xfrm>
        <a:graphic>
          <a:graphicData uri="http://schemas.openxmlformats.org/presentationml/2006/ole">
            <mc:AlternateContent xmlns:mc="http://schemas.openxmlformats.org/markup-compatibility/2006">
              <mc:Choice xmlns:v="urn:schemas-microsoft-com:vml" Requires="v">
                <p:oleObj name="公式" r:id="rId21" imgW="520474" imgH="215806" progId="Equation.3">
                  <p:embed/>
                </p:oleObj>
              </mc:Choice>
              <mc:Fallback>
                <p:oleObj name="公式" r:id="rId21" imgW="520474" imgH="215806" progId="Equation.3">
                  <p:embed/>
                  <p:pic>
                    <p:nvPicPr>
                      <p:cNvPr id="34854" name="Object 1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297131" y="2637126"/>
                        <a:ext cx="1282700"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2" name="Object 12">
            <a:extLst>
              <a:ext uri="{FF2B5EF4-FFF2-40B4-BE49-F238E27FC236}">
                <a16:creationId xmlns:a16="http://schemas.microsoft.com/office/drawing/2014/main" id="{8319BE82-771E-91D9-7B5D-97DC66EC65D7}"/>
              </a:ext>
            </a:extLst>
          </p:cNvPr>
          <p:cNvGraphicFramePr>
            <a:graphicFrameLocks noChangeAspect="1"/>
          </p:cNvGraphicFramePr>
          <p:nvPr>
            <p:extLst>
              <p:ext uri="{D42A27DB-BD31-4B8C-83A1-F6EECF244321}">
                <p14:modId xmlns:p14="http://schemas.microsoft.com/office/powerpoint/2010/main" val="3350953006"/>
              </p:ext>
            </p:extLst>
          </p:nvPr>
        </p:nvGraphicFramePr>
        <p:xfrm>
          <a:off x="668481" y="3167351"/>
          <a:ext cx="2786063" cy="447675"/>
        </p:xfrm>
        <a:graphic>
          <a:graphicData uri="http://schemas.openxmlformats.org/presentationml/2006/ole">
            <mc:AlternateContent xmlns:mc="http://schemas.openxmlformats.org/markup-compatibility/2006">
              <mc:Choice xmlns:v="urn:schemas-microsoft-com:vml" Requires="v">
                <p:oleObj name="公式" r:id="rId23" imgW="1129810" imgH="215806" progId="Equation.3">
                  <p:embed/>
                </p:oleObj>
              </mc:Choice>
              <mc:Fallback>
                <p:oleObj name="公式" r:id="rId23" imgW="1129810" imgH="215806" progId="Equation.3">
                  <p:embed/>
                  <p:pic>
                    <p:nvPicPr>
                      <p:cNvPr id="34855" name="Object 1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68481" y="3167351"/>
                        <a:ext cx="2786063"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3" name="Object 13">
            <a:extLst>
              <a:ext uri="{FF2B5EF4-FFF2-40B4-BE49-F238E27FC236}">
                <a16:creationId xmlns:a16="http://schemas.microsoft.com/office/drawing/2014/main" id="{466DD0C3-B4EF-7191-C2BA-7B3CD14A7625}"/>
              </a:ext>
            </a:extLst>
          </p:cNvPr>
          <p:cNvGraphicFramePr>
            <a:graphicFrameLocks noChangeAspect="1"/>
          </p:cNvGraphicFramePr>
          <p:nvPr>
            <p:extLst>
              <p:ext uri="{D42A27DB-BD31-4B8C-83A1-F6EECF244321}">
                <p14:modId xmlns:p14="http://schemas.microsoft.com/office/powerpoint/2010/main" val="4254394092"/>
              </p:ext>
            </p:extLst>
          </p:nvPr>
        </p:nvGraphicFramePr>
        <p:xfrm>
          <a:off x="835169" y="3662651"/>
          <a:ext cx="1189037" cy="527050"/>
        </p:xfrm>
        <a:graphic>
          <a:graphicData uri="http://schemas.openxmlformats.org/presentationml/2006/ole">
            <mc:AlternateContent xmlns:mc="http://schemas.openxmlformats.org/markup-compatibility/2006">
              <mc:Choice xmlns:v="urn:schemas-microsoft-com:vml" Requires="v">
                <p:oleObj name="公式" r:id="rId25" imgW="482391" imgH="253890" progId="Equation.3">
                  <p:embed/>
                </p:oleObj>
              </mc:Choice>
              <mc:Fallback>
                <p:oleObj name="公式" r:id="rId25" imgW="482391" imgH="253890" progId="Equation.3">
                  <p:embed/>
                  <p:pic>
                    <p:nvPicPr>
                      <p:cNvPr id="34856" name="Object 13"/>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835169" y="3662651"/>
                        <a:ext cx="1189037"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4" name="Object 14">
            <a:extLst>
              <a:ext uri="{FF2B5EF4-FFF2-40B4-BE49-F238E27FC236}">
                <a16:creationId xmlns:a16="http://schemas.microsoft.com/office/drawing/2014/main" id="{C56418D4-4F83-62C0-F240-B12E6B8C16AE}"/>
              </a:ext>
            </a:extLst>
          </p:cNvPr>
          <p:cNvGraphicFramePr>
            <a:graphicFrameLocks noChangeAspect="1"/>
          </p:cNvGraphicFramePr>
          <p:nvPr>
            <p:extLst>
              <p:ext uri="{D42A27DB-BD31-4B8C-83A1-F6EECF244321}">
                <p14:modId xmlns:p14="http://schemas.microsoft.com/office/powerpoint/2010/main" val="447729365"/>
              </p:ext>
            </p:extLst>
          </p:nvPr>
        </p:nvGraphicFramePr>
        <p:xfrm>
          <a:off x="1081231" y="1589376"/>
          <a:ext cx="1979613" cy="527050"/>
        </p:xfrm>
        <a:graphic>
          <a:graphicData uri="http://schemas.openxmlformats.org/presentationml/2006/ole">
            <mc:AlternateContent xmlns:mc="http://schemas.openxmlformats.org/markup-compatibility/2006">
              <mc:Choice xmlns:v="urn:schemas-microsoft-com:vml" Requires="v">
                <p:oleObj name="公式" r:id="rId27" imgW="888614" imgH="253890" progId="Equation.3">
                  <p:embed/>
                </p:oleObj>
              </mc:Choice>
              <mc:Fallback>
                <p:oleObj name="公式" r:id="rId27" imgW="888614" imgH="253890" progId="Equation.3">
                  <p:embed/>
                  <p:pic>
                    <p:nvPicPr>
                      <p:cNvPr id="34857" name="Object 14"/>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081231" y="1589376"/>
                        <a:ext cx="1979613"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5" name="Object 15">
            <a:extLst>
              <a:ext uri="{FF2B5EF4-FFF2-40B4-BE49-F238E27FC236}">
                <a16:creationId xmlns:a16="http://schemas.microsoft.com/office/drawing/2014/main" id="{3C6297D9-CA29-DE0E-3E48-054D03DA43B9}"/>
              </a:ext>
            </a:extLst>
          </p:cNvPr>
          <p:cNvGraphicFramePr>
            <a:graphicFrameLocks noChangeAspect="1"/>
          </p:cNvGraphicFramePr>
          <p:nvPr>
            <p:extLst>
              <p:ext uri="{D42A27DB-BD31-4B8C-83A1-F6EECF244321}">
                <p14:modId xmlns:p14="http://schemas.microsoft.com/office/powerpoint/2010/main" val="1754518572"/>
              </p:ext>
            </p:extLst>
          </p:nvPr>
        </p:nvGraphicFramePr>
        <p:xfrm>
          <a:off x="2024206" y="3661064"/>
          <a:ext cx="1158875" cy="527050"/>
        </p:xfrm>
        <a:graphic>
          <a:graphicData uri="http://schemas.openxmlformats.org/presentationml/2006/ole">
            <mc:AlternateContent xmlns:mc="http://schemas.openxmlformats.org/markup-compatibility/2006">
              <mc:Choice xmlns:v="urn:schemas-microsoft-com:vml" Requires="v">
                <p:oleObj name="公式" r:id="rId29" imgW="469696" imgH="253890" progId="Equation.3">
                  <p:embed/>
                </p:oleObj>
              </mc:Choice>
              <mc:Fallback>
                <p:oleObj name="公式" r:id="rId29" imgW="469696" imgH="253890" progId="Equation.3">
                  <p:embed/>
                  <p:pic>
                    <p:nvPicPr>
                      <p:cNvPr id="34858" name="Object 15"/>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2024206" y="3661064"/>
                        <a:ext cx="1158875"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6" name="Object 16">
            <a:extLst>
              <a:ext uri="{FF2B5EF4-FFF2-40B4-BE49-F238E27FC236}">
                <a16:creationId xmlns:a16="http://schemas.microsoft.com/office/drawing/2014/main" id="{5BF7D1BE-CEB0-2E82-C0DD-5D539443A2AF}"/>
              </a:ext>
            </a:extLst>
          </p:cNvPr>
          <p:cNvGraphicFramePr>
            <a:graphicFrameLocks noChangeAspect="1"/>
          </p:cNvGraphicFramePr>
          <p:nvPr>
            <p:extLst>
              <p:ext uri="{D42A27DB-BD31-4B8C-83A1-F6EECF244321}">
                <p14:modId xmlns:p14="http://schemas.microsoft.com/office/powerpoint/2010/main" val="4122027899"/>
              </p:ext>
            </p:extLst>
          </p:nvPr>
        </p:nvGraphicFramePr>
        <p:xfrm>
          <a:off x="949469" y="2133889"/>
          <a:ext cx="2262187" cy="473075"/>
        </p:xfrm>
        <a:graphic>
          <a:graphicData uri="http://schemas.openxmlformats.org/presentationml/2006/ole">
            <mc:AlternateContent xmlns:mc="http://schemas.openxmlformats.org/markup-compatibility/2006">
              <mc:Choice xmlns:v="urn:schemas-microsoft-com:vml" Requires="v">
                <p:oleObj name="公式" r:id="rId31" imgW="1016000" imgH="228600" progId="Equation.3">
                  <p:embed/>
                </p:oleObj>
              </mc:Choice>
              <mc:Fallback>
                <p:oleObj name="公式" r:id="rId31" imgW="1016000" imgH="228600" progId="Equation.3">
                  <p:embed/>
                  <p:pic>
                    <p:nvPicPr>
                      <p:cNvPr id="34859" name="Object 16"/>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949469" y="2133889"/>
                        <a:ext cx="2262187"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7" name="Object 17">
            <a:extLst>
              <a:ext uri="{FF2B5EF4-FFF2-40B4-BE49-F238E27FC236}">
                <a16:creationId xmlns:a16="http://schemas.microsoft.com/office/drawing/2014/main" id="{F60D854E-40DA-C225-B17E-C7ADB2C0C6EB}"/>
              </a:ext>
            </a:extLst>
          </p:cNvPr>
          <p:cNvGraphicFramePr>
            <a:graphicFrameLocks noChangeAspect="1"/>
          </p:cNvGraphicFramePr>
          <p:nvPr>
            <p:extLst>
              <p:ext uri="{D42A27DB-BD31-4B8C-83A1-F6EECF244321}">
                <p14:modId xmlns:p14="http://schemas.microsoft.com/office/powerpoint/2010/main" val="3993844803"/>
              </p:ext>
            </p:extLst>
          </p:nvPr>
        </p:nvGraphicFramePr>
        <p:xfrm>
          <a:off x="6621606" y="5029489"/>
          <a:ext cx="331788" cy="393700"/>
        </p:xfrm>
        <a:graphic>
          <a:graphicData uri="http://schemas.openxmlformats.org/presentationml/2006/ole">
            <mc:AlternateContent xmlns:mc="http://schemas.openxmlformats.org/markup-compatibility/2006">
              <mc:Choice xmlns:v="urn:schemas-microsoft-com:vml" Requires="v">
                <p:oleObj name="公式" r:id="rId33" imgW="175140" imgH="221089" progId="Equation.3">
                  <p:embed/>
                </p:oleObj>
              </mc:Choice>
              <mc:Fallback>
                <p:oleObj name="公式" r:id="rId33" imgW="175140" imgH="221089" progId="Equation.3">
                  <p:embed/>
                  <p:pic>
                    <p:nvPicPr>
                      <p:cNvPr id="34860" name="Object 17"/>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6621606" y="5029489"/>
                        <a:ext cx="331788"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68" name="Object 18">
            <a:extLst>
              <a:ext uri="{FF2B5EF4-FFF2-40B4-BE49-F238E27FC236}">
                <a16:creationId xmlns:a16="http://schemas.microsoft.com/office/drawing/2014/main" id="{72A4867D-0D1E-32D6-38F3-85F7ECD89059}"/>
              </a:ext>
            </a:extLst>
          </p:cNvPr>
          <p:cNvGraphicFramePr>
            <a:graphicFrameLocks noChangeAspect="1"/>
          </p:cNvGraphicFramePr>
          <p:nvPr>
            <p:extLst>
              <p:ext uri="{D42A27DB-BD31-4B8C-83A1-F6EECF244321}">
                <p14:modId xmlns:p14="http://schemas.microsoft.com/office/powerpoint/2010/main" val="70930814"/>
              </p:ext>
            </p:extLst>
          </p:nvPr>
        </p:nvGraphicFramePr>
        <p:xfrm>
          <a:off x="6621606" y="4632614"/>
          <a:ext cx="331788" cy="393700"/>
        </p:xfrm>
        <a:graphic>
          <a:graphicData uri="http://schemas.openxmlformats.org/presentationml/2006/ole">
            <mc:AlternateContent xmlns:mc="http://schemas.openxmlformats.org/markup-compatibility/2006">
              <mc:Choice xmlns:v="urn:schemas-microsoft-com:vml" Requires="v">
                <p:oleObj name="公式" r:id="rId35" imgW="175140" imgH="221089" progId="Equation.3">
                  <p:embed/>
                </p:oleObj>
              </mc:Choice>
              <mc:Fallback>
                <p:oleObj name="公式" r:id="rId35" imgW="175140" imgH="221089" progId="Equation.3">
                  <p:embed/>
                  <p:pic>
                    <p:nvPicPr>
                      <p:cNvPr id="34861" name="Object 18"/>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6621606" y="4632614"/>
                        <a:ext cx="331788"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69" name="Object 19">
            <a:extLst>
              <a:ext uri="{FF2B5EF4-FFF2-40B4-BE49-F238E27FC236}">
                <a16:creationId xmlns:a16="http://schemas.microsoft.com/office/drawing/2014/main" id="{15C6A5E4-2F6F-6C68-5624-5C8A4684E71E}"/>
              </a:ext>
            </a:extLst>
          </p:cNvPr>
          <p:cNvGraphicFramePr>
            <a:graphicFrameLocks noChangeAspect="1"/>
          </p:cNvGraphicFramePr>
          <p:nvPr>
            <p:extLst>
              <p:ext uri="{D42A27DB-BD31-4B8C-83A1-F6EECF244321}">
                <p14:modId xmlns:p14="http://schemas.microsoft.com/office/powerpoint/2010/main" val="3572389691"/>
              </p:ext>
            </p:extLst>
          </p:nvPr>
        </p:nvGraphicFramePr>
        <p:xfrm>
          <a:off x="6621606" y="4237327"/>
          <a:ext cx="331788" cy="393700"/>
        </p:xfrm>
        <a:graphic>
          <a:graphicData uri="http://schemas.openxmlformats.org/presentationml/2006/ole">
            <mc:AlternateContent xmlns:mc="http://schemas.openxmlformats.org/markup-compatibility/2006">
              <mc:Choice xmlns:v="urn:schemas-microsoft-com:vml" Requires="v">
                <p:oleObj name="公式" r:id="rId37" imgW="175140" imgH="221089" progId="Equation.3">
                  <p:embed/>
                </p:oleObj>
              </mc:Choice>
              <mc:Fallback>
                <p:oleObj name="公式" r:id="rId37" imgW="175140" imgH="221089" progId="Equation.3">
                  <p:embed/>
                  <p:pic>
                    <p:nvPicPr>
                      <p:cNvPr id="34862" name="Object 19"/>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6621606" y="4237327"/>
                        <a:ext cx="331788"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70" name="Object 20">
            <a:extLst>
              <a:ext uri="{FF2B5EF4-FFF2-40B4-BE49-F238E27FC236}">
                <a16:creationId xmlns:a16="http://schemas.microsoft.com/office/drawing/2014/main" id="{46134C40-FE8A-A026-B41C-D67C268E4D05}"/>
              </a:ext>
            </a:extLst>
          </p:cNvPr>
          <p:cNvGraphicFramePr>
            <a:graphicFrameLocks noChangeAspect="1"/>
          </p:cNvGraphicFramePr>
          <p:nvPr>
            <p:extLst>
              <p:ext uri="{D42A27DB-BD31-4B8C-83A1-F6EECF244321}">
                <p14:modId xmlns:p14="http://schemas.microsoft.com/office/powerpoint/2010/main" val="267961451"/>
              </p:ext>
            </p:extLst>
          </p:nvPr>
        </p:nvGraphicFramePr>
        <p:xfrm>
          <a:off x="6621606" y="3840452"/>
          <a:ext cx="331788" cy="371475"/>
        </p:xfrm>
        <a:graphic>
          <a:graphicData uri="http://schemas.openxmlformats.org/presentationml/2006/ole">
            <mc:AlternateContent xmlns:mc="http://schemas.openxmlformats.org/markup-compatibility/2006">
              <mc:Choice xmlns:v="urn:schemas-microsoft-com:vml" Requires="v">
                <p:oleObj name="公式" r:id="rId39" imgW="175140" imgH="213251" progId="Equation.3">
                  <p:embed/>
                </p:oleObj>
              </mc:Choice>
              <mc:Fallback>
                <p:oleObj name="公式" r:id="rId39" imgW="175140" imgH="213251" progId="Equation.3">
                  <p:embed/>
                  <p:pic>
                    <p:nvPicPr>
                      <p:cNvPr id="34863" name="Object 20"/>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6621606" y="3840452"/>
                        <a:ext cx="331788" cy="371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71" name="Object 21">
            <a:extLst>
              <a:ext uri="{FF2B5EF4-FFF2-40B4-BE49-F238E27FC236}">
                <a16:creationId xmlns:a16="http://schemas.microsoft.com/office/drawing/2014/main" id="{ED64F207-67C4-CE5D-61A1-3EE58B5FCD90}"/>
              </a:ext>
            </a:extLst>
          </p:cNvPr>
          <p:cNvGraphicFramePr>
            <a:graphicFrameLocks noChangeAspect="1"/>
          </p:cNvGraphicFramePr>
          <p:nvPr>
            <p:extLst>
              <p:ext uri="{D42A27DB-BD31-4B8C-83A1-F6EECF244321}">
                <p14:modId xmlns:p14="http://schemas.microsoft.com/office/powerpoint/2010/main" val="3834647079"/>
              </p:ext>
            </p:extLst>
          </p:nvPr>
        </p:nvGraphicFramePr>
        <p:xfrm>
          <a:off x="6621606" y="3470564"/>
          <a:ext cx="331788" cy="393700"/>
        </p:xfrm>
        <a:graphic>
          <a:graphicData uri="http://schemas.openxmlformats.org/presentationml/2006/ole">
            <mc:AlternateContent xmlns:mc="http://schemas.openxmlformats.org/markup-compatibility/2006">
              <mc:Choice xmlns:v="urn:schemas-microsoft-com:vml" Requires="v">
                <p:oleObj name="公式" r:id="rId41" imgW="175140" imgH="221089" progId="Equation.3">
                  <p:embed/>
                </p:oleObj>
              </mc:Choice>
              <mc:Fallback>
                <p:oleObj name="公式" r:id="rId41" imgW="175140" imgH="221089" progId="Equation.3">
                  <p:embed/>
                  <p:pic>
                    <p:nvPicPr>
                      <p:cNvPr id="34864" name="Object 21"/>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6621606" y="3470564"/>
                        <a:ext cx="331788"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72" name="Object 22">
            <a:extLst>
              <a:ext uri="{FF2B5EF4-FFF2-40B4-BE49-F238E27FC236}">
                <a16:creationId xmlns:a16="http://schemas.microsoft.com/office/drawing/2014/main" id="{600BFA9A-1CBA-4080-16E3-7588DAFC6F1D}"/>
              </a:ext>
            </a:extLst>
          </p:cNvPr>
          <p:cNvGraphicFramePr>
            <a:graphicFrameLocks noChangeAspect="1"/>
          </p:cNvGraphicFramePr>
          <p:nvPr>
            <p:extLst>
              <p:ext uri="{D42A27DB-BD31-4B8C-83A1-F6EECF244321}">
                <p14:modId xmlns:p14="http://schemas.microsoft.com/office/powerpoint/2010/main" val="3176787538"/>
              </p:ext>
            </p:extLst>
          </p:nvPr>
        </p:nvGraphicFramePr>
        <p:xfrm>
          <a:off x="6621606" y="3048289"/>
          <a:ext cx="331788" cy="371475"/>
        </p:xfrm>
        <a:graphic>
          <a:graphicData uri="http://schemas.openxmlformats.org/presentationml/2006/ole">
            <mc:AlternateContent xmlns:mc="http://schemas.openxmlformats.org/markup-compatibility/2006">
              <mc:Choice xmlns:v="urn:schemas-microsoft-com:vml" Requires="v">
                <p:oleObj name="公式" r:id="rId43" imgW="175140" imgH="213251" progId="Equation.3">
                  <p:embed/>
                </p:oleObj>
              </mc:Choice>
              <mc:Fallback>
                <p:oleObj name="公式" r:id="rId43" imgW="175140" imgH="213251" progId="Equation.3">
                  <p:embed/>
                  <p:pic>
                    <p:nvPicPr>
                      <p:cNvPr id="34865" name="Object 22"/>
                      <p:cNvPicPr>
                        <a:picLocks noChangeAspect="1" noChangeArrowheads="1"/>
                      </p:cNvPicPr>
                      <p:nvPr/>
                    </p:nvPicPr>
                    <p:blipFill>
                      <a:blip r:embed="rId44">
                        <a:extLst>
                          <a:ext uri="{28A0092B-C50C-407E-A947-70E740481C1C}">
                            <a14:useLocalDpi xmlns:a14="http://schemas.microsoft.com/office/drawing/2010/main" val="0"/>
                          </a:ext>
                        </a:extLst>
                      </a:blip>
                      <a:srcRect/>
                      <a:stretch>
                        <a:fillRect/>
                      </a:stretch>
                    </p:blipFill>
                    <p:spPr bwMode="auto">
                      <a:xfrm>
                        <a:off x="6621606" y="3048289"/>
                        <a:ext cx="331788" cy="371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73" name="Object 23">
            <a:extLst>
              <a:ext uri="{FF2B5EF4-FFF2-40B4-BE49-F238E27FC236}">
                <a16:creationId xmlns:a16="http://schemas.microsoft.com/office/drawing/2014/main" id="{EB916CE4-3C87-48CE-DC7F-1568CE79B792}"/>
              </a:ext>
            </a:extLst>
          </p:cNvPr>
          <p:cNvGraphicFramePr>
            <a:graphicFrameLocks noChangeAspect="1"/>
          </p:cNvGraphicFramePr>
          <p:nvPr>
            <p:extLst>
              <p:ext uri="{D42A27DB-BD31-4B8C-83A1-F6EECF244321}">
                <p14:modId xmlns:p14="http://schemas.microsoft.com/office/powerpoint/2010/main" val="4108652625"/>
              </p:ext>
            </p:extLst>
          </p:nvPr>
        </p:nvGraphicFramePr>
        <p:xfrm>
          <a:off x="6632719" y="2664114"/>
          <a:ext cx="309562" cy="371475"/>
        </p:xfrm>
        <a:graphic>
          <a:graphicData uri="http://schemas.openxmlformats.org/presentationml/2006/ole">
            <mc:AlternateContent xmlns:mc="http://schemas.openxmlformats.org/markup-compatibility/2006">
              <mc:Choice xmlns:v="urn:schemas-microsoft-com:vml" Requires="v">
                <p:oleObj name="公式" r:id="rId45" imgW="160109" imgH="213251" progId="Equation.3">
                  <p:embed/>
                </p:oleObj>
              </mc:Choice>
              <mc:Fallback>
                <p:oleObj name="公式" r:id="rId45" imgW="160109" imgH="213251" progId="Equation.3">
                  <p:embed/>
                  <p:pic>
                    <p:nvPicPr>
                      <p:cNvPr id="34866" name="Object 23"/>
                      <p:cNvPicPr>
                        <a:picLocks noChangeAspect="1" noChangeArrowheads="1"/>
                      </p:cNvPicPr>
                      <p:nvPr/>
                    </p:nvPicPr>
                    <p:blipFill>
                      <a:blip r:embed="rId46">
                        <a:extLst>
                          <a:ext uri="{28A0092B-C50C-407E-A947-70E740481C1C}">
                            <a14:useLocalDpi xmlns:a14="http://schemas.microsoft.com/office/drawing/2010/main" val="0"/>
                          </a:ext>
                        </a:extLst>
                      </a:blip>
                      <a:srcRect/>
                      <a:stretch>
                        <a:fillRect/>
                      </a:stretch>
                    </p:blipFill>
                    <p:spPr bwMode="auto">
                      <a:xfrm>
                        <a:off x="6632719" y="2664114"/>
                        <a:ext cx="309562" cy="371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74" name="Object 24">
            <a:extLst>
              <a:ext uri="{FF2B5EF4-FFF2-40B4-BE49-F238E27FC236}">
                <a16:creationId xmlns:a16="http://schemas.microsoft.com/office/drawing/2014/main" id="{381EAFCB-0F9D-4EA1-4B61-B6F70FFCE102}"/>
              </a:ext>
            </a:extLst>
          </p:cNvPr>
          <p:cNvGraphicFramePr>
            <a:graphicFrameLocks noChangeAspect="1"/>
          </p:cNvGraphicFramePr>
          <p:nvPr>
            <p:extLst>
              <p:ext uri="{D42A27DB-BD31-4B8C-83A1-F6EECF244321}">
                <p14:modId xmlns:p14="http://schemas.microsoft.com/office/powerpoint/2010/main" val="4202863063"/>
              </p:ext>
            </p:extLst>
          </p:nvPr>
        </p:nvGraphicFramePr>
        <p:xfrm>
          <a:off x="6621606" y="2257714"/>
          <a:ext cx="331788" cy="393700"/>
        </p:xfrm>
        <a:graphic>
          <a:graphicData uri="http://schemas.openxmlformats.org/presentationml/2006/ole">
            <mc:AlternateContent xmlns:mc="http://schemas.openxmlformats.org/markup-compatibility/2006">
              <mc:Choice xmlns:v="urn:schemas-microsoft-com:vml" Requires="v">
                <p:oleObj name="公式" r:id="rId47" imgW="175140" imgH="221089" progId="Equation.3">
                  <p:embed/>
                </p:oleObj>
              </mc:Choice>
              <mc:Fallback>
                <p:oleObj name="公式" r:id="rId47" imgW="175140" imgH="221089" progId="Equation.3">
                  <p:embed/>
                  <p:pic>
                    <p:nvPicPr>
                      <p:cNvPr id="34867" name="Object 24"/>
                      <p:cNvPicPr>
                        <a:picLocks noChangeAspect="1" noChangeArrowheads="1"/>
                      </p:cNvPicPr>
                      <p:nvPr/>
                    </p:nvPicPr>
                    <p:blipFill>
                      <a:blip r:embed="rId48">
                        <a:extLst>
                          <a:ext uri="{28A0092B-C50C-407E-A947-70E740481C1C}">
                            <a14:useLocalDpi xmlns:a14="http://schemas.microsoft.com/office/drawing/2010/main" val="0"/>
                          </a:ext>
                        </a:extLst>
                      </a:blip>
                      <a:srcRect/>
                      <a:stretch>
                        <a:fillRect/>
                      </a:stretch>
                    </p:blipFill>
                    <p:spPr bwMode="auto">
                      <a:xfrm>
                        <a:off x="6621606" y="2257714"/>
                        <a:ext cx="331788"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10802219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a:extLst>
              <a:ext uri="{FF2B5EF4-FFF2-40B4-BE49-F238E27FC236}">
                <a16:creationId xmlns:a16="http://schemas.microsoft.com/office/drawing/2014/main" id="{F0C85651-0B24-9546-6F2C-FAB5C460DD0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51275" y="812801"/>
            <a:ext cx="5381778" cy="573023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898D0E8D-9E45-9F50-1FD8-8923D06C23F0}"/>
              </a:ext>
            </a:extLst>
          </p:cNvPr>
          <p:cNvSpPr>
            <a:spLocks noGrp="1"/>
          </p:cNvSpPr>
          <p:nvPr>
            <p:ph type="title"/>
          </p:nvPr>
        </p:nvSpPr>
        <p:spPr/>
        <p:txBody>
          <a:bodyPr>
            <a:normAutofit fontScale="90000"/>
          </a:bodyPr>
          <a:lstStyle/>
          <a:p>
            <a:r>
              <a:rPr lang="zh-CN" altLang="en-US" dirty="0"/>
              <a:t>二</a:t>
            </a:r>
            <a:r>
              <a:rPr lang="en-US" altLang="zh-CN" dirty="0">
                <a:latin typeface="Dotum" pitchFamily="34" charset="-127"/>
                <a:ea typeface="Dotum" pitchFamily="34" charset="-127"/>
              </a:rPr>
              <a:t>-</a:t>
            </a:r>
            <a:r>
              <a:rPr lang="zh-CN" altLang="en-US" dirty="0"/>
              <a:t>十进制译码器</a:t>
            </a:r>
            <a:r>
              <a:rPr lang="en-US" altLang="zh-CN" dirty="0"/>
              <a:t>74x42</a:t>
            </a:r>
            <a:endParaRPr kumimoji="1" lang="zh-CN" altLang="en-US" dirty="0"/>
          </a:p>
        </p:txBody>
      </p:sp>
      <p:sp>
        <p:nvSpPr>
          <p:cNvPr id="3" name="内容占位符 2">
            <a:extLst>
              <a:ext uri="{FF2B5EF4-FFF2-40B4-BE49-F238E27FC236}">
                <a16:creationId xmlns:a16="http://schemas.microsoft.com/office/drawing/2014/main" id="{646E68B1-31AC-D8A1-C641-80B11280F07F}"/>
              </a:ext>
            </a:extLst>
          </p:cNvPr>
          <p:cNvSpPr>
            <a:spLocks noGrp="1"/>
          </p:cNvSpPr>
          <p:nvPr>
            <p:ph idx="1"/>
          </p:nvPr>
        </p:nvSpPr>
        <p:spPr/>
        <p:txBody>
          <a:bodyPr/>
          <a:lstStyle/>
          <a:p>
            <a:r>
              <a:rPr lang="zh-CN" altLang="en-US" dirty="0"/>
              <a:t>将</a:t>
            </a:r>
            <a:r>
              <a:rPr lang="en-US" altLang="zh-CN" dirty="0"/>
              <a:t>8421BCD</a:t>
            </a:r>
            <a:r>
              <a:rPr lang="zh-CN" altLang="en-US" dirty="0"/>
              <a:t>码译成</a:t>
            </a:r>
            <a:r>
              <a:rPr lang="en-US" altLang="zh-CN" dirty="0"/>
              <a:t>10</a:t>
            </a:r>
            <a:r>
              <a:rPr lang="zh-CN" altLang="en-US" dirty="0"/>
              <a:t>个状态输出</a:t>
            </a:r>
          </a:p>
          <a:p>
            <a:endParaRPr kumimoji="1" lang="zh-CN" altLang="en-US" dirty="0"/>
          </a:p>
        </p:txBody>
      </p:sp>
      <p:sp>
        <p:nvSpPr>
          <p:cNvPr id="4" name="页脚占位符 3">
            <a:extLst>
              <a:ext uri="{FF2B5EF4-FFF2-40B4-BE49-F238E27FC236}">
                <a16:creationId xmlns:a16="http://schemas.microsoft.com/office/drawing/2014/main" id="{E2F3515B-EA11-F4CB-26D1-F3FA8F76FD51}"/>
              </a:ext>
            </a:extLst>
          </p:cNvPr>
          <p:cNvSpPr>
            <a:spLocks noGrp="1"/>
          </p:cNvSpPr>
          <p:nvPr>
            <p:ph type="ftr" sz="quarter" idx="11"/>
          </p:nvPr>
        </p:nvSpPr>
        <p:spPr/>
        <p:txBody>
          <a:bodyPr/>
          <a:lstStyle/>
          <a:p>
            <a:r>
              <a:rPr lang="zh-CN" altLang="en-US"/>
              <a:t>模拟与数字电路：</a:t>
            </a:r>
            <a:r>
              <a:rPr lang="en-US" altLang="zh-CN"/>
              <a:t>6. </a:t>
            </a:r>
            <a:r>
              <a:rPr lang="zh-CN" altLang="en-US"/>
              <a:t>组合逻辑电路</a:t>
            </a:r>
            <a:r>
              <a:rPr lang="en-US" altLang="zh-CN"/>
              <a:t>2</a:t>
            </a:r>
            <a:endParaRPr lang="en-US" dirty="0"/>
          </a:p>
        </p:txBody>
      </p:sp>
      <p:sp>
        <p:nvSpPr>
          <p:cNvPr id="5" name="灯片编号占位符 4">
            <a:extLst>
              <a:ext uri="{FF2B5EF4-FFF2-40B4-BE49-F238E27FC236}">
                <a16:creationId xmlns:a16="http://schemas.microsoft.com/office/drawing/2014/main" id="{E06CDB0E-CBB7-C46F-D1C6-36C76DF8BB0B}"/>
              </a:ext>
            </a:extLst>
          </p:cNvPr>
          <p:cNvSpPr>
            <a:spLocks noGrp="1"/>
          </p:cNvSpPr>
          <p:nvPr>
            <p:ph type="sldNum" sz="quarter" idx="12"/>
          </p:nvPr>
        </p:nvSpPr>
        <p:spPr/>
        <p:txBody>
          <a:bodyPr/>
          <a:lstStyle/>
          <a:p>
            <a:fld id="{9E260BC5-5BF3-8746-862B-DC45E9CAA88B}" type="slidenum">
              <a:rPr lang="en-US" smtClean="0"/>
              <a:pPr/>
              <a:t>22</a:t>
            </a:fld>
            <a:r>
              <a:rPr lang="en-US" altLang="zh-CN" dirty="0"/>
              <a:t>/38</a:t>
            </a:r>
            <a:endParaRPr lang="en-US" dirty="0"/>
          </a:p>
        </p:txBody>
      </p:sp>
      <p:pic>
        <p:nvPicPr>
          <p:cNvPr id="6" name="Picture 4">
            <a:extLst>
              <a:ext uri="{FF2B5EF4-FFF2-40B4-BE49-F238E27FC236}">
                <a16:creationId xmlns:a16="http://schemas.microsoft.com/office/drawing/2014/main" id="{3C8300CD-5C40-B1FE-DFDB-BEA90ADB337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t="10631"/>
          <a:stretch>
            <a:fillRect/>
          </a:stretch>
        </p:blipFill>
        <p:spPr bwMode="auto">
          <a:xfrm>
            <a:off x="431800" y="2781300"/>
            <a:ext cx="3419475" cy="32639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060248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114C0A-B1EA-196D-0A64-D086F69AFBC4}"/>
              </a:ext>
            </a:extLst>
          </p:cNvPr>
          <p:cNvSpPr>
            <a:spLocks noGrp="1"/>
          </p:cNvSpPr>
          <p:nvPr>
            <p:ph type="title"/>
          </p:nvPr>
        </p:nvSpPr>
        <p:spPr/>
        <p:txBody>
          <a:bodyPr>
            <a:normAutofit fontScale="90000"/>
          </a:bodyPr>
          <a:lstStyle/>
          <a:p>
            <a:r>
              <a:rPr lang="zh-CN" altLang="en-US" dirty="0"/>
              <a:t>显示译码器</a:t>
            </a:r>
            <a:endParaRPr kumimoji="1" lang="zh-CN" altLang="en-US" dirty="0"/>
          </a:p>
        </p:txBody>
      </p:sp>
      <p:sp>
        <p:nvSpPr>
          <p:cNvPr id="3" name="内容占位符 2">
            <a:extLst>
              <a:ext uri="{FF2B5EF4-FFF2-40B4-BE49-F238E27FC236}">
                <a16:creationId xmlns:a16="http://schemas.microsoft.com/office/drawing/2014/main" id="{032B9693-9FF6-7A8B-2ABE-D92676B4F6A2}"/>
              </a:ext>
            </a:extLst>
          </p:cNvPr>
          <p:cNvSpPr>
            <a:spLocks noGrp="1"/>
          </p:cNvSpPr>
          <p:nvPr>
            <p:ph idx="1"/>
          </p:nvPr>
        </p:nvSpPr>
        <p:spPr/>
        <p:txBody>
          <a:bodyPr/>
          <a:lstStyle/>
          <a:p>
            <a:r>
              <a:rPr kumimoji="1" lang="zh-CN" altLang="en-US" dirty="0"/>
              <a:t>七段数码管：由七个发光二极管组成的显示器件</a:t>
            </a:r>
            <a:endParaRPr kumimoji="1" lang="en-US" altLang="zh-CN" dirty="0"/>
          </a:p>
          <a:p>
            <a:endParaRPr lang="de-DE" altLang="zh-CN" dirty="0"/>
          </a:p>
          <a:p>
            <a:endParaRPr lang="de-DE" altLang="zh-CN" dirty="0"/>
          </a:p>
          <a:p>
            <a:endParaRPr lang="de-DE" altLang="zh-CN" dirty="0"/>
          </a:p>
          <a:p>
            <a:endParaRPr lang="de-DE" altLang="zh-CN" dirty="0"/>
          </a:p>
          <a:p>
            <a:endParaRPr lang="de-DE" altLang="zh-CN" dirty="0"/>
          </a:p>
          <a:p>
            <a:endParaRPr lang="de-DE" altLang="zh-CN" dirty="0"/>
          </a:p>
          <a:p>
            <a:r>
              <a:rPr lang="zh-CN" altLang="en-US" dirty="0"/>
              <a:t>七段显示译码器</a:t>
            </a:r>
          </a:p>
          <a:p>
            <a:pPr lvl="1"/>
            <a:r>
              <a:rPr kumimoji="1" lang="zh-CN" altLang="en-US" dirty="0"/>
              <a:t>将</a:t>
            </a:r>
            <a:r>
              <a:rPr kumimoji="1" lang="en-US" altLang="zh-CN" dirty="0"/>
              <a:t>BCD</a:t>
            </a:r>
            <a:r>
              <a:rPr kumimoji="1" lang="zh-CN" altLang="en-US" dirty="0"/>
              <a:t>代码翻译成数码管所需的驱动信号</a:t>
            </a:r>
            <a:endParaRPr lang="en-US" altLang="zh-CN" dirty="0"/>
          </a:p>
          <a:p>
            <a:pPr lvl="1"/>
            <a:r>
              <a:rPr lang="zh-CN" altLang="en-US" dirty="0"/>
              <a:t>常见有</a:t>
            </a:r>
            <a:r>
              <a:rPr lang="en-US" altLang="zh-CN" dirty="0"/>
              <a:t>74x48</a:t>
            </a:r>
            <a:r>
              <a:rPr lang="zh-CN" altLang="en-US" dirty="0"/>
              <a:t>，</a:t>
            </a:r>
            <a:r>
              <a:rPr lang="en-US" altLang="zh-CN" dirty="0"/>
              <a:t>74x248</a:t>
            </a:r>
            <a:r>
              <a:rPr lang="zh-CN" altLang="en-US" dirty="0"/>
              <a:t>，</a:t>
            </a:r>
            <a:r>
              <a:rPr lang="en-US" altLang="zh-CN" dirty="0"/>
              <a:t>74x4511</a:t>
            </a:r>
            <a:r>
              <a:rPr lang="zh-CN" altLang="en-US" dirty="0"/>
              <a:t>等</a:t>
            </a:r>
          </a:p>
          <a:p>
            <a:endParaRPr kumimoji="1" lang="zh-CN" altLang="en-US" dirty="0"/>
          </a:p>
        </p:txBody>
      </p:sp>
      <p:sp>
        <p:nvSpPr>
          <p:cNvPr id="4" name="页脚占位符 3">
            <a:extLst>
              <a:ext uri="{FF2B5EF4-FFF2-40B4-BE49-F238E27FC236}">
                <a16:creationId xmlns:a16="http://schemas.microsoft.com/office/drawing/2014/main" id="{A1D53F73-4812-6C65-FBE4-8D35A45C053B}"/>
              </a:ext>
            </a:extLst>
          </p:cNvPr>
          <p:cNvSpPr>
            <a:spLocks noGrp="1"/>
          </p:cNvSpPr>
          <p:nvPr>
            <p:ph type="ftr" sz="quarter" idx="11"/>
          </p:nvPr>
        </p:nvSpPr>
        <p:spPr/>
        <p:txBody>
          <a:bodyPr/>
          <a:lstStyle/>
          <a:p>
            <a:r>
              <a:rPr lang="zh-CN" altLang="en-US"/>
              <a:t>模拟与数字电路：</a:t>
            </a:r>
            <a:r>
              <a:rPr lang="en-US" altLang="zh-CN"/>
              <a:t>6. </a:t>
            </a:r>
            <a:r>
              <a:rPr lang="zh-CN" altLang="en-US"/>
              <a:t>组合逻辑电路</a:t>
            </a:r>
            <a:r>
              <a:rPr lang="en-US" altLang="zh-CN"/>
              <a:t>2</a:t>
            </a:r>
            <a:endParaRPr lang="en-US" dirty="0"/>
          </a:p>
        </p:txBody>
      </p:sp>
      <p:sp>
        <p:nvSpPr>
          <p:cNvPr id="5" name="灯片编号占位符 4">
            <a:extLst>
              <a:ext uri="{FF2B5EF4-FFF2-40B4-BE49-F238E27FC236}">
                <a16:creationId xmlns:a16="http://schemas.microsoft.com/office/drawing/2014/main" id="{D75A4FF6-E991-71E9-5106-BCEF606FDF5A}"/>
              </a:ext>
            </a:extLst>
          </p:cNvPr>
          <p:cNvSpPr>
            <a:spLocks noGrp="1"/>
          </p:cNvSpPr>
          <p:nvPr>
            <p:ph type="sldNum" sz="quarter" idx="12"/>
          </p:nvPr>
        </p:nvSpPr>
        <p:spPr/>
        <p:txBody>
          <a:bodyPr/>
          <a:lstStyle/>
          <a:p>
            <a:fld id="{9E260BC5-5BF3-8746-862B-DC45E9CAA88B}" type="slidenum">
              <a:rPr lang="en-US" smtClean="0"/>
              <a:pPr/>
              <a:t>23</a:t>
            </a:fld>
            <a:r>
              <a:rPr lang="en-US" altLang="zh-CN" dirty="0"/>
              <a:t>/38</a:t>
            </a:r>
            <a:endParaRPr lang="en-US" dirty="0"/>
          </a:p>
        </p:txBody>
      </p:sp>
      <p:grpSp>
        <p:nvGrpSpPr>
          <p:cNvPr id="6" name="Group 4">
            <a:extLst>
              <a:ext uri="{FF2B5EF4-FFF2-40B4-BE49-F238E27FC236}">
                <a16:creationId xmlns:a16="http://schemas.microsoft.com/office/drawing/2014/main" id="{6F09F669-6E06-DBD4-B496-DA9A3E00BA80}"/>
              </a:ext>
            </a:extLst>
          </p:cNvPr>
          <p:cNvGrpSpPr>
            <a:grpSpLocks/>
          </p:cNvGrpSpPr>
          <p:nvPr/>
        </p:nvGrpSpPr>
        <p:grpSpPr bwMode="auto">
          <a:xfrm>
            <a:off x="710479" y="1634548"/>
            <a:ext cx="3233737" cy="2116138"/>
            <a:chOff x="513" y="1298"/>
            <a:chExt cx="2037" cy="1333"/>
          </a:xfrm>
        </p:grpSpPr>
        <p:sp>
          <p:nvSpPr>
            <p:cNvPr id="7" name="Text Box 5">
              <a:extLst>
                <a:ext uri="{FF2B5EF4-FFF2-40B4-BE49-F238E27FC236}">
                  <a16:creationId xmlns:a16="http://schemas.microsoft.com/office/drawing/2014/main" id="{D826178D-ADE7-8200-5473-23D70DDB2F52}"/>
                </a:ext>
              </a:extLst>
            </p:cNvPr>
            <p:cNvSpPr txBox="1">
              <a:spLocks noChangeArrowheads="1"/>
            </p:cNvSpPr>
            <p:nvPr/>
          </p:nvSpPr>
          <p:spPr bwMode="auto">
            <a:xfrm>
              <a:off x="513" y="2343"/>
              <a:ext cx="19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spcAft>
                  <a:spcPct val="0"/>
                </a:spcAft>
                <a:buFontTx/>
                <a:buNone/>
              </a:pPr>
              <a:r>
                <a:rPr kumimoji="1" lang="zh-CN" altLang="en-US" sz="2400"/>
                <a:t>共阳极，低电平驱动</a:t>
              </a:r>
            </a:p>
          </p:txBody>
        </p:sp>
        <p:grpSp>
          <p:nvGrpSpPr>
            <p:cNvPr id="8" name="Group 6">
              <a:extLst>
                <a:ext uri="{FF2B5EF4-FFF2-40B4-BE49-F238E27FC236}">
                  <a16:creationId xmlns:a16="http://schemas.microsoft.com/office/drawing/2014/main" id="{EDB96EC8-C412-42B3-B409-85CE6D740D1D}"/>
                </a:ext>
              </a:extLst>
            </p:cNvPr>
            <p:cNvGrpSpPr>
              <a:grpSpLocks/>
            </p:cNvGrpSpPr>
            <p:nvPr/>
          </p:nvGrpSpPr>
          <p:grpSpPr bwMode="auto">
            <a:xfrm>
              <a:off x="586" y="1598"/>
              <a:ext cx="150" cy="528"/>
              <a:chOff x="106" y="1933"/>
              <a:chExt cx="150" cy="528"/>
            </a:xfrm>
          </p:grpSpPr>
          <p:sp>
            <p:nvSpPr>
              <p:cNvPr id="55" name="Line 7">
                <a:extLst>
                  <a:ext uri="{FF2B5EF4-FFF2-40B4-BE49-F238E27FC236}">
                    <a16:creationId xmlns:a16="http://schemas.microsoft.com/office/drawing/2014/main" id="{73B62FED-DD65-97CA-3B2E-DECBD27DEBC8}"/>
                  </a:ext>
                </a:extLst>
              </p:cNvPr>
              <p:cNvSpPr>
                <a:spLocks noChangeShapeType="1"/>
              </p:cNvSpPr>
              <p:nvPr/>
            </p:nvSpPr>
            <p:spPr bwMode="auto">
              <a:xfrm>
                <a:off x="181" y="1933"/>
                <a:ext cx="0" cy="52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56" name="Group 8">
                <a:extLst>
                  <a:ext uri="{FF2B5EF4-FFF2-40B4-BE49-F238E27FC236}">
                    <a16:creationId xmlns:a16="http://schemas.microsoft.com/office/drawing/2014/main" id="{F91C9D2B-5CD2-EE73-2BC3-3A22F720C397}"/>
                  </a:ext>
                </a:extLst>
              </p:cNvPr>
              <p:cNvGrpSpPr>
                <a:grpSpLocks/>
              </p:cNvGrpSpPr>
              <p:nvPr/>
            </p:nvGrpSpPr>
            <p:grpSpPr bwMode="auto">
              <a:xfrm>
                <a:off x="106" y="2125"/>
                <a:ext cx="150" cy="126"/>
                <a:chOff x="122" y="2125"/>
                <a:chExt cx="150" cy="126"/>
              </a:xfrm>
            </p:grpSpPr>
            <p:sp>
              <p:nvSpPr>
                <p:cNvPr id="57" name="AutoShape 9">
                  <a:extLst>
                    <a:ext uri="{FF2B5EF4-FFF2-40B4-BE49-F238E27FC236}">
                      <a16:creationId xmlns:a16="http://schemas.microsoft.com/office/drawing/2014/main" id="{E02C5B1E-FE82-087C-0D22-8D8FA40C35E2}"/>
                    </a:ext>
                  </a:extLst>
                </p:cNvPr>
                <p:cNvSpPr>
                  <a:spLocks noChangeArrowheads="1"/>
                </p:cNvSpPr>
                <p:nvPr/>
              </p:nvSpPr>
              <p:spPr bwMode="auto">
                <a:xfrm>
                  <a:off x="122" y="2125"/>
                  <a:ext cx="150" cy="126"/>
                </a:xfrm>
                <a:prstGeom prst="flowChartMerge">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58" name="Line 10">
                  <a:extLst>
                    <a:ext uri="{FF2B5EF4-FFF2-40B4-BE49-F238E27FC236}">
                      <a16:creationId xmlns:a16="http://schemas.microsoft.com/office/drawing/2014/main" id="{52125EB3-35FF-F549-6CAC-8757009E0416}"/>
                    </a:ext>
                  </a:extLst>
                </p:cNvPr>
                <p:cNvSpPr>
                  <a:spLocks noChangeShapeType="1"/>
                </p:cNvSpPr>
                <p:nvPr/>
              </p:nvSpPr>
              <p:spPr bwMode="auto">
                <a:xfrm>
                  <a:off x="122" y="2251"/>
                  <a:ext cx="1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sp>
          <p:nvSpPr>
            <p:cNvPr id="9" name="Line 11">
              <a:extLst>
                <a:ext uri="{FF2B5EF4-FFF2-40B4-BE49-F238E27FC236}">
                  <a16:creationId xmlns:a16="http://schemas.microsoft.com/office/drawing/2014/main" id="{17058DD9-7C02-1D8F-B87B-B814DB3F3C88}"/>
                </a:ext>
              </a:extLst>
            </p:cNvPr>
            <p:cNvSpPr>
              <a:spLocks noChangeShapeType="1"/>
            </p:cNvSpPr>
            <p:nvPr/>
          </p:nvSpPr>
          <p:spPr bwMode="auto">
            <a:xfrm>
              <a:off x="665" y="1598"/>
              <a:ext cx="1571"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 name="Oval 12">
              <a:extLst>
                <a:ext uri="{FF2B5EF4-FFF2-40B4-BE49-F238E27FC236}">
                  <a16:creationId xmlns:a16="http://schemas.microsoft.com/office/drawing/2014/main" id="{B1197B18-B70D-246B-B527-F2F1357BD436}"/>
                </a:ext>
              </a:extLst>
            </p:cNvPr>
            <p:cNvSpPr>
              <a:spLocks noChangeArrowheads="1"/>
            </p:cNvSpPr>
            <p:nvPr/>
          </p:nvSpPr>
          <p:spPr bwMode="auto">
            <a:xfrm>
              <a:off x="1079" y="1573"/>
              <a:ext cx="48" cy="48"/>
            </a:xfrm>
            <a:prstGeom prst="ellipse">
              <a:avLst/>
            </a:prstGeom>
            <a:solidFill>
              <a:schemeClr val="tx1"/>
            </a:solidFill>
            <a:ln w="9525">
              <a:solidFill>
                <a:srgbClr val="000000"/>
              </a:solidFill>
              <a:round/>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1" name="Oval 13">
              <a:extLst>
                <a:ext uri="{FF2B5EF4-FFF2-40B4-BE49-F238E27FC236}">
                  <a16:creationId xmlns:a16="http://schemas.microsoft.com/office/drawing/2014/main" id="{7091E7CE-B1E3-048E-958B-C1E872295B53}"/>
                </a:ext>
              </a:extLst>
            </p:cNvPr>
            <p:cNvSpPr>
              <a:spLocks noChangeArrowheads="1"/>
            </p:cNvSpPr>
            <p:nvPr/>
          </p:nvSpPr>
          <p:spPr bwMode="auto">
            <a:xfrm>
              <a:off x="853" y="1576"/>
              <a:ext cx="48" cy="48"/>
            </a:xfrm>
            <a:prstGeom prst="ellipse">
              <a:avLst/>
            </a:prstGeom>
            <a:solidFill>
              <a:schemeClr val="tx1"/>
            </a:solidFill>
            <a:ln w="9525">
              <a:solidFill>
                <a:srgbClr val="000000"/>
              </a:solidFill>
              <a:round/>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2" name="Oval 14">
              <a:extLst>
                <a:ext uri="{FF2B5EF4-FFF2-40B4-BE49-F238E27FC236}">
                  <a16:creationId xmlns:a16="http://schemas.microsoft.com/office/drawing/2014/main" id="{9181D7C3-0C5F-6C89-3697-9742F7FFB7DA}"/>
                </a:ext>
              </a:extLst>
            </p:cNvPr>
            <p:cNvSpPr>
              <a:spLocks noChangeArrowheads="1"/>
            </p:cNvSpPr>
            <p:nvPr/>
          </p:nvSpPr>
          <p:spPr bwMode="auto">
            <a:xfrm>
              <a:off x="1306" y="1578"/>
              <a:ext cx="48" cy="48"/>
            </a:xfrm>
            <a:prstGeom prst="ellipse">
              <a:avLst/>
            </a:prstGeom>
            <a:solidFill>
              <a:schemeClr val="tx1"/>
            </a:solidFill>
            <a:ln w="9525">
              <a:solidFill>
                <a:srgbClr val="000000"/>
              </a:solidFill>
              <a:round/>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3" name="Oval 15">
              <a:extLst>
                <a:ext uri="{FF2B5EF4-FFF2-40B4-BE49-F238E27FC236}">
                  <a16:creationId xmlns:a16="http://schemas.microsoft.com/office/drawing/2014/main" id="{4969CF08-F0E0-6668-F811-F75F527B97B3}"/>
                </a:ext>
              </a:extLst>
            </p:cNvPr>
            <p:cNvSpPr>
              <a:spLocks noChangeArrowheads="1"/>
            </p:cNvSpPr>
            <p:nvPr/>
          </p:nvSpPr>
          <p:spPr bwMode="auto">
            <a:xfrm>
              <a:off x="1533" y="1573"/>
              <a:ext cx="48" cy="48"/>
            </a:xfrm>
            <a:prstGeom prst="ellipse">
              <a:avLst/>
            </a:prstGeom>
            <a:solidFill>
              <a:schemeClr val="tx1"/>
            </a:solidFill>
            <a:ln w="9525">
              <a:solidFill>
                <a:srgbClr val="000000"/>
              </a:solidFill>
              <a:round/>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4" name="Oval 16">
              <a:extLst>
                <a:ext uri="{FF2B5EF4-FFF2-40B4-BE49-F238E27FC236}">
                  <a16:creationId xmlns:a16="http://schemas.microsoft.com/office/drawing/2014/main" id="{4BC7583D-2C09-73E8-210C-D192A0B41233}"/>
                </a:ext>
              </a:extLst>
            </p:cNvPr>
            <p:cNvSpPr>
              <a:spLocks noChangeArrowheads="1"/>
            </p:cNvSpPr>
            <p:nvPr/>
          </p:nvSpPr>
          <p:spPr bwMode="auto">
            <a:xfrm>
              <a:off x="1760" y="1573"/>
              <a:ext cx="48" cy="48"/>
            </a:xfrm>
            <a:prstGeom prst="ellipse">
              <a:avLst/>
            </a:prstGeom>
            <a:solidFill>
              <a:schemeClr val="tx1"/>
            </a:solidFill>
            <a:ln w="9525">
              <a:solidFill>
                <a:srgbClr val="000000"/>
              </a:solidFill>
              <a:round/>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5" name="Oval 17">
              <a:extLst>
                <a:ext uri="{FF2B5EF4-FFF2-40B4-BE49-F238E27FC236}">
                  <a16:creationId xmlns:a16="http://schemas.microsoft.com/office/drawing/2014/main" id="{F2F7C92E-3A04-8B3D-1908-B3D67DB94E0B}"/>
                </a:ext>
              </a:extLst>
            </p:cNvPr>
            <p:cNvSpPr>
              <a:spLocks noChangeArrowheads="1"/>
            </p:cNvSpPr>
            <p:nvPr/>
          </p:nvSpPr>
          <p:spPr bwMode="auto">
            <a:xfrm>
              <a:off x="1987" y="1573"/>
              <a:ext cx="48" cy="48"/>
            </a:xfrm>
            <a:prstGeom prst="ellipse">
              <a:avLst/>
            </a:prstGeom>
            <a:solidFill>
              <a:schemeClr val="tx1"/>
            </a:solidFill>
            <a:ln w="9525">
              <a:solidFill>
                <a:srgbClr val="000000"/>
              </a:solidFill>
              <a:round/>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6" name="Text Box 18">
              <a:extLst>
                <a:ext uri="{FF2B5EF4-FFF2-40B4-BE49-F238E27FC236}">
                  <a16:creationId xmlns:a16="http://schemas.microsoft.com/office/drawing/2014/main" id="{922F73FF-4412-6A15-8558-528977F4050F}"/>
                </a:ext>
              </a:extLst>
            </p:cNvPr>
            <p:cNvSpPr txBox="1">
              <a:spLocks noChangeArrowheads="1"/>
            </p:cNvSpPr>
            <p:nvPr/>
          </p:nvSpPr>
          <p:spPr bwMode="auto">
            <a:xfrm>
              <a:off x="2125" y="1298"/>
              <a:ext cx="42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Times New Roman" panose="02020603050405020304" pitchFamily="18" charset="0"/>
                </a:rPr>
                <a:t>Vcc</a:t>
              </a:r>
            </a:p>
          </p:txBody>
        </p:sp>
        <p:sp>
          <p:nvSpPr>
            <p:cNvPr id="17" name="Text Box 19">
              <a:extLst>
                <a:ext uri="{FF2B5EF4-FFF2-40B4-BE49-F238E27FC236}">
                  <a16:creationId xmlns:a16="http://schemas.microsoft.com/office/drawing/2014/main" id="{50CAF958-871D-112F-6FE4-9962514555DB}"/>
                </a:ext>
              </a:extLst>
            </p:cNvPr>
            <p:cNvSpPr txBox="1">
              <a:spLocks noChangeArrowheads="1"/>
            </p:cNvSpPr>
            <p:nvPr/>
          </p:nvSpPr>
          <p:spPr bwMode="auto">
            <a:xfrm>
              <a:off x="557" y="2073"/>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t>a</a:t>
              </a:r>
            </a:p>
          </p:txBody>
        </p:sp>
        <p:sp>
          <p:nvSpPr>
            <p:cNvPr id="18" name="Text Box 20">
              <a:extLst>
                <a:ext uri="{FF2B5EF4-FFF2-40B4-BE49-F238E27FC236}">
                  <a16:creationId xmlns:a16="http://schemas.microsoft.com/office/drawing/2014/main" id="{99DF7F57-947F-4158-FD08-4A72FB6313E0}"/>
                </a:ext>
              </a:extLst>
            </p:cNvPr>
            <p:cNvSpPr txBox="1">
              <a:spLocks noChangeArrowheads="1"/>
            </p:cNvSpPr>
            <p:nvPr/>
          </p:nvSpPr>
          <p:spPr bwMode="auto">
            <a:xfrm>
              <a:off x="773" y="2073"/>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t>b</a:t>
              </a:r>
            </a:p>
          </p:txBody>
        </p:sp>
        <p:sp>
          <p:nvSpPr>
            <p:cNvPr id="19" name="Text Box 21">
              <a:extLst>
                <a:ext uri="{FF2B5EF4-FFF2-40B4-BE49-F238E27FC236}">
                  <a16:creationId xmlns:a16="http://schemas.microsoft.com/office/drawing/2014/main" id="{6C57813D-CC84-D97E-68A8-3824FCF79CF3}"/>
                </a:ext>
              </a:extLst>
            </p:cNvPr>
            <p:cNvSpPr txBox="1">
              <a:spLocks noChangeArrowheads="1"/>
            </p:cNvSpPr>
            <p:nvPr/>
          </p:nvSpPr>
          <p:spPr bwMode="auto">
            <a:xfrm>
              <a:off x="1001" y="2073"/>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t>c</a:t>
              </a:r>
            </a:p>
          </p:txBody>
        </p:sp>
        <p:sp>
          <p:nvSpPr>
            <p:cNvPr id="20" name="Text Box 22">
              <a:extLst>
                <a:ext uri="{FF2B5EF4-FFF2-40B4-BE49-F238E27FC236}">
                  <a16:creationId xmlns:a16="http://schemas.microsoft.com/office/drawing/2014/main" id="{192B8453-D89C-00E4-B4BA-EACB8F3960E4}"/>
                </a:ext>
              </a:extLst>
            </p:cNvPr>
            <p:cNvSpPr txBox="1">
              <a:spLocks noChangeArrowheads="1"/>
            </p:cNvSpPr>
            <p:nvPr/>
          </p:nvSpPr>
          <p:spPr bwMode="auto">
            <a:xfrm>
              <a:off x="1229" y="2073"/>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t>d</a:t>
              </a:r>
            </a:p>
          </p:txBody>
        </p:sp>
        <p:sp>
          <p:nvSpPr>
            <p:cNvPr id="21" name="Text Box 23">
              <a:extLst>
                <a:ext uri="{FF2B5EF4-FFF2-40B4-BE49-F238E27FC236}">
                  <a16:creationId xmlns:a16="http://schemas.microsoft.com/office/drawing/2014/main" id="{521E7907-4A29-58CD-D9E4-74595196B749}"/>
                </a:ext>
              </a:extLst>
            </p:cNvPr>
            <p:cNvSpPr txBox="1">
              <a:spLocks noChangeArrowheads="1"/>
            </p:cNvSpPr>
            <p:nvPr/>
          </p:nvSpPr>
          <p:spPr bwMode="auto">
            <a:xfrm>
              <a:off x="1463" y="2073"/>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t>e</a:t>
              </a:r>
            </a:p>
          </p:txBody>
        </p:sp>
        <p:sp>
          <p:nvSpPr>
            <p:cNvPr id="22" name="Text Box 24">
              <a:extLst>
                <a:ext uri="{FF2B5EF4-FFF2-40B4-BE49-F238E27FC236}">
                  <a16:creationId xmlns:a16="http://schemas.microsoft.com/office/drawing/2014/main" id="{E525E6CF-7EFB-2E3F-EAF6-F958D6F319E7}"/>
                </a:ext>
              </a:extLst>
            </p:cNvPr>
            <p:cNvSpPr txBox="1">
              <a:spLocks noChangeArrowheads="1"/>
            </p:cNvSpPr>
            <p:nvPr/>
          </p:nvSpPr>
          <p:spPr bwMode="auto">
            <a:xfrm>
              <a:off x="1703" y="2073"/>
              <a:ext cx="16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t>f</a:t>
              </a:r>
            </a:p>
          </p:txBody>
        </p:sp>
        <p:sp>
          <p:nvSpPr>
            <p:cNvPr id="23" name="Text Box 25">
              <a:extLst>
                <a:ext uri="{FF2B5EF4-FFF2-40B4-BE49-F238E27FC236}">
                  <a16:creationId xmlns:a16="http://schemas.microsoft.com/office/drawing/2014/main" id="{E496398D-096D-6FDF-9AFF-F41E400AB934}"/>
                </a:ext>
              </a:extLst>
            </p:cNvPr>
            <p:cNvSpPr txBox="1">
              <a:spLocks noChangeArrowheads="1"/>
            </p:cNvSpPr>
            <p:nvPr/>
          </p:nvSpPr>
          <p:spPr bwMode="auto">
            <a:xfrm>
              <a:off x="1906" y="2059"/>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t>g</a:t>
              </a:r>
            </a:p>
          </p:txBody>
        </p:sp>
        <p:sp>
          <p:nvSpPr>
            <p:cNvPr id="24" name="Oval 26">
              <a:extLst>
                <a:ext uri="{FF2B5EF4-FFF2-40B4-BE49-F238E27FC236}">
                  <a16:creationId xmlns:a16="http://schemas.microsoft.com/office/drawing/2014/main" id="{2447B91B-03B6-5F31-82BA-E74A099CCEC1}"/>
                </a:ext>
              </a:extLst>
            </p:cNvPr>
            <p:cNvSpPr>
              <a:spLocks noChangeArrowheads="1"/>
            </p:cNvSpPr>
            <p:nvPr/>
          </p:nvSpPr>
          <p:spPr bwMode="auto">
            <a:xfrm>
              <a:off x="2236" y="1578"/>
              <a:ext cx="48" cy="48"/>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grpSp>
          <p:nvGrpSpPr>
            <p:cNvPr id="25" name="Group 27">
              <a:extLst>
                <a:ext uri="{FF2B5EF4-FFF2-40B4-BE49-F238E27FC236}">
                  <a16:creationId xmlns:a16="http://schemas.microsoft.com/office/drawing/2014/main" id="{7F729D8E-1703-A26B-6524-14CD108F76B2}"/>
                </a:ext>
              </a:extLst>
            </p:cNvPr>
            <p:cNvGrpSpPr>
              <a:grpSpLocks/>
            </p:cNvGrpSpPr>
            <p:nvPr/>
          </p:nvGrpSpPr>
          <p:grpSpPr bwMode="auto">
            <a:xfrm>
              <a:off x="801" y="1598"/>
              <a:ext cx="150" cy="528"/>
              <a:chOff x="106" y="1933"/>
              <a:chExt cx="150" cy="528"/>
            </a:xfrm>
          </p:grpSpPr>
          <p:sp>
            <p:nvSpPr>
              <p:cNvPr id="51" name="Line 28">
                <a:extLst>
                  <a:ext uri="{FF2B5EF4-FFF2-40B4-BE49-F238E27FC236}">
                    <a16:creationId xmlns:a16="http://schemas.microsoft.com/office/drawing/2014/main" id="{52EAF55B-7A54-EC4D-AC77-109C2BA4CE2A}"/>
                  </a:ext>
                </a:extLst>
              </p:cNvPr>
              <p:cNvSpPr>
                <a:spLocks noChangeShapeType="1"/>
              </p:cNvSpPr>
              <p:nvPr/>
            </p:nvSpPr>
            <p:spPr bwMode="auto">
              <a:xfrm>
                <a:off x="181" y="1933"/>
                <a:ext cx="0" cy="528"/>
              </a:xfrm>
              <a:prstGeom prst="line">
                <a:avLst/>
              </a:prstGeom>
              <a:noFill/>
              <a:ln w="19050">
                <a:solidFill>
                  <a:srgbClr val="000000"/>
                </a:solidFill>
                <a:round/>
                <a:headEnd type="none" w="med" len="lg"/>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52" name="Group 29">
                <a:extLst>
                  <a:ext uri="{FF2B5EF4-FFF2-40B4-BE49-F238E27FC236}">
                    <a16:creationId xmlns:a16="http://schemas.microsoft.com/office/drawing/2014/main" id="{54FD5771-9044-B3B9-4FC7-A07707DF62D7}"/>
                  </a:ext>
                </a:extLst>
              </p:cNvPr>
              <p:cNvGrpSpPr>
                <a:grpSpLocks/>
              </p:cNvGrpSpPr>
              <p:nvPr/>
            </p:nvGrpSpPr>
            <p:grpSpPr bwMode="auto">
              <a:xfrm>
                <a:off x="106" y="2125"/>
                <a:ext cx="150" cy="126"/>
                <a:chOff x="122" y="2125"/>
                <a:chExt cx="150" cy="126"/>
              </a:xfrm>
            </p:grpSpPr>
            <p:sp>
              <p:nvSpPr>
                <p:cNvPr id="53" name="AutoShape 30">
                  <a:extLst>
                    <a:ext uri="{FF2B5EF4-FFF2-40B4-BE49-F238E27FC236}">
                      <a16:creationId xmlns:a16="http://schemas.microsoft.com/office/drawing/2014/main" id="{B0032F6C-211D-F031-2C3E-F114CC5BA7C6}"/>
                    </a:ext>
                  </a:extLst>
                </p:cNvPr>
                <p:cNvSpPr>
                  <a:spLocks noChangeArrowheads="1"/>
                </p:cNvSpPr>
                <p:nvPr/>
              </p:nvSpPr>
              <p:spPr bwMode="auto">
                <a:xfrm>
                  <a:off x="122" y="2125"/>
                  <a:ext cx="150" cy="126"/>
                </a:xfrm>
                <a:prstGeom prst="flowChartMerge">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54" name="Line 31">
                  <a:extLst>
                    <a:ext uri="{FF2B5EF4-FFF2-40B4-BE49-F238E27FC236}">
                      <a16:creationId xmlns:a16="http://schemas.microsoft.com/office/drawing/2014/main" id="{881D7374-6CB5-17AC-4F59-000880166A4D}"/>
                    </a:ext>
                  </a:extLst>
                </p:cNvPr>
                <p:cNvSpPr>
                  <a:spLocks noChangeShapeType="1"/>
                </p:cNvSpPr>
                <p:nvPr/>
              </p:nvSpPr>
              <p:spPr bwMode="auto">
                <a:xfrm>
                  <a:off x="122" y="2251"/>
                  <a:ext cx="1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26" name="Group 32">
              <a:extLst>
                <a:ext uri="{FF2B5EF4-FFF2-40B4-BE49-F238E27FC236}">
                  <a16:creationId xmlns:a16="http://schemas.microsoft.com/office/drawing/2014/main" id="{6CA07C2F-E113-3E77-9651-7ACFFB1BD8E6}"/>
                </a:ext>
              </a:extLst>
            </p:cNvPr>
            <p:cNvGrpSpPr>
              <a:grpSpLocks/>
            </p:cNvGrpSpPr>
            <p:nvPr/>
          </p:nvGrpSpPr>
          <p:grpSpPr bwMode="auto">
            <a:xfrm>
              <a:off x="1028" y="1598"/>
              <a:ext cx="150" cy="528"/>
              <a:chOff x="106" y="1933"/>
              <a:chExt cx="150" cy="528"/>
            </a:xfrm>
          </p:grpSpPr>
          <p:sp>
            <p:nvSpPr>
              <p:cNvPr id="47" name="Line 33">
                <a:extLst>
                  <a:ext uri="{FF2B5EF4-FFF2-40B4-BE49-F238E27FC236}">
                    <a16:creationId xmlns:a16="http://schemas.microsoft.com/office/drawing/2014/main" id="{CAA91813-05A2-0F4F-E36B-7D060EB465F3}"/>
                  </a:ext>
                </a:extLst>
              </p:cNvPr>
              <p:cNvSpPr>
                <a:spLocks noChangeShapeType="1"/>
              </p:cNvSpPr>
              <p:nvPr/>
            </p:nvSpPr>
            <p:spPr bwMode="auto">
              <a:xfrm>
                <a:off x="181" y="1933"/>
                <a:ext cx="0" cy="52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48" name="Group 34">
                <a:extLst>
                  <a:ext uri="{FF2B5EF4-FFF2-40B4-BE49-F238E27FC236}">
                    <a16:creationId xmlns:a16="http://schemas.microsoft.com/office/drawing/2014/main" id="{56D1278C-D791-ABFE-ACAA-0DDAEF12570A}"/>
                  </a:ext>
                </a:extLst>
              </p:cNvPr>
              <p:cNvGrpSpPr>
                <a:grpSpLocks/>
              </p:cNvGrpSpPr>
              <p:nvPr/>
            </p:nvGrpSpPr>
            <p:grpSpPr bwMode="auto">
              <a:xfrm>
                <a:off x="106" y="2125"/>
                <a:ext cx="150" cy="126"/>
                <a:chOff x="122" y="2125"/>
                <a:chExt cx="150" cy="126"/>
              </a:xfrm>
            </p:grpSpPr>
            <p:sp>
              <p:nvSpPr>
                <p:cNvPr id="49" name="AutoShape 35">
                  <a:extLst>
                    <a:ext uri="{FF2B5EF4-FFF2-40B4-BE49-F238E27FC236}">
                      <a16:creationId xmlns:a16="http://schemas.microsoft.com/office/drawing/2014/main" id="{F1BBCD8D-CB6C-B375-912A-213EFE18F934}"/>
                    </a:ext>
                  </a:extLst>
                </p:cNvPr>
                <p:cNvSpPr>
                  <a:spLocks noChangeArrowheads="1"/>
                </p:cNvSpPr>
                <p:nvPr/>
              </p:nvSpPr>
              <p:spPr bwMode="auto">
                <a:xfrm>
                  <a:off x="122" y="2125"/>
                  <a:ext cx="150" cy="126"/>
                </a:xfrm>
                <a:prstGeom prst="flowChartMerge">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50" name="Line 36">
                  <a:extLst>
                    <a:ext uri="{FF2B5EF4-FFF2-40B4-BE49-F238E27FC236}">
                      <a16:creationId xmlns:a16="http://schemas.microsoft.com/office/drawing/2014/main" id="{C297F704-DB08-737C-D316-003A6C8EB747}"/>
                    </a:ext>
                  </a:extLst>
                </p:cNvPr>
                <p:cNvSpPr>
                  <a:spLocks noChangeShapeType="1"/>
                </p:cNvSpPr>
                <p:nvPr/>
              </p:nvSpPr>
              <p:spPr bwMode="auto">
                <a:xfrm>
                  <a:off x="122" y="2251"/>
                  <a:ext cx="1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27" name="Group 37">
              <a:extLst>
                <a:ext uri="{FF2B5EF4-FFF2-40B4-BE49-F238E27FC236}">
                  <a16:creationId xmlns:a16="http://schemas.microsoft.com/office/drawing/2014/main" id="{6600184C-C143-6FB6-A532-5CBE48B0EA49}"/>
                </a:ext>
              </a:extLst>
            </p:cNvPr>
            <p:cNvGrpSpPr>
              <a:grpSpLocks/>
            </p:cNvGrpSpPr>
            <p:nvPr/>
          </p:nvGrpSpPr>
          <p:grpSpPr bwMode="auto">
            <a:xfrm>
              <a:off x="1255" y="1598"/>
              <a:ext cx="150" cy="528"/>
              <a:chOff x="106" y="1933"/>
              <a:chExt cx="150" cy="528"/>
            </a:xfrm>
          </p:grpSpPr>
          <p:sp>
            <p:nvSpPr>
              <p:cNvPr id="43" name="Line 38">
                <a:extLst>
                  <a:ext uri="{FF2B5EF4-FFF2-40B4-BE49-F238E27FC236}">
                    <a16:creationId xmlns:a16="http://schemas.microsoft.com/office/drawing/2014/main" id="{E8968E72-05D0-6E7F-5569-EABBE0591AE4}"/>
                  </a:ext>
                </a:extLst>
              </p:cNvPr>
              <p:cNvSpPr>
                <a:spLocks noChangeShapeType="1"/>
              </p:cNvSpPr>
              <p:nvPr/>
            </p:nvSpPr>
            <p:spPr bwMode="auto">
              <a:xfrm>
                <a:off x="181" y="1933"/>
                <a:ext cx="0" cy="52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44" name="Group 39">
                <a:extLst>
                  <a:ext uri="{FF2B5EF4-FFF2-40B4-BE49-F238E27FC236}">
                    <a16:creationId xmlns:a16="http://schemas.microsoft.com/office/drawing/2014/main" id="{007B920A-05FD-DE77-B0AA-8884829D9840}"/>
                  </a:ext>
                </a:extLst>
              </p:cNvPr>
              <p:cNvGrpSpPr>
                <a:grpSpLocks/>
              </p:cNvGrpSpPr>
              <p:nvPr/>
            </p:nvGrpSpPr>
            <p:grpSpPr bwMode="auto">
              <a:xfrm>
                <a:off x="106" y="2125"/>
                <a:ext cx="150" cy="126"/>
                <a:chOff x="122" y="2125"/>
                <a:chExt cx="150" cy="126"/>
              </a:xfrm>
            </p:grpSpPr>
            <p:sp>
              <p:nvSpPr>
                <p:cNvPr id="45" name="AutoShape 40">
                  <a:extLst>
                    <a:ext uri="{FF2B5EF4-FFF2-40B4-BE49-F238E27FC236}">
                      <a16:creationId xmlns:a16="http://schemas.microsoft.com/office/drawing/2014/main" id="{6BD6BEAC-1FB0-AB3B-D1F9-D78B9BC170F3}"/>
                    </a:ext>
                  </a:extLst>
                </p:cNvPr>
                <p:cNvSpPr>
                  <a:spLocks noChangeArrowheads="1"/>
                </p:cNvSpPr>
                <p:nvPr/>
              </p:nvSpPr>
              <p:spPr bwMode="auto">
                <a:xfrm>
                  <a:off x="122" y="2125"/>
                  <a:ext cx="150" cy="126"/>
                </a:xfrm>
                <a:prstGeom prst="flowChartMerge">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46" name="Line 41">
                  <a:extLst>
                    <a:ext uri="{FF2B5EF4-FFF2-40B4-BE49-F238E27FC236}">
                      <a16:creationId xmlns:a16="http://schemas.microsoft.com/office/drawing/2014/main" id="{1D32BD2F-9C39-2FC1-B5B1-662560DDE1E6}"/>
                    </a:ext>
                  </a:extLst>
                </p:cNvPr>
                <p:cNvSpPr>
                  <a:spLocks noChangeShapeType="1"/>
                </p:cNvSpPr>
                <p:nvPr/>
              </p:nvSpPr>
              <p:spPr bwMode="auto">
                <a:xfrm>
                  <a:off x="122" y="2251"/>
                  <a:ext cx="1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28" name="Group 42">
              <a:extLst>
                <a:ext uri="{FF2B5EF4-FFF2-40B4-BE49-F238E27FC236}">
                  <a16:creationId xmlns:a16="http://schemas.microsoft.com/office/drawing/2014/main" id="{E733BD72-CA68-D407-AC0D-4177B2DEA4B1}"/>
                </a:ext>
              </a:extLst>
            </p:cNvPr>
            <p:cNvGrpSpPr>
              <a:grpSpLocks/>
            </p:cNvGrpSpPr>
            <p:nvPr/>
          </p:nvGrpSpPr>
          <p:grpSpPr bwMode="auto">
            <a:xfrm>
              <a:off x="1482" y="1598"/>
              <a:ext cx="150" cy="528"/>
              <a:chOff x="106" y="1933"/>
              <a:chExt cx="150" cy="528"/>
            </a:xfrm>
          </p:grpSpPr>
          <p:sp>
            <p:nvSpPr>
              <p:cNvPr id="39" name="Line 43">
                <a:extLst>
                  <a:ext uri="{FF2B5EF4-FFF2-40B4-BE49-F238E27FC236}">
                    <a16:creationId xmlns:a16="http://schemas.microsoft.com/office/drawing/2014/main" id="{B9EA6AD7-1298-E2A7-FD22-C236E9866B5D}"/>
                  </a:ext>
                </a:extLst>
              </p:cNvPr>
              <p:cNvSpPr>
                <a:spLocks noChangeShapeType="1"/>
              </p:cNvSpPr>
              <p:nvPr/>
            </p:nvSpPr>
            <p:spPr bwMode="auto">
              <a:xfrm>
                <a:off x="181" y="1933"/>
                <a:ext cx="0" cy="52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40" name="Group 44">
                <a:extLst>
                  <a:ext uri="{FF2B5EF4-FFF2-40B4-BE49-F238E27FC236}">
                    <a16:creationId xmlns:a16="http://schemas.microsoft.com/office/drawing/2014/main" id="{E4744501-B3A3-77D1-57FF-98DB946F91E4}"/>
                  </a:ext>
                </a:extLst>
              </p:cNvPr>
              <p:cNvGrpSpPr>
                <a:grpSpLocks/>
              </p:cNvGrpSpPr>
              <p:nvPr/>
            </p:nvGrpSpPr>
            <p:grpSpPr bwMode="auto">
              <a:xfrm>
                <a:off x="106" y="2125"/>
                <a:ext cx="150" cy="126"/>
                <a:chOff x="122" y="2125"/>
                <a:chExt cx="150" cy="126"/>
              </a:xfrm>
            </p:grpSpPr>
            <p:sp>
              <p:nvSpPr>
                <p:cNvPr id="41" name="AutoShape 45">
                  <a:extLst>
                    <a:ext uri="{FF2B5EF4-FFF2-40B4-BE49-F238E27FC236}">
                      <a16:creationId xmlns:a16="http://schemas.microsoft.com/office/drawing/2014/main" id="{198D5831-8C4D-BFB6-25F1-38F7A01A9CF6}"/>
                    </a:ext>
                  </a:extLst>
                </p:cNvPr>
                <p:cNvSpPr>
                  <a:spLocks noChangeArrowheads="1"/>
                </p:cNvSpPr>
                <p:nvPr/>
              </p:nvSpPr>
              <p:spPr bwMode="auto">
                <a:xfrm>
                  <a:off x="122" y="2125"/>
                  <a:ext cx="150" cy="126"/>
                </a:xfrm>
                <a:prstGeom prst="flowChartMerge">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42" name="Line 46">
                  <a:extLst>
                    <a:ext uri="{FF2B5EF4-FFF2-40B4-BE49-F238E27FC236}">
                      <a16:creationId xmlns:a16="http://schemas.microsoft.com/office/drawing/2014/main" id="{13A5E5BC-D345-E88C-05D0-7A4CE3552EFF}"/>
                    </a:ext>
                  </a:extLst>
                </p:cNvPr>
                <p:cNvSpPr>
                  <a:spLocks noChangeShapeType="1"/>
                </p:cNvSpPr>
                <p:nvPr/>
              </p:nvSpPr>
              <p:spPr bwMode="auto">
                <a:xfrm>
                  <a:off x="122" y="2251"/>
                  <a:ext cx="1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29" name="Group 47">
              <a:extLst>
                <a:ext uri="{FF2B5EF4-FFF2-40B4-BE49-F238E27FC236}">
                  <a16:creationId xmlns:a16="http://schemas.microsoft.com/office/drawing/2014/main" id="{E47CE970-5CB3-2CC7-94D8-F4519BAEC630}"/>
                </a:ext>
              </a:extLst>
            </p:cNvPr>
            <p:cNvGrpSpPr>
              <a:grpSpLocks/>
            </p:cNvGrpSpPr>
            <p:nvPr/>
          </p:nvGrpSpPr>
          <p:grpSpPr bwMode="auto">
            <a:xfrm>
              <a:off x="1708" y="1598"/>
              <a:ext cx="150" cy="528"/>
              <a:chOff x="106" y="1933"/>
              <a:chExt cx="150" cy="528"/>
            </a:xfrm>
          </p:grpSpPr>
          <p:sp>
            <p:nvSpPr>
              <p:cNvPr id="35" name="Line 48">
                <a:extLst>
                  <a:ext uri="{FF2B5EF4-FFF2-40B4-BE49-F238E27FC236}">
                    <a16:creationId xmlns:a16="http://schemas.microsoft.com/office/drawing/2014/main" id="{5E6524F3-6889-A591-7E79-462B01789EA0}"/>
                  </a:ext>
                </a:extLst>
              </p:cNvPr>
              <p:cNvSpPr>
                <a:spLocks noChangeShapeType="1"/>
              </p:cNvSpPr>
              <p:nvPr/>
            </p:nvSpPr>
            <p:spPr bwMode="auto">
              <a:xfrm>
                <a:off x="181" y="1933"/>
                <a:ext cx="0" cy="52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36" name="Group 49">
                <a:extLst>
                  <a:ext uri="{FF2B5EF4-FFF2-40B4-BE49-F238E27FC236}">
                    <a16:creationId xmlns:a16="http://schemas.microsoft.com/office/drawing/2014/main" id="{F0C6FD20-F4D2-5055-F32A-3F9335888C34}"/>
                  </a:ext>
                </a:extLst>
              </p:cNvPr>
              <p:cNvGrpSpPr>
                <a:grpSpLocks/>
              </p:cNvGrpSpPr>
              <p:nvPr/>
            </p:nvGrpSpPr>
            <p:grpSpPr bwMode="auto">
              <a:xfrm>
                <a:off x="106" y="2125"/>
                <a:ext cx="150" cy="126"/>
                <a:chOff x="122" y="2125"/>
                <a:chExt cx="150" cy="126"/>
              </a:xfrm>
            </p:grpSpPr>
            <p:sp>
              <p:nvSpPr>
                <p:cNvPr id="37" name="AutoShape 50">
                  <a:extLst>
                    <a:ext uri="{FF2B5EF4-FFF2-40B4-BE49-F238E27FC236}">
                      <a16:creationId xmlns:a16="http://schemas.microsoft.com/office/drawing/2014/main" id="{B636E491-B020-6240-54EE-604BD4A927B3}"/>
                    </a:ext>
                  </a:extLst>
                </p:cNvPr>
                <p:cNvSpPr>
                  <a:spLocks noChangeArrowheads="1"/>
                </p:cNvSpPr>
                <p:nvPr/>
              </p:nvSpPr>
              <p:spPr bwMode="auto">
                <a:xfrm>
                  <a:off x="122" y="2125"/>
                  <a:ext cx="150" cy="126"/>
                </a:xfrm>
                <a:prstGeom prst="flowChartMerge">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38" name="Line 51">
                  <a:extLst>
                    <a:ext uri="{FF2B5EF4-FFF2-40B4-BE49-F238E27FC236}">
                      <a16:creationId xmlns:a16="http://schemas.microsoft.com/office/drawing/2014/main" id="{D4DB7239-72E0-0B53-4F8A-FB09A353A7F4}"/>
                    </a:ext>
                  </a:extLst>
                </p:cNvPr>
                <p:cNvSpPr>
                  <a:spLocks noChangeShapeType="1"/>
                </p:cNvSpPr>
                <p:nvPr/>
              </p:nvSpPr>
              <p:spPr bwMode="auto">
                <a:xfrm>
                  <a:off x="122" y="2251"/>
                  <a:ext cx="1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30" name="Group 52">
              <a:extLst>
                <a:ext uri="{FF2B5EF4-FFF2-40B4-BE49-F238E27FC236}">
                  <a16:creationId xmlns:a16="http://schemas.microsoft.com/office/drawing/2014/main" id="{D9D85606-7B27-6C17-3488-213100826D0F}"/>
                </a:ext>
              </a:extLst>
            </p:cNvPr>
            <p:cNvGrpSpPr>
              <a:grpSpLocks/>
            </p:cNvGrpSpPr>
            <p:nvPr/>
          </p:nvGrpSpPr>
          <p:grpSpPr bwMode="auto">
            <a:xfrm>
              <a:off x="1935" y="1598"/>
              <a:ext cx="150" cy="528"/>
              <a:chOff x="106" y="1933"/>
              <a:chExt cx="150" cy="528"/>
            </a:xfrm>
          </p:grpSpPr>
          <p:sp>
            <p:nvSpPr>
              <p:cNvPr id="31" name="Line 53">
                <a:extLst>
                  <a:ext uri="{FF2B5EF4-FFF2-40B4-BE49-F238E27FC236}">
                    <a16:creationId xmlns:a16="http://schemas.microsoft.com/office/drawing/2014/main" id="{3BB3149D-D49A-2163-DF2C-3D5B2474C84E}"/>
                  </a:ext>
                </a:extLst>
              </p:cNvPr>
              <p:cNvSpPr>
                <a:spLocks noChangeShapeType="1"/>
              </p:cNvSpPr>
              <p:nvPr/>
            </p:nvSpPr>
            <p:spPr bwMode="auto">
              <a:xfrm>
                <a:off x="181" y="1933"/>
                <a:ext cx="0" cy="52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32" name="Group 54">
                <a:extLst>
                  <a:ext uri="{FF2B5EF4-FFF2-40B4-BE49-F238E27FC236}">
                    <a16:creationId xmlns:a16="http://schemas.microsoft.com/office/drawing/2014/main" id="{6523A6F8-54B0-DE32-043B-A433556F0D7E}"/>
                  </a:ext>
                </a:extLst>
              </p:cNvPr>
              <p:cNvGrpSpPr>
                <a:grpSpLocks/>
              </p:cNvGrpSpPr>
              <p:nvPr/>
            </p:nvGrpSpPr>
            <p:grpSpPr bwMode="auto">
              <a:xfrm>
                <a:off x="106" y="2125"/>
                <a:ext cx="150" cy="126"/>
                <a:chOff x="122" y="2125"/>
                <a:chExt cx="150" cy="126"/>
              </a:xfrm>
            </p:grpSpPr>
            <p:sp>
              <p:nvSpPr>
                <p:cNvPr id="33" name="AutoShape 55">
                  <a:extLst>
                    <a:ext uri="{FF2B5EF4-FFF2-40B4-BE49-F238E27FC236}">
                      <a16:creationId xmlns:a16="http://schemas.microsoft.com/office/drawing/2014/main" id="{473AA83E-42ED-7475-F354-7020EC5D05DD}"/>
                    </a:ext>
                  </a:extLst>
                </p:cNvPr>
                <p:cNvSpPr>
                  <a:spLocks noChangeArrowheads="1"/>
                </p:cNvSpPr>
                <p:nvPr/>
              </p:nvSpPr>
              <p:spPr bwMode="auto">
                <a:xfrm>
                  <a:off x="122" y="2125"/>
                  <a:ext cx="150" cy="126"/>
                </a:xfrm>
                <a:prstGeom prst="flowChartMerge">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34" name="Line 56">
                  <a:extLst>
                    <a:ext uri="{FF2B5EF4-FFF2-40B4-BE49-F238E27FC236}">
                      <a16:creationId xmlns:a16="http://schemas.microsoft.com/office/drawing/2014/main" id="{B42CEB4C-9419-CC12-1106-54F9CCC171B9}"/>
                    </a:ext>
                  </a:extLst>
                </p:cNvPr>
                <p:cNvSpPr>
                  <a:spLocks noChangeShapeType="1"/>
                </p:cNvSpPr>
                <p:nvPr/>
              </p:nvSpPr>
              <p:spPr bwMode="auto">
                <a:xfrm>
                  <a:off x="122" y="2251"/>
                  <a:ext cx="1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grpSp>
        <p:nvGrpSpPr>
          <p:cNvPr id="59" name="Group 57">
            <a:extLst>
              <a:ext uri="{FF2B5EF4-FFF2-40B4-BE49-F238E27FC236}">
                <a16:creationId xmlns:a16="http://schemas.microsoft.com/office/drawing/2014/main" id="{6D8F837C-6AA8-70AF-5A2B-1132717EC7C8}"/>
              </a:ext>
            </a:extLst>
          </p:cNvPr>
          <p:cNvGrpSpPr>
            <a:grpSpLocks/>
          </p:cNvGrpSpPr>
          <p:nvPr/>
        </p:nvGrpSpPr>
        <p:grpSpPr bwMode="auto">
          <a:xfrm>
            <a:off x="7503610" y="1541679"/>
            <a:ext cx="1608137" cy="2149475"/>
            <a:chOff x="4558" y="1418"/>
            <a:chExt cx="1013" cy="1354"/>
          </a:xfrm>
        </p:grpSpPr>
        <p:sp>
          <p:nvSpPr>
            <p:cNvPr id="60" name="Rectangle 58">
              <a:extLst>
                <a:ext uri="{FF2B5EF4-FFF2-40B4-BE49-F238E27FC236}">
                  <a16:creationId xmlns:a16="http://schemas.microsoft.com/office/drawing/2014/main" id="{D9C9F131-52C7-5BD5-1117-C3E3D3FC4A08}"/>
                </a:ext>
              </a:extLst>
            </p:cNvPr>
            <p:cNvSpPr>
              <a:spLocks noChangeArrowheads="1"/>
            </p:cNvSpPr>
            <p:nvPr/>
          </p:nvSpPr>
          <p:spPr bwMode="auto">
            <a:xfrm>
              <a:off x="5284" y="1777"/>
              <a:ext cx="56" cy="395"/>
            </a:xfrm>
            <a:prstGeom prst="rect">
              <a:avLst/>
            </a:prstGeom>
            <a:solidFill>
              <a:schemeClr val="tx1"/>
            </a:solidFill>
            <a:ln w="38100">
              <a:solidFill>
                <a:schemeClr val="tx1"/>
              </a:solidFill>
              <a:miter lim="800000"/>
              <a:headEnd/>
              <a:tailEnd/>
            </a:ln>
          </p:spPr>
          <p:txBody>
            <a:bodyPr wrap="none" lIns="90000" tIns="46800" rIns="90000" bIns="46800"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61" name="Rectangle 59">
              <a:extLst>
                <a:ext uri="{FF2B5EF4-FFF2-40B4-BE49-F238E27FC236}">
                  <a16:creationId xmlns:a16="http://schemas.microsoft.com/office/drawing/2014/main" id="{5081F658-090D-8176-6580-365737749E4A}"/>
                </a:ext>
              </a:extLst>
            </p:cNvPr>
            <p:cNvSpPr>
              <a:spLocks noChangeArrowheads="1"/>
            </p:cNvSpPr>
            <p:nvPr/>
          </p:nvSpPr>
          <p:spPr bwMode="auto">
            <a:xfrm>
              <a:off x="4767" y="1793"/>
              <a:ext cx="56" cy="394"/>
            </a:xfrm>
            <a:prstGeom prst="rect">
              <a:avLst/>
            </a:prstGeom>
            <a:solidFill>
              <a:schemeClr val="tx1"/>
            </a:solidFill>
            <a:ln w="38100">
              <a:solidFill>
                <a:schemeClr val="tx1"/>
              </a:solidFill>
              <a:miter lim="800000"/>
              <a:headEnd/>
              <a:tailEnd/>
            </a:ln>
          </p:spPr>
          <p:txBody>
            <a:bodyPr wrap="none" lIns="90000" tIns="46800" rIns="90000" bIns="46800"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62" name="Rectangle 60">
              <a:extLst>
                <a:ext uri="{FF2B5EF4-FFF2-40B4-BE49-F238E27FC236}">
                  <a16:creationId xmlns:a16="http://schemas.microsoft.com/office/drawing/2014/main" id="{45BCF5B1-9F9C-338A-0F23-A89420D804B4}"/>
                </a:ext>
              </a:extLst>
            </p:cNvPr>
            <p:cNvSpPr>
              <a:spLocks noChangeArrowheads="1"/>
            </p:cNvSpPr>
            <p:nvPr/>
          </p:nvSpPr>
          <p:spPr bwMode="auto">
            <a:xfrm>
              <a:off x="4770" y="2305"/>
              <a:ext cx="57" cy="395"/>
            </a:xfrm>
            <a:prstGeom prst="rect">
              <a:avLst/>
            </a:prstGeom>
            <a:solidFill>
              <a:schemeClr val="tx1"/>
            </a:solidFill>
            <a:ln w="38100">
              <a:solidFill>
                <a:schemeClr val="tx1"/>
              </a:solidFill>
              <a:miter lim="800000"/>
              <a:headEnd/>
              <a:tailEnd/>
            </a:ln>
          </p:spPr>
          <p:txBody>
            <a:bodyPr wrap="none" lIns="90000" tIns="46800" rIns="90000" bIns="46800"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63" name="Rectangle 61">
              <a:extLst>
                <a:ext uri="{FF2B5EF4-FFF2-40B4-BE49-F238E27FC236}">
                  <a16:creationId xmlns:a16="http://schemas.microsoft.com/office/drawing/2014/main" id="{818D4899-F749-1F31-250F-8D16298E5941}"/>
                </a:ext>
              </a:extLst>
            </p:cNvPr>
            <p:cNvSpPr>
              <a:spLocks noChangeArrowheads="1"/>
            </p:cNvSpPr>
            <p:nvPr/>
          </p:nvSpPr>
          <p:spPr bwMode="auto">
            <a:xfrm rot="-5400000">
              <a:off x="5024" y="1532"/>
              <a:ext cx="55" cy="405"/>
            </a:xfrm>
            <a:prstGeom prst="rect">
              <a:avLst/>
            </a:prstGeom>
            <a:solidFill>
              <a:schemeClr val="tx1"/>
            </a:solidFill>
            <a:ln w="38100">
              <a:solidFill>
                <a:schemeClr val="tx1"/>
              </a:solidFill>
              <a:miter lim="800000"/>
              <a:headEnd/>
              <a:tailEnd/>
            </a:ln>
          </p:spPr>
          <p:txBody>
            <a:bodyPr wrap="none" lIns="90000" tIns="46800" rIns="90000" bIns="46800"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64" name="Rectangle 62">
              <a:extLst>
                <a:ext uri="{FF2B5EF4-FFF2-40B4-BE49-F238E27FC236}">
                  <a16:creationId xmlns:a16="http://schemas.microsoft.com/office/drawing/2014/main" id="{490020F7-6DE7-0197-D6EF-5D5E5D43807A}"/>
                </a:ext>
              </a:extLst>
            </p:cNvPr>
            <p:cNvSpPr>
              <a:spLocks noChangeArrowheads="1"/>
            </p:cNvSpPr>
            <p:nvPr/>
          </p:nvSpPr>
          <p:spPr bwMode="auto">
            <a:xfrm rot="-5400000">
              <a:off x="5031" y="2037"/>
              <a:ext cx="55" cy="405"/>
            </a:xfrm>
            <a:prstGeom prst="rect">
              <a:avLst/>
            </a:prstGeom>
            <a:solidFill>
              <a:schemeClr val="tx1"/>
            </a:solidFill>
            <a:ln w="38100">
              <a:solidFill>
                <a:schemeClr val="tx1"/>
              </a:solidFill>
              <a:miter lim="800000"/>
              <a:headEnd/>
              <a:tailEnd/>
            </a:ln>
          </p:spPr>
          <p:txBody>
            <a:bodyPr wrap="none" lIns="90000" tIns="46800" rIns="90000" bIns="46800"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65" name="Text Box 63">
              <a:extLst>
                <a:ext uri="{FF2B5EF4-FFF2-40B4-BE49-F238E27FC236}">
                  <a16:creationId xmlns:a16="http://schemas.microsoft.com/office/drawing/2014/main" id="{0C7FFE1C-1E71-4D91-F429-B1ECCAA6C9FC}"/>
                </a:ext>
              </a:extLst>
            </p:cNvPr>
            <p:cNvSpPr txBox="1">
              <a:spLocks noChangeArrowheads="1"/>
            </p:cNvSpPr>
            <p:nvPr/>
          </p:nvSpPr>
          <p:spPr bwMode="auto">
            <a:xfrm>
              <a:off x="5336" y="2212"/>
              <a:ext cx="190"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90000" tIns="46800" rIns="90000" bIns="46800">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spcAft>
                  <a:spcPct val="0"/>
                </a:spcAft>
                <a:buFontTx/>
                <a:buNone/>
              </a:pPr>
              <a:r>
                <a:rPr kumimoji="1" lang="en-US" altLang="zh-CN" sz="3600">
                  <a:latin typeface="Times New Roman" panose="02020603050405020304" pitchFamily="18" charset="0"/>
                  <a:ea typeface="楷体_GB2312" pitchFamily="49" charset="-122"/>
                </a:rPr>
                <a:t>c</a:t>
              </a:r>
            </a:p>
          </p:txBody>
        </p:sp>
        <p:sp>
          <p:nvSpPr>
            <p:cNvPr id="66" name="Text Box 64">
              <a:extLst>
                <a:ext uri="{FF2B5EF4-FFF2-40B4-BE49-F238E27FC236}">
                  <a16:creationId xmlns:a16="http://schemas.microsoft.com/office/drawing/2014/main" id="{27CB3051-A9B9-CF5A-8833-F7432E753908}"/>
                </a:ext>
              </a:extLst>
            </p:cNvPr>
            <p:cNvSpPr txBox="1">
              <a:spLocks noChangeArrowheads="1"/>
            </p:cNvSpPr>
            <p:nvPr/>
          </p:nvSpPr>
          <p:spPr bwMode="auto">
            <a:xfrm>
              <a:off x="4979" y="1418"/>
              <a:ext cx="15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90000" tIns="46800" rIns="90000" bIns="46800">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spcAft>
                  <a:spcPct val="0"/>
                </a:spcAft>
                <a:buFontTx/>
                <a:buNone/>
              </a:pPr>
              <a:r>
                <a:rPr kumimoji="1" lang="en-US" altLang="zh-CN">
                  <a:latin typeface="Times New Roman" panose="02020603050405020304" pitchFamily="18" charset="0"/>
                  <a:ea typeface="楷体_GB2312" pitchFamily="49" charset="-122"/>
                </a:rPr>
                <a:t>a</a:t>
              </a:r>
            </a:p>
          </p:txBody>
        </p:sp>
        <p:sp>
          <p:nvSpPr>
            <p:cNvPr id="67" name="Rectangle 65">
              <a:extLst>
                <a:ext uri="{FF2B5EF4-FFF2-40B4-BE49-F238E27FC236}">
                  <a16:creationId xmlns:a16="http://schemas.microsoft.com/office/drawing/2014/main" id="{03EC873B-395F-AF1A-53B0-69D4A3741A0D}"/>
                </a:ext>
              </a:extLst>
            </p:cNvPr>
            <p:cNvSpPr>
              <a:spLocks noChangeArrowheads="1"/>
            </p:cNvSpPr>
            <p:nvPr/>
          </p:nvSpPr>
          <p:spPr bwMode="auto">
            <a:xfrm>
              <a:off x="4767" y="2307"/>
              <a:ext cx="56" cy="395"/>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68" name="Rectangle 66">
              <a:extLst>
                <a:ext uri="{FF2B5EF4-FFF2-40B4-BE49-F238E27FC236}">
                  <a16:creationId xmlns:a16="http://schemas.microsoft.com/office/drawing/2014/main" id="{F8763A11-F88E-8A1A-9F0C-409706FA5783}"/>
                </a:ext>
              </a:extLst>
            </p:cNvPr>
            <p:cNvSpPr>
              <a:spLocks noChangeArrowheads="1"/>
            </p:cNvSpPr>
            <p:nvPr/>
          </p:nvSpPr>
          <p:spPr bwMode="auto">
            <a:xfrm rot="-5400000">
              <a:off x="5026" y="2543"/>
              <a:ext cx="55" cy="404"/>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69" name="Rectangle 67">
              <a:extLst>
                <a:ext uri="{FF2B5EF4-FFF2-40B4-BE49-F238E27FC236}">
                  <a16:creationId xmlns:a16="http://schemas.microsoft.com/office/drawing/2014/main" id="{97A47C91-C2C0-0B0F-08D6-B2DA7F67B42C}"/>
                </a:ext>
              </a:extLst>
            </p:cNvPr>
            <p:cNvSpPr>
              <a:spLocks noChangeArrowheads="1"/>
            </p:cNvSpPr>
            <p:nvPr/>
          </p:nvSpPr>
          <p:spPr bwMode="auto">
            <a:xfrm>
              <a:off x="5280" y="1779"/>
              <a:ext cx="56" cy="394"/>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70" name="Text Box 68">
              <a:extLst>
                <a:ext uri="{FF2B5EF4-FFF2-40B4-BE49-F238E27FC236}">
                  <a16:creationId xmlns:a16="http://schemas.microsoft.com/office/drawing/2014/main" id="{D5BD68C7-0187-317E-7BA4-C685AD9F52E7}"/>
                </a:ext>
              </a:extLst>
            </p:cNvPr>
            <p:cNvSpPr txBox="1">
              <a:spLocks noChangeArrowheads="1"/>
            </p:cNvSpPr>
            <p:nvPr/>
          </p:nvSpPr>
          <p:spPr bwMode="auto">
            <a:xfrm>
              <a:off x="5360" y="1804"/>
              <a:ext cx="21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90000" tIns="46800" rIns="90000" bIns="46800">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spcAft>
                  <a:spcPct val="0"/>
                </a:spcAft>
                <a:buFontTx/>
                <a:buNone/>
              </a:pPr>
              <a:r>
                <a:rPr kumimoji="1" lang="en-US" altLang="zh-CN">
                  <a:latin typeface="Times New Roman" panose="02020603050405020304" pitchFamily="18" charset="0"/>
                  <a:ea typeface="楷体_GB2312" pitchFamily="49" charset="-122"/>
                </a:rPr>
                <a:t>b</a:t>
              </a:r>
            </a:p>
          </p:txBody>
        </p:sp>
        <p:sp>
          <p:nvSpPr>
            <p:cNvPr id="71" name="Text Box 69">
              <a:extLst>
                <a:ext uri="{FF2B5EF4-FFF2-40B4-BE49-F238E27FC236}">
                  <a16:creationId xmlns:a16="http://schemas.microsoft.com/office/drawing/2014/main" id="{B2E84F3E-E28C-AFA4-87D3-0D2F93B7C9C9}"/>
                </a:ext>
              </a:extLst>
            </p:cNvPr>
            <p:cNvSpPr txBox="1">
              <a:spLocks noChangeArrowheads="1"/>
            </p:cNvSpPr>
            <p:nvPr/>
          </p:nvSpPr>
          <p:spPr bwMode="auto">
            <a:xfrm>
              <a:off x="4967" y="2439"/>
              <a:ext cx="18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90000" tIns="46800" rIns="90000" bIns="46800">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spcAft>
                  <a:spcPct val="0"/>
                </a:spcAft>
                <a:buFontTx/>
                <a:buNone/>
              </a:pPr>
              <a:r>
                <a:rPr kumimoji="1" lang="en-US" altLang="zh-CN" sz="2400">
                  <a:latin typeface="Times New Roman" panose="02020603050405020304" pitchFamily="18" charset="0"/>
                  <a:ea typeface="楷体_GB2312" pitchFamily="49" charset="-122"/>
                </a:rPr>
                <a:t>d</a:t>
              </a:r>
            </a:p>
          </p:txBody>
        </p:sp>
        <p:sp>
          <p:nvSpPr>
            <p:cNvPr id="72" name="Text Box 70">
              <a:extLst>
                <a:ext uri="{FF2B5EF4-FFF2-40B4-BE49-F238E27FC236}">
                  <a16:creationId xmlns:a16="http://schemas.microsoft.com/office/drawing/2014/main" id="{B81C8572-03B9-B839-5683-C9398E4A6B34}"/>
                </a:ext>
              </a:extLst>
            </p:cNvPr>
            <p:cNvSpPr txBox="1">
              <a:spLocks noChangeArrowheads="1"/>
            </p:cNvSpPr>
            <p:nvPr/>
          </p:nvSpPr>
          <p:spPr bwMode="auto">
            <a:xfrm>
              <a:off x="4571" y="1849"/>
              <a:ext cx="1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90000" tIns="46800" rIns="90000" bIns="46800">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spcAft>
                  <a:spcPct val="0"/>
                </a:spcAft>
                <a:buFontTx/>
                <a:buNone/>
              </a:pPr>
              <a:r>
                <a:rPr kumimoji="1" lang="en-US" altLang="zh-CN" sz="2400">
                  <a:latin typeface="Times New Roman" panose="02020603050405020304" pitchFamily="18" charset="0"/>
                  <a:ea typeface="楷体_GB2312" pitchFamily="49" charset="-122"/>
                </a:rPr>
                <a:t>f</a:t>
              </a:r>
            </a:p>
          </p:txBody>
        </p:sp>
        <p:sp>
          <p:nvSpPr>
            <p:cNvPr id="73" name="Text Box 71">
              <a:extLst>
                <a:ext uri="{FF2B5EF4-FFF2-40B4-BE49-F238E27FC236}">
                  <a16:creationId xmlns:a16="http://schemas.microsoft.com/office/drawing/2014/main" id="{A4905F4C-7F9E-78A3-50A3-99296A75CBFE}"/>
                </a:ext>
              </a:extLst>
            </p:cNvPr>
            <p:cNvSpPr txBox="1">
              <a:spLocks noChangeArrowheads="1"/>
            </p:cNvSpPr>
            <p:nvPr/>
          </p:nvSpPr>
          <p:spPr bwMode="auto">
            <a:xfrm>
              <a:off x="4987" y="1884"/>
              <a:ext cx="1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90000" tIns="46800" rIns="90000" bIns="46800">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spcAft>
                  <a:spcPct val="0"/>
                </a:spcAft>
                <a:buFontTx/>
                <a:buNone/>
              </a:pPr>
              <a:r>
                <a:rPr kumimoji="1" lang="en-US" altLang="zh-CN" sz="2400">
                  <a:latin typeface="Times New Roman" panose="02020603050405020304" pitchFamily="18" charset="0"/>
                  <a:ea typeface="楷体_GB2312" pitchFamily="49" charset="-122"/>
                </a:rPr>
                <a:t>g</a:t>
              </a:r>
            </a:p>
          </p:txBody>
        </p:sp>
        <p:sp>
          <p:nvSpPr>
            <p:cNvPr id="74" name="Rectangle 72">
              <a:extLst>
                <a:ext uri="{FF2B5EF4-FFF2-40B4-BE49-F238E27FC236}">
                  <a16:creationId xmlns:a16="http://schemas.microsoft.com/office/drawing/2014/main" id="{04759B5A-DD56-2408-CE42-C027753B8778}"/>
                </a:ext>
              </a:extLst>
            </p:cNvPr>
            <p:cNvSpPr>
              <a:spLocks noChangeArrowheads="1"/>
            </p:cNvSpPr>
            <p:nvPr/>
          </p:nvSpPr>
          <p:spPr bwMode="auto">
            <a:xfrm>
              <a:off x="5288" y="1772"/>
              <a:ext cx="56" cy="395"/>
            </a:xfrm>
            <a:prstGeom prst="rect">
              <a:avLst/>
            </a:prstGeom>
            <a:solidFill>
              <a:schemeClr val="tx1"/>
            </a:solidFill>
            <a:ln w="38100">
              <a:solidFill>
                <a:schemeClr val="tx1"/>
              </a:solidFill>
              <a:miter lim="800000"/>
              <a:headEnd/>
              <a:tailEnd/>
            </a:ln>
          </p:spPr>
          <p:txBody>
            <a:bodyPr wrap="none" lIns="90000" tIns="46800" rIns="90000" bIns="46800"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75" name="Rectangle 73">
              <a:extLst>
                <a:ext uri="{FF2B5EF4-FFF2-40B4-BE49-F238E27FC236}">
                  <a16:creationId xmlns:a16="http://schemas.microsoft.com/office/drawing/2014/main" id="{99C00745-791F-966A-2884-3382BF4466EC}"/>
                </a:ext>
              </a:extLst>
            </p:cNvPr>
            <p:cNvSpPr>
              <a:spLocks noChangeArrowheads="1"/>
            </p:cNvSpPr>
            <p:nvPr/>
          </p:nvSpPr>
          <p:spPr bwMode="auto">
            <a:xfrm>
              <a:off x="5284" y="2296"/>
              <a:ext cx="56" cy="395"/>
            </a:xfrm>
            <a:prstGeom prst="rect">
              <a:avLst/>
            </a:prstGeom>
            <a:solidFill>
              <a:schemeClr val="tx1"/>
            </a:solidFill>
            <a:ln w="38100">
              <a:solidFill>
                <a:schemeClr val="tx1"/>
              </a:solidFill>
              <a:miter lim="800000"/>
              <a:headEnd/>
              <a:tailEnd/>
            </a:ln>
          </p:spPr>
          <p:txBody>
            <a:bodyPr wrap="none" lIns="90000" tIns="46800" rIns="90000" bIns="46800"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76" name="Rectangle 74">
              <a:extLst>
                <a:ext uri="{FF2B5EF4-FFF2-40B4-BE49-F238E27FC236}">
                  <a16:creationId xmlns:a16="http://schemas.microsoft.com/office/drawing/2014/main" id="{826ABC10-C357-46DA-FC99-BDF7783CB590}"/>
                </a:ext>
              </a:extLst>
            </p:cNvPr>
            <p:cNvSpPr>
              <a:spLocks noChangeArrowheads="1"/>
            </p:cNvSpPr>
            <p:nvPr/>
          </p:nvSpPr>
          <p:spPr bwMode="auto">
            <a:xfrm rot="-5400000">
              <a:off x="5031" y="2540"/>
              <a:ext cx="55" cy="405"/>
            </a:xfrm>
            <a:prstGeom prst="rect">
              <a:avLst/>
            </a:prstGeom>
            <a:solidFill>
              <a:schemeClr val="tx1"/>
            </a:solidFill>
            <a:ln w="38100">
              <a:solidFill>
                <a:schemeClr val="tx1"/>
              </a:solidFill>
              <a:miter lim="800000"/>
              <a:headEnd/>
              <a:tailEnd/>
            </a:ln>
          </p:spPr>
          <p:txBody>
            <a:bodyPr wrap="none" lIns="90000" tIns="46800" rIns="90000" bIns="46800"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77" name="Text Box 75">
              <a:extLst>
                <a:ext uri="{FF2B5EF4-FFF2-40B4-BE49-F238E27FC236}">
                  <a16:creationId xmlns:a16="http://schemas.microsoft.com/office/drawing/2014/main" id="{9695DE17-83B0-4DA4-5E90-FFE09AC1114B}"/>
                </a:ext>
              </a:extLst>
            </p:cNvPr>
            <p:cNvSpPr txBox="1">
              <a:spLocks noChangeArrowheads="1"/>
            </p:cNvSpPr>
            <p:nvPr/>
          </p:nvSpPr>
          <p:spPr bwMode="auto">
            <a:xfrm>
              <a:off x="4558" y="2348"/>
              <a:ext cx="1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90000" tIns="46800" rIns="90000" bIns="46800">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spcAft>
                  <a:spcPct val="0"/>
                </a:spcAft>
                <a:buFontTx/>
                <a:buNone/>
              </a:pPr>
              <a:r>
                <a:rPr kumimoji="1" lang="en-US" altLang="zh-CN" sz="2400">
                  <a:latin typeface="Times New Roman" panose="02020603050405020304" pitchFamily="18" charset="0"/>
                  <a:ea typeface="楷体_GB2312" pitchFamily="49" charset="-122"/>
                </a:rPr>
                <a:t>e</a:t>
              </a:r>
            </a:p>
          </p:txBody>
        </p:sp>
      </p:grpSp>
      <p:grpSp>
        <p:nvGrpSpPr>
          <p:cNvPr id="78" name="Group 76">
            <a:extLst>
              <a:ext uri="{FF2B5EF4-FFF2-40B4-BE49-F238E27FC236}">
                <a16:creationId xmlns:a16="http://schemas.microsoft.com/office/drawing/2014/main" id="{30511E6D-7CC7-D3E3-2E19-FD0100DBD5E8}"/>
              </a:ext>
            </a:extLst>
          </p:cNvPr>
          <p:cNvGrpSpPr>
            <a:grpSpLocks/>
          </p:cNvGrpSpPr>
          <p:nvPr/>
        </p:nvGrpSpPr>
        <p:grpSpPr bwMode="auto">
          <a:xfrm>
            <a:off x="7841747" y="1998879"/>
            <a:ext cx="909638" cy="1687513"/>
            <a:chOff x="4741" y="3061"/>
            <a:chExt cx="573" cy="1063"/>
          </a:xfrm>
        </p:grpSpPr>
        <p:sp>
          <p:nvSpPr>
            <p:cNvPr id="79" name="Rectangle 77">
              <a:extLst>
                <a:ext uri="{FF2B5EF4-FFF2-40B4-BE49-F238E27FC236}">
                  <a16:creationId xmlns:a16="http://schemas.microsoft.com/office/drawing/2014/main" id="{8204DBA3-7CAC-8BB5-110D-B45CBD109F32}"/>
                </a:ext>
              </a:extLst>
            </p:cNvPr>
            <p:cNvSpPr>
              <a:spLocks noChangeArrowheads="1"/>
            </p:cNvSpPr>
            <p:nvPr/>
          </p:nvSpPr>
          <p:spPr bwMode="auto">
            <a:xfrm>
              <a:off x="4741" y="3147"/>
              <a:ext cx="56" cy="394"/>
            </a:xfrm>
            <a:prstGeom prst="rect">
              <a:avLst/>
            </a:prstGeom>
            <a:solidFill>
              <a:srgbClr val="FF0000"/>
            </a:solidFill>
            <a:ln w="57150">
              <a:solidFill>
                <a:srgbClr val="FF0000"/>
              </a:solidFill>
              <a:miter lim="800000"/>
              <a:headEnd/>
              <a:tailEnd/>
            </a:ln>
          </p:spPr>
          <p:txBody>
            <a:bodyPr wrap="none" lIns="90000" tIns="46800" rIns="90000" bIns="46800"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80" name="Rectangle 78">
              <a:extLst>
                <a:ext uri="{FF2B5EF4-FFF2-40B4-BE49-F238E27FC236}">
                  <a16:creationId xmlns:a16="http://schemas.microsoft.com/office/drawing/2014/main" id="{030D95C3-CD92-53E8-160F-0A242C18154F}"/>
                </a:ext>
              </a:extLst>
            </p:cNvPr>
            <p:cNvSpPr>
              <a:spLocks noChangeArrowheads="1"/>
            </p:cNvSpPr>
            <p:nvPr/>
          </p:nvSpPr>
          <p:spPr bwMode="auto">
            <a:xfrm rot="-5400000">
              <a:off x="4998" y="2886"/>
              <a:ext cx="55" cy="405"/>
            </a:xfrm>
            <a:prstGeom prst="rect">
              <a:avLst/>
            </a:prstGeom>
            <a:solidFill>
              <a:srgbClr val="FF0000"/>
            </a:solidFill>
            <a:ln w="57150">
              <a:solidFill>
                <a:srgbClr val="FF0000"/>
              </a:solidFill>
              <a:miter lim="800000"/>
              <a:headEnd/>
              <a:tailEnd/>
            </a:ln>
          </p:spPr>
          <p:txBody>
            <a:bodyPr wrap="none" lIns="90000" tIns="46800" rIns="90000" bIns="46800"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81" name="Rectangle 79">
              <a:extLst>
                <a:ext uri="{FF2B5EF4-FFF2-40B4-BE49-F238E27FC236}">
                  <a16:creationId xmlns:a16="http://schemas.microsoft.com/office/drawing/2014/main" id="{EF58FA54-845E-FCCA-BDF3-5258119CD042}"/>
                </a:ext>
              </a:extLst>
            </p:cNvPr>
            <p:cNvSpPr>
              <a:spLocks noChangeArrowheads="1"/>
            </p:cNvSpPr>
            <p:nvPr/>
          </p:nvSpPr>
          <p:spPr bwMode="auto">
            <a:xfrm rot="-5400000">
              <a:off x="5005" y="3391"/>
              <a:ext cx="55" cy="405"/>
            </a:xfrm>
            <a:prstGeom prst="rect">
              <a:avLst/>
            </a:prstGeom>
            <a:solidFill>
              <a:srgbClr val="FF0000"/>
            </a:solidFill>
            <a:ln w="57150">
              <a:solidFill>
                <a:srgbClr val="FF0000"/>
              </a:solidFill>
              <a:miter lim="800000"/>
              <a:headEnd/>
              <a:tailEnd/>
            </a:ln>
          </p:spPr>
          <p:txBody>
            <a:bodyPr wrap="none" lIns="90000" tIns="46800" rIns="90000" bIns="46800"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82" name="Rectangle 80">
              <a:extLst>
                <a:ext uri="{FF2B5EF4-FFF2-40B4-BE49-F238E27FC236}">
                  <a16:creationId xmlns:a16="http://schemas.microsoft.com/office/drawing/2014/main" id="{97067AF2-1ED1-428F-C394-CB55A17821A1}"/>
                </a:ext>
              </a:extLst>
            </p:cNvPr>
            <p:cNvSpPr>
              <a:spLocks noChangeArrowheads="1"/>
            </p:cNvSpPr>
            <p:nvPr/>
          </p:nvSpPr>
          <p:spPr bwMode="auto">
            <a:xfrm>
              <a:off x="5258" y="3650"/>
              <a:ext cx="56" cy="395"/>
            </a:xfrm>
            <a:prstGeom prst="rect">
              <a:avLst/>
            </a:prstGeom>
            <a:solidFill>
              <a:srgbClr val="FF0000"/>
            </a:solidFill>
            <a:ln w="57150">
              <a:solidFill>
                <a:srgbClr val="FF0000"/>
              </a:solidFill>
              <a:miter lim="800000"/>
              <a:headEnd/>
              <a:tailEnd/>
            </a:ln>
          </p:spPr>
          <p:txBody>
            <a:bodyPr wrap="none" lIns="90000" tIns="46800" rIns="90000" bIns="46800"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83" name="Rectangle 81">
              <a:extLst>
                <a:ext uri="{FF2B5EF4-FFF2-40B4-BE49-F238E27FC236}">
                  <a16:creationId xmlns:a16="http://schemas.microsoft.com/office/drawing/2014/main" id="{8397079A-46FC-588E-145A-69F345B4AB56}"/>
                </a:ext>
              </a:extLst>
            </p:cNvPr>
            <p:cNvSpPr>
              <a:spLocks noChangeArrowheads="1"/>
            </p:cNvSpPr>
            <p:nvPr/>
          </p:nvSpPr>
          <p:spPr bwMode="auto">
            <a:xfrm rot="-5400000">
              <a:off x="5005" y="3894"/>
              <a:ext cx="55" cy="405"/>
            </a:xfrm>
            <a:prstGeom prst="rect">
              <a:avLst/>
            </a:prstGeom>
            <a:solidFill>
              <a:srgbClr val="FF0000"/>
            </a:solidFill>
            <a:ln w="57150">
              <a:solidFill>
                <a:srgbClr val="FF0000"/>
              </a:solidFill>
              <a:miter lim="800000"/>
              <a:headEnd/>
              <a:tailEnd/>
            </a:ln>
          </p:spPr>
          <p:txBody>
            <a:bodyPr wrap="none" lIns="90000" tIns="46800" rIns="90000" bIns="46800"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grpSp>
      <p:grpSp>
        <p:nvGrpSpPr>
          <p:cNvPr id="84" name="Group 82">
            <a:extLst>
              <a:ext uri="{FF2B5EF4-FFF2-40B4-BE49-F238E27FC236}">
                <a16:creationId xmlns:a16="http://schemas.microsoft.com/office/drawing/2014/main" id="{3DDB028C-7224-8A41-C7AA-A13F8371813D}"/>
              </a:ext>
            </a:extLst>
          </p:cNvPr>
          <p:cNvGrpSpPr>
            <a:grpSpLocks/>
          </p:cNvGrpSpPr>
          <p:nvPr/>
        </p:nvGrpSpPr>
        <p:grpSpPr bwMode="auto">
          <a:xfrm>
            <a:off x="3958504" y="1637723"/>
            <a:ext cx="3060700" cy="2112963"/>
            <a:chOff x="2559" y="1300"/>
            <a:chExt cx="1928" cy="1331"/>
          </a:xfrm>
        </p:grpSpPr>
        <p:sp>
          <p:nvSpPr>
            <p:cNvPr id="85" name="Text Box 83">
              <a:extLst>
                <a:ext uri="{FF2B5EF4-FFF2-40B4-BE49-F238E27FC236}">
                  <a16:creationId xmlns:a16="http://schemas.microsoft.com/office/drawing/2014/main" id="{AEFD6A7F-6A0D-2E60-8F5C-87C3EA253D88}"/>
                </a:ext>
              </a:extLst>
            </p:cNvPr>
            <p:cNvSpPr txBox="1">
              <a:spLocks noChangeArrowheads="1"/>
            </p:cNvSpPr>
            <p:nvPr/>
          </p:nvSpPr>
          <p:spPr bwMode="auto">
            <a:xfrm>
              <a:off x="2559" y="2343"/>
              <a:ext cx="19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spcAft>
                  <a:spcPct val="0"/>
                </a:spcAft>
                <a:buFontTx/>
                <a:buNone/>
              </a:pPr>
              <a:r>
                <a:rPr kumimoji="1" lang="zh-CN" altLang="en-US" sz="2400"/>
                <a:t>共阴极，高电平驱动</a:t>
              </a:r>
            </a:p>
          </p:txBody>
        </p:sp>
        <p:grpSp>
          <p:nvGrpSpPr>
            <p:cNvPr id="86" name="Group 84">
              <a:extLst>
                <a:ext uri="{FF2B5EF4-FFF2-40B4-BE49-F238E27FC236}">
                  <a16:creationId xmlns:a16="http://schemas.microsoft.com/office/drawing/2014/main" id="{BE0A0C2A-C241-55CD-6B3A-F3ECCDC27BDE}"/>
                </a:ext>
              </a:extLst>
            </p:cNvPr>
            <p:cNvGrpSpPr>
              <a:grpSpLocks/>
            </p:cNvGrpSpPr>
            <p:nvPr/>
          </p:nvGrpSpPr>
          <p:grpSpPr bwMode="auto">
            <a:xfrm>
              <a:off x="2687" y="1598"/>
              <a:ext cx="150" cy="528"/>
              <a:chOff x="106" y="1933"/>
              <a:chExt cx="150" cy="528"/>
            </a:xfrm>
          </p:grpSpPr>
          <p:sp>
            <p:nvSpPr>
              <p:cNvPr id="132" name="Line 85">
                <a:extLst>
                  <a:ext uri="{FF2B5EF4-FFF2-40B4-BE49-F238E27FC236}">
                    <a16:creationId xmlns:a16="http://schemas.microsoft.com/office/drawing/2014/main" id="{284157AF-7B91-9FB7-A5AB-E4BC799066E9}"/>
                  </a:ext>
                </a:extLst>
              </p:cNvPr>
              <p:cNvSpPr>
                <a:spLocks noChangeShapeType="1"/>
              </p:cNvSpPr>
              <p:nvPr/>
            </p:nvSpPr>
            <p:spPr bwMode="auto">
              <a:xfrm>
                <a:off x="181" y="1933"/>
                <a:ext cx="0" cy="52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33" name="Group 86">
                <a:extLst>
                  <a:ext uri="{FF2B5EF4-FFF2-40B4-BE49-F238E27FC236}">
                    <a16:creationId xmlns:a16="http://schemas.microsoft.com/office/drawing/2014/main" id="{650C0341-3F72-A393-D59F-A6520A272F96}"/>
                  </a:ext>
                </a:extLst>
              </p:cNvPr>
              <p:cNvGrpSpPr>
                <a:grpSpLocks/>
              </p:cNvGrpSpPr>
              <p:nvPr/>
            </p:nvGrpSpPr>
            <p:grpSpPr bwMode="auto">
              <a:xfrm>
                <a:off x="106" y="2125"/>
                <a:ext cx="150" cy="126"/>
                <a:chOff x="122" y="2125"/>
                <a:chExt cx="150" cy="126"/>
              </a:xfrm>
            </p:grpSpPr>
            <p:sp>
              <p:nvSpPr>
                <p:cNvPr id="134" name="AutoShape 87">
                  <a:extLst>
                    <a:ext uri="{FF2B5EF4-FFF2-40B4-BE49-F238E27FC236}">
                      <a16:creationId xmlns:a16="http://schemas.microsoft.com/office/drawing/2014/main" id="{5AEC4A35-51E7-836F-C137-DCAD1925D86B}"/>
                    </a:ext>
                  </a:extLst>
                </p:cNvPr>
                <p:cNvSpPr>
                  <a:spLocks noChangeArrowheads="1"/>
                </p:cNvSpPr>
                <p:nvPr/>
              </p:nvSpPr>
              <p:spPr bwMode="auto">
                <a:xfrm>
                  <a:off x="122" y="2125"/>
                  <a:ext cx="150" cy="126"/>
                </a:xfrm>
                <a:prstGeom prst="flowChartMerge">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35" name="Line 88">
                  <a:extLst>
                    <a:ext uri="{FF2B5EF4-FFF2-40B4-BE49-F238E27FC236}">
                      <a16:creationId xmlns:a16="http://schemas.microsoft.com/office/drawing/2014/main" id="{A80E6516-2DC2-B96C-F00A-514B6B88674C}"/>
                    </a:ext>
                  </a:extLst>
                </p:cNvPr>
                <p:cNvSpPr>
                  <a:spLocks noChangeShapeType="1"/>
                </p:cNvSpPr>
                <p:nvPr/>
              </p:nvSpPr>
              <p:spPr bwMode="auto">
                <a:xfrm>
                  <a:off x="122" y="2251"/>
                  <a:ext cx="1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sp>
          <p:nvSpPr>
            <p:cNvPr id="87" name="Line 89">
              <a:extLst>
                <a:ext uri="{FF2B5EF4-FFF2-40B4-BE49-F238E27FC236}">
                  <a16:creationId xmlns:a16="http://schemas.microsoft.com/office/drawing/2014/main" id="{74F8EF6C-8E60-F72D-66C8-2453CE461CA3}"/>
                </a:ext>
              </a:extLst>
            </p:cNvPr>
            <p:cNvSpPr>
              <a:spLocks noChangeShapeType="1"/>
            </p:cNvSpPr>
            <p:nvPr/>
          </p:nvSpPr>
          <p:spPr bwMode="auto">
            <a:xfrm>
              <a:off x="2760" y="2123"/>
              <a:ext cx="1571"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8" name="Oval 90">
              <a:extLst>
                <a:ext uri="{FF2B5EF4-FFF2-40B4-BE49-F238E27FC236}">
                  <a16:creationId xmlns:a16="http://schemas.microsoft.com/office/drawing/2014/main" id="{43028808-5D0F-6192-9D1F-F17C8E41BC2B}"/>
                </a:ext>
              </a:extLst>
            </p:cNvPr>
            <p:cNvSpPr>
              <a:spLocks noChangeArrowheads="1"/>
            </p:cNvSpPr>
            <p:nvPr/>
          </p:nvSpPr>
          <p:spPr bwMode="auto">
            <a:xfrm>
              <a:off x="3174" y="2098"/>
              <a:ext cx="48" cy="48"/>
            </a:xfrm>
            <a:prstGeom prst="ellipse">
              <a:avLst/>
            </a:prstGeom>
            <a:solidFill>
              <a:schemeClr val="tx1"/>
            </a:solidFill>
            <a:ln w="9525">
              <a:solidFill>
                <a:srgbClr val="000000"/>
              </a:solidFill>
              <a:round/>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89" name="Oval 91">
              <a:extLst>
                <a:ext uri="{FF2B5EF4-FFF2-40B4-BE49-F238E27FC236}">
                  <a16:creationId xmlns:a16="http://schemas.microsoft.com/office/drawing/2014/main" id="{D3503F77-D3C5-ADC7-BCCC-3011E65D9AF0}"/>
                </a:ext>
              </a:extLst>
            </p:cNvPr>
            <p:cNvSpPr>
              <a:spLocks noChangeArrowheads="1"/>
            </p:cNvSpPr>
            <p:nvPr/>
          </p:nvSpPr>
          <p:spPr bwMode="auto">
            <a:xfrm>
              <a:off x="2948" y="2101"/>
              <a:ext cx="48" cy="48"/>
            </a:xfrm>
            <a:prstGeom prst="ellipse">
              <a:avLst/>
            </a:prstGeom>
            <a:solidFill>
              <a:schemeClr val="tx1"/>
            </a:solidFill>
            <a:ln w="9525">
              <a:solidFill>
                <a:srgbClr val="000000"/>
              </a:solidFill>
              <a:round/>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90" name="Oval 92">
              <a:extLst>
                <a:ext uri="{FF2B5EF4-FFF2-40B4-BE49-F238E27FC236}">
                  <a16:creationId xmlns:a16="http://schemas.microsoft.com/office/drawing/2014/main" id="{48F091F7-CE81-7A13-A62E-038093DFEC24}"/>
                </a:ext>
              </a:extLst>
            </p:cNvPr>
            <p:cNvSpPr>
              <a:spLocks noChangeArrowheads="1"/>
            </p:cNvSpPr>
            <p:nvPr/>
          </p:nvSpPr>
          <p:spPr bwMode="auto">
            <a:xfrm>
              <a:off x="3401" y="2103"/>
              <a:ext cx="48" cy="48"/>
            </a:xfrm>
            <a:prstGeom prst="ellipse">
              <a:avLst/>
            </a:prstGeom>
            <a:solidFill>
              <a:schemeClr val="tx1"/>
            </a:solidFill>
            <a:ln w="9525">
              <a:solidFill>
                <a:srgbClr val="000000"/>
              </a:solidFill>
              <a:round/>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91" name="Oval 93">
              <a:extLst>
                <a:ext uri="{FF2B5EF4-FFF2-40B4-BE49-F238E27FC236}">
                  <a16:creationId xmlns:a16="http://schemas.microsoft.com/office/drawing/2014/main" id="{3B8E3A48-58D1-DD4A-509E-6E8F8B7CC55E}"/>
                </a:ext>
              </a:extLst>
            </p:cNvPr>
            <p:cNvSpPr>
              <a:spLocks noChangeArrowheads="1"/>
            </p:cNvSpPr>
            <p:nvPr/>
          </p:nvSpPr>
          <p:spPr bwMode="auto">
            <a:xfrm>
              <a:off x="3628" y="2098"/>
              <a:ext cx="48" cy="48"/>
            </a:xfrm>
            <a:prstGeom prst="ellipse">
              <a:avLst/>
            </a:prstGeom>
            <a:solidFill>
              <a:schemeClr val="tx1"/>
            </a:solidFill>
            <a:ln w="9525">
              <a:solidFill>
                <a:srgbClr val="000000"/>
              </a:solidFill>
              <a:round/>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92" name="Oval 94">
              <a:extLst>
                <a:ext uri="{FF2B5EF4-FFF2-40B4-BE49-F238E27FC236}">
                  <a16:creationId xmlns:a16="http://schemas.microsoft.com/office/drawing/2014/main" id="{E05EEDFF-6B87-D141-935A-E240777A9533}"/>
                </a:ext>
              </a:extLst>
            </p:cNvPr>
            <p:cNvSpPr>
              <a:spLocks noChangeArrowheads="1"/>
            </p:cNvSpPr>
            <p:nvPr/>
          </p:nvSpPr>
          <p:spPr bwMode="auto">
            <a:xfrm>
              <a:off x="3855" y="2098"/>
              <a:ext cx="48" cy="48"/>
            </a:xfrm>
            <a:prstGeom prst="ellipse">
              <a:avLst/>
            </a:prstGeom>
            <a:solidFill>
              <a:schemeClr val="tx1"/>
            </a:solidFill>
            <a:ln w="9525">
              <a:solidFill>
                <a:srgbClr val="000000"/>
              </a:solidFill>
              <a:round/>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93" name="Oval 95">
              <a:extLst>
                <a:ext uri="{FF2B5EF4-FFF2-40B4-BE49-F238E27FC236}">
                  <a16:creationId xmlns:a16="http://schemas.microsoft.com/office/drawing/2014/main" id="{17AB4500-D3C5-6CF8-1D45-732DBD24D6C8}"/>
                </a:ext>
              </a:extLst>
            </p:cNvPr>
            <p:cNvSpPr>
              <a:spLocks noChangeArrowheads="1"/>
            </p:cNvSpPr>
            <p:nvPr/>
          </p:nvSpPr>
          <p:spPr bwMode="auto">
            <a:xfrm>
              <a:off x="4082" y="2098"/>
              <a:ext cx="48" cy="48"/>
            </a:xfrm>
            <a:prstGeom prst="ellipse">
              <a:avLst/>
            </a:prstGeom>
            <a:solidFill>
              <a:schemeClr val="tx1"/>
            </a:solidFill>
            <a:ln w="9525">
              <a:solidFill>
                <a:srgbClr val="000000"/>
              </a:solidFill>
              <a:round/>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94" name="Text Box 96">
              <a:extLst>
                <a:ext uri="{FF2B5EF4-FFF2-40B4-BE49-F238E27FC236}">
                  <a16:creationId xmlns:a16="http://schemas.microsoft.com/office/drawing/2014/main" id="{7E0C1EF4-40BF-C983-4CAE-1C967B4B8D26}"/>
                </a:ext>
              </a:extLst>
            </p:cNvPr>
            <p:cNvSpPr txBox="1">
              <a:spLocks noChangeArrowheads="1"/>
            </p:cNvSpPr>
            <p:nvPr/>
          </p:nvSpPr>
          <p:spPr bwMode="auto">
            <a:xfrm>
              <a:off x="2664" y="1314"/>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t>a</a:t>
              </a:r>
            </a:p>
          </p:txBody>
        </p:sp>
        <p:sp>
          <p:nvSpPr>
            <p:cNvPr id="95" name="Text Box 97">
              <a:extLst>
                <a:ext uri="{FF2B5EF4-FFF2-40B4-BE49-F238E27FC236}">
                  <a16:creationId xmlns:a16="http://schemas.microsoft.com/office/drawing/2014/main" id="{E6C22CA2-E0DC-A574-23FB-E543EB839A59}"/>
                </a:ext>
              </a:extLst>
            </p:cNvPr>
            <p:cNvSpPr txBox="1">
              <a:spLocks noChangeArrowheads="1"/>
            </p:cNvSpPr>
            <p:nvPr/>
          </p:nvSpPr>
          <p:spPr bwMode="auto">
            <a:xfrm>
              <a:off x="2874" y="1314"/>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t>b</a:t>
              </a:r>
            </a:p>
          </p:txBody>
        </p:sp>
        <p:sp>
          <p:nvSpPr>
            <p:cNvPr id="96" name="Text Box 98">
              <a:extLst>
                <a:ext uri="{FF2B5EF4-FFF2-40B4-BE49-F238E27FC236}">
                  <a16:creationId xmlns:a16="http://schemas.microsoft.com/office/drawing/2014/main" id="{04EB0642-D606-33A4-D04F-8ADF4D395224}"/>
                </a:ext>
              </a:extLst>
            </p:cNvPr>
            <p:cNvSpPr txBox="1">
              <a:spLocks noChangeArrowheads="1"/>
            </p:cNvSpPr>
            <p:nvPr/>
          </p:nvSpPr>
          <p:spPr bwMode="auto">
            <a:xfrm>
              <a:off x="3102" y="131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t>c</a:t>
              </a:r>
            </a:p>
          </p:txBody>
        </p:sp>
        <p:sp>
          <p:nvSpPr>
            <p:cNvPr id="97" name="Text Box 99">
              <a:extLst>
                <a:ext uri="{FF2B5EF4-FFF2-40B4-BE49-F238E27FC236}">
                  <a16:creationId xmlns:a16="http://schemas.microsoft.com/office/drawing/2014/main" id="{7B8A434D-994A-BDE8-E899-F9C082AE4DFB}"/>
                </a:ext>
              </a:extLst>
            </p:cNvPr>
            <p:cNvSpPr txBox="1">
              <a:spLocks noChangeArrowheads="1"/>
            </p:cNvSpPr>
            <p:nvPr/>
          </p:nvSpPr>
          <p:spPr bwMode="auto">
            <a:xfrm>
              <a:off x="3318" y="1314"/>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t>d</a:t>
              </a:r>
            </a:p>
          </p:txBody>
        </p:sp>
        <p:sp>
          <p:nvSpPr>
            <p:cNvPr id="98" name="Text Box 100">
              <a:extLst>
                <a:ext uri="{FF2B5EF4-FFF2-40B4-BE49-F238E27FC236}">
                  <a16:creationId xmlns:a16="http://schemas.microsoft.com/office/drawing/2014/main" id="{958481A0-0C79-444C-0324-C69EEE008590}"/>
                </a:ext>
              </a:extLst>
            </p:cNvPr>
            <p:cNvSpPr txBox="1">
              <a:spLocks noChangeArrowheads="1"/>
            </p:cNvSpPr>
            <p:nvPr/>
          </p:nvSpPr>
          <p:spPr bwMode="auto">
            <a:xfrm>
              <a:off x="3552" y="1314"/>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t>e</a:t>
              </a:r>
            </a:p>
          </p:txBody>
        </p:sp>
        <p:sp>
          <p:nvSpPr>
            <p:cNvPr id="99" name="Text Box 101">
              <a:extLst>
                <a:ext uri="{FF2B5EF4-FFF2-40B4-BE49-F238E27FC236}">
                  <a16:creationId xmlns:a16="http://schemas.microsoft.com/office/drawing/2014/main" id="{8668FD7A-C9D2-2B32-2AAF-EDE55DB4DEFA}"/>
                </a:ext>
              </a:extLst>
            </p:cNvPr>
            <p:cNvSpPr txBox="1">
              <a:spLocks noChangeArrowheads="1"/>
            </p:cNvSpPr>
            <p:nvPr/>
          </p:nvSpPr>
          <p:spPr bwMode="auto">
            <a:xfrm>
              <a:off x="3798" y="1314"/>
              <a:ext cx="16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t>f</a:t>
              </a:r>
            </a:p>
          </p:txBody>
        </p:sp>
        <p:sp>
          <p:nvSpPr>
            <p:cNvPr id="100" name="Text Box 102">
              <a:extLst>
                <a:ext uri="{FF2B5EF4-FFF2-40B4-BE49-F238E27FC236}">
                  <a16:creationId xmlns:a16="http://schemas.microsoft.com/office/drawing/2014/main" id="{DEC9E58A-6058-D058-1E0A-48FA46EE7DB9}"/>
                </a:ext>
              </a:extLst>
            </p:cNvPr>
            <p:cNvSpPr txBox="1">
              <a:spLocks noChangeArrowheads="1"/>
            </p:cNvSpPr>
            <p:nvPr/>
          </p:nvSpPr>
          <p:spPr bwMode="auto">
            <a:xfrm>
              <a:off x="4001" y="1300"/>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t>g</a:t>
              </a:r>
            </a:p>
          </p:txBody>
        </p:sp>
        <p:grpSp>
          <p:nvGrpSpPr>
            <p:cNvPr id="101" name="Group 103">
              <a:extLst>
                <a:ext uri="{FF2B5EF4-FFF2-40B4-BE49-F238E27FC236}">
                  <a16:creationId xmlns:a16="http://schemas.microsoft.com/office/drawing/2014/main" id="{5FC80D2F-A582-E70E-2308-AFF2887E97B0}"/>
                </a:ext>
              </a:extLst>
            </p:cNvPr>
            <p:cNvGrpSpPr>
              <a:grpSpLocks/>
            </p:cNvGrpSpPr>
            <p:nvPr/>
          </p:nvGrpSpPr>
          <p:grpSpPr bwMode="auto">
            <a:xfrm>
              <a:off x="2896" y="1598"/>
              <a:ext cx="150" cy="528"/>
              <a:chOff x="106" y="1933"/>
              <a:chExt cx="150" cy="528"/>
            </a:xfrm>
          </p:grpSpPr>
          <p:sp>
            <p:nvSpPr>
              <p:cNvPr id="128" name="Line 104">
                <a:extLst>
                  <a:ext uri="{FF2B5EF4-FFF2-40B4-BE49-F238E27FC236}">
                    <a16:creationId xmlns:a16="http://schemas.microsoft.com/office/drawing/2014/main" id="{AC6E64F6-3D85-E1D9-C06B-9489012C6791}"/>
                  </a:ext>
                </a:extLst>
              </p:cNvPr>
              <p:cNvSpPr>
                <a:spLocks noChangeShapeType="1"/>
              </p:cNvSpPr>
              <p:nvPr/>
            </p:nvSpPr>
            <p:spPr bwMode="auto">
              <a:xfrm>
                <a:off x="181" y="1933"/>
                <a:ext cx="0" cy="528"/>
              </a:xfrm>
              <a:prstGeom prst="line">
                <a:avLst/>
              </a:prstGeom>
              <a:noFill/>
              <a:ln w="19050">
                <a:solidFill>
                  <a:srgbClr val="000000"/>
                </a:solidFill>
                <a:round/>
                <a:headEnd type="none" w="med" len="lg"/>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29" name="Group 105">
                <a:extLst>
                  <a:ext uri="{FF2B5EF4-FFF2-40B4-BE49-F238E27FC236}">
                    <a16:creationId xmlns:a16="http://schemas.microsoft.com/office/drawing/2014/main" id="{D416DA00-7993-7350-6F2E-0AC6C2708049}"/>
                  </a:ext>
                </a:extLst>
              </p:cNvPr>
              <p:cNvGrpSpPr>
                <a:grpSpLocks/>
              </p:cNvGrpSpPr>
              <p:nvPr/>
            </p:nvGrpSpPr>
            <p:grpSpPr bwMode="auto">
              <a:xfrm>
                <a:off x="106" y="2125"/>
                <a:ext cx="150" cy="126"/>
                <a:chOff x="122" y="2125"/>
                <a:chExt cx="150" cy="126"/>
              </a:xfrm>
            </p:grpSpPr>
            <p:sp>
              <p:nvSpPr>
                <p:cNvPr id="130" name="AutoShape 106">
                  <a:extLst>
                    <a:ext uri="{FF2B5EF4-FFF2-40B4-BE49-F238E27FC236}">
                      <a16:creationId xmlns:a16="http://schemas.microsoft.com/office/drawing/2014/main" id="{1DB6D890-0637-7F33-7047-AD99A06E84AE}"/>
                    </a:ext>
                  </a:extLst>
                </p:cNvPr>
                <p:cNvSpPr>
                  <a:spLocks noChangeArrowheads="1"/>
                </p:cNvSpPr>
                <p:nvPr/>
              </p:nvSpPr>
              <p:spPr bwMode="auto">
                <a:xfrm>
                  <a:off x="122" y="2125"/>
                  <a:ext cx="150" cy="126"/>
                </a:xfrm>
                <a:prstGeom prst="flowChartMerge">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31" name="Line 107">
                  <a:extLst>
                    <a:ext uri="{FF2B5EF4-FFF2-40B4-BE49-F238E27FC236}">
                      <a16:creationId xmlns:a16="http://schemas.microsoft.com/office/drawing/2014/main" id="{386DEB74-36B1-353F-40AD-075BAA189B98}"/>
                    </a:ext>
                  </a:extLst>
                </p:cNvPr>
                <p:cNvSpPr>
                  <a:spLocks noChangeShapeType="1"/>
                </p:cNvSpPr>
                <p:nvPr/>
              </p:nvSpPr>
              <p:spPr bwMode="auto">
                <a:xfrm>
                  <a:off x="122" y="2251"/>
                  <a:ext cx="1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102" name="Group 108">
              <a:extLst>
                <a:ext uri="{FF2B5EF4-FFF2-40B4-BE49-F238E27FC236}">
                  <a16:creationId xmlns:a16="http://schemas.microsoft.com/office/drawing/2014/main" id="{0579DEC1-588C-D450-B814-C07650A09DB0}"/>
                </a:ext>
              </a:extLst>
            </p:cNvPr>
            <p:cNvGrpSpPr>
              <a:grpSpLocks/>
            </p:cNvGrpSpPr>
            <p:nvPr/>
          </p:nvGrpSpPr>
          <p:grpSpPr bwMode="auto">
            <a:xfrm>
              <a:off x="3123" y="1598"/>
              <a:ext cx="150" cy="528"/>
              <a:chOff x="106" y="1933"/>
              <a:chExt cx="150" cy="528"/>
            </a:xfrm>
          </p:grpSpPr>
          <p:sp>
            <p:nvSpPr>
              <p:cNvPr id="124" name="Line 109">
                <a:extLst>
                  <a:ext uri="{FF2B5EF4-FFF2-40B4-BE49-F238E27FC236}">
                    <a16:creationId xmlns:a16="http://schemas.microsoft.com/office/drawing/2014/main" id="{7338C317-7502-99B9-C174-7BF06B0CDF3D}"/>
                  </a:ext>
                </a:extLst>
              </p:cNvPr>
              <p:cNvSpPr>
                <a:spLocks noChangeShapeType="1"/>
              </p:cNvSpPr>
              <p:nvPr/>
            </p:nvSpPr>
            <p:spPr bwMode="auto">
              <a:xfrm>
                <a:off x="181" y="1933"/>
                <a:ext cx="0" cy="52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25" name="Group 110">
                <a:extLst>
                  <a:ext uri="{FF2B5EF4-FFF2-40B4-BE49-F238E27FC236}">
                    <a16:creationId xmlns:a16="http://schemas.microsoft.com/office/drawing/2014/main" id="{ABF92FC3-309F-32FD-F824-E3E66AA69E33}"/>
                  </a:ext>
                </a:extLst>
              </p:cNvPr>
              <p:cNvGrpSpPr>
                <a:grpSpLocks/>
              </p:cNvGrpSpPr>
              <p:nvPr/>
            </p:nvGrpSpPr>
            <p:grpSpPr bwMode="auto">
              <a:xfrm>
                <a:off x="106" y="2125"/>
                <a:ext cx="150" cy="126"/>
                <a:chOff x="122" y="2125"/>
                <a:chExt cx="150" cy="126"/>
              </a:xfrm>
            </p:grpSpPr>
            <p:sp>
              <p:nvSpPr>
                <p:cNvPr id="126" name="AutoShape 111">
                  <a:extLst>
                    <a:ext uri="{FF2B5EF4-FFF2-40B4-BE49-F238E27FC236}">
                      <a16:creationId xmlns:a16="http://schemas.microsoft.com/office/drawing/2014/main" id="{8B66C983-EE0D-A19D-F0EA-2AB5CCF34205}"/>
                    </a:ext>
                  </a:extLst>
                </p:cNvPr>
                <p:cNvSpPr>
                  <a:spLocks noChangeArrowheads="1"/>
                </p:cNvSpPr>
                <p:nvPr/>
              </p:nvSpPr>
              <p:spPr bwMode="auto">
                <a:xfrm>
                  <a:off x="122" y="2125"/>
                  <a:ext cx="150" cy="126"/>
                </a:xfrm>
                <a:prstGeom prst="flowChartMerge">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27" name="Line 112">
                  <a:extLst>
                    <a:ext uri="{FF2B5EF4-FFF2-40B4-BE49-F238E27FC236}">
                      <a16:creationId xmlns:a16="http://schemas.microsoft.com/office/drawing/2014/main" id="{89C79CF0-394E-63E4-AADD-E7D726716143}"/>
                    </a:ext>
                  </a:extLst>
                </p:cNvPr>
                <p:cNvSpPr>
                  <a:spLocks noChangeShapeType="1"/>
                </p:cNvSpPr>
                <p:nvPr/>
              </p:nvSpPr>
              <p:spPr bwMode="auto">
                <a:xfrm>
                  <a:off x="122" y="2251"/>
                  <a:ext cx="1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103" name="Group 113">
              <a:extLst>
                <a:ext uri="{FF2B5EF4-FFF2-40B4-BE49-F238E27FC236}">
                  <a16:creationId xmlns:a16="http://schemas.microsoft.com/office/drawing/2014/main" id="{F56AF846-567E-900F-C3A7-725D400E56DD}"/>
                </a:ext>
              </a:extLst>
            </p:cNvPr>
            <p:cNvGrpSpPr>
              <a:grpSpLocks/>
            </p:cNvGrpSpPr>
            <p:nvPr/>
          </p:nvGrpSpPr>
          <p:grpSpPr bwMode="auto">
            <a:xfrm>
              <a:off x="3350" y="1598"/>
              <a:ext cx="150" cy="528"/>
              <a:chOff x="106" y="1933"/>
              <a:chExt cx="150" cy="528"/>
            </a:xfrm>
          </p:grpSpPr>
          <p:sp>
            <p:nvSpPr>
              <p:cNvPr id="120" name="Line 114">
                <a:extLst>
                  <a:ext uri="{FF2B5EF4-FFF2-40B4-BE49-F238E27FC236}">
                    <a16:creationId xmlns:a16="http://schemas.microsoft.com/office/drawing/2014/main" id="{178482D9-33EB-9EC8-1341-47C85466A33E}"/>
                  </a:ext>
                </a:extLst>
              </p:cNvPr>
              <p:cNvSpPr>
                <a:spLocks noChangeShapeType="1"/>
              </p:cNvSpPr>
              <p:nvPr/>
            </p:nvSpPr>
            <p:spPr bwMode="auto">
              <a:xfrm>
                <a:off x="181" y="1933"/>
                <a:ext cx="0" cy="52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21" name="Group 115">
                <a:extLst>
                  <a:ext uri="{FF2B5EF4-FFF2-40B4-BE49-F238E27FC236}">
                    <a16:creationId xmlns:a16="http://schemas.microsoft.com/office/drawing/2014/main" id="{CE950DEA-DF24-A5C8-331A-299A54B40D92}"/>
                  </a:ext>
                </a:extLst>
              </p:cNvPr>
              <p:cNvGrpSpPr>
                <a:grpSpLocks/>
              </p:cNvGrpSpPr>
              <p:nvPr/>
            </p:nvGrpSpPr>
            <p:grpSpPr bwMode="auto">
              <a:xfrm>
                <a:off x="106" y="2125"/>
                <a:ext cx="150" cy="126"/>
                <a:chOff x="122" y="2125"/>
                <a:chExt cx="150" cy="126"/>
              </a:xfrm>
            </p:grpSpPr>
            <p:sp>
              <p:nvSpPr>
                <p:cNvPr id="122" name="AutoShape 116">
                  <a:extLst>
                    <a:ext uri="{FF2B5EF4-FFF2-40B4-BE49-F238E27FC236}">
                      <a16:creationId xmlns:a16="http://schemas.microsoft.com/office/drawing/2014/main" id="{3F3810F0-4FF9-5084-AB4D-A1E927058362}"/>
                    </a:ext>
                  </a:extLst>
                </p:cNvPr>
                <p:cNvSpPr>
                  <a:spLocks noChangeArrowheads="1"/>
                </p:cNvSpPr>
                <p:nvPr/>
              </p:nvSpPr>
              <p:spPr bwMode="auto">
                <a:xfrm>
                  <a:off x="122" y="2125"/>
                  <a:ext cx="150" cy="126"/>
                </a:xfrm>
                <a:prstGeom prst="flowChartMerge">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23" name="Line 117">
                  <a:extLst>
                    <a:ext uri="{FF2B5EF4-FFF2-40B4-BE49-F238E27FC236}">
                      <a16:creationId xmlns:a16="http://schemas.microsoft.com/office/drawing/2014/main" id="{B2E66D14-376E-0EE8-5C37-F9EF0F961A5A}"/>
                    </a:ext>
                  </a:extLst>
                </p:cNvPr>
                <p:cNvSpPr>
                  <a:spLocks noChangeShapeType="1"/>
                </p:cNvSpPr>
                <p:nvPr/>
              </p:nvSpPr>
              <p:spPr bwMode="auto">
                <a:xfrm>
                  <a:off x="122" y="2251"/>
                  <a:ext cx="1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104" name="Group 118">
              <a:extLst>
                <a:ext uri="{FF2B5EF4-FFF2-40B4-BE49-F238E27FC236}">
                  <a16:creationId xmlns:a16="http://schemas.microsoft.com/office/drawing/2014/main" id="{2EC0AE32-5443-B5B6-0337-4570405DA650}"/>
                </a:ext>
              </a:extLst>
            </p:cNvPr>
            <p:cNvGrpSpPr>
              <a:grpSpLocks/>
            </p:cNvGrpSpPr>
            <p:nvPr/>
          </p:nvGrpSpPr>
          <p:grpSpPr bwMode="auto">
            <a:xfrm>
              <a:off x="3577" y="1598"/>
              <a:ext cx="150" cy="528"/>
              <a:chOff x="106" y="1933"/>
              <a:chExt cx="150" cy="528"/>
            </a:xfrm>
          </p:grpSpPr>
          <p:sp>
            <p:nvSpPr>
              <p:cNvPr id="116" name="Line 119">
                <a:extLst>
                  <a:ext uri="{FF2B5EF4-FFF2-40B4-BE49-F238E27FC236}">
                    <a16:creationId xmlns:a16="http://schemas.microsoft.com/office/drawing/2014/main" id="{6F523C33-60B6-4DF3-2068-14A6C75D30A0}"/>
                  </a:ext>
                </a:extLst>
              </p:cNvPr>
              <p:cNvSpPr>
                <a:spLocks noChangeShapeType="1"/>
              </p:cNvSpPr>
              <p:nvPr/>
            </p:nvSpPr>
            <p:spPr bwMode="auto">
              <a:xfrm>
                <a:off x="181" y="1933"/>
                <a:ext cx="0" cy="52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17" name="Group 120">
                <a:extLst>
                  <a:ext uri="{FF2B5EF4-FFF2-40B4-BE49-F238E27FC236}">
                    <a16:creationId xmlns:a16="http://schemas.microsoft.com/office/drawing/2014/main" id="{54853154-D414-9A1A-9A4B-B4F69CA01DB2}"/>
                  </a:ext>
                </a:extLst>
              </p:cNvPr>
              <p:cNvGrpSpPr>
                <a:grpSpLocks/>
              </p:cNvGrpSpPr>
              <p:nvPr/>
            </p:nvGrpSpPr>
            <p:grpSpPr bwMode="auto">
              <a:xfrm>
                <a:off x="106" y="2125"/>
                <a:ext cx="150" cy="126"/>
                <a:chOff x="122" y="2125"/>
                <a:chExt cx="150" cy="126"/>
              </a:xfrm>
            </p:grpSpPr>
            <p:sp>
              <p:nvSpPr>
                <p:cNvPr id="118" name="AutoShape 121">
                  <a:extLst>
                    <a:ext uri="{FF2B5EF4-FFF2-40B4-BE49-F238E27FC236}">
                      <a16:creationId xmlns:a16="http://schemas.microsoft.com/office/drawing/2014/main" id="{86E1D979-FC1A-4631-29B4-6DAECF930725}"/>
                    </a:ext>
                  </a:extLst>
                </p:cNvPr>
                <p:cNvSpPr>
                  <a:spLocks noChangeArrowheads="1"/>
                </p:cNvSpPr>
                <p:nvPr/>
              </p:nvSpPr>
              <p:spPr bwMode="auto">
                <a:xfrm>
                  <a:off x="122" y="2125"/>
                  <a:ext cx="150" cy="126"/>
                </a:xfrm>
                <a:prstGeom prst="flowChartMerge">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19" name="Line 122">
                  <a:extLst>
                    <a:ext uri="{FF2B5EF4-FFF2-40B4-BE49-F238E27FC236}">
                      <a16:creationId xmlns:a16="http://schemas.microsoft.com/office/drawing/2014/main" id="{D0BA1B89-7973-D38F-3152-C6BD4985514E}"/>
                    </a:ext>
                  </a:extLst>
                </p:cNvPr>
                <p:cNvSpPr>
                  <a:spLocks noChangeShapeType="1"/>
                </p:cNvSpPr>
                <p:nvPr/>
              </p:nvSpPr>
              <p:spPr bwMode="auto">
                <a:xfrm>
                  <a:off x="122" y="2251"/>
                  <a:ext cx="1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105" name="Group 123">
              <a:extLst>
                <a:ext uri="{FF2B5EF4-FFF2-40B4-BE49-F238E27FC236}">
                  <a16:creationId xmlns:a16="http://schemas.microsoft.com/office/drawing/2014/main" id="{7CF75415-9481-4EBF-CD11-8D31025FF42B}"/>
                </a:ext>
              </a:extLst>
            </p:cNvPr>
            <p:cNvGrpSpPr>
              <a:grpSpLocks/>
            </p:cNvGrpSpPr>
            <p:nvPr/>
          </p:nvGrpSpPr>
          <p:grpSpPr bwMode="auto">
            <a:xfrm>
              <a:off x="3803" y="1598"/>
              <a:ext cx="150" cy="528"/>
              <a:chOff x="106" y="1933"/>
              <a:chExt cx="150" cy="528"/>
            </a:xfrm>
          </p:grpSpPr>
          <p:sp>
            <p:nvSpPr>
              <p:cNvPr id="112" name="Line 124">
                <a:extLst>
                  <a:ext uri="{FF2B5EF4-FFF2-40B4-BE49-F238E27FC236}">
                    <a16:creationId xmlns:a16="http://schemas.microsoft.com/office/drawing/2014/main" id="{D6A0F990-C653-C725-495F-FECB612CB3D1}"/>
                  </a:ext>
                </a:extLst>
              </p:cNvPr>
              <p:cNvSpPr>
                <a:spLocks noChangeShapeType="1"/>
              </p:cNvSpPr>
              <p:nvPr/>
            </p:nvSpPr>
            <p:spPr bwMode="auto">
              <a:xfrm>
                <a:off x="181" y="1933"/>
                <a:ext cx="0" cy="52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13" name="Group 125">
                <a:extLst>
                  <a:ext uri="{FF2B5EF4-FFF2-40B4-BE49-F238E27FC236}">
                    <a16:creationId xmlns:a16="http://schemas.microsoft.com/office/drawing/2014/main" id="{BC952465-1D06-D236-F9FC-45482BDD1418}"/>
                  </a:ext>
                </a:extLst>
              </p:cNvPr>
              <p:cNvGrpSpPr>
                <a:grpSpLocks/>
              </p:cNvGrpSpPr>
              <p:nvPr/>
            </p:nvGrpSpPr>
            <p:grpSpPr bwMode="auto">
              <a:xfrm>
                <a:off x="106" y="2125"/>
                <a:ext cx="150" cy="126"/>
                <a:chOff x="122" y="2125"/>
                <a:chExt cx="150" cy="126"/>
              </a:xfrm>
            </p:grpSpPr>
            <p:sp>
              <p:nvSpPr>
                <p:cNvPr id="114" name="AutoShape 126">
                  <a:extLst>
                    <a:ext uri="{FF2B5EF4-FFF2-40B4-BE49-F238E27FC236}">
                      <a16:creationId xmlns:a16="http://schemas.microsoft.com/office/drawing/2014/main" id="{51263E34-BDCE-78B3-9818-415FAE6267E6}"/>
                    </a:ext>
                  </a:extLst>
                </p:cNvPr>
                <p:cNvSpPr>
                  <a:spLocks noChangeArrowheads="1"/>
                </p:cNvSpPr>
                <p:nvPr/>
              </p:nvSpPr>
              <p:spPr bwMode="auto">
                <a:xfrm>
                  <a:off x="122" y="2125"/>
                  <a:ext cx="150" cy="126"/>
                </a:xfrm>
                <a:prstGeom prst="flowChartMerge">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15" name="Line 127">
                  <a:extLst>
                    <a:ext uri="{FF2B5EF4-FFF2-40B4-BE49-F238E27FC236}">
                      <a16:creationId xmlns:a16="http://schemas.microsoft.com/office/drawing/2014/main" id="{1AC9A689-64B3-086F-8624-A8FB5D59B497}"/>
                    </a:ext>
                  </a:extLst>
                </p:cNvPr>
                <p:cNvSpPr>
                  <a:spLocks noChangeShapeType="1"/>
                </p:cNvSpPr>
                <p:nvPr/>
              </p:nvSpPr>
              <p:spPr bwMode="auto">
                <a:xfrm>
                  <a:off x="122" y="2251"/>
                  <a:ext cx="1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106" name="Group 128">
              <a:extLst>
                <a:ext uri="{FF2B5EF4-FFF2-40B4-BE49-F238E27FC236}">
                  <a16:creationId xmlns:a16="http://schemas.microsoft.com/office/drawing/2014/main" id="{4B22B64D-BAD8-2E19-FDDB-42DD9A156FDC}"/>
                </a:ext>
              </a:extLst>
            </p:cNvPr>
            <p:cNvGrpSpPr>
              <a:grpSpLocks/>
            </p:cNvGrpSpPr>
            <p:nvPr/>
          </p:nvGrpSpPr>
          <p:grpSpPr bwMode="auto">
            <a:xfrm>
              <a:off x="4030" y="1598"/>
              <a:ext cx="150" cy="528"/>
              <a:chOff x="106" y="1933"/>
              <a:chExt cx="150" cy="528"/>
            </a:xfrm>
          </p:grpSpPr>
          <p:sp>
            <p:nvSpPr>
              <p:cNvPr id="108" name="Line 129">
                <a:extLst>
                  <a:ext uri="{FF2B5EF4-FFF2-40B4-BE49-F238E27FC236}">
                    <a16:creationId xmlns:a16="http://schemas.microsoft.com/office/drawing/2014/main" id="{4A9C64EF-46DC-E498-A369-9203C9A21DCF}"/>
                  </a:ext>
                </a:extLst>
              </p:cNvPr>
              <p:cNvSpPr>
                <a:spLocks noChangeShapeType="1"/>
              </p:cNvSpPr>
              <p:nvPr/>
            </p:nvSpPr>
            <p:spPr bwMode="auto">
              <a:xfrm>
                <a:off x="181" y="1933"/>
                <a:ext cx="0" cy="52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09" name="Group 130">
                <a:extLst>
                  <a:ext uri="{FF2B5EF4-FFF2-40B4-BE49-F238E27FC236}">
                    <a16:creationId xmlns:a16="http://schemas.microsoft.com/office/drawing/2014/main" id="{54EDEC7C-28F2-93BD-8FCF-DC112EEBD7C8}"/>
                  </a:ext>
                </a:extLst>
              </p:cNvPr>
              <p:cNvGrpSpPr>
                <a:grpSpLocks/>
              </p:cNvGrpSpPr>
              <p:nvPr/>
            </p:nvGrpSpPr>
            <p:grpSpPr bwMode="auto">
              <a:xfrm>
                <a:off x="106" y="2125"/>
                <a:ext cx="150" cy="126"/>
                <a:chOff x="122" y="2125"/>
                <a:chExt cx="150" cy="126"/>
              </a:xfrm>
            </p:grpSpPr>
            <p:sp>
              <p:nvSpPr>
                <p:cNvPr id="110" name="AutoShape 131">
                  <a:extLst>
                    <a:ext uri="{FF2B5EF4-FFF2-40B4-BE49-F238E27FC236}">
                      <a16:creationId xmlns:a16="http://schemas.microsoft.com/office/drawing/2014/main" id="{27763D07-FBCB-310D-420E-6306130187DA}"/>
                    </a:ext>
                  </a:extLst>
                </p:cNvPr>
                <p:cNvSpPr>
                  <a:spLocks noChangeArrowheads="1"/>
                </p:cNvSpPr>
                <p:nvPr/>
              </p:nvSpPr>
              <p:spPr bwMode="auto">
                <a:xfrm>
                  <a:off x="122" y="2125"/>
                  <a:ext cx="150" cy="126"/>
                </a:xfrm>
                <a:prstGeom prst="flowChartMerge">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11" name="Line 132">
                  <a:extLst>
                    <a:ext uri="{FF2B5EF4-FFF2-40B4-BE49-F238E27FC236}">
                      <a16:creationId xmlns:a16="http://schemas.microsoft.com/office/drawing/2014/main" id="{2E1F86EE-684B-10A1-3D28-67A289B7446B}"/>
                    </a:ext>
                  </a:extLst>
                </p:cNvPr>
                <p:cNvSpPr>
                  <a:spLocks noChangeShapeType="1"/>
                </p:cNvSpPr>
                <p:nvPr/>
              </p:nvSpPr>
              <p:spPr bwMode="auto">
                <a:xfrm>
                  <a:off x="122" y="2251"/>
                  <a:ext cx="1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sp>
          <p:nvSpPr>
            <p:cNvPr id="107" name="Line 133">
              <a:extLst>
                <a:ext uri="{FF2B5EF4-FFF2-40B4-BE49-F238E27FC236}">
                  <a16:creationId xmlns:a16="http://schemas.microsoft.com/office/drawing/2014/main" id="{EFF41E5C-7F93-CB23-5062-DA303CD67807}"/>
                </a:ext>
              </a:extLst>
            </p:cNvPr>
            <p:cNvSpPr>
              <a:spLocks noChangeShapeType="1"/>
            </p:cNvSpPr>
            <p:nvPr/>
          </p:nvSpPr>
          <p:spPr bwMode="auto">
            <a:xfrm>
              <a:off x="4342" y="2019"/>
              <a:ext cx="0" cy="209"/>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24931815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0B42A2-AE51-E453-FD51-004D3D9C9795}"/>
              </a:ext>
            </a:extLst>
          </p:cNvPr>
          <p:cNvSpPr>
            <a:spLocks noGrp="1"/>
          </p:cNvSpPr>
          <p:nvPr>
            <p:ph type="title"/>
          </p:nvPr>
        </p:nvSpPr>
        <p:spPr/>
        <p:txBody>
          <a:bodyPr>
            <a:normAutofit fontScale="90000"/>
          </a:bodyPr>
          <a:lstStyle/>
          <a:p>
            <a:r>
              <a:rPr lang="zh-CN" altLang="en-US" dirty="0"/>
              <a:t>七段显示译码器真值表</a:t>
            </a:r>
            <a:endParaRPr kumimoji="1" lang="zh-CN" altLang="en-US" dirty="0"/>
          </a:p>
        </p:txBody>
      </p:sp>
      <p:sp>
        <p:nvSpPr>
          <p:cNvPr id="4" name="页脚占位符 3">
            <a:extLst>
              <a:ext uri="{FF2B5EF4-FFF2-40B4-BE49-F238E27FC236}">
                <a16:creationId xmlns:a16="http://schemas.microsoft.com/office/drawing/2014/main" id="{BF8BE54A-F5D2-D308-E884-0FFBAF029A73}"/>
              </a:ext>
            </a:extLst>
          </p:cNvPr>
          <p:cNvSpPr>
            <a:spLocks noGrp="1"/>
          </p:cNvSpPr>
          <p:nvPr>
            <p:ph type="ftr" sz="quarter" idx="11"/>
          </p:nvPr>
        </p:nvSpPr>
        <p:spPr/>
        <p:txBody>
          <a:bodyPr/>
          <a:lstStyle/>
          <a:p>
            <a:r>
              <a:rPr lang="zh-CN" altLang="en-US"/>
              <a:t>模拟与数字电路：</a:t>
            </a:r>
            <a:r>
              <a:rPr lang="en-US" altLang="zh-CN"/>
              <a:t>6. </a:t>
            </a:r>
            <a:r>
              <a:rPr lang="zh-CN" altLang="en-US"/>
              <a:t>组合逻辑电路</a:t>
            </a:r>
            <a:r>
              <a:rPr lang="en-US" altLang="zh-CN"/>
              <a:t>2</a:t>
            </a:r>
            <a:endParaRPr lang="en-US" dirty="0"/>
          </a:p>
        </p:txBody>
      </p:sp>
      <p:sp>
        <p:nvSpPr>
          <p:cNvPr id="5" name="灯片编号占位符 4">
            <a:extLst>
              <a:ext uri="{FF2B5EF4-FFF2-40B4-BE49-F238E27FC236}">
                <a16:creationId xmlns:a16="http://schemas.microsoft.com/office/drawing/2014/main" id="{397AD0BA-7144-26A7-3628-23D36F8C5741}"/>
              </a:ext>
            </a:extLst>
          </p:cNvPr>
          <p:cNvSpPr>
            <a:spLocks noGrp="1"/>
          </p:cNvSpPr>
          <p:nvPr>
            <p:ph type="sldNum" sz="quarter" idx="12"/>
          </p:nvPr>
        </p:nvSpPr>
        <p:spPr/>
        <p:txBody>
          <a:bodyPr/>
          <a:lstStyle/>
          <a:p>
            <a:fld id="{9E260BC5-5BF3-8746-862B-DC45E9CAA88B}" type="slidenum">
              <a:rPr lang="en-US" smtClean="0"/>
              <a:pPr/>
              <a:t>24</a:t>
            </a:fld>
            <a:r>
              <a:rPr lang="en-US" altLang="zh-CN" dirty="0"/>
              <a:t>/38</a:t>
            </a:r>
            <a:endParaRPr lang="en-US" dirty="0"/>
          </a:p>
        </p:txBody>
      </p:sp>
      <p:graphicFrame>
        <p:nvGraphicFramePr>
          <p:cNvPr id="6" name="Group 18">
            <a:extLst>
              <a:ext uri="{FF2B5EF4-FFF2-40B4-BE49-F238E27FC236}">
                <a16:creationId xmlns:a16="http://schemas.microsoft.com/office/drawing/2014/main" id="{F143F62B-F6DA-B4B0-B9FA-301734A3FF46}"/>
              </a:ext>
            </a:extLst>
          </p:cNvPr>
          <p:cNvGraphicFramePr>
            <a:graphicFrameLocks noGrp="1"/>
          </p:cNvGraphicFramePr>
          <p:nvPr>
            <p:extLst>
              <p:ext uri="{D42A27DB-BD31-4B8C-83A1-F6EECF244321}">
                <p14:modId xmlns:p14="http://schemas.microsoft.com/office/powerpoint/2010/main" val="2570683598"/>
              </p:ext>
            </p:extLst>
          </p:nvPr>
        </p:nvGraphicFramePr>
        <p:xfrm>
          <a:off x="285317" y="828240"/>
          <a:ext cx="7920037" cy="5076828"/>
        </p:xfrm>
        <a:graphic>
          <a:graphicData uri="http://schemas.openxmlformats.org/drawingml/2006/table">
            <a:tbl>
              <a:tblPr/>
              <a:tblGrid>
                <a:gridCol w="647700">
                  <a:extLst>
                    <a:ext uri="{9D8B030D-6E8A-4147-A177-3AD203B41FA5}">
                      <a16:colId xmlns:a16="http://schemas.microsoft.com/office/drawing/2014/main" val="20000"/>
                    </a:ext>
                  </a:extLst>
                </a:gridCol>
                <a:gridCol w="541337">
                  <a:extLst>
                    <a:ext uri="{9D8B030D-6E8A-4147-A177-3AD203B41FA5}">
                      <a16:colId xmlns:a16="http://schemas.microsoft.com/office/drawing/2014/main" val="20001"/>
                    </a:ext>
                  </a:extLst>
                </a:gridCol>
                <a:gridCol w="538163">
                  <a:extLst>
                    <a:ext uri="{9D8B030D-6E8A-4147-A177-3AD203B41FA5}">
                      <a16:colId xmlns:a16="http://schemas.microsoft.com/office/drawing/2014/main" val="20002"/>
                    </a:ext>
                  </a:extLst>
                </a:gridCol>
                <a:gridCol w="541337">
                  <a:extLst>
                    <a:ext uri="{9D8B030D-6E8A-4147-A177-3AD203B41FA5}">
                      <a16:colId xmlns:a16="http://schemas.microsoft.com/office/drawing/2014/main" val="20003"/>
                    </a:ext>
                  </a:extLst>
                </a:gridCol>
                <a:gridCol w="539750">
                  <a:extLst>
                    <a:ext uri="{9D8B030D-6E8A-4147-A177-3AD203B41FA5}">
                      <a16:colId xmlns:a16="http://schemas.microsoft.com/office/drawing/2014/main" val="20004"/>
                    </a:ext>
                  </a:extLst>
                </a:gridCol>
                <a:gridCol w="539750">
                  <a:extLst>
                    <a:ext uri="{9D8B030D-6E8A-4147-A177-3AD203B41FA5}">
                      <a16:colId xmlns:a16="http://schemas.microsoft.com/office/drawing/2014/main" val="20005"/>
                    </a:ext>
                  </a:extLst>
                </a:gridCol>
                <a:gridCol w="539750">
                  <a:extLst>
                    <a:ext uri="{9D8B030D-6E8A-4147-A177-3AD203B41FA5}">
                      <a16:colId xmlns:a16="http://schemas.microsoft.com/office/drawing/2014/main" val="20006"/>
                    </a:ext>
                  </a:extLst>
                </a:gridCol>
                <a:gridCol w="539750">
                  <a:extLst>
                    <a:ext uri="{9D8B030D-6E8A-4147-A177-3AD203B41FA5}">
                      <a16:colId xmlns:a16="http://schemas.microsoft.com/office/drawing/2014/main" val="20007"/>
                    </a:ext>
                  </a:extLst>
                </a:gridCol>
                <a:gridCol w="539750">
                  <a:extLst>
                    <a:ext uri="{9D8B030D-6E8A-4147-A177-3AD203B41FA5}">
                      <a16:colId xmlns:a16="http://schemas.microsoft.com/office/drawing/2014/main" val="20008"/>
                    </a:ext>
                  </a:extLst>
                </a:gridCol>
                <a:gridCol w="541338">
                  <a:extLst>
                    <a:ext uri="{9D8B030D-6E8A-4147-A177-3AD203B41FA5}">
                      <a16:colId xmlns:a16="http://schemas.microsoft.com/office/drawing/2014/main" val="20009"/>
                    </a:ext>
                  </a:extLst>
                </a:gridCol>
                <a:gridCol w="538162">
                  <a:extLst>
                    <a:ext uri="{9D8B030D-6E8A-4147-A177-3AD203B41FA5}">
                      <a16:colId xmlns:a16="http://schemas.microsoft.com/office/drawing/2014/main" val="20010"/>
                    </a:ext>
                  </a:extLst>
                </a:gridCol>
                <a:gridCol w="577850">
                  <a:extLst>
                    <a:ext uri="{9D8B030D-6E8A-4147-A177-3AD203B41FA5}">
                      <a16:colId xmlns:a16="http://schemas.microsoft.com/office/drawing/2014/main" val="20011"/>
                    </a:ext>
                  </a:extLst>
                </a:gridCol>
                <a:gridCol w="1295400">
                  <a:extLst>
                    <a:ext uri="{9D8B030D-6E8A-4147-A177-3AD203B41FA5}">
                      <a16:colId xmlns:a16="http://schemas.microsoft.com/office/drawing/2014/main" val="20012"/>
                    </a:ext>
                  </a:extLst>
                </a:gridCol>
              </a:tblGrid>
              <a:tr h="512763">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数字</a:t>
                      </a:r>
                    </a:p>
                  </a:txBody>
                  <a:tcPr marL="0" marR="0" marT="0" marB="0" anchor="ctr" anchorCtr="1" horzOverflow="overflow">
                    <a:lnL>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A</a:t>
                      </a:r>
                      <a:r>
                        <a:rPr kumimoji="0" lang="en-US" altLang="zh-CN" sz="2400" b="1" i="0" u="none" strike="noStrike" cap="none" normalizeH="0" baseline="-10000">
                          <a:ln>
                            <a:noFill/>
                          </a:ln>
                          <a:solidFill>
                            <a:schemeClr val="tx1"/>
                          </a:solidFill>
                          <a:effectLst/>
                          <a:latin typeface="Arial" panose="020B0604020202020204" pitchFamily="34" charset="0"/>
                          <a:ea typeface="宋体" panose="02010600030101010101" pitchFamily="2" charset="-122"/>
                        </a:rPr>
                        <a:t>3</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anchorCtr="1"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A</a:t>
                      </a:r>
                      <a:r>
                        <a:rPr kumimoji="0" lang="en-US" altLang="zh-CN" sz="2400" b="1" i="0" u="none" strike="noStrike" cap="none" normalizeH="0" baseline="-10000">
                          <a:ln>
                            <a:noFill/>
                          </a:ln>
                          <a:solidFill>
                            <a:schemeClr val="tx1"/>
                          </a:solidFill>
                          <a:effectLst/>
                          <a:latin typeface="Arial" panose="020B0604020202020204" pitchFamily="34" charset="0"/>
                          <a:ea typeface="宋体" panose="02010600030101010101" pitchFamily="2" charset="-122"/>
                        </a:rPr>
                        <a:t>2</a:t>
                      </a:r>
                      <a:endParaRPr kumimoji="0" lang="zh-CN" altLang="en-US" sz="2400" b="1" i="0" u="none" strike="noStrike" cap="none" normalizeH="0" baseline="-10000">
                        <a:ln>
                          <a:noFill/>
                        </a:ln>
                        <a:solidFill>
                          <a:schemeClr val="tx1"/>
                        </a:solidFill>
                        <a:effectLst/>
                        <a:latin typeface="Arial" panose="020B0604020202020204" pitchFamily="34" charset="0"/>
                        <a:ea typeface="宋体" panose="02010600030101010101" pitchFamily="2" charset="-122"/>
                      </a:endParaRP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A</a:t>
                      </a:r>
                      <a:r>
                        <a:rPr kumimoji="0" lang="en-US" altLang="zh-CN" sz="2400" b="1" i="0" u="none" strike="noStrike" cap="none" normalizeH="0" baseline="-10000">
                          <a:ln>
                            <a:noFill/>
                          </a:ln>
                          <a:solidFill>
                            <a:schemeClr val="tx1"/>
                          </a:solidFill>
                          <a:effectLst/>
                          <a:latin typeface="Arial" panose="020B0604020202020204" pitchFamily="34" charset="0"/>
                          <a:ea typeface="宋体" panose="02010600030101010101" pitchFamily="2" charset="-122"/>
                        </a:rPr>
                        <a:t>1</a:t>
                      </a:r>
                      <a:endParaRPr kumimoji="0" lang="zh-CN" altLang="en-US" sz="2400" b="1" i="0" u="none" strike="noStrike" cap="none" normalizeH="0" baseline="-10000">
                        <a:ln>
                          <a:noFill/>
                        </a:ln>
                        <a:solidFill>
                          <a:schemeClr val="tx1"/>
                        </a:solidFill>
                        <a:effectLst/>
                        <a:latin typeface="Arial" panose="020B0604020202020204" pitchFamily="34" charset="0"/>
                        <a:ea typeface="宋体" panose="02010600030101010101" pitchFamily="2" charset="-122"/>
                      </a:endParaRP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A</a:t>
                      </a:r>
                      <a:r>
                        <a:rPr kumimoji="0" lang="en-US" altLang="zh-CN" sz="2400" b="1" i="0" u="none" strike="noStrike" cap="none" normalizeH="0" baseline="-10000">
                          <a:ln>
                            <a:noFill/>
                          </a:ln>
                          <a:solidFill>
                            <a:schemeClr val="tx1"/>
                          </a:solidFill>
                          <a:effectLst/>
                          <a:latin typeface="Arial" panose="020B0604020202020204" pitchFamily="34" charset="0"/>
                          <a:ea typeface="宋体" panose="02010600030101010101" pitchFamily="2" charset="-122"/>
                        </a:rPr>
                        <a:t>0</a:t>
                      </a:r>
                      <a:endParaRPr kumimoji="0" lang="zh-CN" altLang="en-US" sz="2400" b="1" i="0" u="none" strike="noStrike" cap="none" normalizeH="0" baseline="-10000">
                        <a:ln>
                          <a:noFill/>
                        </a:ln>
                        <a:solidFill>
                          <a:schemeClr val="tx1"/>
                        </a:solidFill>
                        <a:effectLst/>
                        <a:latin typeface="Arial" panose="020B0604020202020204" pitchFamily="34" charset="0"/>
                        <a:ea typeface="宋体" panose="02010600030101010101" pitchFamily="2" charset="-122"/>
                      </a:endParaRPr>
                    </a:p>
                  </a:txBody>
                  <a:tcPr marL="0" marR="0" marT="0" marB="0" anchor="ctr" anchorCtr="1" horzOverflow="overflow">
                    <a:lnL>
                      <a:noFill/>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a</a:t>
                      </a:r>
                    </a:p>
                  </a:txBody>
                  <a:tcPr marL="0" marR="0" marT="0" marB="0" anchor="ctr" anchorCtr="1" horzOverflow="overflow">
                    <a:lnL w="28575"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b</a:t>
                      </a: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c</a:t>
                      </a: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d</a:t>
                      </a: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e</a:t>
                      </a: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f</a:t>
                      </a: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g</a:t>
                      </a:r>
                    </a:p>
                  </a:txBody>
                  <a:tcPr marL="0" marR="0" marT="0" marB="0" anchor="ctr" anchorCtr="1" horzOverflow="overflow">
                    <a:lnL>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字形</a:t>
                      </a:r>
                    </a:p>
                  </a:txBody>
                  <a:tcPr marL="0" marR="0" marT="0" marB="0" anchor="ctr" anchorCtr="1"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7200">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anchor="ctr" anchorCtr="1" horzOverflow="overflow">
                    <a:lnL>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anchor="ctr" anchorCtr="1"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w="28575"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anchor="ctr" anchorCtr="1" horzOverflow="overflow">
                    <a:lnL>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anchorCtr="1"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5613">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200">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2</a:t>
                      </a:r>
                    </a:p>
                  </a:txBody>
                  <a:tcPr marL="0" marR="0" marT="0" marB="0"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7200">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3</a:t>
                      </a:r>
                    </a:p>
                  </a:txBody>
                  <a:tcPr marL="0" marR="0" marT="0" marB="0"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4025">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p>
                  </a:txBody>
                  <a:tcPr marL="0" marR="0" marT="0" marB="0"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55613">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5</a:t>
                      </a:r>
                    </a:p>
                  </a:txBody>
                  <a:tcPr marL="0" marR="0" marT="0" marB="0"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60375">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6</a:t>
                      </a:r>
                    </a:p>
                  </a:txBody>
                  <a:tcPr marL="0" marR="0" marT="0" marB="0"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55613">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7</a:t>
                      </a:r>
                    </a:p>
                  </a:txBody>
                  <a:tcPr marL="0" marR="0" marT="0" marB="0"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55613">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8</a:t>
                      </a:r>
                    </a:p>
                  </a:txBody>
                  <a:tcPr marL="0" marR="0" marT="0" marB="0"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455613">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9</a:t>
                      </a:r>
                    </a:p>
                  </a:txBody>
                  <a:tcPr marL="0" marR="0" marT="0" marB="0"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0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0" marR="0" marT="0" marB="0"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7" name="Line 199">
            <a:extLst>
              <a:ext uri="{FF2B5EF4-FFF2-40B4-BE49-F238E27FC236}">
                <a16:creationId xmlns:a16="http://schemas.microsoft.com/office/drawing/2014/main" id="{4DEBF914-DDBD-8D23-04F1-8330419CCFC1}"/>
              </a:ext>
            </a:extLst>
          </p:cNvPr>
          <p:cNvSpPr>
            <a:spLocks noChangeShapeType="1"/>
          </p:cNvSpPr>
          <p:nvPr/>
        </p:nvSpPr>
        <p:spPr bwMode="auto">
          <a:xfrm>
            <a:off x="7475220" y="1392814"/>
            <a:ext cx="17938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 name="Line 200">
            <a:extLst>
              <a:ext uri="{FF2B5EF4-FFF2-40B4-BE49-F238E27FC236}">
                <a16:creationId xmlns:a16="http://schemas.microsoft.com/office/drawing/2014/main" id="{962E1654-70E8-66CC-9D79-6A13539579F1}"/>
              </a:ext>
            </a:extLst>
          </p:cNvPr>
          <p:cNvSpPr>
            <a:spLocks noChangeShapeType="1"/>
          </p:cNvSpPr>
          <p:nvPr/>
        </p:nvSpPr>
        <p:spPr bwMode="auto">
          <a:xfrm>
            <a:off x="7691120" y="1426151"/>
            <a:ext cx="0" cy="9842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 name="Line 201">
            <a:extLst>
              <a:ext uri="{FF2B5EF4-FFF2-40B4-BE49-F238E27FC236}">
                <a16:creationId xmlns:a16="http://schemas.microsoft.com/office/drawing/2014/main" id="{CF22AB58-30E2-9A41-8E99-5D0B30879549}"/>
              </a:ext>
            </a:extLst>
          </p:cNvPr>
          <p:cNvSpPr>
            <a:spLocks noChangeShapeType="1"/>
          </p:cNvSpPr>
          <p:nvPr/>
        </p:nvSpPr>
        <p:spPr bwMode="auto">
          <a:xfrm>
            <a:off x="7438707" y="1426151"/>
            <a:ext cx="0" cy="9842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Line 202">
            <a:extLst>
              <a:ext uri="{FF2B5EF4-FFF2-40B4-BE49-F238E27FC236}">
                <a16:creationId xmlns:a16="http://schemas.microsoft.com/office/drawing/2014/main" id="{EB8BE512-7C81-9F6A-F593-8A45288794BB}"/>
              </a:ext>
            </a:extLst>
          </p:cNvPr>
          <p:cNvSpPr>
            <a:spLocks noChangeShapeType="1"/>
          </p:cNvSpPr>
          <p:nvPr/>
        </p:nvSpPr>
        <p:spPr bwMode="auto">
          <a:xfrm>
            <a:off x="7691120" y="1588076"/>
            <a:ext cx="0" cy="9842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 name="Line 203">
            <a:extLst>
              <a:ext uri="{FF2B5EF4-FFF2-40B4-BE49-F238E27FC236}">
                <a16:creationId xmlns:a16="http://schemas.microsoft.com/office/drawing/2014/main" id="{D35ADC9F-AB0D-39A6-942A-F4CB61D70E9B}"/>
              </a:ext>
            </a:extLst>
          </p:cNvPr>
          <p:cNvSpPr>
            <a:spLocks noChangeShapeType="1"/>
          </p:cNvSpPr>
          <p:nvPr/>
        </p:nvSpPr>
        <p:spPr bwMode="auto">
          <a:xfrm>
            <a:off x="7438707" y="1588076"/>
            <a:ext cx="0" cy="9842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 name="Line 204">
            <a:extLst>
              <a:ext uri="{FF2B5EF4-FFF2-40B4-BE49-F238E27FC236}">
                <a16:creationId xmlns:a16="http://schemas.microsoft.com/office/drawing/2014/main" id="{42700ED9-0BEB-ADE4-CCDD-4ADAE66D41EF}"/>
              </a:ext>
            </a:extLst>
          </p:cNvPr>
          <p:cNvSpPr>
            <a:spLocks noChangeShapeType="1"/>
          </p:cNvSpPr>
          <p:nvPr/>
        </p:nvSpPr>
        <p:spPr bwMode="auto">
          <a:xfrm>
            <a:off x="7475220" y="1718251"/>
            <a:ext cx="17938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Line 205">
            <a:extLst>
              <a:ext uri="{FF2B5EF4-FFF2-40B4-BE49-F238E27FC236}">
                <a16:creationId xmlns:a16="http://schemas.microsoft.com/office/drawing/2014/main" id="{FBC903CD-7CDB-776B-17B7-704DAD6BA7C5}"/>
              </a:ext>
            </a:extLst>
          </p:cNvPr>
          <p:cNvSpPr>
            <a:spLocks noChangeShapeType="1"/>
          </p:cNvSpPr>
          <p:nvPr/>
        </p:nvSpPr>
        <p:spPr bwMode="auto">
          <a:xfrm>
            <a:off x="7689532" y="1861126"/>
            <a:ext cx="0" cy="968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Line 206">
            <a:extLst>
              <a:ext uri="{FF2B5EF4-FFF2-40B4-BE49-F238E27FC236}">
                <a16:creationId xmlns:a16="http://schemas.microsoft.com/office/drawing/2014/main" id="{4F16D940-D1C3-C77A-CD93-C1B223415719}"/>
              </a:ext>
            </a:extLst>
          </p:cNvPr>
          <p:cNvSpPr>
            <a:spLocks noChangeShapeType="1"/>
          </p:cNvSpPr>
          <p:nvPr/>
        </p:nvSpPr>
        <p:spPr bwMode="auto">
          <a:xfrm>
            <a:off x="7689532" y="2023051"/>
            <a:ext cx="0" cy="9842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Line 207">
            <a:extLst>
              <a:ext uri="{FF2B5EF4-FFF2-40B4-BE49-F238E27FC236}">
                <a16:creationId xmlns:a16="http://schemas.microsoft.com/office/drawing/2014/main" id="{B3F7F95C-0027-7EC2-21E3-76FF14020144}"/>
              </a:ext>
            </a:extLst>
          </p:cNvPr>
          <p:cNvSpPr>
            <a:spLocks noChangeShapeType="1"/>
          </p:cNvSpPr>
          <p:nvPr/>
        </p:nvSpPr>
        <p:spPr bwMode="auto">
          <a:xfrm>
            <a:off x="7473632" y="2292926"/>
            <a:ext cx="17938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Line 208">
            <a:extLst>
              <a:ext uri="{FF2B5EF4-FFF2-40B4-BE49-F238E27FC236}">
                <a16:creationId xmlns:a16="http://schemas.microsoft.com/office/drawing/2014/main" id="{549F4C23-4294-B88B-AB87-6BB6EDA52929}"/>
              </a:ext>
            </a:extLst>
          </p:cNvPr>
          <p:cNvSpPr>
            <a:spLocks noChangeShapeType="1"/>
          </p:cNvSpPr>
          <p:nvPr/>
        </p:nvSpPr>
        <p:spPr bwMode="auto">
          <a:xfrm>
            <a:off x="7689532" y="2324676"/>
            <a:ext cx="0" cy="9842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Line 209">
            <a:extLst>
              <a:ext uri="{FF2B5EF4-FFF2-40B4-BE49-F238E27FC236}">
                <a16:creationId xmlns:a16="http://schemas.microsoft.com/office/drawing/2014/main" id="{3263ABF6-BD7A-EC31-DEE5-0EF05C79F7B6}"/>
              </a:ext>
            </a:extLst>
          </p:cNvPr>
          <p:cNvSpPr>
            <a:spLocks noChangeShapeType="1"/>
          </p:cNvSpPr>
          <p:nvPr/>
        </p:nvSpPr>
        <p:spPr bwMode="auto">
          <a:xfrm>
            <a:off x="7473632" y="2454851"/>
            <a:ext cx="17938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Line 210">
            <a:extLst>
              <a:ext uri="{FF2B5EF4-FFF2-40B4-BE49-F238E27FC236}">
                <a16:creationId xmlns:a16="http://schemas.microsoft.com/office/drawing/2014/main" id="{637ED6B5-AF39-80AF-D2D5-B621D4855D24}"/>
              </a:ext>
            </a:extLst>
          </p:cNvPr>
          <p:cNvSpPr>
            <a:spLocks noChangeShapeType="1"/>
          </p:cNvSpPr>
          <p:nvPr/>
        </p:nvSpPr>
        <p:spPr bwMode="auto">
          <a:xfrm>
            <a:off x="7437120" y="2488189"/>
            <a:ext cx="0" cy="9842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Line 211">
            <a:extLst>
              <a:ext uri="{FF2B5EF4-FFF2-40B4-BE49-F238E27FC236}">
                <a16:creationId xmlns:a16="http://schemas.microsoft.com/office/drawing/2014/main" id="{26E0C49E-08E1-FB5A-3134-95E804DD6DEA}"/>
              </a:ext>
            </a:extLst>
          </p:cNvPr>
          <p:cNvSpPr>
            <a:spLocks noChangeShapeType="1"/>
          </p:cNvSpPr>
          <p:nvPr/>
        </p:nvSpPr>
        <p:spPr bwMode="auto">
          <a:xfrm>
            <a:off x="7473632" y="2618364"/>
            <a:ext cx="17938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Line 212">
            <a:extLst>
              <a:ext uri="{FF2B5EF4-FFF2-40B4-BE49-F238E27FC236}">
                <a16:creationId xmlns:a16="http://schemas.microsoft.com/office/drawing/2014/main" id="{FD3EEC96-C21F-3655-4431-22931FA32A9F}"/>
              </a:ext>
            </a:extLst>
          </p:cNvPr>
          <p:cNvSpPr>
            <a:spLocks noChangeShapeType="1"/>
          </p:cNvSpPr>
          <p:nvPr/>
        </p:nvSpPr>
        <p:spPr bwMode="auto">
          <a:xfrm>
            <a:off x="7473632" y="2761239"/>
            <a:ext cx="17938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Line 213">
            <a:extLst>
              <a:ext uri="{FF2B5EF4-FFF2-40B4-BE49-F238E27FC236}">
                <a16:creationId xmlns:a16="http://schemas.microsoft.com/office/drawing/2014/main" id="{BEB9162A-C94B-4986-BF6B-4613D4F910D5}"/>
              </a:ext>
            </a:extLst>
          </p:cNvPr>
          <p:cNvSpPr>
            <a:spLocks noChangeShapeType="1"/>
          </p:cNvSpPr>
          <p:nvPr/>
        </p:nvSpPr>
        <p:spPr bwMode="auto">
          <a:xfrm>
            <a:off x="7689532" y="2794576"/>
            <a:ext cx="0" cy="8572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Line 214">
            <a:extLst>
              <a:ext uri="{FF2B5EF4-FFF2-40B4-BE49-F238E27FC236}">
                <a16:creationId xmlns:a16="http://schemas.microsoft.com/office/drawing/2014/main" id="{CD946BDC-BD28-6119-FC58-1888706B0191}"/>
              </a:ext>
            </a:extLst>
          </p:cNvPr>
          <p:cNvSpPr>
            <a:spLocks noChangeShapeType="1"/>
          </p:cNvSpPr>
          <p:nvPr/>
        </p:nvSpPr>
        <p:spPr bwMode="auto">
          <a:xfrm>
            <a:off x="7473632" y="2924751"/>
            <a:ext cx="17938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 name="Line 215">
            <a:extLst>
              <a:ext uri="{FF2B5EF4-FFF2-40B4-BE49-F238E27FC236}">
                <a16:creationId xmlns:a16="http://schemas.microsoft.com/office/drawing/2014/main" id="{E50BB416-998C-7C6C-FCED-27E59F3BAAC0}"/>
              </a:ext>
            </a:extLst>
          </p:cNvPr>
          <p:cNvSpPr>
            <a:spLocks noChangeShapeType="1"/>
          </p:cNvSpPr>
          <p:nvPr/>
        </p:nvSpPr>
        <p:spPr bwMode="auto">
          <a:xfrm>
            <a:off x="7689532" y="2958089"/>
            <a:ext cx="0" cy="9683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Line 216">
            <a:extLst>
              <a:ext uri="{FF2B5EF4-FFF2-40B4-BE49-F238E27FC236}">
                <a16:creationId xmlns:a16="http://schemas.microsoft.com/office/drawing/2014/main" id="{81C6C3BD-F391-6AC6-850A-A15C0981D1D6}"/>
              </a:ext>
            </a:extLst>
          </p:cNvPr>
          <p:cNvSpPr>
            <a:spLocks noChangeShapeType="1"/>
          </p:cNvSpPr>
          <p:nvPr/>
        </p:nvSpPr>
        <p:spPr bwMode="auto">
          <a:xfrm>
            <a:off x="7473632" y="3086676"/>
            <a:ext cx="17938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Line 217">
            <a:extLst>
              <a:ext uri="{FF2B5EF4-FFF2-40B4-BE49-F238E27FC236}">
                <a16:creationId xmlns:a16="http://schemas.microsoft.com/office/drawing/2014/main" id="{DED1AFAD-2236-0E55-71E0-AC61776841BC}"/>
              </a:ext>
            </a:extLst>
          </p:cNvPr>
          <p:cNvSpPr>
            <a:spLocks noChangeShapeType="1"/>
          </p:cNvSpPr>
          <p:nvPr/>
        </p:nvSpPr>
        <p:spPr bwMode="auto">
          <a:xfrm>
            <a:off x="7689532" y="3283526"/>
            <a:ext cx="0" cy="9842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218">
            <a:extLst>
              <a:ext uri="{FF2B5EF4-FFF2-40B4-BE49-F238E27FC236}">
                <a16:creationId xmlns:a16="http://schemas.microsoft.com/office/drawing/2014/main" id="{60BE9749-2F1A-0F0D-219B-B74359BE823E}"/>
              </a:ext>
            </a:extLst>
          </p:cNvPr>
          <p:cNvSpPr>
            <a:spLocks noChangeShapeType="1"/>
          </p:cNvSpPr>
          <p:nvPr/>
        </p:nvSpPr>
        <p:spPr bwMode="auto">
          <a:xfrm>
            <a:off x="7437120" y="3283526"/>
            <a:ext cx="0" cy="9842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 name="Line 219">
            <a:extLst>
              <a:ext uri="{FF2B5EF4-FFF2-40B4-BE49-F238E27FC236}">
                <a16:creationId xmlns:a16="http://schemas.microsoft.com/office/drawing/2014/main" id="{65FB6DD5-B1F4-1DC6-3BB8-A6AAA1F3DA1C}"/>
              </a:ext>
            </a:extLst>
          </p:cNvPr>
          <p:cNvSpPr>
            <a:spLocks noChangeShapeType="1"/>
          </p:cNvSpPr>
          <p:nvPr/>
        </p:nvSpPr>
        <p:spPr bwMode="auto">
          <a:xfrm>
            <a:off x="7473632" y="3413701"/>
            <a:ext cx="17938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Line 220">
            <a:extLst>
              <a:ext uri="{FF2B5EF4-FFF2-40B4-BE49-F238E27FC236}">
                <a16:creationId xmlns:a16="http://schemas.microsoft.com/office/drawing/2014/main" id="{80E250F2-D0FB-8FE3-42F5-E1DCF924ABB0}"/>
              </a:ext>
            </a:extLst>
          </p:cNvPr>
          <p:cNvSpPr>
            <a:spLocks noChangeShapeType="1"/>
          </p:cNvSpPr>
          <p:nvPr/>
        </p:nvSpPr>
        <p:spPr bwMode="auto">
          <a:xfrm>
            <a:off x="7689532" y="3447039"/>
            <a:ext cx="0" cy="9683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 name="Line 221">
            <a:extLst>
              <a:ext uri="{FF2B5EF4-FFF2-40B4-BE49-F238E27FC236}">
                <a16:creationId xmlns:a16="http://schemas.microsoft.com/office/drawing/2014/main" id="{F491D1B1-E0C6-0018-14A7-8818233BA49F}"/>
              </a:ext>
            </a:extLst>
          </p:cNvPr>
          <p:cNvSpPr>
            <a:spLocks noChangeShapeType="1"/>
          </p:cNvSpPr>
          <p:nvPr/>
        </p:nvSpPr>
        <p:spPr bwMode="auto">
          <a:xfrm>
            <a:off x="7473632" y="3661351"/>
            <a:ext cx="17938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 name="Line 222">
            <a:extLst>
              <a:ext uri="{FF2B5EF4-FFF2-40B4-BE49-F238E27FC236}">
                <a16:creationId xmlns:a16="http://schemas.microsoft.com/office/drawing/2014/main" id="{277B1B7C-FB53-0D71-0E0D-29B7F69AD975}"/>
              </a:ext>
            </a:extLst>
          </p:cNvPr>
          <p:cNvSpPr>
            <a:spLocks noChangeShapeType="1"/>
          </p:cNvSpPr>
          <p:nvPr/>
        </p:nvSpPr>
        <p:spPr bwMode="auto">
          <a:xfrm>
            <a:off x="7437120" y="3694689"/>
            <a:ext cx="0" cy="9842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 name="Line 223">
            <a:extLst>
              <a:ext uri="{FF2B5EF4-FFF2-40B4-BE49-F238E27FC236}">
                <a16:creationId xmlns:a16="http://schemas.microsoft.com/office/drawing/2014/main" id="{9958C90B-2635-4E55-9516-EFB9A4C4FBC5}"/>
              </a:ext>
            </a:extLst>
          </p:cNvPr>
          <p:cNvSpPr>
            <a:spLocks noChangeShapeType="1"/>
          </p:cNvSpPr>
          <p:nvPr/>
        </p:nvSpPr>
        <p:spPr bwMode="auto">
          <a:xfrm>
            <a:off x="7473632" y="3823276"/>
            <a:ext cx="17938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 name="Line 224">
            <a:extLst>
              <a:ext uri="{FF2B5EF4-FFF2-40B4-BE49-F238E27FC236}">
                <a16:creationId xmlns:a16="http://schemas.microsoft.com/office/drawing/2014/main" id="{A8256AF3-F021-25C7-18CE-8C925C4CDA43}"/>
              </a:ext>
            </a:extLst>
          </p:cNvPr>
          <p:cNvSpPr>
            <a:spLocks noChangeShapeType="1"/>
          </p:cNvSpPr>
          <p:nvPr/>
        </p:nvSpPr>
        <p:spPr bwMode="auto">
          <a:xfrm>
            <a:off x="7689532" y="3856614"/>
            <a:ext cx="0" cy="9842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 name="Line 225">
            <a:extLst>
              <a:ext uri="{FF2B5EF4-FFF2-40B4-BE49-F238E27FC236}">
                <a16:creationId xmlns:a16="http://schemas.microsoft.com/office/drawing/2014/main" id="{EC53671F-D80E-45A3-0B30-DDB6ACF9BED0}"/>
              </a:ext>
            </a:extLst>
          </p:cNvPr>
          <p:cNvSpPr>
            <a:spLocks noChangeShapeType="1"/>
          </p:cNvSpPr>
          <p:nvPr/>
        </p:nvSpPr>
        <p:spPr bwMode="auto">
          <a:xfrm>
            <a:off x="7473632" y="3986789"/>
            <a:ext cx="17938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 name="Line 226">
            <a:extLst>
              <a:ext uri="{FF2B5EF4-FFF2-40B4-BE49-F238E27FC236}">
                <a16:creationId xmlns:a16="http://schemas.microsoft.com/office/drawing/2014/main" id="{B75288A5-79DE-A8BF-58A8-D5929AF8B4BE}"/>
              </a:ext>
            </a:extLst>
          </p:cNvPr>
          <p:cNvSpPr>
            <a:spLocks noChangeShapeType="1"/>
          </p:cNvSpPr>
          <p:nvPr/>
        </p:nvSpPr>
        <p:spPr bwMode="auto">
          <a:xfrm>
            <a:off x="7473632" y="4142364"/>
            <a:ext cx="17938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Line 227">
            <a:extLst>
              <a:ext uri="{FF2B5EF4-FFF2-40B4-BE49-F238E27FC236}">
                <a16:creationId xmlns:a16="http://schemas.microsoft.com/office/drawing/2014/main" id="{536FD89E-9EB6-1B80-C897-0A9618AF4573}"/>
              </a:ext>
            </a:extLst>
          </p:cNvPr>
          <p:cNvSpPr>
            <a:spLocks noChangeShapeType="1"/>
          </p:cNvSpPr>
          <p:nvPr/>
        </p:nvSpPr>
        <p:spPr bwMode="auto">
          <a:xfrm>
            <a:off x="7437120" y="4175701"/>
            <a:ext cx="0" cy="968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 name="Line 228">
            <a:extLst>
              <a:ext uri="{FF2B5EF4-FFF2-40B4-BE49-F238E27FC236}">
                <a16:creationId xmlns:a16="http://schemas.microsoft.com/office/drawing/2014/main" id="{2B85CE76-5C96-828F-2357-B59FE8AA0C9D}"/>
              </a:ext>
            </a:extLst>
          </p:cNvPr>
          <p:cNvSpPr>
            <a:spLocks noChangeShapeType="1"/>
          </p:cNvSpPr>
          <p:nvPr/>
        </p:nvSpPr>
        <p:spPr bwMode="auto">
          <a:xfrm>
            <a:off x="7473632" y="4304289"/>
            <a:ext cx="17938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 name="Line 229">
            <a:extLst>
              <a:ext uri="{FF2B5EF4-FFF2-40B4-BE49-F238E27FC236}">
                <a16:creationId xmlns:a16="http://schemas.microsoft.com/office/drawing/2014/main" id="{DD878194-D96E-313A-98F5-0E598A07A9C7}"/>
              </a:ext>
            </a:extLst>
          </p:cNvPr>
          <p:cNvSpPr>
            <a:spLocks noChangeShapeType="1"/>
          </p:cNvSpPr>
          <p:nvPr/>
        </p:nvSpPr>
        <p:spPr bwMode="auto">
          <a:xfrm>
            <a:off x="7689532" y="4337626"/>
            <a:ext cx="0" cy="9842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 name="Line 230">
            <a:extLst>
              <a:ext uri="{FF2B5EF4-FFF2-40B4-BE49-F238E27FC236}">
                <a16:creationId xmlns:a16="http://schemas.microsoft.com/office/drawing/2014/main" id="{AC02F673-DB19-742F-EBED-CAC400E552B6}"/>
              </a:ext>
            </a:extLst>
          </p:cNvPr>
          <p:cNvSpPr>
            <a:spLocks noChangeShapeType="1"/>
          </p:cNvSpPr>
          <p:nvPr/>
        </p:nvSpPr>
        <p:spPr bwMode="auto">
          <a:xfrm>
            <a:off x="7437120" y="4337626"/>
            <a:ext cx="0" cy="9842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 name="Line 231">
            <a:extLst>
              <a:ext uri="{FF2B5EF4-FFF2-40B4-BE49-F238E27FC236}">
                <a16:creationId xmlns:a16="http://schemas.microsoft.com/office/drawing/2014/main" id="{5263F25D-847B-96D1-86E5-FF135F710FB6}"/>
              </a:ext>
            </a:extLst>
          </p:cNvPr>
          <p:cNvSpPr>
            <a:spLocks noChangeShapeType="1"/>
          </p:cNvSpPr>
          <p:nvPr/>
        </p:nvSpPr>
        <p:spPr bwMode="auto">
          <a:xfrm>
            <a:off x="7473632" y="4467801"/>
            <a:ext cx="17938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 name="Line 232">
            <a:extLst>
              <a:ext uri="{FF2B5EF4-FFF2-40B4-BE49-F238E27FC236}">
                <a16:creationId xmlns:a16="http://schemas.microsoft.com/office/drawing/2014/main" id="{BCEE9761-8D29-B31F-8DB0-AFCF826E313D}"/>
              </a:ext>
            </a:extLst>
          </p:cNvPr>
          <p:cNvSpPr>
            <a:spLocks noChangeShapeType="1"/>
          </p:cNvSpPr>
          <p:nvPr/>
        </p:nvSpPr>
        <p:spPr bwMode="auto">
          <a:xfrm>
            <a:off x="7473632" y="4626551"/>
            <a:ext cx="17938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 name="Line 233">
            <a:extLst>
              <a:ext uri="{FF2B5EF4-FFF2-40B4-BE49-F238E27FC236}">
                <a16:creationId xmlns:a16="http://schemas.microsoft.com/office/drawing/2014/main" id="{3DAFF8E9-4795-09D9-F3F5-3D841E1DC424}"/>
              </a:ext>
            </a:extLst>
          </p:cNvPr>
          <p:cNvSpPr>
            <a:spLocks noChangeShapeType="1"/>
          </p:cNvSpPr>
          <p:nvPr/>
        </p:nvSpPr>
        <p:spPr bwMode="auto">
          <a:xfrm>
            <a:off x="7689532" y="4658301"/>
            <a:ext cx="0" cy="9842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 name="Line 234">
            <a:extLst>
              <a:ext uri="{FF2B5EF4-FFF2-40B4-BE49-F238E27FC236}">
                <a16:creationId xmlns:a16="http://schemas.microsoft.com/office/drawing/2014/main" id="{A32F7110-0FE4-E266-828C-9F0B81432CFA}"/>
              </a:ext>
            </a:extLst>
          </p:cNvPr>
          <p:cNvSpPr>
            <a:spLocks noChangeShapeType="1"/>
          </p:cNvSpPr>
          <p:nvPr/>
        </p:nvSpPr>
        <p:spPr bwMode="auto">
          <a:xfrm>
            <a:off x="7689532" y="4821814"/>
            <a:ext cx="0" cy="9842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 name="Line 235">
            <a:extLst>
              <a:ext uri="{FF2B5EF4-FFF2-40B4-BE49-F238E27FC236}">
                <a16:creationId xmlns:a16="http://schemas.microsoft.com/office/drawing/2014/main" id="{77801FA5-E56C-50EB-D715-2B4D4B44E3E4}"/>
              </a:ext>
            </a:extLst>
          </p:cNvPr>
          <p:cNvSpPr>
            <a:spLocks noChangeShapeType="1"/>
          </p:cNvSpPr>
          <p:nvPr/>
        </p:nvSpPr>
        <p:spPr bwMode="auto">
          <a:xfrm>
            <a:off x="7473632" y="5028189"/>
            <a:ext cx="17938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 name="Line 236">
            <a:extLst>
              <a:ext uri="{FF2B5EF4-FFF2-40B4-BE49-F238E27FC236}">
                <a16:creationId xmlns:a16="http://schemas.microsoft.com/office/drawing/2014/main" id="{EFCE3355-7225-C136-A44C-E1BA633ADA2A}"/>
              </a:ext>
            </a:extLst>
          </p:cNvPr>
          <p:cNvSpPr>
            <a:spLocks noChangeShapeType="1"/>
          </p:cNvSpPr>
          <p:nvPr/>
        </p:nvSpPr>
        <p:spPr bwMode="auto">
          <a:xfrm>
            <a:off x="7689532" y="5061526"/>
            <a:ext cx="0" cy="9842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 name="Line 237">
            <a:extLst>
              <a:ext uri="{FF2B5EF4-FFF2-40B4-BE49-F238E27FC236}">
                <a16:creationId xmlns:a16="http://schemas.microsoft.com/office/drawing/2014/main" id="{69830FE1-18AE-62B2-1AB9-FB66C6A2F909}"/>
              </a:ext>
            </a:extLst>
          </p:cNvPr>
          <p:cNvSpPr>
            <a:spLocks noChangeShapeType="1"/>
          </p:cNvSpPr>
          <p:nvPr/>
        </p:nvSpPr>
        <p:spPr bwMode="auto">
          <a:xfrm>
            <a:off x="7437120" y="5061526"/>
            <a:ext cx="0" cy="9842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 name="Line 238">
            <a:extLst>
              <a:ext uri="{FF2B5EF4-FFF2-40B4-BE49-F238E27FC236}">
                <a16:creationId xmlns:a16="http://schemas.microsoft.com/office/drawing/2014/main" id="{C0D60F2E-5851-FE3F-935C-DE62A6BCA7F6}"/>
              </a:ext>
            </a:extLst>
          </p:cNvPr>
          <p:cNvSpPr>
            <a:spLocks noChangeShapeType="1"/>
          </p:cNvSpPr>
          <p:nvPr/>
        </p:nvSpPr>
        <p:spPr bwMode="auto">
          <a:xfrm>
            <a:off x="7473632" y="5191701"/>
            <a:ext cx="17938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 name="Line 239">
            <a:extLst>
              <a:ext uri="{FF2B5EF4-FFF2-40B4-BE49-F238E27FC236}">
                <a16:creationId xmlns:a16="http://schemas.microsoft.com/office/drawing/2014/main" id="{D96D3FA5-54CD-2E67-DD00-77C34A9A8029}"/>
              </a:ext>
            </a:extLst>
          </p:cNvPr>
          <p:cNvSpPr>
            <a:spLocks noChangeShapeType="1"/>
          </p:cNvSpPr>
          <p:nvPr/>
        </p:nvSpPr>
        <p:spPr bwMode="auto">
          <a:xfrm>
            <a:off x="7689532" y="5225039"/>
            <a:ext cx="0" cy="9683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 name="Line 240">
            <a:extLst>
              <a:ext uri="{FF2B5EF4-FFF2-40B4-BE49-F238E27FC236}">
                <a16:creationId xmlns:a16="http://schemas.microsoft.com/office/drawing/2014/main" id="{5ECF1DB3-646A-ADFE-2665-4D76B921E9E0}"/>
              </a:ext>
            </a:extLst>
          </p:cNvPr>
          <p:cNvSpPr>
            <a:spLocks noChangeShapeType="1"/>
          </p:cNvSpPr>
          <p:nvPr/>
        </p:nvSpPr>
        <p:spPr bwMode="auto">
          <a:xfrm>
            <a:off x="7437120" y="5225039"/>
            <a:ext cx="0" cy="9683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 name="Line 241">
            <a:extLst>
              <a:ext uri="{FF2B5EF4-FFF2-40B4-BE49-F238E27FC236}">
                <a16:creationId xmlns:a16="http://schemas.microsoft.com/office/drawing/2014/main" id="{84608700-6FA3-63A5-F48F-845EF615A244}"/>
              </a:ext>
            </a:extLst>
          </p:cNvPr>
          <p:cNvSpPr>
            <a:spLocks noChangeShapeType="1"/>
          </p:cNvSpPr>
          <p:nvPr/>
        </p:nvSpPr>
        <p:spPr bwMode="auto">
          <a:xfrm>
            <a:off x="7473632" y="5353626"/>
            <a:ext cx="17938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 name="Line 242">
            <a:extLst>
              <a:ext uri="{FF2B5EF4-FFF2-40B4-BE49-F238E27FC236}">
                <a16:creationId xmlns:a16="http://schemas.microsoft.com/office/drawing/2014/main" id="{543AAC00-B338-DA24-C891-70EFD428AA1D}"/>
              </a:ext>
            </a:extLst>
          </p:cNvPr>
          <p:cNvSpPr>
            <a:spLocks noChangeShapeType="1"/>
          </p:cNvSpPr>
          <p:nvPr/>
        </p:nvSpPr>
        <p:spPr bwMode="auto">
          <a:xfrm>
            <a:off x="7473632" y="5494914"/>
            <a:ext cx="17938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 name="Line 243">
            <a:extLst>
              <a:ext uri="{FF2B5EF4-FFF2-40B4-BE49-F238E27FC236}">
                <a16:creationId xmlns:a16="http://schemas.microsoft.com/office/drawing/2014/main" id="{809448DB-D6BA-F7AD-EA25-B42D6EE29DA0}"/>
              </a:ext>
            </a:extLst>
          </p:cNvPr>
          <p:cNvSpPr>
            <a:spLocks noChangeShapeType="1"/>
          </p:cNvSpPr>
          <p:nvPr/>
        </p:nvSpPr>
        <p:spPr bwMode="auto">
          <a:xfrm>
            <a:off x="7689532" y="5528251"/>
            <a:ext cx="0" cy="9842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 name="Line 244">
            <a:extLst>
              <a:ext uri="{FF2B5EF4-FFF2-40B4-BE49-F238E27FC236}">
                <a16:creationId xmlns:a16="http://schemas.microsoft.com/office/drawing/2014/main" id="{777F1A13-D236-3883-78A0-BB7A1C4B04C3}"/>
              </a:ext>
            </a:extLst>
          </p:cNvPr>
          <p:cNvSpPr>
            <a:spLocks noChangeShapeType="1"/>
          </p:cNvSpPr>
          <p:nvPr/>
        </p:nvSpPr>
        <p:spPr bwMode="auto">
          <a:xfrm>
            <a:off x="7437120" y="5528251"/>
            <a:ext cx="0" cy="9842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 name="Line 245">
            <a:extLst>
              <a:ext uri="{FF2B5EF4-FFF2-40B4-BE49-F238E27FC236}">
                <a16:creationId xmlns:a16="http://schemas.microsoft.com/office/drawing/2014/main" id="{17FA5EDC-E575-0459-33F3-15EDC1B5C894}"/>
              </a:ext>
            </a:extLst>
          </p:cNvPr>
          <p:cNvSpPr>
            <a:spLocks noChangeShapeType="1"/>
          </p:cNvSpPr>
          <p:nvPr/>
        </p:nvSpPr>
        <p:spPr bwMode="auto">
          <a:xfrm>
            <a:off x="7473632" y="5656839"/>
            <a:ext cx="17938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 name="Line 246">
            <a:extLst>
              <a:ext uri="{FF2B5EF4-FFF2-40B4-BE49-F238E27FC236}">
                <a16:creationId xmlns:a16="http://schemas.microsoft.com/office/drawing/2014/main" id="{43568813-4629-564B-AD15-35D79A049334}"/>
              </a:ext>
            </a:extLst>
          </p:cNvPr>
          <p:cNvSpPr>
            <a:spLocks noChangeShapeType="1"/>
          </p:cNvSpPr>
          <p:nvPr/>
        </p:nvSpPr>
        <p:spPr bwMode="auto">
          <a:xfrm>
            <a:off x="7689532" y="5690176"/>
            <a:ext cx="0" cy="9842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 name="Line 247">
            <a:extLst>
              <a:ext uri="{FF2B5EF4-FFF2-40B4-BE49-F238E27FC236}">
                <a16:creationId xmlns:a16="http://schemas.microsoft.com/office/drawing/2014/main" id="{D916DBB3-6E0E-4668-38A6-3D7B8BEEC964}"/>
              </a:ext>
            </a:extLst>
          </p:cNvPr>
          <p:cNvSpPr>
            <a:spLocks noChangeShapeType="1"/>
          </p:cNvSpPr>
          <p:nvPr/>
        </p:nvSpPr>
        <p:spPr bwMode="auto">
          <a:xfrm>
            <a:off x="7473632" y="5820351"/>
            <a:ext cx="17938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6" name="Group 3">
            <a:extLst>
              <a:ext uri="{FF2B5EF4-FFF2-40B4-BE49-F238E27FC236}">
                <a16:creationId xmlns:a16="http://schemas.microsoft.com/office/drawing/2014/main" id="{2AA6FE2E-8CE8-43C5-5C3B-4E9E44E79C28}"/>
              </a:ext>
            </a:extLst>
          </p:cNvPr>
          <p:cNvGrpSpPr>
            <a:grpSpLocks/>
          </p:cNvGrpSpPr>
          <p:nvPr/>
        </p:nvGrpSpPr>
        <p:grpSpPr bwMode="auto">
          <a:xfrm>
            <a:off x="8761845" y="1238825"/>
            <a:ext cx="858838" cy="1135063"/>
            <a:chOff x="4739" y="3093"/>
            <a:chExt cx="624" cy="825"/>
          </a:xfrm>
        </p:grpSpPr>
        <p:sp>
          <p:nvSpPr>
            <p:cNvPr id="57" name="Text Box 4">
              <a:extLst>
                <a:ext uri="{FF2B5EF4-FFF2-40B4-BE49-F238E27FC236}">
                  <a16:creationId xmlns:a16="http://schemas.microsoft.com/office/drawing/2014/main" id="{0323665B-201C-D50A-2D4E-6FC9284C9431}"/>
                </a:ext>
              </a:extLst>
            </p:cNvPr>
            <p:cNvSpPr txBox="1">
              <a:spLocks noChangeArrowheads="1"/>
            </p:cNvSpPr>
            <p:nvPr/>
          </p:nvSpPr>
          <p:spPr bwMode="auto">
            <a:xfrm>
              <a:off x="5261" y="3636"/>
              <a:ext cx="81"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80000"/>
                </a:lnSpc>
                <a:spcAft>
                  <a:spcPct val="0"/>
                </a:spcAft>
                <a:buFontTx/>
                <a:buNone/>
              </a:pPr>
              <a:r>
                <a:rPr kumimoji="1" lang="en-US" altLang="zh-CN" sz="2000">
                  <a:latin typeface="Times New Roman" panose="02020603050405020304" pitchFamily="18" charset="0"/>
                  <a:ea typeface="楷体_GB2312" pitchFamily="49" charset="-122"/>
                </a:rPr>
                <a:t>c</a:t>
              </a:r>
            </a:p>
          </p:txBody>
        </p:sp>
        <p:sp>
          <p:nvSpPr>
            <p:cNvPr id="58" name="Text Box 5">
              <a:extLst>
                <a:ext uri="{FF2B5EF4-FFF2-40B4-BE49-F238E27FC236}">
                  <a16:creationId xmlns:a16="http://schemas.microsoft.com/office/drawing/2014/main" id="{5D601C03-E77D-F1D8-6346-F380A47881F8}"/>
                </a:ext>
              </a:extLst>
            </p:cNvPr>
            <p:cNvSpPr txBox="1">
              <a:spLocks noChangeArrowheads="1"/>
            </p:cNvSpPr>
            <p:nvPr/>
          </p:nvSpPr>
          <p:spPr bwMode="auto">
            <a:xfrm>
              <a:off x="4989" y="3093"/>
              <a:ext cx="93"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80000"/>
                </a:lnSpc>
                <a:spcAft>
                  <a:spcPct val="0"/>
                </a:spcAft>
                <a:buFontTx/>
                <a:buNone/>
              </a:pPr>
              <a:r>
                <a:rPr kumimoji="1" lang="en-US" altLang="zh-CN" sz="2000">
                  <a:latin typeface="Times New Roman" panose="02020603050405020304" pitchFamily="18" charset="0"/>
                  <a:ea typeface="楷体_GB2312" pitchFamily="49" charset="-122"/>
                </a:rPr>
                <a:t>a</a:t>
              </a:r>
            </a:p>
          </p:txBody>
        </p:sp>
        <p:sp>
          <p:nvSpPr>
            <p:cNvPr id="59" name="Text Box 6">
              <a:extLst>
                <a:ext uri="{FF2B5EF4-FFF2-40B4-BE49-F238E27FC236}">
                  <a16:creationId xmlns:a16="http://schemas.microsoft.com/office/drawing/2014/main" id="{E0070A4B-39EB-A1F2-FEB6-9E7DBE01DE86}"/>
                </a:ext>
              </a:extLst>
            </p:cNvPr>
            <p:cNvSpPr txBox="1">
              <a:spLocks noChangeArrowheads="1"/>
            </p:cNvSpPr>
            <p:nvPr/>
          </p:nvSpPr>
          <p:spPr bwMode="auto">
            <a:xfrm>
              <a:off x="5261" y="3365"/>
              <a:ext cx="102"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80000"/>
                </a:lnSpc>
                <a:spcAft>
                  <a:spcPct val="0"/>
                </a:spcAft>
                <a:buFontTx/>
                <a:buNone/>
              </a:pPr>
              <a:r>
                <a:rPr kumimoji="1" lang="en-US" altLang="zh-CN" sz="2000">
                  <a:latin typeface="Times New Roman" panose="02020603050405020304" pitchFamily="18" charset="0"/>
                  <a:ea typeface="楷体_GB2312" pitchFamily="49" charset="-122"/>
                </a:rPr>
                <a:t>b</a:t>
              </a:r>
            </a:p>
          </p:txBody>
        </p:sp>
        <p:sp>
          <p:nvSpPr>
            <p:cNvPr id="60" name="Text Box 7">
              <a:extLst>
                <a:ext uri="{FF2B5EF4-FFF2-40B4-BE49-F238E27FC236}">
                  <a16:creationId xmlns:a16="http://schemas.microsoft.com/office/drawing/2014/main" id="{F4F6A248-7A4C-E504-DD71-5877BE89EB37}"/>
                </a:ext>
              </a:extLst>
            </p:cNvPr>
            <p:cNvSpPr txBox="1">
              <a:spLocks noChangeArrowheads="1"/>
            </p:cNvSpPr>
            <p:nvPr/>
          </p:nvSpPr>
          <p:spPr bwMode="auto">
            <a:xfrm>
              <a:off x="4989" y="3685"/>
              <a:ext cx="103"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80000"/>
                </a:lnSpc>
                <a:spcAft>
                  <a:spcPct val="0"/>
                </a:spcAft>
                <a:buFontTx/>
                <a:buNone/>
              </a:pPr>
              <a:r>
                <a:rPr kumimoji="1" lang="en-US" altLang="zh-CN" sz="2000">
                  <a:latin typeface="Times New Roman" panose="02020603050405020304" pitchFamily="18" charset="0"/>
                  <a:ea typeface="楷体_GB2312" pitchFamily="49" charset="-122"/>
                </a:rPr>
                <a:t>d</a:t>
              </a:r>
            </a:p>
          </p:txBody>
        </p:sp>
        <p:sp>
          <p:nvSpPr>
            <p:cNvPr id="61" name="Text Box 8">
              <a:extLst>
                <a:ext uri="{FF2B5EF4-FFF2-40B4-BE49-F238E27FC236}">
                  <a16:creationId xmlns:a16="http://schemas.microsoft.com/office/drawing/2014/main" id="{DD5D3E5F-92F1-4A4F-C8F0-D6F25FE42A5F}"/>
                </a:ext>
              </a:extLst>
            </p:cNvPr>
            <p:cNvSpPr txBox="1">
              <a:spLocks noChangeArrowheads="1"/>
            </p:cNvSpPr>
            <p:nvPr/>
          </p:nvSpPr>
          <p:spPr bwMode="auto">
            <a:xfrm>
              <a:off x="4739" y="3390"/>
              <a:ext cx="6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80000"/>
                </a:lnSpc>
                <a:spcAft>
                  <a:spcPct val="0"/>
                </a:spcAft>
                <a:buFontTx/>
                <a:buNone/>
              </a:pPr>
              <a:r>
                <a:rPr kumimoji="1" lang="en-US" altLang="zh-CN" sz="2000">
                  <a:latin typeface="Times New Roman" panose="02020603050405020304" pitchFamily="18" charset="0"/>
                  <a:ea typeface="楷体_GB2312" pitchFamily="49" charset="-122"/>
                </a:rPr>
                <a:t>f</a:t>
              </a:r>
            </a:p>
          </p:txBody>
        </p:sp>
        <p:sp>
          <p:nvSpPr>
            <p:cNvPr id="62" name="Text Box 9">
              <a:extLst>
                <a:ext uri="{FF2B5EF4-FFF2-40B4-BE49-F238E27FC236}">
                  <a16:creationId xmlns:a16="http://schemas.microsoft.com/office/drawing/2014/main" id="{E36C9224-E3E6-2DF4-CA5C-053FE7A9CC0D}"/>
                </a:ext>
              </a:extLst>
            </p:cNvPr>
            <p:cNvSpPr txBox="1">
              <a:spLocks noChangeArrowheads="1"/>
            </p:cNvSpPr>
            <p:nvPr/>
          </p:nvSpPr>
          <p:spPr bwMode="auto">
            <a:xfrm>
              <a:off x="4989" y="3345"/>
              <a:ext cx="93"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80000"/>
                </a:lnSpc>
                <a:spcAft>
                  <a:spcPct val="0"/>
                </a:spcAft>
                <a:buFontTx/>
                <a:buNone/>
              </a:pPr>
              <a:r>
                <a:rPr kumimoji="1" lang="en-US" altLang="zh-CN" sz="2000">
                  <a:latin typeface="Times New Roman" panose="02020603050405020304" pitchFamily="18" charset="0"/>
                  <a:ea typeface="楷体_GB2312" pitchFamily="49" charset="-122"/>
                </a:rPr>
                <a:t>g</a:t>
              </a:r>
            </a:p>
          </p:txBody>
        </p:sp>
        <p:sp>
          <p:nvSpPr>
            <p:cNvPr id="63" name="Rectangle 10">
              <a:extLst>
                <a:ext uri="{FF2B5EF4-FFF2-40B4-BE49-F238E27FC236}">
                  <a16:creationId xmlns:a16="http://schemas.microsoft.com/office/drawing/2014/main" id="{AA0E3970-A5A5-54C8-4E6C-A22DA61AA94E}"/>
                </a:ext>
              </a:extLst>
            </p:cNvPr>
            <p:cNvSpPr>
              <a:spLocks noChangeArrowheads="1"/>
            </p:cNvSpPr>
            <p:nvPr/>
          </p:nvSpPr>
          <p:spPr bwMode="auto">
            <a:xfrm>
              <a:off x="4876" y="3355"/>
              <a:ext cx="29" cy="205"/>
            </a:xfrm>
            <a:prstGeom prst="rect">
              <a:avLst/>
            </a:prstGeom>
            <a:solidFill>
              <a:schemeClr val="tx1"/>
            </a:solidFill>
            <a:ln w="38100">
              <a:solidFill>
                <a:schemeClr val="tx1"/>
              </a:solidFill>
              <a:miter lim="800000"/>
              <a:headEnd/>
              <a:tailEnd/>
            </a:ln>
          </p:spPr>
          <p:txBody>
            <a:bodyPr wrap="none" lIns="90000" tIns="46800" rIns="90000" bIns="46800"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64" name="Rectangle 11">
              <a:extLst>
                <a:ext uri="{FF2B5EF4-FFF2-40B4-BE49-F238E27FC236}">
                  <a16:creationId xmlns:a16="http://schemas.microsoft.com/office/drawing/2014/main" id="{01D4A164-B7F3-BF53-ED2C-587B07A68B71}"/>
                </a:ext>
              </a:extLst>
            </p:cNvPr>
            <p:cNvSpPr>
              <a:spLocks noChangeArrowheads="1"/>
            </p:cNvSpPr>
            <p:nvPr/>
          </p:nvSpPr>
          <p:spPr bwMode="auto">
            <a:xfrm rot="-5400000">
              <a:off x="5031" y="3208"/>
              <a:ext cx="28" cy="210"/>
            </a:xfrm>
            <a:prstGeom prst="rect">
              <a:avLst/>
            </a:prstGeom>
            <a:solidFill>
              <a:schemeClr val="tx1"/>
            </a:solidFill>
            <a:ln w="38100">
              <a:solidFill>
                <a:schemeClr val="tx1"/>
              </a:solidFill>
              <a:miter lim="800000"/>
              <a:headEnd/>
              <a:tailEnd/>
            </a:ln>
          </p:spPr>
          <p:txBody>
            <a:bodyPr wrap="none" lIns="90000" tIns="46800" rIns="90000" bIns="46800"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65" name="Rectangle 12">
              <a:extLst>
                <a:ext uri="{FF2B5EF4-FFF2-40B4-BE49-F238E27FC236}">
                  <a16:creationId xmlns:a16="http://schemas.microsoft.com/office/drawing/2014/main" id="{1F9C5815-83BD-D9D8-B2AF-47366C8A953B}"/>
                </a:ext>
              </a:extLst>
            </p:cNvPr>
            <p:cNvSpPr>
              <a:spLocks noChangeArrowheads="1"/>
            </p:cNvSpPr>
            <p:nvPr/>
          </p:nvSpPr>
          <p:spPr bwMode="auto">
            <a:xfrm rot="-5400000">
              <a:off x="5035" y="3498"/>
              <a:ext cx="28" cy="210"/>
            </a:xfrm>
            <a:prstGeom prst="rect">
              <a:avLst/>
            </a:prstGeom>
            <a:solidFill>
              <a:schemeClr val="tx1"/>
            </a:solidFill>
            <a:ln w="38100">
              <a:solidFill>
                <a:schemeClr val="tx1"/>
              </a:solidFill>
              <a:miter lim="800000"/>
              <a:headEnd/>
              <a:tailEnd/>
            </a:ln>
          </p:spPr>
          <p:txBody>
            <a:bodyPr wrap="none" lIns="90000" tIns="46800" rIns="90000" bIns="46800"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66" name="Rectangle 13">
              <a:extLst>
                <a:ext uri="{FF2B5EF4-FFF2-40B4-BE49-F238E27FC236}">
                  <a16:creationId xmlns:a16="http://schemas.microsoft.com/office/drawing/2014/main" id="{6EE86D8E-1876-D983-C3F7-C5CDDAB868BD}"/>
                </a:ext>
              </a:extLst>
            </p:cNvPr>
            <p:cNvSpPr>
              <a:spLocks noChangeArrowheads="1"/>
            </p:cNvSpPr>
            <p:nvPr/>
          </p:nvSpPr>
          <p:spPr bwMode="auto">
            <a:xfrm>
              <a:off x="4876" y="3646"/>
              <a:ext cx="29" cy="205"/>
            </a:xfrm>
            <a:prstGeom prst="rect">
              <a:avLst/>
            </a:prstGeom>
            <a:solidFill>
              <a:schemeClr val="tx1"/>
            </a:solidFill>
            <a:ln w="38100">
              <a:solidFill>
                <a:schemeClr val="tx1"/>
              </a:solidFill>
              <a:miter lim="800000"/>
              <a:headEnd/>
              <a:tailEnd/>
            </a:ln>
          </p:spPr>
          <p:txBody>
            <a:bodyPr wrap="none" lIns="90000" tIns="46800" rIns="90000" bIns="46800"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67" name="Rectangle 14">
              <a:extLst>
                <a:ext uri="{FF2B5EF4-FFF2-40B4-BE49-F238E27FC236}">
                  <a16:creationId xmlns:a16="http://schemas.microsoft.com/office/drawing/2014/main" id="{3E414FD0-EC73-02CA-7BE4-FE41784FCC93}"/>
                </a:ext>
              </a:extLst>
            </p:cNvPr>
            <p:cNvSpPr>
              <a:spLocks noChangeArrowheads="1"/>
            </p:cNvSpPr>
            <p:nvPr/>
          </p:nvSpPr>
          <p:spPr bwMode="auto">
            <a:xfrm>
              <a:off x="5188" y="3345"/>
              <a:ext cx="28" cy="204"/>
            </a:xfrm>
            <a:prstGeom prst="rect">
              <a:avLst/>
            </a:prstGeom>
            <a:solidFill>
              <a:schemeClr val="tx1"/>
            </a:solidFill>
            <a:ln w="38100">
              <a:solidFill>
                <a:schemeClr val="tx1"/>
              </a:solidFill>
              <a:miter lim="800000"/>
              <a:headEnd/>
              <a:tailEnd/>
            </a:ln>
          </p:spPr>
          <p:txBody>
            <a:bodyPr lIns="90000" tIns="46800" rIns="90000" bIns="46800"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68" name="Rectangle 15">
              <a:extLst>
                <a:ext uri="{FF2B5EF4-FFF2-40B4-BE49-F238E27FC236}">
                  <a16:creationId xmlns:a16="http://schemas.microsoft.com/office/drawing/2014/main" id="{B91B70BD-7C2D-73D3-03D2-D5E79114FE17}"/>
                </a:ext>
              </a:extLst>
            </p:cNvPr>
            <p:cNvSpPr>
              <a:spLocks noChangeArrowheads="1"/>
            </p:cNvSpPr>
            <p:nvPr/>
          </p:nvSpPr>
          <p:spPr bwMode="auto">
            <a:xfrm>
              <a:off x="5187" y="3640"/>
              <a:ext cx="29" cy="205"/>
            </a:xfrm>
            <a:prstGeom prst="rect">
              <a:avLst/>
            </a:prstGeom>
            <a:solidFill>
              <a:schemeClr val="tx1"/>
            </a:solidFill>
            <a:ln w="38100">
              <a:solidFill>
                <a:schemeClr val="tx1"/>
              </a:solidFill>
              <a:miter lim="800000"/>
              <a:headEnd/>
              <a:tailEnd/>
            </a:ln>
          </p:spPr>
          <p:txBody>
            <a:bodyPr wrap="none" lIns="90000" tIns="46800" rIns="90000" bIns="46800"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69" name="Rectangle 16">
              <a:extLst>
                <a:ext uri="{FF2B5EF4-FFF2-40B4-BE49-F238E27FC236}">
                  <a16:creationId xmlns:a16="http://schemas.microsoft.com/office/drawing/2014/main" id="{EF6F7E77-4BCE-62BF-5FB8-B9141BE4C1C4}"/>
                </a:ext>
              </a:extLst>
            </p:cNvPr>
            <p:cNvSpPr>
              <a:spLocks noChangeArrowheads="1"/>
            </p:cNvSpPr>
            <p:nvPr/>
          </p:nvSpPr>
          <p:spPr bwMode="auto">
            <a:xfrm rot="-5400000">
              <a:off x="5034" y="3799"/>
              <a:ext cx="29" cy="210"/>
            </a:xfrm>
            <a:prstGeom prst="rect">
              <a:avLst/>
            </a:prstGeom>
            <a:solidFill>
              <a:schemeClr val="tx1"/>
            </a:solidFill>
            <a:ln w="38100">
              <a:solidFill>
                <a:schemeClr val="tx1"/>
              </a:solidFill>
              <a:miter lim="800000"/>
              <a:headEnd/>
              <a:tailEnd/>
            </a:ln>
          </p:spPr>
          <p:txBody>
            <a:bodyPr wrap="none" lIns="90000" tIns="46800" rIns="90000" bIns="46800"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70" name="Text Box 17">
              <a:extLst>
                <a:ext uri="{FF2B5EF4-FFF2-40B4-BE49-F238E27FC236}">
                  <a16:creationId xmlns:a16="http://schemas.microsoft.com/office/drawing/2014/main" id="{85EDDCDA-7EBB-D46C-AD18-250B16B1418C}"/>
                </a:ext>
              </a:extLst>
            </p:cNvPr>
            <p:cNvSpPr txBox="1">
              <a:spLocks noChangeArrowheads="1"/>
            </p:cNvSpPr>
            <p:nvPr/>
          </p:nvSpPr>
          <p:spPr bwMode="auto">
            <a:xfrm>
              <a:off x="4739" y="3640"/>
              <a:ext cx="82"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80000"/>
                </a:lnSpc>
                <a:spcAft>
                  <a:spcPct val="0"/>
                </a:spcAft>
                <a:buFontTx/>
                <a:buNone/>
              </a:pPr>
              <a:r>
                <a:rPr kumimoji="1" lang="en-US" altLang="zh-CN" sz="2000">
                  <a:latin typeface="Times New Roman" panose="02020603050405020304" pitchFamily="18" charset="0"/>
                  <a:ea typeface="楷体_GB2312" pitchFamily="49" charset="-122"/>
                </a:rPr>
                <a:t>e</a:t>
              </a:r>
            </a:p>
          </p:txBody>
        </p:sp>
      </p:grpSp>
      <p:sp>
        <p:nvSpPr>
          <p:cNvPr id="71" name="Rectangle 113">
            <a:extLst>
              <a:ext uri="{FF2B5EF4-FFF2-40B4-BE49-F238E27FC236}">
                <a16:creationId xmlns:a16="http://schemas.microsoft.com/office/drawing/2014/main" id="{02CDFFE9-618D-212D-895F-048D0972599A}"/>
              </a:ext>
            </a:extLst>
          </p:cNvPr>
          <p:cNvSpPr>
            <a:spLocks noChangeArrowheads="1"/>
          </p:cNvSpPr>
          <p:nvPr/>
        </p:nvSpPr>
        <p:spPr bwMode="auto">
          <a:xfrm>
            <a:off x="7190509" y="6043777"/>
            <a:ext cx="2596111" cy="452004"/>
          </a:xfrm>
          <a:prstGeom prst="rect">
            <a:avLst/>
          </a:prstGeom>
          <a:solidFill>
            <a:schemeClr val="accent1">
              <a:lumMod val="20000"/>
              <a:lumOff val="80000"/>
            </a:schemeClr>
          </a:solidFill>
          <a:ln w="12700">
            <a:solidFill>
              <a:schemeClr val="accent1">
                <a:lumMod val="50000"/>
              </a:schemeClr>
            </a:solidFill>
            <a:miter lim="800000"/>
            <a:headEnd/>
            <a:tailEnd/>
          </a:ln>
        </p:spPr>
        <p:txBody>
          <a:bodyPr wrap="none"/>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2400" b="0" dirty="0">
                <a:latin typeface="Microsoft YaHei" panose="020B0503020204020204" pitchFamily="34" charset="-122"/>
                <a:ea typeface="Microsoft YaHei" panose="020B0503020204020204" pitchFamily="34" charset="-122"/>
              </a:rPr>
              <a:t>十六进制的显示？</a:t>
            </a:r>
          </a:p>
        </p:txBody>
      </p:sp>
    </p:spTree>
    <p:extLst>
      <p:ext uri="{BB962C8B-B14F-4D97-AF65-F5344CB8AC3E}">
        <p14:creationId xmlns:p14="http://schemas.microsoft.com/office/powerpoint/2010/main" val="3898412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B8BEC3-6572-0372-6A43-16D12FD5C6D9}"/>
              </a:ext>
            </a:extLst>
          </p:cNvPr>
          <p:cNvSpPr>
            <a:spLocks noGrp="1"/>
          </p:cNvSpPr>
          <p:nvPr>
            <p:ph type="title"/>
          </p:nvPr>
        </p:nvSpPr>
        <p:spPr/>
        <p:txBody>
          <a:bodyPr>
            <a:normAutofit fontScale="90000"/>
          </a:bodyPr>
          <a:lstStyle/>
          <a:p>
            <a:r>
              <a:rPr kumimoji="1" lang="en-US" altLang="zh-CN" sz="3200" dirty="0">
                <a:latin typeface="Times New Roman" panose="02020603050405020304" pitchFamily="18" charset="0"/>
                <a:ea typeface="楷体_GB2312" pitchFamily="49" charset="-122"/>
              </a:rPr>
              <a:t>74x4511</a:t>
            </a:r>
            <a:r>
              <a:rPr kumimoji="1" lang="zh-CN" altLang="en-US" sz="3200" dirty="0">
                <a:latin typeface="Times New Roman" panose="02020603050405020304" pitchFamily="18" charset="0"/>
                <a:ea typeface="楷体_GB2312" pitchFamily="49" charset="-122"/>
              </a:rPr>
              <a:t>功能表</a:t>
            </a:r>
            <a:endParaRPr kumimoji="1" lang="zh-CN" altLang="en-US" dirty="0"/>
          </a:p>
        </p:txBody>
      </p:sp>
      <p:sp>
        <p:nvSpPr>
          <p:cNvPr id="4" name="页脚占位符 3">
            <a:extLst>
              <a:ext uri="{FF2B5EF4-FFF2-40B4-BE49-F238E27FC236}">
                <a16:creationId xmlns:a16="http://schemas.microsoft.com/office/drawing/2014/main" id="{5A1A4417-2C8C-8947-F485-C00E23936D0C}"/>
              </a:ext>
            </a:extLst>
          </p:cNvPr>
          <p:cNvSpPr>
            <a:spLocks noGrp="1"/>
          </p:cNvSpPr>
          <p:nvPr>
            <p:ph type="ftr" sz="quarter" idx="11"/>
          </p:nvPr>
        </p:nvSpPr>
        <p:spPr/>
        <p:txBody>
          <a:bodyPr/>
          <a:lstStyle/>
          <a:p>
            <a:r>
              <a:rPr lang="zh-CN" altLang="en-US"/>
              <a:t>模拟与数字电路：</a:t>
            </a:r>
            <a:r>
              <a:rPr lang="en-US" altLang="zh-CN"/>
              <a:t>6. </a:t>
            </a:r>
            <a:r>
              <a:rPr lang="zh-CN" altLang="en-US"/>
              <a:t>组合逻辑电路</a:t>
            </a:r>
            <a:r>
              <a:rPr lang="en-US" altLang="zh-CN"/>
              <a:t>2</a:t>
            </a:r>
            <a:endParaRPr lang="en-US" dirty="0"/>
          </a:p>
        </p:txBody>
      </p:sp>
      <p:sp>
        <p:nvSpPr>
          <p:cNvPr id="5" name="灯片编号占位符 4">
            <a:extLst>
              <a:ext uri="{FF2B5EF4-FFF2-40B4-BE49-F238E27FC236}">
                <a16:creationId xmlns:a16="http://schemas.microsoft.com/office/drawing/2014/main" id="{4C7950B1-0027-C87F-456C-C089F134E02B}"/>
              </a:ext>
            </a:extLst>
          </p:cNvPr>
          <p:cNvSpPr>
            <a:spLocks noGrp="1"/>
          </p:cNvSpPr>
          <p:nvPr>
            <p:ph type="sldNum" sz="quarter" idx="12"/>
          </p:nvPr>
        </p:nvSpPr>
        <p:spPr/>
        <p:txBody>
          <a:bodyPr/>
          <a:lstStyle/>
          <a:p>
            <a:fld id="{9E260BC5-5BF3-8746-862B-DC45E9CAA88B}" type="slidenum">
              <a:rPr lang="en-US" smtClean="0"/>
              <a:pPr/>
              <a:t>25</a:t>
            </a:fld>
            <a:r>
              <a:rPr lang="en-US" altLang="zh-CN" dirty="0"/>
              <a:t>/38</a:t>
            </a:r>
            <a:endParaRPr lang="en-US" dirty="0"/>
          </a:p>
        </p:txBody>
      </p:sp>
      <p:grpSp>
        <p:nvGrpSpPr>
          <p:cNvPr id="6" name="Group 1426">
            <a:extLst>
              <a:ext uri="{FF2B5EF4-FFF2-40B4-BE49-F238E27FC236}">
                <a16:creationId xmlns:a16="http://schemas.microsoft.com/office/drawing/2014/main" id="{0F5A3A84-7C71-0A26-9C4D-8FAEAD73D8D4}"/>
              </a:ext>
            </a:extLst>
          </p:cNvPr>
          <p:cNvGrpSpPr>
            <a:grpSpLocks/>
          </p:cNvGrpSpPr>
          <p:nvPr/>
        </p:nvGrpSpPr>
        <p:grpSpPr bwMode="auto">
          <a:xfrm>
            <a:off x="777081" y="1310689"/>
            <a:ext cx="8351838" cy="4432300"/>
            <a:chOff x="205" y="845"/>
            <a:chExt cx="5261" cy="2792"/>
          </a:xfrm>
        </p:grpSpPr>
        <p:graphicFrame>
          <p:nvGraphicFramePr>
            <p:cNvPr id="7" name="Object 2">
              <a:extLst>
                <a:ext uri="{FF2B5EF4-FFF2-40B4-BE49-F238E27FC236}">
                  <a16:creationId xmlns:a16="http://schemas.microsoft.com/office/drawing/2014/main" id="{4F676B54-4126-762B-CB7B-6068425BD49E}"/>
                </a:ext>
              </a:extLst>
            </p:cNvPr>
            <p:cNvGraphicFramePr>
              <a:graphicFrameLocks noChangeAspect="1"/>
            </p:cNvGraphicFramePr>
            <p:nvPr/>
          </p:nvGraphicFramePr>
          <p:xfrm>
            <a:off x="5103" y="1571"/>
            <a:ext cx="113" cy="181"/>
          </p:xfrm>
          <a:graphic>
            <a:graphicData uri="http://schemas.openxmlformats.org/presentationml/2006/ole">
              <mc:AlternateContent xmlns:mc="http://schemas.openxmlformats.org/markup-compatibility/2006">
                <mc:Choice xmlns:v="urn:schemas-microsoft-com:vml" Requires="v">
                  <p:oleObj name="图片" r:id="rId2" imgW="95693" imgH="151894" progId="Word.Picture.8">
                    <p:embed/>
                  </p:oleObj>
                </mc:Choice>
                <mc:Fallback>
                  <p:oleObj name="图片" r:id="rId2" imgW="95693" imgH="151894" progId="Word.Picture.8">
                    <p:embed/>
                    <p:pic>
                      <p:nvPicPr>
                        <p:cNvPr id="41991"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3" y="1571"/>
                          <a:ext cx="113"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3">
              <a:extLst>
                <a:ext uri="{FF2B5EF4-FFF2-40B4-BE49-F238E27FC236}">
                  <a16:creationId xmlns:a16="http://schemas.microsoft.com/office/drawing/2014/main" id="{EAB38B60-446C-D403-DCFC-4F5EF383F81F}"/>
                </a:ext>
              </a:extLst>
            </p:cNvPr>
            <p:cNvGraphicFramePr>
              <a:graphicFrameLocks noChangeAspect="1"/>
            </p:cNvGraphicFramePr>
            <p:nvPr/>
          </p:nvGraphicFramePr>
          <p:xfrm>
            <a:off x="5057" y="1752"/>
            <a:ext cx="113" cy="181"/>
          </p:xfrm>
          <a:graphic>
            <a:graphicData uri="http://schemas.openxmlformats.org/presentationml/2006/ole">
              <mc:AlternateContent xmlns:mc="http://schemas.openxmlformats.org/markup-compatibility/2006">
                <mc:Choice xmlns:v="urn:schemas-microsoft-com:vml" Requires="v">
                  <p:oleObj name="图片" r:id="rId4" imgW="95693" imgH="151894" progId="Word.Picture.8">
                    <p:embed/>
                  </p:oleObj>
                </mc:Choice>
                <mc:Fallback>
                  <p:oleObj name="图片" r:id="rId4" imgW="95693" imgH="151894" progId="Word.Picture.8">
                    <p:embed/>
                    <p:pic>
                      <p:nvPicPr>
                        <p:cNvPr id="41992"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57" y="1752"/>
                          <a:ext cx="113"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4">
              <a:extLst>
                <a:ext uri="{FF2B5EF4-FFF2-40B4-BE49-F238E27FC236}">
                  <a16:creationId xmlns:a16="http://schemas.microsoft.com/office/drawing/2014/main" id="{AA71C776-E32F-5F63-CC3E-A269AAC32321}"/>
                </a:ext>
              </a:extLst>
            </p:cNvPr>
            <p:cNvGraphicFramePr>
              <a:graphicFrameLocks noChangeAspect="1"/>
            </p:cNvGraphicFramePr>
            <p:nvPr/>
          </p:nvGraphicFramePr>
          <p:xfrm>
            <a:off x="5103" y="1950"/>
            <a:ext cx="132" cy="210"/>
          </p:xfrm>
          <a:graphic>
            <a:graphicData uri="http://schemas.openxmlformats.org/presentationml/2006/ole">
              <mc:AlternateContent xmlns:mc="http://schemas.openxmlformats.org/markup-compatibility/2006">
                <mc:Choice xmlns:v="urn:schemas-microsoft-com:vml" Requires="v">
                  <p:oleObj name="图片" r:id="rId6" imgW="95693" imgH="151894" progId="Word.Picture.8">
                    <p:embed/>
                  </p:oleObj>
                </mc:Choice>
                <mc:Fallback>
                  <p:oleObj name="图片" r:id="rId6" imgW="95693" imgH="151894" progId="Word.Picture.8">
                    <p:embed/>
                    <p:pic>
                      <p:nvPicPr>
                        <p:cNvPr id="41993"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03" y="1950"/>
                          <a:ext cx="132"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5">
              <a:extLst>
                <a:ext uri="{FF2B5EF4-FFF2-40B4-BE49-F238E27FC236}">
                  <a16:creationId xmlns:a16="http://schemas.microsoft.com/office/drawing/2014/main" id="{1104FECD-A3FC-EF65-7555-59BD7C2F5622}"/>
                </a:ext>
              </a:extLst>
            </p:cNvPr>
            <p:cNvGraphicFramePr>
              <a:graphicFrameLocks noChangeAspect="1"/>
            </p:cNvGraphicFramePr>
            <p:nvPr/>
          </p:nvGraphicFramePr>
          <p:xfrm>
            <a:off x="5097" y="2160"/>
            <a:ext cx="142" cy="227"/>
          </p:xfrm>
          <a:graphic>
            <a:graphicData uri="http://schemas.openxmlformats.org/presentationml/2006/ole">
              <mc:AlternateContent xmlns:mc="http://schemas.openxmlformats.org/markup-compatibility/2006">
                <mc:Choice xmlns:v="urn:schemas-microsoft-com:vml" Requires="v">
                  <p:oleObj name="图片" r:id="rId8" imgW="95693" imgH="151894" progId="Word.Picture.8">
                    <p:embed/>
                  </p:oleObj>
                </mc:Choice>
                <mc:Fallback>
                  <p:oleObj name="图片" r:id="rId8" imgW="95693" imgH="151894" progId="Word.Picture.8">
                    <p:embed/>
                    <p:pic>
                      <p:nvPicPr>
                        <p:cNvPr id="41994"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97" y="2160"/>
                          <a:ext cx="14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6">
              <a:extLst>
                <a:ext uri="{FF2B5EF4-FFF2-40B4-BE49-F238E27FC236}">
                  <a16:creationId xmlns:a16="http://schemas.microsoft.com/office/drawing/2014/main" id="{45FF5E28-FE6A-BBF5-4E07-A2A8767E1CC8}"/>
                </a:ext>
              </a:extLst>
            </p:cNvPr>
            <p:cNvGraphicFramePr>
              <a:graphicFrameLocks noChangeAspect="1"/>
            </p:cNvGraphicFramePr>
            <p:nvPr/>
          </p:nvGraphicFramePr>
          <p:xfrm>
            <a:off x="5123" y="2387"/>
            <a:ext cx="116" cy="186"/>
          </p:xfrm>
          <a:graphic>
            <a:graphicData uri="http://schemas.openxmlformats.org/presentationml/2006/ole">
              <mc:AlternateContent xmlns:mc="http://schemas.openxmlformats.org/markup-compatibility/2006">
                <mc:Choice xmlns:v="urn:schemas-microsoft-com:vml" Requires="v">
                  <p:oleObj name="图片" r:id="rId10" imgW="95693" imgH="151894" progId="Word.Picture.8">
                    <p:embed/>
                  </p:oleObj>
                </mc:Choice>
                <mc:Fallback>
                  <p:oleObj name="图片" r:id="rId10" imgW="95693" imgH="151894" progId="Word.Picture.8">
                    <p:embed/>
                    <p:pic>
                      <p:nvPicPr>
                        <p:cNvPr id="41995"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123" y="2387"/>
                          <a:ext cx="116"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Object 7">
              <a:extLst>
                <a:ext uri="{FF2B5EF4-FFF2-40B4-BE49-F238E27FC236}">
                  <a16:creationId xmlns:a16="http://schemas.microsoft.com/office/drawing/2014/main" id="{C4AAA727-FE1B-5F88-BE0A-43A69B1CF349}"/>
                </a:ext>
              </a:extLst>
            </p:cNvPr>
            <p:cNvGraphicFramePr>
              <a:graphicFrameLocks noChangeAspect="1"/>
            </p:cNvGraphicFramePr>
            <p:nvPr/>
          </p:nvGraphicFramePr>
          <p:xfrm>
            <a:off x="5150" y="2614"/>
            <a:ext cx="113" cy="181"/>
          </p:xfrm>
          <a:graphic>
            <a:graphicData uri="http://schemas.openxmlformats.org/presentationml/2006/ole">
              <mc:AlternateContent xmlns:mc="http://schemas.openxmlformats.org/markup-compatibility/2006">
                <mc:Choice xmlns:v="urn:schemas-microsoft-com:vml" Requires="v">
                  <p:oleObj name="图片" r:id="rId12" imgW="95693" imgH="151894" progId="Word.Picture.8">
                    <p:embed/>
                  </p:oleObj>
                </mc:Choice>
                <mc:Fallback>
                  <p:oleObj name="图片" r:id="rId12" imgW="95693" imgH="151894" progId="Word.Picture.8">
                    <p:embed/>
                    <p:pic>
                      <p:nvPicPr>
                        <p:cNvPr id="41996"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150" y="2614"/>
                          <a:ext cx="113"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Object 8">
              <a:extLst>
                <a:ext uri="{FF2B5EF4-FFF2-40B4-BE49-F238E27FC236}">
                  <a16:creationId xmlns:a16="http://schemas.microsoft.com/office/drawing/2014/main" id="{275083C0-D995-5BE1-6232-369677FA2568}"/>
                </a:ext>
              </a:extLst>
            </p:cNvPr>
            <p:cNvGraphicFramePr>
              <a:graphicFrameLocks noChangeAspect="1"/>
            </p:cNvGraphicFramePr>
            <p:nvPr/>
          </p:nvGraphicFramePr>
          <p:xfrm>
            <a:off x="5148" y="2795"/>
            <a:ext cx="117" cy="187"/>
          </p:xfrm>
          <a:graphic>
            <a:graphicData uri="http://schemas.openxmlformats.org/presentationml/2006/ole">
              <mc:AlternateContent xmlns:mc="http://schemas.openxmlformats.org/markup-compatibility/2006">
                <mc:Choice xmlns:v="urn:schemas-microsoft-com:vml" Requires="v">
                  <p:oleObj name="图片" r:id="rId14" imgW="95693" imgH="151894" progId="Word.Picture.8">
                    <p:embed/>
                  </p:oleObj>
                </mc:Choice>
                <mc:Fallback>
                  <p:oleObj name="图片" r:id="rId14" imgW="95693" imgH="151894" progId="Word.Picture.8">
                    <p:embed/>
                    <p:pic>
                      <p:nvPicPr>
                        <p:cNvPr id="41997" name="Object 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148" y="2795"/>
                          <a:ext cx="117"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Object 9">
              <a:extLst>
                <a:ext uri="{FF2B5EF4-FFF2-40B4-BE49-F238E27FC236}">
                  <a16:creationId xmlns:a16="http://schemas.microsoft.com/office/drawing/2014/main" id="{657E8BAA-C5DA-761E-59AC-C35D066C4015}"/>
                </a:ext>
              </a:extLst>
            </p:cNvPr>
            <p:cNvGraphicFramePr>
              <a:graphicFrameLocks noChangeAspect="1"/>
            </p:cNvGraphicFramePr>
            <p:nvPr/>
          </p:nvGraphicFramePr>
          <p:xfrm>
            <a:off x="5142" y="3022"/>
            <a:ext cx="142" cy="227"/>
          </p:xfrm>
          <a:graphic>
            <a:graphicData uri="http://schemas.openxmlformats.org/presentationml/2006/ole">
              <mc:AlternateContent xmlns:mc="http://schemas.openxmlformats.org/markup-compatibility/2006">
                <mc:Choice xmlns:v="urn:schemas-microsoft-com:vml" Requires="v">
                  <p:oleObj name="图片" r:id="rId16" imgW="95693" imgH="151894" progId="Word.Picture.8">
                    <p:embed/>
                  </p:oleObj>
                </mc:Choice>
                <mc:Fallback>
                  <p:oleObj name="图片" r:id="rId16" imgW="95693" imgH="151894" progId="Word.Picture.8">
                    <p:embed/>
                    <p:pic>
                      <p:nvPicPr>
                        <p:cNvPr id="41998" name="Object 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142" y="3022"/>
                          <a:ext cx="14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Object 10">
              <a:extLst>
                <a:ext uri="{FF2B5EF4-FFF2-40B4-BE49-F238E27FC236}">
                  <a16:creationId xmlns:a16="http://schemas.microsoft.com/office/drawing/2014/main" id="{710006E8-B336-328D-9785-2EFC7A0180C2}"/>
                </a:ext>
              </a:extLst>
            </p:cNvPr>
            <p:cNvGraphicFramePr>
              <a:graphicFrameLocks noChangeAspect="1"/>
            </p:cNvGraphicFramePr>
            <p:nvPr/>
          </p:nvGraphicFramePr>
          <p:xfrm>
            <a:off x="5143" y="3203"/>
            <a:ext cx="141" cy="226"/>
          </p:xfrm>
          <a:graphic>
            <a:graphicData uri="http://schemas.openxmlformats.org/presentationml/2006/ole">
              <mc:AlternateContent xmlns:mc="http://schemas.openxmlformats.org/markup-compatibility/2006">
                <mc:Choice xmlns:v="urn:schemas-microsoft-com:vml" Requires="v">
                  <p:oleObj name="图片" r:id="rId18" imgW="95693" imgH="151894" progId="Word.Picture.8">
                    <p:embed/>
                  </p:oleObj>
                </mc:Choice>
                <mc:Fallback>
                  <p:oleObj name="图片" r:id="rId18" imgW="95693" imgH="151894" progId="Word.Picture.8">
                    <p:embed/>
                    <p:pic>
                      <p:nvPicPr>
                        <p:cNvPr id="41999" name="Object 1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143" y="3203"/>
                          <a:ext cx="141"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Object 11">
              <a:extLst>
                <a:ext uri="{FF2B5EF4-FFF2-40B4-BE49-F238E27FC236}">
                  <a16:creationId xmlns:a16="http://schemas.microsoft.com/office/drawing/2014/main" id="{F6A70E94-F551-7BB6-89CA-83958B764B31}"/>
                </a:ext>
              </a:extLst>
            </p:cNvPr>
            <p:cNvGraphicFramePr>
              <a:graphicFrameLocks noChangeAspect="1"/>
            </p:cNvGraphicFramePr>
            <p:nvPr/>
          </p:nvGraphicFramePr>
          <p:xfrm>
            <a:off x="5148" y="3430"/>
            <a:ext cx="117" cy="187"/>
          </p:xfrm>
          <a:graphic>
            <a:graphicData uri="http://schemas.openxmlformats.org/presentationml/2006/ole">
              <mc:AlternateContent xmlns:mc="http://schemas.openxmlformats.org/markup-compatibility/2006">
                <mc:Choice xmlns:v="urn:schemas-microsoft-com:vml" Requires="v">
                  <p:oleObj name="图片" r:id="rId20" imgW="95693" imgH="151894" progId="Word.Picture.8">
                    <p:embed/>
                  </p:oleObj>
                </mc:Choice>
                <mc:Fallback>
                  <p:oleObj name="图片" r:id="rId20" imgW="95693" imgH="151894" progId="Word.Picture.8">
                    <p:embed/>
                    <p:pic>
                      <p:nvPicPr>
                        <p:cNvPr id="42000" name="Object 1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148" y="3430"/>
                          <a:ext cx="117"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 name="Rectangle 385">
              <a:extLst>
                <a:ext uri="{FF2B5EF4-FFF2-40B4-BE49-F238E27FC236}">
                  <a16:creationId xmlns:a16="http://schemas.microsoft.com/office/drawing/2014/main" id="{7B876EBF-0CEB-5FB2-B4B6-F20E35905624}"/>
                </a:ext>
              </a:extLst>
            </p:cNvPr>
            <p:cNvSpPr>
              <a:spLocks noChangeArrowheads="1"/>
            </p:cNvSpPr>
            <p:nvPr/>
          </p:nvSpPr>
          <p:spPr bwMode="auto">
            <a:xfrm>
              <a:off x="1292" y="1117"/>
              <a:ext cx="622"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i="1">
                  <a:latin typeface="Times New Roman" panose="02020603050405020304" pitchFamily="18" charset="0"/>
                  <a:ea typeface="华康简宋" charset="-122"/>
                  <a:cs typeface="Times New Roman" panose="02020603050405020304" pitchFamily="18" charset="0"/>
                </a:rPr>
                <a:t>LT</a:t>
              </a:r>
              <a:endParaRPr kumimoji="1" lang="en-US" altLang="zh-CN" sz="1600">
                <a:latin typeface="Times New Roman" panose="02020603050405020304" pitchFamily="18" charset="0"/>
                <a:ea typeface="华康简宋" charset="-122"/>
                <a:cs typeface="Times New Roman" panose="02020603050405020304" pitchFamily="18" charset="0"/>
              </a:endParaRPr>
            </a:p>
          </p:txBody>
        </p:sp>
        <p:sp>
          <p:nvSpPr>
            <p:cNvPr id="18" name="Rectangle 559">
              <a:extLst>
                <a:ext uri="{FF2B5EF4-FFF2-40B4-BE49-F238E27FC236}">
                  <a16:creationId xmlns:a16="http://schemas.microsoft.com/office/drawing/2014/main" id="{8E7D7807-F90F-22E5-4EE4-912F640850F1}"/>
                </a:ext>
              </a:extLst>
            </p:cNvPr>
            <p:cNvSpPr>
              <a:spLocks noChangeArrowheads="1"/>
            </p:cNvSpPr>
            <p:nvPr/>
          </p:nvSpPr>
          <p:spPr bwMode="auto">
            <a:xfrm>
              <a:off x="4964" y="3426"/>
              <a:ext cx="41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spcAft>
                  <a:spcPct val="0"/>
                </a:spcAft>
                <a:buClr>
                  <a:schemeClr val="accent2"/>
                </a:buClr>
                <a:buFont typeface="Wingdings" panose="05000000000000000000" pitchFamily="2" charset="2"/>
                <a:buNone/>
              </a:pPr>
              <a:endParaRPr lang="zh-CN" altLang="zh-CN" sz="1600">
                <a:ea typeface="楷体_GB2312" pitchFamily="49" charset="-122"/>
              </a:endParaRPr>
            </a:p>
          </p:txBody>
        </p:sp>
        <p:sp>
          <p:nvSpPr>
            <p:cNvPr id="19" name="Rectangle 558">
              <a:extLst>
                <a:ext uri="{FF2B5EF4-FFF2-40B4-BE49-F238E27FC236}">
                  <a16:creationId xmlns:a16="http://schemas.microsoft.com/office/drawing/2014/main" id="{D7C17B68-F57D-E22C-F601-1DBAA939B0E4}"/>
                </a:ext>
              </a:extLst>
            </p:cNvPr>
            <p:cNvSpPr>
              <a:spLocks noChangeArrowheads="1"/>
            </p:cNvSpPr>
            <p:nvPr/>
          </p:nvSpPr>
          <p:spPr bwMode="auto">
            <a:xfrm>
              <a:off x="4667" y="3426"/>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20" name="Rectangle 557">
              <a:extLst>
                <a:ext uri="{FF2B5EF4-FFF2-40B4-BE49-F238E27FC236}">
                  <a16:creationId xmlns:a16="http://schemas.microsoft.com/office/drawing/2014/main" id="{D5C44C50-1743-7F84-F2D1-EABB5FF90B4E}"/>
                </a:ext>
              </a:extLst>
            </p:cNvPr>
            <p:cNvSpPr>
              <a:spLocks noChangeArrowheads="1"/>
            </p:cNvSpPr>
            <p:nvPr/>
          </p:nvSpPr>
          <p:spPr bwMode="auto">
            <a:xfrm>
              <a:off x="4370" y="3426"/>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21" name="Rectangle 556">
              <a:extLst>
                <a:ext uri="{FF2B5EF4-FFF2-40B4-BE49-F238E27FC236}">
                  <a16:creationId xmlns:a16="http://schemas.microsoft.com/office/drawing/2014/main" id="{939B2F5C-B6A6-5133-2BF9-2A1166058EB1}"/>
                </a:ext>
              </a:extLst>
            </p:cNvPr>
            <p:cNvSpPr>
              <a:spLocks noChangeArrowheads="1"/>
            </p:cNvSpPr>
            <p:nvPr/>
          </p:nvSpPr>
          <p:spPr bwMode="auto">
            <a:xfrm>
              <a:off x="4074" y="3426"/>
              <a:ext cx="29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0</a:t>
              </a:r>
            </a:p>
          </p:txBody>
        </p:sp>
        <p:sp>
          <p:nvSpPr>
            <p:cNvPr id="22" name="Rectangle 555">
              <a:extLst>
                <a:ext uri="{FF2B5EF4-FFF2-40B4-BE49-F238E27FC236}">
                  <a16:creationId xmlns:a16="http://schemas.microsoft.com/office/drawing/2014/main" id="{731B2688-FA0B-B6F2-B27D-C24B65B35446}"/>
                </a:ext>
              </a:extLst>
            </p:cNvPr>
            <p:cNvSpPr>
              <a:spLocks noChangeArrowheads="1"/>
            </p:cNvSpPr>
            <p:nvPr/>
          </p:nvSpPr>
          <p:spPr bwMode="auto">
            <a:xfrm>
              <a:off x="3777" y="3426"/>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23" name="Rectangle 554">
              <a:extLst>
                <a:ext uri="{FF2B5EF4-FFF2-40B4-BE49-F238E27FC236}">
                  <a16:creationId xmlns:a16="http://schemas.microsoft.com/office/drawing/2014/main" id="{BA77DD3C-96BB-4F24-8F2E-B3EA563C61BC}"/>
                </a:ext>
              </a:extLst>
            </p:cNvPr>
            <p:cNvSpPr>
              <a:spLocks noChangeArrowheads="1"/>
            </p:cNvSpPr>
            <p:nvPr/>
          </p:nvSpPr>
          <p:spPr bwMode="auto">
            <a:xfrm>
              <a:off x="3480" y="3426"/>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24" name="Rectangle 553">
              <a:extLst>
                <a:ext uri="{FF2B5EF4-FFF2-40B4-BE49-F238E27FC236}">
                  <a16:creationId xmlns:a16="http://schemas.microsoft.com/office/drawing/2014/main" id="{9DAD872D-4B66-2F15-7819-B1CBDCC56DEF}"/>
                </a:ext>
              </a:extLst>
            </p:cNvPr>
            <p:cNvSpPr>
              <a:spLocks noChangeArrowheads="1"/>
            </p:cNvSpPr>
            <p:nvPr/>
          </p:nvSpPr>
          <p:spPr bwMode="auto">
            <a:xfrm>
              <a:off x="3183" y="3426"/>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25" name="Rectangle 552">
              <a:extLst>
                <a:ext uri="{FF2B5EF4-FFF2-40B4-BE49-F238E27FC236}">
                  <a16:creationId xmlns:a16="http://schemas.microsoft.com/office/drawing/2014/main" id="{3398CEE2-E9D6-A553-F51D-106164532594}"/>
                </a:ext>
              </a:extLst>
            </p:cNvPr>
            <p:cNvSpPr>
              <a:spLocks noChangeArrowheads="1"/>
            </p:cNvSpPr>
            <p:nvPr/>
          </p:nvSpPr>
          <p:spPr bwMode="auto">
            <a:xfrm>
              <a:off x="2886" y="3426"/>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26" name="Rectangle 551">
              <a:extLst>
                <a:ext uri="{FF2B5EF4-FFF2-40B4-BE49-F238E27FC236}">
                  <a16:creationId xmlns:a16="http://schemas.microsoft.com/office/drawing/2014/main" id="{E9BB12BB-6897-6CBC-F661-4908F5D3639D}"/>
                </a:ext>
              </a:extLst>
            </p:cNvPr>
            <p:cNvSpPr>
              <a:spLocks noChangeArrowheads="1"/>
            </p:cNvSpPr>
            <p:nvPr/>
          </p:nvSpPr>
          <p:spPr bwMode="auto">
            <a:xfrm>
              <a:off x="2589" y="3426"/>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27" name="Rectangle 550">
              <a:extLst>
                <a:ext uri="{FF2B5EF4-FFF2-40B4-BE49-F238E27FC236}">
                  <a16:creationId xmlns:a16="http://schemas.microsoft.com/office/drawing/2014/main" id="{6C7F3050-C120-5F7D-7BF6-772D371B9D55}"/>
                </a:ext>
              </a:extLst>
            </p:cNvPr>
            <p:cNvSpPr>
              <a:spLocks noChangeArrowheads="1"/>
            </p:cNvSpPr>
            <p:nvPr/>
          </p:nvSpPr>
          <p:spPr bwMode="auto">
            <a:xfrm>
              <a:off x="2292" y="3426"/>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0</a:t>
              </a:r>
            </a:p>
          </p:txBody>
        </p:sp>
        <p:sp>
          <p:nvSpPr>
            <p:cNvPr id="28" name="Rectangle 549">
              <a:extLst>
                <a:ext uri="{FF2B5EF4-FFF2-40B4-BE49-F238E27FC236}">
                  <a16:creationId xmlns:a16="http://schemas.microsoft.com/office/drawing/2014/main" id="{8EA78DD4-EFD0-847D-F374-2EE27347B12F}"/>
                </a:ext>
              </a:extLst>
            </p:cNvPr>
            <p:cNvSpPr>
              <a:spLocks noChangeArrowheads="1"/>
            </p:cNvSpPr>
            <p:nvPr/>
          </p:nvSpPr>
          <p:spPr bwMode="auto">
            <a:xfrm>
              <a:off x="1995" y="3426"/>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0</a:t>
              </a:r>
            </a:p>
          </p:txBody>
        </p:sp>
        <p:sp>
          <p:nvSpPr>
            <p:cNvPr id="29" name="Rectangle 548">
              <a:extLst>
                <a:ext uri="{FF2B5EF4-FFF2-40B4-BE49-F238E27FC236}">
                  <a16:creationId xmlns:a16="http://schemas.microsoft.com/office/drawing/2014/main" id="{A35D843B-CACD-8B46-BDA2-7285FE7E3200}"/>
                </a:ext>
              </a:extLst>
            </p:cNvPr>
            <p:cNvSpPr>
              <a:spLocks noChangeArrowheads="1"/>
            </p:cNvSpPr>
            <p:nvPr/>
          </p:nvSpPr>
          <p:spPr bwMode="auto">
            <a:xfrm>
              <a:off x="1698" y="3426"/>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30" name="Rectangle 547">
              <a:extLst>
                <a:ext uri="{FF2B5EF4-FFF2-40B4-BE49-F238E27FC236}">
                  <a16:creationId xmlns:a16="http://schemas.microsoft.com/office/drawing/2014/main" id="{36BA2701-8964-3B2D-88E4-1F67DC2957DA}"/>
                </a:ext>
              </a:extLst>
            </p:cNvPr>
            <p:cNvSpPr>
              <a:spLocks noChangeArrowheads="1"/>
            </p:cNvSpPr>
            <p:nvPr/>
          </p:nvSpPr>
          <p:spPr bwMode="auto">
            <a:xfrm>
              <a:off x="1400" y="3426"/>
              <a:ext cx="29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31" name="Rectangle 546">
              <a:extLst>
                <a:ext uri="{FF2B5EF4-FFF2-40B4-BE49-F238E27FC236}">
                  <a16:creationId xmlns:a16="http://schemas.microsoft.com/office/drawing/2014/main" id="{3A682D93-8ACF-93A5-C139-91326F2EB907}"/>
                </a:ext>
              </a:extLst>
            </p:cNvPr>
            <p:cNvSpPr>
              <a:spLocks noChangeArrowheads="1"/>
            </p:cNvSpPr>
            <p:nvPr/>
          </p:nvSpPr>
          <p:spPr bwMode="auto">
            <a:xfrm>
              <a:off x="1156" y="3426"/>
              <a:ext cx="29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32" name="Rectangle 545">
              <a:extLst>
                <a:ext uri="{FF2B5EF4-FFF2-40B4-BE49-F238E27FC236}">
                  <a16:creationId xmlns:a16="http://schemas.microsoft.com/office/drawing/2014/main" id="{4C2F9409-AC8F-F7DD-F281-15596522F812}"/>
                </a:ext>
              </a:extLst>
            </p:cNvPr>
            <p:cNvSpPr>
              <a:spLocks noChangeArrowheads="1"/>
            </p:cNvSpPr>
            <p:nvPr/>
          </p:nvSpPr>
          <p:spPr bwMode="auto">
            <a:xfrm>
              <a:off x="838" y="3426"/>
              <a:ext cx="29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0</a:t>
              </a:r>
            </a:p>
          </p:txBody>
        </p:sp>
        <p:sp>
          <p:nvSpPr>
            <p:cNvPr id="33" name="Rectangle 544">
              <a:extLst>
                <a:ext uri="{FF2B5EF4-FFF2-40B4-BE49-F238E27FC236}">
                  <a16:creationId xmlns:a16="http://schemas.microsoft.com/office/drawing/2014/main" id="{629259BE-B58C-66D8-BB87-5759766CC5E9}"/>
                </a:ext>
              </a:extLst>
            </p:cNvPr>
            <p:cNvSpPr>
              <a:spLocks noChangeArrowheads="1"/>
            </p:cNvSpPr>
            <p:nvPr/>
          </p:nvSpPr>
          <p:spPr bwMode="auto">
            <a:xfrm>
              <a:off x="205" y="3426"/>
              <a:ext cx="603"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9</a:t>
              </a:r>
            </a:p>
          </p:txBody>
        </p:sp>
        <p:sp>
          <p:nvSpPr>
            <p:cNvPr id="34" name="Rectangle 543">
              <a:extLst>
                <a:ext uri="{FF2B5EF4-FFF2-40B4-BE49-F238E27FC236}">
                  <a16:creationId xmlns:a16="http://schemas.microsoft.com/office/drawing/2014/main" id="{14A1A657-577B-2F32-50CC-27323752B176}"/>
                </a:ext>
              </a:extLst>
            </p:cNvPr>
            <p:cNvSpPr>
              <a:spLocks noChangeArrowheads="1"/>
            </p:cNvSpPr>
            <p:nvPr/>
          </p:nvSpPr>
          <p:spPr bwMode="auto">
            <a:xfrm>
              <a:off x="4964" y="3215"/>
              <a:ext cx="41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spcAft>
                  <a:spcPct val="0"/>
                </a:spcAft>
                <a:buClr>
                  <a:schemeClr val="accent2"/>
                </a:buClr>
                <a:buFont typeface="Wingdings" panose="05000000000000000000" pitchFamily="2" charset="2"/>
                <a:buNone/>
              </a:pPr>
              <a:endParaRPr lang="zh-CN" altLang="zh-CN" sz="1600">
                <a:ea typeface="楷体_GB2312" pitchFamily="49" charset="-122"/>
              </a:endParaRPr>
            </a:p>
          </p:txBody>
        </p:sp>
        <p:sp>
          <p:nvSpPr>
            <p:cNvPr id="35" name="Rectangle 542">
              <a:extLst>
                <a:ext uri="{FF2B5EF4-FFF2-40B4-BE49-F238E27FC236}">
                  <a16:creationId xmlns:a16="http://schemas.microsoft.com/office/drawing/2014/main" id="{2193C084-B7AB-8684-4784-62BA8CB32B67}"/>
                </a:ext>
              </a:extLst>
            </p:cNvPr>
            <p:cNvSpPr>
              <a:spLocks noChangeArrowheads="1"/>
            </p:cNvSpPr>
            <p:nvPr/>
          </p:nvSpPr>
          <p:spPr bwMode="auto">
            <a:xfrm>
              <a:off x="4667" y="3215"/>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36" name="Rectangle 541">
              <a:extLst>
                <a:ext uri="{FF2B5EF4-FFF2-40B4-BE49-F238E27FC236}">
                  <a16:creationId xmlns:a16="http://schemas.microsoft.com/office/drawing/2014/main" id="{8A9894DC-13EA-E2C4-06C5-8A32B10DDD16}"/>
                </a:ext>
              </a:extLst>
            </p:cNvPr>
            <p:cNvSpPr>
              <a:spLocks noChangeArrowheads="1"/>
            </p:cNvSpPr>
            <p:nvPr/>
          </p:nvSpPr>
          <p:spPr bwMode="auto">
            <a:xfrm>
              <a:off x="4370" y="3215"/>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37" name="Rectangle 540">
              <a:extLst>
                <a:ext uri="{FF2B5EF4-FFF2-40B4-BE49-F238E27FC236}">
                  <a16:creationId xmlns:a16="http://schemas.microsoft.com/office/drawing/2014/main" id="{B955538C-11ED-E5F3-324C-BD42D3BB74BD}"/>
                </a:ext>
              </a:extLst>
            </p:cNvPr>
            <p:cNvSpPr>
              <a:spLocks noChangeArrowheads="1"/>
            </p:cNvSpPr>
            <p:nvPr/>
          </p:nvSpPr>
          <p:spPr bwMode="auto">
            <a:xfrm>
              <a:off x="4074" y="3215"/>
              <a:ext cx="29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38" name="Rectangle 539">
              <a:extLst>
                <a:ext uri="{FF2B5EF4-FFF2-40B4-BE49-F238E27FC236}">
                  <a16:creationId xmlns:a16="http://schemas.microsoft.com/office/drawing/2014/main" id="{A7075A41-387E-7E7C-2ABA-C5973BC6A0EA}"/>
                </a:ext>
              </a:extLst>
            </p:cNvPr>
            <p:cNvSpPr>
              <a:spLocks noChangeArrowheads="1"/>
            </p:cNvSpPr>
            <p:nvPr/>
          </p:nvSpPr>
          <p:spPr bwMode="auto">
            <a:xfrm>
              <a:off x="3777" y="3215"/>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39" name="Rectangle 538">
              <a:extLst>
                <a:ext uri="{FF2B5EF4-FFF2-40B4-BE49-F238E27FC236}">
                  <a16:creationId xmlns:a16="http://schemas.microsoft.com/office/drawing/2014/main" id="{DF5BBF0C-9E72-06C0-41A8-715E5FC0AD75}"/>
                </a:ext>
              </a:extLst>
            </p:cNvPr>
            <p:cNvSpPr>
              <a:spLocks noChangeArrowheads="1"/>
            </p:cNvSpPr>
            <p:nvPr/>
          </p:nvSpPr>
          <p:spPr bwMode="auto">
            <a:xfrm>
              <a:off x="3480" y="3215"/>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40" name="Rectangle 537">
              <a:extLst>
                <a:ext uri="{FF2B5EF4-FFF2-40B4-BE49-F238E27FC236}">
                  <a16:creationId xmlns:a16="http://schemas.microsoft.com/office/drawing/2014/main" id="{0254B9D9-388F-DFA0-5DF4-357B46CCF82A}"/>
                </a:ext>
              </a:extLst>
            </p:cNvPr>
            <p:cNvSpPr>
              <a:spLocks noChangeArrowheads="1"/>
            </p:cNvSpPr>
            <p:nvPr/>
          </p:nvSpPr>
          <p:spPr bwMode="auto">
            <a:xfrm>
              <a:off x="3183" y="3215"/>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41" name="Rectangle 536">
              <a:extLst>
                <a:ext uri="{FF2B5EF4-FFF2-40B4-BE49-F238E27FC236}">
                  <a16:creationId xmlns:a16="http://schemas.microsoft.com/office/drawing/2014/main" id="{8178022F-B9FA-1219-8A18-32BF84E26367}"/>
                </a:ext>
              </a:extLst>
            </p:cNvPr>
            <p:cNvSpPr>
              <a:spLocks noChangeArrowheads="1"/>
            </p:cNvSpPr>
            <p:nvPr/>
          </p:nvSpPr>
          <p:spPr bwMode="auto">
            <a:xfrm>
              <a:off x="2886" y="3215"/>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42" name="Rectangle 535">
              <a:extLst>
                <a:ext uri="{FF2B5EF4-FFF2-40B4-BE49-F238E27FC236}">
                  <a16:creationId xmlns:a16="http://schemas.microsoft.com/office/drawing/2014/main" id="{20CD37BA-1279-22D2-1EB9-0AB24B155695}"/>
                </a:ext>
              </a:extLst>
            </p:cNvPr>
            <p:cNvSpPr>
              <a:spLocks noChangeArrowheads="1"/>
            </p:cNvSpPr>
            <p:nvPr/>
          </p:nvSpPr>
          <p:spPr bwMode="auto">
            <a:xfrm>
              <a:off x="2589" y="3215"/>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0</a:t>
              </a:r>
            </a:p>
          </p:txBody>
        </p:sp>
        <p:sp>
          <p:nvSpPr>
            <p:cNvPr id="43" name="Rectangle 534">
              <a:extLst>
                <a:ext uri="{FF2B5EF4-FFF2-40B4-BE49-F238E27FC236}">
                  <a16:creationId xmlns:a16="http://schemas.microsoft.com/office/drawing/2014/main" id="{0155A462-8830-13E5-9CF0-0D5A2BBAA5FE}"/>
                </a:ext>
              </a:extLst>
            </p:cNvPr>
            <p:cNvSpPr>
              <a:spLocks noChangeArrowheads="1"/>
            </p:cNvSpPr>
            <p:nvPr/>
          </p:nvSpPr>
          <p:spPr bwMode="auto">
            <a:xfrm>
              <a:off x="2292" y="3215"/>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0</a:t>
              </a:r>
            </a:p>
          </p:txBody>
        </p:sp>
        <p:sp>
          <p:nvSpPr>
            <p:cNvPr id="44" name="Rectangle 533">
              <a:extLst>
                <a:ext uri="{FF2B5EF4-FFF2-40B4-BE49-F238E27FC236}">
                  <a16:creationId xmlns:a16="http://schemas.microsoft.com/office/drawing/2014/main" id="{5372FE5B-F5B0-EDE8-89EC-804FE6FA411F}"/>
                </a:ext>
              </a:extLst>
            </p:cNvPr>
            <p:cNvSpPr>
              <a:spLocks noChangeArrowheads="1"/>
            </p:cNvSpPr>
            <p:nvPr/>
          </p:nvSpPr>
          <p:spPr bwMode="auto">
            <a:xfrm>
              <a:off x="1995" y="3215"/>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0</a:t>
              </a:r>
            </a:p>
          </p:txBody>
        </p:sp>
        <p:sp>
          <p:nvSpPr>
            <p:cNvPr id="45" name="Rectangle 532">
              <a:extLst>
                <a:ext uri="{FF2B5EF4-FFF2-40B4-BE49-F238E27FC236}">
                  <a16:creationId xmlns:a16="http://schemas.microsoft.com/office/drawing/2014/main" id="{A0625D3B-30FD-A148-A125-2A9FF2B42722}"/>
                </a:ext>
              </a:extLst>
            </p:cNvPr>
            <p:cNvSpPr>
              <a:spLocks noChangeArrowheads="1"/>
            </p:cNvSpPr>
            <p:nvPr/>
          </p:nvSpPr>
          <p:spPr bwMode="auto">
            <a:xfrm>
              <a:off x="1698" y="3215"/>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46" name="Rectangle 531">
              <a:extLst>
                <a:ext uri="{FF2B5EF4-FFF2-40B4-BE49-F238E27FC236}">
                  <a16:creationId xmlns:a16="http://schemas.microsoft.com/office/drawing/2014/main" id="{F6B6F096-743E-C813-618C-CE1F5A4C9129}"/>
                </a:ext>
              </a:extLst>
            </p:cNvPr>
            <p:cNvSpPr>
              <a:spLocks noChangeArrowheads="1"/>
            </p:cNvSpPr>
            <p:nvPr/>
          </p:nvSpPr>
          <p:spPr bwMode="auto">
            <a:xfrm>
              <a:off x="1400" y="3215"/>
              <a:ext cx="29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47" name="Rectangle 530">
              <a:extLst>
                <a:ext uri="{FF2B5EF4-FFF2-40B4-BE49-F238E27FC236}">
                  <a16:creationId xmlns:a16="http://schemas.microsoft.com/office/drawing/2014/main" id="{7057EFFA-1310-FA9A-D210-70E6C29AA5CF}"/>
                </a:ext>
              </a:extLst>
            </p:cNvPr>
            <p:cNvSpPr>
              <a:spLocks noChangeArrowheads="1"/>
            </p:cNvSpPr>
            <p:nvPr/>
          </p:nvSpPr>
          <p:spPr bwMode="auto">
            <a:xfrm>
              <a:off x="1156" y="3215"/>
              <a:ext cx="29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48" name="Rectangle 529">
              <a:extLst>
                <a:ext uri="{FF2B5EF4-FFF2-40B4-BE49-F238E27FC236}">
                  <a16:creationId xmlns:a16="http://schemas.microsoft.com/office/drawing/2014/main" id="{CB061FFE-9DA7-8345-FC1E-F9FC946DDB09}"/>
                </a:ext>
              </a:extLst>
            </p:cNvPr>
            <p:cNvSpPr>
              <a:spLocks noChangeArrowheads="1"/>
            </p:cNvSpPr>
            <p:nvPr/>
          </p:nvSpPr>
          <p:spPr bwMode="auto">
            <a:xfrm>
              <a:off x="838" y="3215"/>
              <a:ext cx="29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0</a:t>
              </a:r>
            </a:p>
          </p:txBody>
        </p:sp>
        <p:sp>
          <p:nvSpPr>
            <p:cNvPr id="49" name="Rectangle 528">
              <a:extLst>
                <a:ext uri="{FF2B5EF4-FFF2-40B4-BE49-F238E27FC236}">
                  <a16:creationId xmlns:a16="http://schemas.microsoft.com/office/drawing/2014/main" id="{DC3CECE7-6BB1-20F0-AD34-3468E14D4F6E}"/>
                </a:ext>
              </a:extLst>
            </p:cNvPr>
            <p:cNvSpPr>
              <a:spLocks noChangeArrowheads="1"/>
            </p:cNvSpPr>
            <p:nvPr/>
          </p:nvSpPr>
          <p:spPr bwMode="auto">
            <a:xfrm>
              <a:off x="205" y="3215"/>
              <a:ext cx="603"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8</a:t>
              </a:r>
            </a:p>
          </p:txBody>
        </p:sp>
        <p:sp>
          <p:nvSpPr>
            <p:cNvPr id="50" name="Rectangle 527">
              <a:extLst>
                <a:ext uri="{FF2B5EF4-FFF2-40B4-BE49-F238E27FC236}">
                  <a16:creationId xmlns:a16="http://schemas.microsoft.com/office/drawing/2014/main" id="{B5DAEDAC-F3DE-3835-FD19-633B1FCAD68F}"/>
                </a:ext>
              </a:extLst>
            </p:cNvPr>
            <p:cNvSpPr>
              <a:spLocks noChangeArrowheads="1"/>
            </p:cNvSpPr>
            <p:nvPr/>
          </p:nvSpPr>
          <p:spPr bwMode="auto">
            <a:xfrm>
              <a:off x="4964" y="3004"/>
              <a:ext cx="41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spcAft>
                  <a:spcPct val="0"/>
                </a:spcAft>
                <a:buClr>
                  <a:schemeClr val="accent2"/>
                </a:buClr>
                <a:buFont typeface="Wingdings" panose="05000000000000000000" pitchFamily="2" charset="2"/>
                <a:buNone/>
              </a:pPr>
              <a:endParaRPr lang="zh-CN" altLang="zh-CN" sz="1600">
                <a:ea typeface="楷体_GB2312" pitchFamily="49" charset="-122"/>
              </a:endParaRPr>
            </a:p>
          </p:txBody>
        </p:sp>
        <p:sp>
          <p:nvSpPr>
            <p:cNvPr id="51" name="Rectangle 526">
              <a:extLst>
                <a:ext uri="{FF2B5EF4-FFF2-40B4-BE49-F238E27FC236}">
                  <a16:creationId xmlns:a16="http://schemas.microsoft.com/office/drawing/2014/main" id="{7978E80F-8585-BFED-9B60-3C7C0AE93D85}"/>
                </a:ext>
              </a:extLst>
            </p:cNvPr>
            <p:cNvSpPr>
              <a:spLocks noChangeArrowheads="1"/>
            </p:cNvSpPr>
            <p:nvPr/>
          </p:nvSpPr>
          <p:spPr bwMode="auto">
            <a:xfrm>
              <a:off x="4667" y="3004"/>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0</a:t>
              </a:r>
            </a:p>
          </p:txBody>
        </p:sp>
        <p:sp>
          <p:nvSpPr>
            <p:cNvPr id="52" name="Rectangle 525">
              <a:extLst>
                <a:ext uri="{FF2B5EF4-FFF2-40B4-BE49-F238E27FC236}">
                  <a16:creationId xmlns:a16="http://schemas.microsoft.com/office/drawing/2014/main" id="{028549FF-27DE-252F-88B7-9973C61AE346}"/>
                </a:ext>
              </a:extLst>
            </p:cNvPr>
            <p:cNvSpPr>
              <a:spLocks noChangeArrowheads="1"/>
            </p:cNvSpPr>
            <p:nvPr/>
          </p:nvSpPr>
          <p:spPr bwMode="auto">
            <a:xfrm>
              <a:off x="4370" y="3004"/>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0</a:t>
              </a:r>
            </a:p>
          </p:txBody>
        </p:sp>
        <p:sp>
          <p:nvSpPr>
            <p:cNvPr id="53" name="Rectangle 524">
              <a:extLst>
                <a:ext uri="{FF2B5EF4-FFF2-40B4-BE49-F238E27FC236}">
                  <a16:creationId xmlns:a16="http://schemas.microsoft.com/office/drawing/2014/main" id="{7C74FE38-4CA6-81FB-471C-1BD064AFFBA1}"/>
                </a:ext>
              </a:extLst>
            </p:cNvPr>
            <p:cNvSpPr>
              <a:spLocks noChangeArrowheads="1"/>
            </p:cNvSpPr>
            <p:nvPr/>
          </p:nvSpPr>
          <p:spPr bwMode="auto">
            <a:xfrm>
              <a:off x="4074" y="3004"/>
              <a:ext cx="29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0</a:t>
              </a:r>
            </a:p>
          </p:txBody>
        </p:sp>
        <p:sp>
          <p:nvSpPr>
            <p:cNvPr id="54" name="Rectangle 523">
              <a:extLst>
                <a:ext uri="{FF2B5EF4-FFF2-40B4-BE49-F238E27FC236}">
                  <a16:creationId xmlns:a16="http://schemas.microsoft.com/office/drawing/2014/main" id="{1623D5E5-BFB1-2779-15BE-49EAF1B951E1}"/>
                </a:ext>
              </a:extLst>
            </p:cNvPr>
            <p:cNvSpPr>
              <a:spLocks noChangeArrowheads="1"/>
            </p:cNvSpPr>
            <p:nvPr/>
          </p:nvSpPr>
          <p:spPr bwMode="auto">
            <a:xfrm>
              <a:off x="3777" y="3004"/>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0</a:t>
              </a:r>
            </a:p>
          </p:txBody>
        </p:sp>
        <p:sp>
          <p:nvSpPr>
            <p:cNvPr id="55" name="Rectangle 522">
              <a:extLst>
                <a:ext uri="{FF2B5EF4-FFF2-40B4-BE49-F238E27FC236}">
                  <a16:creationId xmlns:a16="http://schemas.microsoft.com/office/drawing/2014/main" id="{C8D60FE8-5B0E-C3F2-E57A-CC5471C3CA20}"/>
                </a:ext>
              </a:extLst>
            </p:cNvPr>
            <p:cNvSpPr>
              <a:spLocks noChangeArrowheads="1"/>
            </p:cNvSpPr>
            <p:nvPr/>
          </p:nvSpPr>
          <p:spPr bwMode="auto">
            <a:xfrm>
              <a:off x="3480" y="3004"/>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56" name="Rectangle 521">
              <a:extLst>
                <a:ext uri="{FF2B5EF4-FFF2-40B4-BE49-F238E27FC236}">
                  <a16:creationId xmlns:a16="http://schemas.microsoft.com/office/drawing/2014/main" id="{DB55C85A-8881-A3E5-5116-1123F715A539}"/>
                </a:ext>
              </a:extLst>
            </p:cNvPr>
            <p:cNvSpPr>
              <a:spLocks noChangeArrowheads="1"/>
            </p:cNvSpPr>
            <p:nvPr/>
          </p:nvSpPr>
          <p:spPr bwMode="auto">
            <a:xfrm>
              <a:off x="3183" y="3004"/>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57" name="Rectangle 520">
              <a:extLst>
                <a:ext uri="{FF2B5EF4-FFF2-40B4-BE49-F238E27FC236}">
                  <a16:creationId xmlns:a16="http://schemas.microsoft.com/office/drawing/2014/main" id="{A9B561E2-DA12-59FE-C61A-D844238E5F4D}"/>
                </a:ext>
              </a:extLst>
            </p:cNvPr>
            <p:cNvSpPr>
              <a:spLocks noChangeArrowheads="1"/>
            </p:cNvSpPr>
            <p:nvPr/>
          </p:nvSpPr>
          <p:spPr bwMode="auto">
            <a:xfrm>
              <a:off x="2886" y="3004"/>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58" name="Rectangle 519">
              <a:extLst>
                <a:ext uri="{FF2B5EF4-FFF2-40B4-BE49-F238E27FC236}">
                  <a16:creationId xmlns:a16="http://schemas.microsoft.com/office/drawing/2014/main" id="{9BE43BC3-2DB1-E98B-4F23-4F9743C0A97E}"/>
                </a:ext>
              </a:extLst>
            </p:cNvPr>
            <p:cNvSpPr>
              <a:spLocks noChangeArrowheads="1"/>
            </p:cNvSpPr>
            <p:nvPr/>
          </p:nvSpPr>
          <p:spPr bwMode="auto">
            <a:xfrm>
              <a:off x="2589" y="3004"/>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59" name="Rectangle 518">
              <a:extLst>
                <a:ext uri="{FF2B5EF4-FFF2-40B4-BE49-F238E27FC236}">
                  <a16:creationId xmlns:a16="http://schemas.microsoft.com/office/drawing/2014/main" id="{DB5C738E-62EB-B3CB-ACAF-AD24A2F045D9}"/>
                </a:ext>
              </a:extLst>
            </p:cNvPr>
            <p:cNvSpPr>
              <a:spLocks noChangeArrowheads="1"/>
            </p:cNvSpPr>
            <p:nvPr/>
          </p:nvSpPr>
          <p:spPr bwMode="auto">
            <a:xfrm>
              <a:off x="2292" y="3004"/>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60" name="Rectangle 517">
              <a:extLst>
                <a:ext uri="{FF2B5EF4-FFF2-40B4-BE49-F238E27FC236}">
                  <a16:creationId xmlns:a16="http://schemas.microsoft.com/office/drawing/2014/main" id="{DFA69042-28BD-7537-88A2-D69918660871}"/>
                </a:ext>
              </a:extLst>
            </p:cNvPr>
            <p:cNvSpPr>
              <a:spLocks noChangeArrowheads="1"/>
            </p:cNvSpPr>
            <p:nvPr/>
          </p:nvSpPr>
          <p:spPr bwMode="auto">
            <a:xfrm>
              <a:off x="1995" y="3004"/>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61" name="Rectangle 516">
              <a:extLst>
                <a:ext uri="{FF2B5EF4-FFF2-40B4-BE49-F238E27FC236}">
                  <a16:creationId xmlns:a16="http://schemas.microsoft.com/office/drawing/2014/main" id="{E7ACF7C9-291C-0419-0CCA-B426727E7169}"/>
                </a:ext>
              </a:extLst>
            </p:cNvPr>
            <p:cNvSpPr>
              <a:spLocks noChangeArrowheads="1"/>
            </p:cNvSpPr>
            <p:nvPr/>
          </p:nvSpPr>
          <p:spPr bwMode="auto">
            <a:xfrm>
              <a:off x="1698" y="3004"/>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0</a:t>
              </a:r>
            </a:p>
          </p:txBody>
        </p:sp>
        <p:sp>
          <p:nvSpPr>
            <p:cNvPr id="62" name="Rectangle 515">
              <a:extLst>
                <a:ext uri="{FF2B5EF4-FFF2-40B4-BE49-F238E27FC236}">
                  <a16:creationId xmlns:a16="http://schemas.microsoft.com/office/drawing/2014/main" id="{2A9011F1-FAA3-B722-064F-E34D12F3A301}"/>
                </a:ext>
              </a:extLst>
            </p:cNvPr>
            <p:cNvSpPr>
              <a:spLocks noChangeArrowheads="1"/>
            </p:cNvSpPr>
            <p:nvPr/>
          </p:nvSpPr>
          <p:spPr bwMode="auto">
            <a:xfrm>
              <a:off x="1400" y="3004"/>
              <a:ext cx="29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63" name="Rectangle 514">
              <a:extLst>
                <a:ext uri="{FF2B5EF4-FFF2-40B4-BE49-F238E27FC236}">
                  <a16:creationId xmlns:a16="http://schemas.microsoft.com/office/drawing/2014/main" id="{9879CC6B-26A5-E285-0654-31716795618B}"/>
                </a:ext>
              </a:extLst>
            </p:cNvPr>
            <p:cNvSpPr>
              <a:spLocks noChangeArrowheads="1"/>
            </p:cNvSpPr>
            <p:nvPr/>
          </p:nvSpPr>
          <p:spPr bwMode="auto">
            <a:xfrm>
              <a:off x="1156" y="3004"/>
              <a:ext cx="29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64" name="Rectangle 513">
              <a:extLst>
                <a:ext uri="{FF2B5EF4-FFF2-40B4-BE49-F238E27FC236}">
                  <a16:creationId xmlns:a16="http://schemas.microsoft.com/office/drawing/2014/main" id="{46B3A5BC-273C-2390-8D89-CE9C64AE0771}"/>
                </a:ext>
              </a:extLst>
            </p:cNvPr>
            <p:cNvSpPr>
              <a:spLocks noChangeArrowheads="1"/>
            </p:cNvSpPr>
            <p:nvPr/>
          </p:nvSpPr>
          <p:spPr bwMode="auto">
            <a:xfrm>
              <a:off x="838" y="3004"/>
              <a:ext cx="29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0</a:t>
              </a:r>
            </a:p>
          </p:txBody>
        </p:sp>
        <p:sp>
          <p:nvSpPr>
            <p:cNvPr id="65" name="Rectangle 512">
              <a:extLst>
                <a:ext uri="{FF2B5EF4-FFF2-40B4-BE49-F238E27FC236}">
                  <a16:creationId xmlns:a16="http://schemas.microsoft.com/office/drawing/2014/main" id="{27E7E574-5CFC-0F81-300A-80B216E60E27}"/>
                </a:ext>
              </a:extLst>
            </p:cNvPr>
            <p:cNvSpPr>
              <a:spLocks noChangeArrowheads="1"/>
            </p:cNvSpPr>
            <p:nvPr/>
          </p:nvSpPr>
          <p:spPr bwMode="auto">
            <a:xfrm>
              <a:off x="205" y="3004"/>
              <a:ext cx="603"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7</a:t>
              </a:r>
            </a:p>
          </p:txBody>
        </p:sp>
        <p:sp>
          <p:nvSpPr>
            <p:cNvPr id="66" name="Rectangle 511">
              <a:extLst>
                <a:ext uri="{FF2B5EF4-FFF2-40B4-BE49-F238E27FC236}">
                  <a16:creationId xmlns:a16="http://schemas.microsoft.com/office/drawing/2014/main" id="{7A4483F7-205E-6976-1026-214860CD2592}"/>
                </a:ext>
              </a:extLst>
            </p:cNvPr>
            <p:cNvSpPr>
              <a:spLocks noChangeArrowheads="1"/>
            </p:cNvSpPr>
            <p:nvPr/>
          </p:nvSpPr>
          <p:spPr bwMode="auto">
            <a:xfrm>
              <a:off x="4964" y="2793"/>
              <a:ext cx="41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spcAft>
                  <a:spcPct val="0"/>
                </a:spcAft>
                <a:buClr>
                  <a:schemeClr val="accent2"/>
                </a:buClr>
                <a:buFont typeface="Wingdings" panose="05000000000000000000" pitchFamily="2" charset="2"/>
                <a:buNone/>
              </a:pPr>
              <a:endParaRPr lang="zh-CN" altLang="zh-CN" sz="1600">
                <a:ea typeface="楷体_GB2312" pitchFamily="49" charset="-122"/>
              </a:endParaRPr>
            </a:p>
          </p:txBody>
        </p:sp>
        <p:sp>
          <p:nvSpPr>
            <p:cNvPr id="67" name="Rectangle 510">
              <a:extLst>
                <a:ext uri="{FF2B5EF4-FFF2-40B4-BE49-F238E27FC236}">
                  <a16:creationId xmlns:a16="http://schemas.microsoft.com/office/drawing/2014/main" id="{CC9331E0-1BB1-41AA-43EE-4E29F06C12C4}"/>
                </a:ext>
              </a:extLst>
            </p:cNvPr>
            <p:cNvSpPr>
              <a:spLocks noChangeArrowheads="1"/>
            </p:cNvSpPr>
            <p:nvPr/>
          </p:nvSpPr>
          <p:spPr bwMode="auto">
            <a:xfrm>
              <a:off x="4667" y="2793"/>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68" name="Rectangle 509">
              <a:extLst>
                <a:ext uri="{FF2B5EF4-FFF2-40B4-BE49-F238E27FC236}">
                  <a16:creationId xmlns:a16="http://schemas.microsoft.com/office/drawing/2014/main" id="{CD484063-E4E8-D1F0-0BAF-2FDD7C330492}"/>
                </a:ext>
              </a:extLst>
            </p:cNvPr>
            <p:cNvSpPr>
              <a:spLocks noChangeArrowheads="1"/>
            </p:cNvSpPr>
            <p:nvPr/>
          </p:nvSpPr>
          <p:spPr bwMode="auto">
            <a:xfrm>
              <a:off x="4370" y="2793"/>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69" name="Rectangle 508">
              <a:extLst>
                <a:ext uri="{FF2B5EF4-FFF2-40B4-BE49-F238E27FC236}">
                  <a16:creationId xmlns:a16="http://schemas.microsoft.com/office/drawing/2014/main" id="{692B034C-349E-EADB-9AFA-8636EA930191}"/>
                </a:ext>
              </a:extLst>
            </p:cNvPr>
            <p:cNvSpPr>
              <a:spLocks noChangeArrowheads="1"/>
            </p:cNvSpPr>
            <p:nvPr/>
          </p:nvSpPr>
          <p:spPr bwMode="auto">
            <a:xfrm>
              <a:off x="4074" y="2793"/>
              <a:ext cx="29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70" name="Rectangle 507">
              <a:extLst>
                <a:ext uri="{FF2B5EF4-FFF2-40B4-BE49-F238E27FC236}">
                  <a16:creationId xmlns:a16="http://schemas.microsoft.com/office/drawing/2014/main" id="{C523391F-EAEE-9846-8D10-82D6EF1CACB6}"/>
                </a:ext>
              </a:extLst>
            </p:cNvPr>
            <p:cNvSpPr>
              <a:spLocks noChangeArrowheads="1"/>
            </p:cNvSpPr>
            <p:nvPr/>
          </p:nvSpPr>
          <p:spPr bwMode="auto">
            <a:xfrm>
              <a:off x="3777" y="2793"/>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71" name="Rectangle 506">
              <a:extLst>
                <a:ext uri="{FF2B5EF4-FFF2-40B4-BE49-F238E27FC236}">
                  <a16:creationId xmlns:a16="http://schemas.microsoft.com/office/drawing/2014/main" id="{DA799A7A-71EE-6090-8AA6-42196309F032}"/>
                </a:ext>
              </a:extLst>
            </p:cNvPr>
            <p:cNvSpPr>
              <a:spLocks noChangeArrowheads="1"/>
            </p:cNvSpPr>
            <p:nvPr/>
          </p:nvSpPr>
          <p:spPr bwMode="auto">
            <a:xfrm>
              <a:off x="3480" y="2793"/>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72" name="Rectangle 505">
              <a:extLst>
                <a:ext uri="{FF2B5EF4-FFF2-40B4-BE49-F238E27FC236}">
                  <a16:creationId xmlns:a16="http://schemas.microsoft.com/office/drawing/2014/main" id="{8C295496-57A8-9D7D-FF7C-CC225A185E0D}"/>
                </a:ext>
              </a:extLst>
            </p:cNvPr>
            <p:cNvSpPr>
              <a:spLocks noChangeArrowheads="1"/>
            </p:cNvSpPr>
            <p:nvPr/>
          </p:nvSpPr>
          <p:spPr bwMode="auto">
            <a:xfrm>
              <a:off x="3183" y="2793"/>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0</a:t>
              </a:r>
            </a:p>
          </p:txBody>
        </p:sp>
        <p:sp>
          <p:nvSpPr>
            <p:cNvPr id="73" name="Rectangle 504">
              <a:extLst>
                <a:ext uri="{FF2B5EF4-FFF2-40B4-BE49-F238E27FC236}">
                  <a16:creationId xmlns:a16="http://schemas.microsoft.com/office/drawing/2014/main" id="{B48033EA-6CE3-189A-A0DF-82BBED85581F}"/>
                </a:ext>
              </a:extLst>
            </p:cNvPr>
            <p:cNvSpPr>
              <a:spLocks noChangeArrowheads="1"/>
            </p:cNvSpPr>
            <p:nvPr/>
          </p:nvSpPr>
          <p:spPr bwMode="auto">
            <a:xfrm>
              <a:off x="2886" y="2793"/>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0</a:t>
              </a:r>
            </a:p>
          </p:txBody>
        </p:sp>
        <p:sp>
          <p:nvSpPr>
            <p:cNvPr id="74" name="Rectangle 503">
              <a:extLst>
                <a:ext uri="{FF2B5EF4-FFF2-40B4-BE49-F238E27FC236}">
                  <a16:creationId xmlns:a16="http://schemas.microsoft.com/office/drawing/2014/main" id="{22544B9F-54EC-6FE7-7889-BE48F5EF680D}"/>
                </a:ext>
              </a:extLst>
            </p:cNvPr>
            <p:cNvSpPr>
              <a:spLocks noChangeArrowheads="1"/>
            </p:cNvSpPr>
            <p:nvPr/>
          </p:nvSpPr>
          <p:spPr bwMode="auto">
            <a:xfrm>
              <a:off x="2589" y="2793"/>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0</a:t>
              </a:r>
            </a:p>
          </p:txBody>
        </p:sp>
        <p:sp>
          <p:nvSpPr>
            <p:cNvPr id="75" name="Rectangle 502">
              <a:extLst>
                <a:ext uri="{FF2B5EF4-FFF2-40B4-BE49-F238E27FC236}">
                  <a16:creationId xmlns:a16="http://schemas.microsoft.com/office/drawing/2014/main" id="{4C5EAAAC-AE9C-97CA-1BE9-422605EAF461}"/>
                </a:ext>
              </a:extLst>
            </p:cNvPr>
            <p:cNvSpPr>
              <a:spLocks noChangeArrowheads="1"/>
            </p:cNvSpPr>
            <p:nvPr/>
          </p:nvSpPr>
          <p:spPr bwMode="auto">
            <a:xfrm>
              <a:off x="2292" y="2793"/>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76" name="Rectangle 501">
              <a:extLst>
                <a:ext uri="{FF2B5EF4-FFF2-40B4-BE49-F238E27FC236}">
                  <a16:creationId xmlns:a16="http://schemas.microsoft.com/office/drawing/2014/main" id="{79A9B5FE-768A-24CA-BF3A-C2B6846557CD}"/>
                </a:ext>
              </a:extLst>
            </p:cNvPr>
            <p:cNvSpPr>
              <a:spLocks noChangeArrowheads="1"/>
            </p:cNvSpPr>
            <p:nvPr/>
          </p:nvSpPr>
          <p:spPr bwMode="auto">
            <a:xfrm>
              <a:off x="1995" y="2793"/>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77" name="Rectangle 500">
              <a:extLst>
                <a:ext uri="{FF2B5EF4-FFF2-40B4-BE49-F238E27FC236}">
                  <a16:creationId xmlns:a16="http://schemas.microsoft.com/office/drawing/2014/main" id="{208ADB41-22D5-EEDF-F951-FC0EECD3B103}"/>
                </a:ext>
              </a:extLst>
            </p:cNvPr>
            <p:cNvSpPr>
              <a:spLocks noChangeArrowheads="1"/>
            </p:cNvSpPr>
            <p:nvPr/>
          </p:nvSpPr>
          <p:spPr bwMode="auto">
            <a:xfrm>
              <a:off x="1698" y="2793"/>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0</a:t>
              </a:r>
            </a:p>
          </p:txBody>
        </p:sp>
        <p:sp>
          <p:nvSpPr>
            <p:cNvPr id="78" name="Rectangle 499">
              <a:extLst>
                <a:ext uri="{FF2B5EF4-FFF2-40B4-BE49-F238E27FC236}">
                  <a16:creationId xmlns:a16="http://schemas.microsoft.com/office/drawing/2014/main" id="{A41EA580-35C3-8833-3A5D-93F6633F6DDE}"/>
                </a:ext>
              </a:extLst>
            </p:cNvPr>
            <p:cNvSpPr>
              <a:spLocks noChangeArrowheads="1"/>
            </p:cNvSpPr>
            <p:nvPr/>
          </p:nvSpPr>
          <p:spPr bwMode="auto">
            <a:xfrm>
              <a:off x="1400" y="2793"/>
              <a:ext cx="29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79" name="Rectangle 498">
              <a:extLst>
                <a:ext uri="{FF2B5EF4-FFF2-40B4-BE49-F238E27FC236}">
                  <a16:creationId xmlns:a16="http://schemas.microsoft.com/office/drawing/2014/main" id="{8E59AE2C-62BF-C9FC-2E8C-033EE6367AB6}"/>
                </a:ext>
              </a:extLst>
            </p:cNvPr>
            <p:cNvSpPr>
              <a:spLocks noChangeArrowheads="1"/>
            </p:cNvSpPr>
            <p:nvPr/>
          </p:nvSpPr>
          <p:spPr bwMode="auto">
            <a:xfrm>
              <a:off x="1156" y="2793"/>
              <a:ext cx="29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80" name="Rectangle 497">
              <a:extLst>
                <a:ext uri="{FF2B5EF4-FFF2-40B4-BE49-F238E27FC236}">
                  <a16:creationId xmlns:a16="http://schemas.microsoft.com/office/drawing/2014/main" id="{4713CA31-AFA0-4941-7473-64B8D965E7B0}"/>
                </a:ext>
              </a:extLst>
            </p:cNvPr>
            <p:cNvSpPr>
              <a:spLocks noChangeArrowheads="1"/>
            </p:cNvSpPr>
            <p:nvPr/>
          </p:nvSpPr>
          <p:spPr bwMode="auto">
            <a:xfrm>
              <a:off x="838" y="2793"/>
              <a:ext cx="29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0</a:t>
              </a:r>
            </a:p>
          </p:txBody>
        </p:sp>
        <p:sp>
          <p:nvSpPr>
            <p:cNvPr id="81" name="Rectangle 496">
              <a:extLst>
                <a:ext uri="{FF2B5EF4-FFF2-40B4-BE49-F238E27FC236}">
                  <a16:creationId xmlns:a16="http://schemas.microsoft.com/office/drawing/2014/main" id="{F4112EA5-28AA-06F1-7F8B-9A529EC5CBA6}"/>
                </a:ext>
              </a:extLst>
            </p:cNvPr>
            <p:cNvSpPr>
              <a:spLocks noChangeArrowheads="1"/>
            </p:cNvSpPr>
            <p:nvPr/>
          </p:nvSpPr>
          <p:spPr bwMode="auto">
            <a:xfrm>
              <a:off x="205" y="2793"/>
              <a:ext cx="603"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6</a:t>
              </a:r>
            </a:p>
          </p:txBody>
        </p:sp>
        <p:sp>
          <p:nvSpPr>
            <p:cNvPr id="82" name="Rectangle 495">
              <a:extLst>
                <a:ext uri="{FF2B5EF4-FFF2-40B4-BE49-F238E27FC236}">
                  <a16:creationId xmlns:a16="http://schemas.microsoft.com/office/drawing/2014/main" id="{54B6387E-7251-C5DF-61B0-D22D4474DF0B}"/>
                </a:ext>
              </a:extLst>
            </p:cNvPr>
            <p:cNvSpPr>
              <a:spLocks noChangeArrowheads="1"/>
            </p:cNvSpPr>
            <p:nvPr/>
          </p:nvSpPr>
          <p:spPr bwMode="auto">
            <a:xfrm>
              <a:off x="4964" y="2582"/>
              <a:ext cx="41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spcAft>
                  <a:spcPct val="0"/>
                </a:spcAft>
                <a:buClr>
                  <a:schemeClr val="accent2"/>
                </a:buClr>
                <a:buFont typeface="Wingdings" panose="05000000000000000000" pitchFamily="2" charset="2"/>
                <a:buNone/>
              </a:pPr>
              <a:endParaRPr lang="zh-CN" altLang="zh-CN" sz="1600">
                <a:ea typeface="楷体_GB2312" pitchFamily="49" charset="-122"/>
              </a:endParaRPr>
            </a:p>
          </p:txBody>
        </p:sp>
        <p:sp>
          <p:nvSpPr>
            <p:cNvPr id="83" name="Rectangle 494">
              <a:extLst>
                <a:ext uri="{FF2B5EF4-FFF2-40B4-BE49-F238E27FC236}">
                  <a16:creationId xmlns:a16="http://schemas.microsoft.com/office/drawing/2014/main" id="{8E502BA0-534B-95D6-D3C1-F6CE461384FB}"/>
                </a:ext>
              </a:extLst>
            </p:cNvPr>
            <p:cNvSpPr>
              <a:spLocks noChangeArrowheads="1"/>
            </p:cNvSpPr>
            <p:nvPr/>
          </p:nvSpPr>
          <p:spPr bwMode="auto">
            <a:xfrm>
              <a:off x="4667" y="2582"/>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84" name="Rectangle 493">
              <a:extLst>
                <a:ext uri="{FF2B5EF4-FFF2-40B4-BE49-F238E27FC236}">
                  <a16:creationId xmlns:a16="http://schemas.microsoft.com/office/drawing/2014/main" id="{525E09FE-CA30-4C5A-7DBF-8B3A62E20BFC}"/>
                </a:ext>
              </a:extLst>
            </p:cNvPr>
            <p:cNvSpPr>
              <a:spLocks noChangeArrowheads="1"/>
            </p:cNvSpPr>
            <p:nvPr/>
          </p:nvSpPr>
          <p:spPr bwMode="auto">
            <a:xfrm>
              <a:off x="4370" y="2582"/>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85" name="Rectangle 492">
              <a:extLst>
                <a:ext uri="{FF2B5EF4-FFF2-40B4-BE49-F238E27FC236}">
                  <a16:creationId xmlns:a16="http://schemas.microsoft.com/office/drawing/2014/main" id="{3410D0B3-3DC4-416A-9353-F561E3498637}"/>
                </a:ext>
              </a:extLst>
            </p:cNvPr>
            <p:cNvSpPr>
              <a:spLocks noChangeArrowheads="1"/>
            </p:cNvSpPr>
            <p:nvPr/>
          </p:nvSpPr>
          <p:spPr bwMode="auto">
            <a:xfrm>
              <a:off x="4074" y="2582"/>
              <a:ext cx="29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0</a:t>
              </a:r>
            </a:p>
          </p:txBody>
        </p:sp>
        <p:sp>
          <p:nvSpPr>
            <p:cNvPr id="86" name="Rectangle 491">
              <a:extLst>
                <a:ext uri="{FF2B5EF4-FFF2-40B4-BE49-F238E27FC236}">
                  <a16:creationId xmlns:a16="http://schemas.microsoft.com/office/drawing/2014/main" id="{B47042D5-07F3-5660-65C3-4B65BF64AB07}"/>
                </a:ext>
              </a:extLst>
            </p:cNvPr>
            <p:cNvSpPr>
              <a:spLocks noChangeArrowheads="1"/>
            </p:cNvSpPr>
            <p:nvPr/>
          </p:nvSpPr>
          <p:spPr bwMode="auto">
            <a:xfrm>
              <a:off x="3777" y="2582"/>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87" name="Rectangle 490">
              <a:extLst>
                <a:ext uri="{FF2B5EF4-FFF2-40B4-BE49-F238E27FC236}">
                  <a16:creationId xmlns:a16="http://schemas.microsoft.com/office/drawing/2014/main" id="{46DC52B9-E2E3-4974-F95D-ED6271A52BE8}"/>
                </a:ext>
              </a:extLst>
            </p:cNvPr>
            <p:cNvSpPr>
              <a:spLocks noChangeArrowheads="1"/>
            </p:cNvSpPr>
            <p:nvPr/>
          </p:nvSpPr>
          <p:spPr bwMode="auto">
            <a:xfrm>
              <a:off x="3480" y="2582"/>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88" name="Rectangle 489">
              <a:extLst>
                <a:ext uri="{FF2B5EF4-FFF2-40B4-BE49-F238E27FC236}">
                  <a16:creationId xmlns:a16="http://schemas.microsoft.com/office/drawing/2014/main" id="{606545F4-B5A2-0197-9FA0-9D17E0EDA83A}"/>
                </a:ext>
              </a:extLst>
            </p:cNvPr>
            <p:cNvSpPr>
              <a:spLocks noChangeArrowheads="1"/>
            </p:cNvSpPr>
            <p:nvPr/>
          </p:nvSpPr>
          <p:spPr bwMode="auto">
            <a:xfrm>
              <a:off x="3183" y="2582"/>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0</a:t>
              </a:r>
            </a:p>
          </p:txBody>
        </p:sp>
        <p:sp>
          <p:nvSpPr>
            <p:cNvPr id="89" name="Rectangle 488">
              <a:extLst>
                <a:ext uri="{FF2B5EF4-FFF2-40B4-BE49-F238E27FC236}">
                  <a16:creationId xmlns:a16="http://schemas.microsoft.com/office/drawing/2014/main" id="{608BC140-A622-D657-1623-D59F5CCC025F}"/>
                </a:ext>
              </a:extLst>
            </p:cNvPr>
            <p:cNvSpPr>
              <a:spLocks noChangeArrowheads="1"/>
            </p:cNvSpPr>
            <p:nvPr/>
          </p:nvSpPr>
          <p:spPr bwMode="auto">
            <a:xfrm>
              <a:off x="2886" y="2582"/>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90" name="Rectangle 487">
              <a:extLst>
                <a:ext uri="{FF2B5EF4-FFF2-40B4-BE49-F238E27FC236}">
                  <a16:creationId xmlns:a16="http://schemas.microsoft.com/office/drawing/2014/main" id="{AEBDBD97-AA08-3837-A309-B1A80CACA460}"/>
                </a:ext>
              </a:extLst>
            </p:cNvPr>
            <p:cNvSpPr>
              <a:spLocks noChangeArrowheads="1"/>
            </p:cNvSpPr>
            <p:nvPr/>
          </p:nvSpPr>
          <p:spPr bwMode="auto">
            <a:xfrm>
              <a:off x="2589" y="2582"/>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91" name="Rectangle 486">
              <a:extLst>
                <a:ext uri="{FF2B5EF4-FFF2-40B4-BE49-F238E27FC236}">
                  <a16:creationId xmlns:a16="http://schemas.microsoft.com/office/drawing/2014/main" id="{C05CAA31-5900-7BF2-C991-9D6C3FE095D3}"/>
                </a:ext>
              </a:extLst>
            </p:cNvPr>
            <p:cNvSpPr>
              <a:spLocks noChangeArrowheads="1"/>
            </p:cNvSpPr>
            <p:nvPr/>
          </p:nvSpPr>
          <p:spPr bwMode="auto">
            <a:xfrm>
              <a:off x="2292" y="2582"/>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0</a:t>
              </a:r>
            </a:p>
          </p:txBody>
        </p:sp>
        <p:sp>
          <p:nvSpPr>
            <p:cNvPr id="92" name="Rectangle 485">
              <a:extLst>
                <a:ext uri="{FF2B5EF4-FFF2-40B4-BE49-F238E27FC236}">
                  <a16:creationId xmlns:a16="http://schemas.microsoft.com/office/drawing/2014/main" id="{E285EF04-F089-CE65-E4A2-63F7F329D76A}"/>
                </a:ext>
              </a:extLst>
            </p:cNvPr>
            <p:cNvSpPr>
              <a:spLocks noChangeArrowheads="1"/>
            </p:cNvSpPr>
            <p:nvPr/>
          </p:nvSpPr>
          <p:spPr bwMode="auto">
            <a:xfrm>
              <a:off x="1995" y="2582"/>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93" name="Rectangle 484">
              <a:extLst>
                <a:ext uri="{FF2B5EF4-FFF2-40B4-BE49-F238E27FC236}">
                  <a16:creationId xmlns:a16="http://schemas.microsoft.com/office/drawing/2014/main" id="{6D231516-0BED-B2C2-1CAF-09EA529F35BB}"/>
                </a:ext>
              </a:extLst>
            </p:cNvPr>
            <p:cNvSpPr>
              <a:spLocks noChangeArrowheads="1"/>
            </p:cNvSpPr>
            <p:nvPr/>
          </p:nvSpPr>
          <p:spPr bwMode="auto">
            <a:xfrm>
              <a:off x="1698" y="2582"/>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0</a:t>
              </a:r>
            </a:p>
          </p:txBody>
        </p:sp>
        <p:sp>
          <p:nvSpPr>
            <p:cNvPr id="94" name="Rectangle 483">
              <a:extLst>
                <a:ext uri="{FF2B5EF4-FFF2-40B4-BE49-F238E27FC236}">
                  <a16:creationId xmlns:a16="http://schemas.microsoft.com/office/drawing/2014/main" id="{7FA20966-2E61-C560-02BF-89D53BE5CF08}"/>
                </a:ext>
              </a:extLst>
            </p:cNvPr>
            <p:cNvSpPr>
              <a:spLocks noChangeArrowheads="1"/>
            </p:cNvSpPr>
            <p:nvPr/>
          </p:nvSpPr>
          <p:spPr bwMode="auto">
            <a:xfrm>
              <a:off x="1400" y="2582"/>
              <a:ext cx="29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95" name="Rectangle 482">
              <a:extLst>
                <a:ext uri="{FF2B5EF4-FFF2-40B4-BE49-F238E27FC236}">
                  <a16:creationId xmlns:a16="http://schemas.microsoft.com/office/drawing/2014/main" id="{E1ABFD28-85D1-D5FC-E329-68C550EC8AA0}"/>
                </a:ext>
              </a:extLst>
            </p:cNvPr>
            <p:cNvSpPr>
              <a:spLocks noChangeArrowheads="1"/>
            </p:cNvSpPr>
            <p:nvPr/>
          </p:nvSpPr>
          <p:spPr bwMode="auto">
            <a:xfrm>
              <a:off x="1156" y="2582"/>
              <a:ext cx="29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96" name="Rectangle 481">
              <a:extLst>
                <a:ext uri="{FF2B5EF4-FFF2-40B4-BE49-F238E27FC236}">
                  <a16:creationId xmlns:a16="http://schemas.microsoft.com/office/drawing/2014/main" id="{40266894-195C-983A-7648-29E796055268}"/>
                </a:ext>
              </a:extLst>
            </p:cNvPr>
            <p:cNvSpPr>
              <a:spLocks noChangeArrowheads="1"/>
            </p:cNvSpPr>
            <p:nvPr/>
          </p:nvSpPr>
          <p:spPr bwMode="auto">
            <a:xfrm>
              <a:off x="838" y="2582"/>
              <a:ext cx="29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0</a:t>
              </a:r>
            </a:p>
          </p:txBody>
        </p:sp>
        <p:sp>
          <p:nvSpPr>
            <p:cNvPr id="97" name="Rectangle 480">
              <a:extLst>
                <a:ext uri="{FF2B5EF4-FFF2-40B4-BE49-F238E27FC236}">
                  <a16:creationId xmlns:a16="http://schemas.microsoft.com/office/drawing/2014/main" id="{4B1F4F86-0963-5285-8A0A-7A0738A1C388}"/>
                </a:ext>
              </a:extLst>
            </p:cNvPr>
            <p:cNvSpPr>
              <a:spLocks noChangeArrowheads="1"/>
            </p:cNvSpPr>
            <p:nvPr/>
          </p:nvSpPr>
          <p:spPr bwMode="auto">
            <a:xfrm>
              <a:off x="205" y="2582"/>
              <a:ext cx="603"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5</a:t>
              </a:r>
            </a:p>
          </p:txBody>
        </p:sp>
        <p:sp>
          <p:nvSpPr>
            <p:cNvPr id="98" name="Rectangle 479">
              <a:extLst>
                <a:ext uri="{FF2B5EF4-FFF2-40B4-BE49-F238E27FC236}">
                  <a16:creationId xmlns:a16="http://schemas.microsoft.com/office/drawing/2014/main" id="{E36EA0AC-1D86-A5AD-EE03-790234A4B4E9}"/>
                </a:ext>
              </a:extLst>
            </p:cNvPr>
            <p:cNvSpPr>
              <a:spLocks noChangeArrowheads="1"/>
            </p:cNvSpPr>
            <p:nvPr/>
          </p:nvSpPr>
          <p:spPr bwMode="auto">
            <a:xfrm>
              <a:off x="4964" y="2371"/>
              <a:ext cx="41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spcAft>
                  <a:spcPct val="0"/>
                </a:spcAft>
                <a:buClr>
                  <a:schemeClr val="accent2"/>
                </a:buClr>
                <a:buFont typeface="Wingdings" panose="05000000000000000000" pitchFamily="2" charset="2"/>
                <a:buNone/>
              </a:pPr>
              <a:endParaRPr lang="zh-CN" altLang="zh-CN" sz="1600">
                <a:ea typeface="楷体_GB2312" pitchFamily="49" charset="-122"/>
              </a:endParaRPr>
            </a:p>
          </p:txBody>
        </p:sp>
        <p:sp>
          <p:nvSpPr>
            <p:cNvPr id="99" name="Rectangle 478">
              <a:extLst>
                <a:ext uri="{FF2B5EF4-FFF2-40B4-BE49-F238E27FC236}">
                  <a16:creationId xmlns:a16="http://schemas.microsoft.com/office/drawing/2014/main" id="{D94085CE-CBD8-8150-4BEA-50AD7A95AD63}"/>
                </a:ext>
              </a:extLst>
            </p:cNvPr>
            <p:cNvSpPr>
              <a:spLocks noChangeArrowheads="1"/>
            </p:cNvSpPr>
            <p:nvPr/>
          </p:nvSpPr>
          <p:spPr bwMode="auto">
            <a:xfrm>
              <a:off x="4667" y="2371"/>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100" name="Rectangle 477">
              <a:extLst>
                <a:ext uri="{FF2B5EF4-FFF2-40B4-BE49-F238E27FC236}">
                  <a16:creationId xmlns:a16="http://schemas.microsoft.com/office/drawing/2014/main" id="{2216E7E2-9243-9966-6342-0E6297432802}"/>
                </a:ext>
              </a:extLst>
            </p:cNvPr>
            <p:cNvSpPr>
              <a:spLocks noChangeArrowheads="1"/>
            </p:cNvSpPr>
            <p:nvPr/>
          </p:nvSpPr>
          <p:spPr bwMode="auto">
            <a:xfrm>
              <a:off x="4370" y="2371"/>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101" name="Rectangle 476">
              <a:extLst>
                <a:ext uri="{FF2B5EF4-FFF2-40B4-BE49-F238E27FC236}">
                  <a16:creationId xmlns:a16="http://schemas.microsoft.com/office/drawing/2014/main" id="{3AD6E5FB-B7BF-4155-B2CD-73E45A86503D}"/>
                </a:ext>
              </a:extLst>
            </p:cNvPr>
            <p:cNvSpPr>
              <a:spLocks noChangeArrowheads="1"/>
            </p:cNvSpPr>
            <p:nvPr/>
          </p:nvSpPr>
          <p:spPr bwMode="auto">
            <a:xfrm>
              <a:off x="4074" y="2371"/>
              <a:ext cx="29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0</a:t>
              </a:r>
            </a:p>
          </p:txBody>
        </p:sp>
        <p:sp>
          <p:nvSpPr>
            <p:cNvPr id="102" name="Rectangle 475">
              <a:extLst>
                <a:ext uri="{FF2B5EF4-FFF2-40B4-BE49-F238E27FC236}">
                  <a16:creationId xmlns:a16="http://schemas.microsoft.com/office/drawing/2014/main" id="{60336CE9-AA3D-5B51-C207-82D1316CF19A}"/>
                </a:ext>
              </a:extLst>
            </p:cNvPr>
            <p:cNvSpPr>
              <a:spLocks noChangeArrowheads="1"/>
            </p:cNvSpPr>
            <p:nvPr/>
          </p:nvSpPr>
          <p:spPr bwMode="auto">
            <a:xfrm>
              <a:off x="3777" y="2371"/>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0</a:t>
              </a:r>
            </a:p>
          </p:txBody>
        </p:sp>
        <p:sp>
          <p:nvSpPr>
            <p:cNvPr id="103" name="Rectangle 474">
              <a:extLst>
                <a:ext uri="{FF2B5EF4-FFF2-40B4-BE49-F238E27FC236}">
                  <a16:creationId xmlns:a16="http://schemas.microsoft.com/office/drawing/2014/main" id="{BEDA37AA-8E9A-3520-0FFE-B4D97913A938}"/>
                </a:ext>
              </a:extLst>
            </p:cNvPr>
            <p:cNvSpPr>
              <a:spLocks noChangeArrowheads="1"/>
            </p:cNvSpPr>
            <p:nvPr/>
          </p:nvSpPr>
          <p:spPr bwMode="auto">
            <a:xfrm>
              <a:off x="3480" y="2371"/>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104" name="Rectangle 473">
              <a:extLst>
                <a:ext uri="{FF2B5EF4-FFF2-40B4-BE49-F238E27FC236}">
                  <a16:creationId xmlns:a16="http://schemas.microsoft.com/office/drawing/2014/main" id="{E809783D-54DF-8812-4E80-32403C2F8528}"/>
                </a:ext>
              </a:extLst>
            </p:cNvPr>
            <p:cNvSpPr>
              <a:spLocks noChangeArrowheads="1"/>
            </p:cNvSpPr>
            <p:nvPr/>
          </p:nvSpPr>
          <p:spPr bwMode="auto">
            <a:xfrm>
              <a:off x="3183" y="2371"/>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105" name="Rectangle 472">
              <a:extLst>
                <a:ext uri="{FF2B5EF4-FFF2-40B4-BE49-F238E27FC236}">
                  <a16:creationId xmlns:a16="http://schemas.microsoft.com/office/drawing/2014/main" id="{DAD65E28-1CD7-E0DD-A525-4F35325A0407}"/>
                </a:ext>
              </a:extLst>
            </p:cNvPr>
            <p:cNvSpPr>
              <a:spLocks noChangeArrowheads="1"/>
            </p:cNvSpPr>
            <p:nvPr/>
          </p:nvSpPr>
          <p:spPr bwMode="auto">
            <a:xfrm>
              <a:off x="2886" y="2371"/>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0</a:t>
              </a:r>
            </a:p>
          </p:txBody>
        </p:sp>
        <p:sp>
          <p:nvSpPr>
            <p:cNvPr id="106" name="Rectangle 471">
              <a:extLst>
                <a:ext uri="{FF2B5EF4-FFF2-40B4-BE49-F238E27FC236}">
                  <a16:creationId xmlns:a16="http://schemas.microsoft.com/office/drawing/2014/main" id="{DBE6933C-A41C-E397-4D3A-8DEC9FC875D2}"/>
                </a:ext>
              </a:extLst>
            </p:cNvPr>
            <p:cNvSpPr>
              <a:spLocks noChangeArrowheads="1"/>
            </p:cNvSpPr>
            <p:nvPr/>
          </p:nvSpPr>
          <p:spPr bwMode="auto">
            <a:xfrm>
              <a:off x="2589" y="2371"/>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0</a:t>
              </a:r>
            </a:p>
          </p:txBody>
        </p:sp>
        <p:sp>
          <p:nvSpPr>
            <p:cNvPr id="107" name="Rectangle 470">
              <a:extLst>
                <a:ext uri="{FF2B5EF4-FFF2-40B4-BE49-F238E27FC236}">
                  <a16:creationId xmlns:a16="http://schemas.microsoft.com/office/drawing/2014/main" id="{F42162C2-7570-1E10-10EE-22CC7CB7962F}"/>
                </a:ext>
              </a:extLst>
            </p:cNvPr>
            <p:cNvSpPr>
              <a:spLocks noChangeArrowheads="1"/>
            </p:cNvSpPr>
            <p:nvPr/>
          </p:nvSpPr>
          <p:spPr bwMode="auto">
            <a:xfrm>
              <a:off x="2292" y="2371"/>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0</a:t>
              </a:r>
            </a:p>
          </p:txBody>
        </p:sp>
        <p:sp>
          <p:nvSpPr>
            <p:cNvPr id="108" name="Rectangle 469">
              <a:extLst>
                <a:ext uri="{FF2B5EF4-FFF2-40B4-BE49-F238E27FC236}">
                  <a16:creationId xmlns:a16="http://schemas.microsoft.com/office/drawing/2014/main" id="{AEE797DA-F65F-1FF6-5B64-1E403C02471A}"/>
                </a:ext>
              </a:extLst>
            </p:cNvPr>
            <p:cNvSpPr>
              <a:spLocks noChangeArrowheads="1"/>
            </p:cNvSpPr>
            <p:nvPr/>
          </p:nvSpPr>
          <p:spPr bwMode="auto">
            <a:xfrm>
              <a:off x="1995" y="2371"/>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109" name="Rectangle 468">
              <a:extLst>
                <a:ext uri="{FF2B5EF4-FFF2-40B4-BE49-F238E27FC236}">
                  <a16:creationId xmlns:a16="http://schemas.microsoft.com/office/drawing/2014/main" id="{1651E265-AB56-1E9D-B564-1D898B6AC35D}"/>
                </a:ext>
              </a:extLst>
            </p:cNvPr>
            <p:cNvSpPr>
              <a:spLocks noChangeArrowheads="1"/>
            </p:cNvSpPr>
            <p:nvPr/>
          </p:nvSpPr>
          <p:spPr bwMode="auto">
            <a:xfrm>
              <a:off x="1698" y="2371"/>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0</a:t>
              </a:r>
            </a:p>
          </p:txBody>
        </p:sp>
        <p:sp>
          <p:nvSpPr>
            <p:cNvPr id="110" name="Rectangle 467">
              <a:extLst>
                <a:ext uri="{FF2B5EF4-FFF2-40B4-BE49-F238E27FC236}">
                  <a16:creationId xmlns:a16="http://schemas.microsoft.com/office/drawing/2014/main" id="{1358B324-BC8D-3E00-1BD1-D60DF70227A4}"/>
                </a:ext>
              </a:extLst>
            </p:cNvPr>
            <p:cNvSpPr>
              <a:spLocks noChangeArrowheads="1"/>
            </p:cNvSpPr>
            <p:nvPr/>
          </p:nvSpPr>
          <p:spPr bwMode="auto">
            <a:xfrm>
              <a:off x="1400" y="2371"/>
              <a:ext cx="29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111" name="Rectangle 466">
              <a:extLst>
                <a:ext uri="{FF2B5EF4-FFF2-40B4-BE49-F238E27FC236}">
                  <a16:creationId xmlns:a16="http://schemas.microsoft.com/office/drawing/2014/main" id="{E7B2D2F1-6394-3C9B-C270-91908E192BBB}"/>
                </a:ext>
              </a:extLst>
            </p:cNvPr>
            <p:cNvSpPr>
              <a:spLocks noChangeArrowheads="1"/>
            </p:cNvSpPr>
            <p:nvPr/>
          </p:nvSpPr>
          <p:spPr bwMode="auto">
            <a:xfrm>
              <a:off x="1156" y="2371"/>
              <a:ext cx="29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112" name="Rectangle 465">
              <a:extLst>
                <a:ext uri="{FF2B5EF4-FFF2-40B4-BE49-F238E27FC236}">
                  <a16:creationId xmlns:a16="http://schemas.microsoft.com/office/drawing/2014/main" id="{F45600BE-045B-8949-0274-427BBB7DE3B3}"/>
                </a:ext>
              </a:extLst>
            </p:cNvPr>
            <p:cNvSpPr>
              <a:spLocks noChangeArrowheads="1"/>
            </p:cNvSpPr>
            <p:nvPr/>
          </p:nvSpPr>
          <p:spPr bwMode="auto">
            <a:xfrm>
              <a:off x="838" y="2371"/>
              <a:ext cx="29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0</a:t>
              </a:r>
            </a:p>
          </p:txBody>
        </p:sp>
        <p:sp>
          <p:nvSpPr>
            <p:cNvPr id="113" name="Rectangle 464">
              <a:extLst>
                <a:ext uri="{FF2B5EF4-FFF2-40B4-BE49-F238E27FC236}">
                  <a16:creationId xmlns:a16="http://schemas.microsoft.com/office/drawing/2014/main" id="{B627D76B-512A-5E41-E738-4B437DB4AF56}"/>
                </a:ext>
              </a:extLst>
            </p:cNvPr>
            <p:cNvSpPr>
              <a:spLocks noChangeArrowheads="1"/>
            </p:cNvSpPr>
            <p:nvPr/>
          </p:nvSpPr>
          <p:spPr bwMode="auto">
            <a:xfrm>
              <a:off x="205" y="2371"/>
              <a:ext cx="603"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4</a:t>
              </a:r>
            </a:p>
          </p:txBody>
        </p:sp>
        <p:sp>
          <p:nvSpPr>
            <p:cNvPr id="114" name="Rectangle 463">
              <a:extLst>
                <a:ext uri="{FF2B5EF4-FFF2-40B4-BE49-F238E27FC236}">
                  <a16:creationId xmlns:a16="http://schemas.microsoft.com/office/drawing/2014/main" id="{4262CE05-34E6-F90A-3D7B-279FA5DE775C}"/>
                </a:ext>
              </a:extLst>
            </p:cNvPr>
            <p:cNvSpPr>
              <a:spLocks noChangeArrowheads="1"/>
            </p:cNvSpPr>
            <p:nvPr/>
          </p:nvSpPr>
          <p:spPr bwMode="auto">
            <a:xfrm>
              <a:off x="4964" y="2160"/>
              <a:ext cx="41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spcAft>
                  <a:spcPct val="0"/>
                </a:spcAft>
                <a:buClr>
                  <a:schemeClr val="accent2"/>
                </a:buClr>
                <a:buFont typeface="Wingdings" panose="05000000000000000000" pitchFamily="2" charset="2"/>
                <a:buNone/>
              </a:pPr>
              <a:endParaRPr lang="zh-CN" altLang="zh-CN" sz="1600">
                <a:ea typeface="楷体_GB2312" pitchFamily="49" charset="-122"/>
              </a:endParaRPr>
            </a:p>
          </p:txBody>
        </p:sp>
        <p:sp>
          <p:nvSpPr>
            <p:cNvPr id="115" name="Rectangle 462">
              <a:extLst>
                <a:ext uri="{FF2B5EF4-FFF2-40B4-BE49-F238E27FC236}">
                  <a16:creationId xmlns:a16="http://schemas.microsoft.com/office/drawing/2014/main" id="{8165A9B0-85CD-8FE6-F10A-F95902D02B57}"/>
                </a:ext>
              </a:extLst>
            </p:cNvPr>
            <p:cNvSpPr>
              <a:spLocks noChangeArrowheads="1"/>
            </p:cNvSpPr>
            <p:nvPr/>
          </p:nvSpPr>
          <p:spPr bwMode="auto">
            <a:xfrm>
              <a:off x="4667" y="2160"/>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116" name="Rectangle 461">
              <a:extLst>
                <a:ext uri="{FF2B5EF4-FFF2-40B4-BE49-F238E27FC236}">
                  <a16:creationId xmlns:a16="http://schemas.microsoft.com/office/drawing/2014/main" id="{9D0E162B-A139-B406-D471-B1201B7A55FD}"/>
                </a:ext>
              </a:extLst>
            </p:cNvPr>
            <p:cNvSpPr>
              <a:spLocks noChangeArrowheads="1"/>
            </p:cNvSpPr>
            <p:nvPr/>
          </p:nvSpPr>
          <p:spPr bwMode="auto">
            <a:xfrm>
              <a:off x="4370" y="2160"/>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0</a:t>
              </a:r>
            </a:p>
          </p:txBody>
        </p:sp>
        <p:sp>
          <p:nvSpPr>
            <p:cNvPr id="117" name="Rectangle 460">
              <a:extLst>
                <a:ext uri="{FF2B5EF4-FFF2-40B4-BE49-F238E27FC236}">
                  <a16:creationId xmlns:a16="http://schemas.microsoft.com/office/drawing/2014/main" id="{1FD20067-D33D-43C6-1A7A-CE48EED83C0E}"/>
                </a:ext>
              </a:extLst>
            </p:cNvPr>
            <p:cNvSpPr>
              <a:spLocks noChangeArrowheads="1"/>
            </p:cNvSpPr>
            <p:nvPr/>
          </p:nvSpPr>
          <p:spPr bwMode="auto">
            <a:xfrm>
              <a:off x="4074" y="2160"/>
              <a:ext cx="29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0</a:t>
              </a:r>
            </a:p>
          </p:txBody>
        </p:sp>
        <p:sp>
          <p:nvSpPr>
            <p:cNvPr id="118" name="Rectangle 459">
              <a:extLst>
                <a:ext uri="{FF2B5EF4-FFF2-40B4-BE49-F238E27FC236}">
                  <a16:creationId xmlns:a16="http://schemas.microsoft.com/office/drawing/2014/main" id="{87F4E9D9-1C94-90A5-2908-8D4FA9282995}"/>
                </a:ext>
              </a:extLst>
            </p:cNvPr>
            <p:cNvSpPr>
              <a:spLocks noChangeArrowheads="1"/>
            </p:cNvSpPr>
            <p:nvPr/>
          </p:nvSpPr>
          <p:spPr bwMode="auto">
            <a:xfrm>
              <a:off x="3777" y="2160"/>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119" name="Rectangle 458">
              <a:extLst>
                <a:ext uri="{FF2B5EF4-FFF2-40B4-BE49-F238E27FC236}">
                  <a16:creationId xmlns:a16="http://schemas.microsoft.com/office/drawing/2014/main" id="{3F525DB4-493C-FD64-9D97-7476619A509F}"/>
                </a:ext>
              </a:extLst>
            </p:cNvPr>
            <p:cNvSpPr>
              <a:spLocks noChangeArrowheads="1"/>
            </p:cNvSpPr>
            <p:nvPr/>
          </p:nvSpPr>
          <p:spPr bwMode="auto">
            <a:xfrm>
              <a:off x="3480" y="2160"/>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120" name="Rectangle 457">
              <a:extLst>
                <a:ext uri="{FF2B5EF4-FFF2-40B4-BE49-F238E27FC236}">
                  <a16:creationId xmlns:a16="http://schemas.microsoft.com/office/drawing/2014/main" id="{FF59FD42-080A-1BA6-1E49-FAD53E74777E}"/>
                </a:ext>
              </a:extLst>
            </p:cNvPr>
            <p:cNvSpPr>
              <a:spLocks noChangeArrowheads="1"/>
            </p:cNvSpPr>
            <p:nvPr/>
          </p:nvSpPr>
          <p:spPr bwMode="auto">
            <a:xfrm>
              <a:off x="3183" y="2160"/>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121" name="Rectangle 456">
              <a:extLst>
                <a:ext uri="{FF2B5EF4-FFF2-40B4-BE49-F238E27FC236}">
                  <a16:creationId xmlns:a16="http://schemas.microsoft.com/office/drawing/2014/main" id="{7D1ACE7B-8D3C-B93F-4677-E3D5617A0ADE}"/>
                </a:ext>
              </a:extLst>
            </p:cNvPr>
            <p:cNvSpPr>
              <a:spLocks noChangeArrowheads="1"/>
            </p:cNvSpPr>
            <p:nvPr/>
          </p:nvSpPr>
          <p:spPr bwMode="auto">
            <a:xfrm>
              <a:off x="2886" y="2160"/>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122" name="Rectangle 455">
              <a:extLst>
                <a:ext uri="{FF2B5EF4-FFF2-40B4-BE49-F238E27FC236}">
                  <a16:creationId xmlns:a16="http://schemas.microsoft.com/office/drawing/2014/main" id="{DD9E7157-C78C-B2FF-841F-216230AA9D4B}"/>
                </a:ext>
              </a:extLst>
            </p:cNvPr>
            <p:cNvSpPr>
              <a:spLocks noChangeArrowheads="1"/>
            </p:cNvSpPr>
            <p:nvPr/>
          </p:nvSpPr>
          <p:spPr bwMode="auto">
            <a:xfrm>
              <a:off x="2589" y="2160"/>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123" name="Rectangle 454">
              <a:extLst>
                <a:ext uri="{FF2B5EF4-FFF2-40B4-BE49-F238E27FC236}">
                  <a16:creationId xmlns:a16="http://schemas.microsoft.com/office/drawing/2014/main" id="{C22A3344-D6D4-CEDD-8B58-AE49B45C494A}"/>
                </a:ext>
              </a:extLst>
            </p:cNvPr>
            <p:cNvSpPr>
              <a:spLocks noChangeArrowheads="1"/>
            </p:cNvSpPr>
            <p:nvPr/>
          </p:nvSpPr>
          <p:spPr bwMode="auto">
            <a:xfrm>
              <a:off x="2292" y="2160"/>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124" name="Rectangle 453">
              <a:extLst>
                <a:ext uri="{FF2B5EF4-FFF2-40B4-BE49-F238E27FC236}">
                  <a16:creationId xmlns:a16="http://schemas.microsoft.com/office/drawing/2014/main" id="{44A17142-E77E-95C7-04CC-92FEE2646FA5}"/>
                </a:ext>
              </a:extLst>
            </p:cNvPr>
            <p:cNvSpPr>
              <a:spLocks noChangeArrowheads="1"/>
            </p:cNvSpPr>
            <p:nvPr/>
          </p:nvSpPr>
          <p:spPr bwMode="auto">
            <a:xfrm>
              <a:off x="1995" y="2160"/>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0</a:t>
              </a:r>
            </a:p>
          </p:txBody>
        </p:sp>
        <p:sp>
          <p:nvSpPr>
            <p:cNvPr id="125" name="Rectangle 452">
              <a:extLst>
                <a:ext uri="{FF2B5EF4-FFF2-40B4-BE49-F238E27FC236}">
                  <a16:creationId xmlns:a16="http://schemas.microsoft.com/office/drawing/2014/main" id="{140516D5-5585-F40B-998C-A217CD59C326}"/>
                </a:ext>
              </a:extLst>
            </p:cNvPr>
            <p:cNvSpPr>
              <a:spLocks noChangeArrowheads="1"/>
            </p:cNvSpPr>
            <p:nvPr/>
          </p:nvSpPr>
          <p:spPr bwMode="auto">
            <a:xfrm>
              <a:off x="1698" y="2160"/>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0</a:t>
              </a:r>
            </a:p>
          </p:txBody>
        </p:sp>
        <p:sp>
          <p:nvSpPr>
            <p:cNvPr id="126" name="Rectangle 451">
              <a:extLst>
                <a:ext uri="{FF2B5EF4-FFF2-40B4-BE49-F238E27FC236}">
                  <a16:creationId xmlns:a16="http://schemas.microsoft.com/office/drawing/2014/main" id="{136E6750-30EC-47E4-76BC-36A16A320DAE}"/>
                </a:ext>
              </a:extLst>
            </p:cNvPr>
            <p:cNvSpPr>
              <a:spLocks noChangeArrowheads="1"/>
            </p:cNvSpPr>
            <p:nvPr/>
          </p:nvSpPr>
          <p:spPr bwMode="auto">
            <a:xfrm>
              <a:off x="1400" y="2160"/>
              <a:ext cx="29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127" name="Rectangle 450">
              <a:extLst>
                <a:ext uri="{FF2B5EF4-FFF2-40B4-BE49-F238E27FC236}">
                  <a16:creationId xmlns:a16="http://schemas.microsoft.com/office/drawing/2014/main" id="{7A99DA4D-CC87-F8CC-4B05-A584DAB8DF45}"/>
                </a:ext>
              </a:extLst>
            </p:cNvPr>
            <p:cNvSpPr>
              <a:spLocks noChangeArrowheads="1"/>
            </p:cNvSpPr>
            <p:nvPr/>
          </p:nvSpPr>
          <p:spPr bwMode="auto">
            <a:xfrm>
              <a:off x="1156" y="2160"/>
              <a:ext cx="29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cs typeface="Times New Roman" panose="02020603050405020304" pitchFamily="18" charset="0"/>
                </a:rPr>
                <a:t>1</a:t>
              </a:r>
            </a:p>
          </p:txBody>
        </p:sp>
        <p:sp>
          <p:nvSpPr>
            <p:cNvPr id="128" name="Rectangle 449">
              <a:extLst>
                <a:ext uri="{FF2B5EF4-FFF2-40B4-BE49-F238E27FC236}">
                  <a16:creationId xmlns:a16="http://schemas.microsoft.com/office/drawing/2014/main" id="{A85C4DC5-9A9F-7333-92EB-C8BE54CF1D34}"/>
                </a:ext>
              </a:extLst>
            </p:cNvPr>
            <p:cNvSpPr>
              <a:spLocks noChangeArrowheads="1"/>
            </p:cNvSpPr>
            <p:nvPr/>
          </p:nvSpPr>
          <p:spPr bwMode="auto">
            <a:xfrm>
              <a:off x="838" y="2160"/>
              <a:ext cx="29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0</a:t>
              </a:r>
            </a:p>
          </p:txBody>
        </p:sp>
        <p:sp>
          <p:nvSpPr>
            <p:cNvPr id="129" name="Rectangle 448">
              <a:extLst>
                <a:ext uri="{FF2B5EF4-FFF2-40B4-BE49-F238E27FC236}">
                  <a16:creationId xmlns:a16="http://schemas.microsoft.com/office/drawing/2014/main" id="{0D7A3B98-9978-EDA1-9CC0-DD0D47BE192E}"/>
                </a:ext>
              </a:extLst>
            </p:cNvPr>
            <p:cNvSpPr>
              <a:spLocks noChangeArrowheads="1"/>
            </p:cNvSpPr>
            <p:nvPr/>
          </p:nvSpPr>
          <p:spPr bwMode="auto">
            <a:xfrm>
              <a:off x="205" y="2160"/>
              <a:ext cx="603"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3</a:t>
              </a:r>
            </a:p>
          </p:txBody>
        </p:sp>
        <p:sp>
          <p:nvSpPr>
            <p:cNvPr id="130" name="Rectangle 447">
              <a:extLst>
                <a:ext uri="{FF2B5EF4-FFF2-40B4-BE49-F238E27FC236}">
                  <a16:creationId xmlns:a16="http://schemas.microsoft.com/office/drawing/2014/main" id="{9915EB28-E4D2-D4E9-E3F5-3A854D6785C8}"/>
                </a:ext>
              </a:extLst>
            </p:cNvPr>
            <p:cNvSpPr>
              <a:spLocks noChangeArrowheads="1"/>
            </p:cNvSpPr>
            <p:nvPr/>
          </p:nvSpPr>
          <p:spPr bwMode="auto">
            <a:xfrm>
              <a:off x="4964" y="1949"/>
              <a:ext cx="41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spcAft>
                  <a:spcPct val="0"/>
                </a:spcAft>
                <a:buClr>
                  <a:schemeClr val="accent2"/>
                </a:buClr>
                <a:buFont typeface="Wingdings" panose="05000000000000000000" pitchFamily="2" charset="2"/>
                <a:buNone/>
              </a:pPr>
              <a:endParaRPr lang="zh-CN" altLang="zh-CN" sz="1600">
                <a:ea typeface="楷体_GB2312" pitchFamily="49" charset="-122"/>
              </a:endParaRPr>
            </a:p>
          </p:txBody>
        </p:sp>
        <p:sp>
          <p:nvSpPr>
            <p:cNvPr id="131" name="Rectangle 446">
              <a:extLst>
                <a:ext uri="{FF2B5EF4-FFF2-40B4-BE49-F238E27FC236}">
                  <a16:creationId xmlns:a16="http://schemas.microsoft.com/office/drawing/2014/main" id="{B2DEF878-14E9-6F83-AAAC-3899147E15DE}"/>
                </a:ext>
              </a:extLst>
            </p:cNvPr>
            <p:cNvSpPr>
              <a:spLocks noChangeArrowheads="1"/>
            </p:cNvSpPr>
            <p:nvPr/>
          </p:nvSpPr>
          <p:spPr bwMode="auto">
            <a:xfrm>
              <a:off x="4667" y="1949"/>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132" name="Rectangle 445">
              <a:extLst>
                <a:ext uri="{FF2B5EF4-FFF2-40B4-BE49-F238E27FC236}">
                  <a16:creationId xmlns:a16="http://schemas.microsoft.com/office/drawing/2014/main" id="{89235D04-1196-E913-44F3-0B470F5E0005}"/>
                </a:ext>
              </a:extLst>
            </p:cNvPr>
            <p:cNvSpPr>
              <a:spLocks noChangeArrowheads="1"/>
            </p:cNvSpPr>
            <p:nvPr/>
          </p:nvSpPr>
          <p:spPr bwMode="auto">
            <a:xfrm>
              <a:off x="4370" y="1949"/>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0</a:t>
              </a:r>
            </a:p>
          </p:txBody>
        </p:sp>
        <p:sp>
          <p:nvSpPr>
            <p:cNvPr id="133" name="Rectangle 444">
              <a:extLst>
                <a:ext uri="{FF2B5EF4-FFF2-40B4-BE49-F238E27FC236}">
                  <a16:creationId xmlns:a16="http://schemas.microsoft.com/office/drawing/2014/main" id="{0145EB0B-FC12-B95E-EF1F-F9E4F2724C5D}"/>
                </a:ext>
              </a:extLst>
            </p:cNvPr>
            <p:cNvSpPr>
              <a:spLocks noChangeArrowheads="1"/>
            </p:cNvSpPr>
            <p:nvPr/>
          </p:nvSpPr>
          <p:spPr bwMode="auto">
            <a:xfrm>
              <a:off x="4074" y="1949"/>
              <a:ext cx="29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134" name="Rectangle 443">
              <a:extLst>
                <a:ext uri="{FF2B5EF4-FFF2-40B4-BE49-F238E27FC236}">
                  <a16:creationId xmlns:a16="http://schemas.microsoft.com/office/drawing/2014/main" id="{BFBD4AE8-EA25-B8EF-F162-5EAE906D9B0F}"/>
                </a:ext>
              </a:extLst>
            </p:cNvPr>
            <p:cNvSpPr>
              <a:spLocks noChangeArrowheads="1"/>
            </p:cNvSpPr>
            <p:nvPr/>
          </p:nvSpPr>
          <p:spPr bwMode="auto">
            <a:xfrm>
              <a:off x="3777" y="1949"/>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135" name="Rectangle 442">
              <a:extLst>
                <a:ext uri="{FF2B5EF4-FFF2-40B4-BE49-F238E27FC236}">
                  <a16:creationId xmlns:a16="http://schemas.microsoft.com/office/drawing/2014/main" id="{3D8C6BE0-D098-DBF4-C084-0A567C2035D5}"/>
                </a:ext>
              </a:extLst>
            </p:cNvPr>
            <p:cNvSpPr>
              <a:spLocks noChangeArrowheads="1"/>
            </p:cNvSpPr>
            <p:nvPr/>
          </p:nvSpPr>
          <p:spPr bwMode="auto">
            <a:xfrm>
              <a:off x="3480" y="1949"/>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0</a:t>
              </a:r>
            </a:p>
          </p:txBody>
        </p:sp>
        <p:sp>
          <p:nvSpPr>
            <p:cNvPr id="136" name="Rectangle 441">
              <a:extLst>
                <a:ext uri="{FF2B5EF4-FFF2-40B4-BE49-F238E27FC236}">
                  <a16:creationId xmlns:a16="http://schemas.microsoft.com/office/drawing/2014/main" id="{85002E33-7895-82D4-5140-ABA1F7C69D1A}"/>
                </a:ext>
              </a:extLst>
            </p:cNvPr>
            <p:cNvSpPr>
              <a:spLocks noChangeArrowheads="1"/>
            </p:cNvSpPr>
            <p:nvPr/>
          </p:nvSpPr>
          <p:spPr bwMode="auto">
            <a:xfrm>
              <a:off x="3183" y="1949"/>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137" name="Rectangle 440">
              <a:extLst>
                <a:ext uri="{FF2B5EF4-FFF2-40B4-BE49-F238E27FC236}">
                  <a16:creationId xmlns:a16="http://schemas.microsoft.com/office/drawing/2014/main" id="{6407F59D-A494-5088-EDCD-366F852F266E}"/>
                </a:ext>
              </a:extLst>
            </p:cNvPr>
            <p:cNvSpPr>
              <a:spLocks noChangeArrowheads="1"/>
            </p:cNvSpPr>
            <p:nvPr/>
          </p:nvSpPr>
          <p:spPr bwMode="auto">
            <a:xfrm>
              <a:off x="2886" y="1949"/>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138" name="Rectangle 439">
              <a:extLst>
                <a:ext uri="{FF2B5EF4-FFF2-40B4-BE49-F238E27FC236}">
                  <a16:creationId xmlns:a16="http://schemas.microsoft.com/office/drawing/2014/main" id="{2ACAEE54-F717-4BAF-4BE2-27715544263A}"/>
                </a:ext>
              </a:extLst>
            </p:cNvPr>
            <p:cNvSpPr>
              <a:spLocks noChangeArrowheads="1"/>
            </p:cNvSpPr>
            <p:nvPr/>
          </p:nvSpPr>
          <p:spPr bwMode="auto">
            <a:xfrm>
              <a:off x="2589" y="1949"/>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0</a:t>
              </a:r>
            </a:p>
          </p:txBody>
        </p:sp>
        <p:sp>
          <p:nvSpPr>
            <p:cNvPr id="139" name="Rectangle 438">
              <a:extLst>
                <a:ext uri="{FF2B5EF4-FFF2-40B4-BE49-F238E27FC236}">
                  <a16:creationId xmlns:a16="http://schemas.microsoft.com/office/drawing/2014/main" id="{F603DC4F-C61F-F709-9A52-FEAFD5A22D69}"/>
                </a:ext>
              </a:extLst>
            </p:cNvPr>
            <p:cNvSpPr>
              <a:spLocks noChangeArrowheads="1"/>
            </p:cNvSpPr>
            <p:nvPr/>
          </p:nvSpPr>
          <p:spPr bwMode="auto">
            <a:xfrm>
              <a:off x="2292" y="1949"/>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140" name="Rectangle 437">
              <a:extLst>
                <a:ext uri="{FF2B5EF4-FFF2-40B4-BE49-F238E27FC236}">
                  <a16:creationId xmlns:a16="http://schemas.microsoft.com/office/drawing/2014/main" id="{22E1C7D4-2773-9CC9-C51C-A4C0BCB5825D}"/>
                </a:ext>
              </a:extLst>
            </p:cNvPr>
            <p:cNvSpPr>
              <a:spLocks noChangeArrowheads="1"/>
            </p:cNvSpPr>
            <p:nvPr/>
          </p:nvSpPr>
          <p:spPr bwMode="auto">
            <a:xfrm>
              <a:off x="1995" y="1949"/>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0</a:t>
              </a:r>
            </a:p>
          </p:txBody>
        </p:sp>
        <p:sp>
          <p:nvSpPr>
            <p:cNvPr id="141" name="Rectangle 436">
              <a:extLst>
                <a:ext uri="{FF2B5EF4-FFF2-40B4-BE49-F238E27FC236}">
                  <a16:creationId xmlns:a16="http://schemas.microsoft.com/office/drawing/2014/main" id="{826C911C-8ED6-F0A4-21EE-1C6E6827F698}"/>
                </a:ext>
              </a:extLst>
            </p:cNvPr>
            <p:cNvSpPr>
              <a:spLocks noChangeArrowheads="1"/>
            </p:cNvSpPr>
            <p:nvPr/>
          </p:nvSpPr>
          <p:spPr bwMode="auto">
            <a:xfrm>
              <a:off x="1698" y="1949"/>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0</a:t>
              </a:r>
            </a:p>
          </p:txBody>
        </p:sp>
        <p:sp>
          <p:nvSpPr>
            <p:cNvPr id="142" name="Rectangle 435">
              <a:extLst>
                <a:ext uri="{FF2B5EF4-FFF2-40B4-BE49-F238E27FC236}">
                  <a16:creationId xmlns:a16="http://schemas.microsoft.com/office/drawing/2014/main" id="{AF42CF22-05DD-35C9-5C5D-68125659ABEC}"/>
                </a:ext>
              </a:extLst>
            </p:cNvPr>
            <p:cNvSpPr>
              <a:spLocks noChangeArrowheads="1"/>
            </p:cNvSpPr>
            <p:nvPr/>
          </p:nvSpPr>
          <p:spPr bwMode="auto">
            <a:xfrm>
              <a:off x="1400" y="1949"/>
              <a:ext cx="29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143" name="Rectangle 434">
              <a:extLst>
                <a:ext uri="{FF2B5EF4-FFF2-40B4-BE49-F238E27FC236}">
                  <a16:creationId xmlns:a16="http://schemas.microsoft.com/office/drawing/2014/main" id="{B1E45139-815E-163A-B60C-8C4A3EC3572A}"/>
                </a:ext>
              </a:extLst>
            </p:cNvPr>
            <p:cNvSpPr>
              <a:spLocks noChangeArrowheads="1"/>
            </p:cNvSpPr>
            <p:nvPr/>
          </p:nvSpPr>
          <p:spPr bwMode="auto">
            <a:xfrm>
              <a:off x="1134" y="1949"/>
              <a:ext cx="29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cs typeface="Times New Roman" panose="02020603050405020304" pitchFamily="18" charset="0"/>
                </a:rPr>
                <a:t>1</a:t>
              </a:r>
            </a:p>
          </p:txBody>
        </p:sp>
        <p:sp>
          <p:nvSpPr>
            <p:cNvPr id="144" name="Rectangle 433">
              <a:extLst>
                <a:ext uri="{FF2B5EF4-FFF2-40B4-BE49-F238E27FC236}">
                  <a16:creationId xmlns:a16="http://schemas.microsoft.com/office/drawing/2014/main" id="{D9FB51CC-3412-F32F-8F51-FF3DDD95BF5F}"/>
                </a:ext>
              </a:extLst>
            </p:cNvPr>
            <p:cNvSpPr>
              <a:spLocks noChangeArrowheads="1"/>
            </p:cNvSpPr>
            <p:nvPr/>
          </p:nvSpPr>
          <p:spPr bwMode="auto">
            <a:xfrm>
              <a:off x="838" y="1949"/>
              <a:ext cx="29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0</a:t>
              </a:r>
            </a:p>
          </p:txBody>
        </p:sp>
        <p:sp>
          <p:nvSpPr>
            <p:cNvPr id="145" name="Rectangle 432">
              <a:extLst>
                <a:ext uri="{FF2B5EF4-FFF2-40B4-BE49-F238E27FC236}">
                  <a16:creationId xmlns:a16="http://schemas.microsoft.com/office/drawing/2014/main" id="{A39983F6-C0A1-198C-AE25-0C2900D96897}"/>
                </a:ext>
              </a:extLst>
            </p:cNvPr>
            <p:cNvSpPr>
              <a:spLocks noChangeArrowheads="1"/>
            </p:cNvSpPr>
            <p:nvPr/>
          </p:nvSpPr>
          <p:spPr bwMode="auto">
            <a:xfrm>
              <a:off x="205" y="1949"/>
              <a:ext cx="603"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2</a:t>
              </a:r>
            </a:p>
          </p:txBody>
        </p:sp>
        <p:sp>
          <p:nvSpPr>
            <p:cNvPr id="146" name="Rectangle 431">
              <a:extLst>
                <a:ext uri="{FF2B5EF4-FFF2-40B4-BE49-F238E27FC236}">
                  <a16:creationId xmlns:a16="http://schemas.microsoft.com/office/drawing/2014/main" id="{D0EC61BC-4D97-7EC6-398D-665AF679D4D9}"/>
                </a:ext>
              </a:extLst>
            </p:cNvPr>
            <p:cNvSpPr>
              <a:spLocks noChangeArrowheads="1"/>
            </p:cNvSpPr>
            <p:nvPr/>
          </p:nvSpPr>
          <p:spPr bwMode="auto">
            <a:xfrm>
              <a:off x="4964" y="1738"/>
              <a:ext cx="41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spcAft>
                  <a:spcPct val="0"/>
                </a:spcAft>
                <a:buClr>
                  <a:schemeClr val="accent2"/>
                </a:buClr>
                <a:buFont typeface="Wingdings" panose="05000000000000000000" pitchFamily="2" charset="2"/>
                <a:buNone/>
              </a:pPr>
              <a:endParaRPr lang="zh-CN" altLang="zh-CN" sz="1600">
                <a:ea typeface="楷体_GB2312" pitchFamily="49" charset="-122"/>
              </a:endParaRPr>
            </a:p>
          </p:txBody>
        </p:sp>
        <p:sp>
          <p:nvSpPr>
            <p:cNvPr id="147" name="Rectangle 430">
              <a:extLst>
                <a:ext uri="{FF2B5EF4-FFF2-40B4-BE49-F238E27FC236}">
                  <a16:creationId xmlns:a16="http://schemas.microsoft.com/office/drawing/2014/main" id="{1ECC6291-4FAA-38AE-7391-3AEC57C4C9AB}"/>
                </a:ext>
              </a:extLst>
            </p:cNvPr>
            <p:cNvSpPr>
              <a:spLocks noChangeArrowheads="1"/>
            </p:cNvSpPr>
            <p:nvPr/>
          </p:nvSpPr>
          <p:spPr bwMode="auto">
            <a:xfrm>
              <a:off x="4667" y="1738"/>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0</a:t>
              </a:r>
            </a:p>
          </p:txBody>
        </p:sp>
        <p:sp>
          <p:nvSpPr>
            <p:cNvPr id="148" name="Rectangle 429">
              <a:extLst>
                <a:ext uri="{FF2B5EF4-FFF2-40B4-BE49-F238E27FC236}">
                  <a16:creationId xmlns:a16="http://schemas.microsoft.com/office/drawing/2014/main" id="{F0E9CD1A-C0AF-EB2A-ECBF-C1CD5B153667}"/>
                </a:ext>
              </a:extLst>
            </p:cNvPr>
            <p:cNvSpPr>
              <a:spLocks noChangeArrowheads="1"/>
            </p:cNvSpPr>
            <p:nvPr/>
          </p:nvSpPr>
          <p:spPr bwMode="auto">
            <a:xfrm>
              <a:off x="4370" y="1738"/>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0</a:t>
              </a:r>
            </a:p>
          </p:txBody>
        </p:sp>
        <p:sp>
          <p:nvSpPr>
            <p:cNvPr id="149" name="Rectangle 428">
              <a:extLst>
                <a:ext uri="{FF2B5EF4-FFF2-40B4-BE49-F238E27FC236}">
                  <a16:creationId xmlns:a16="http://schemas.microsoft.com/office/drawing/2014/main" id="{35E6437E-8313-B7D3-323E-72653E41DBA0}"/>
                </a:ext>
              </a:extLst>
            </p:cNvPr>
            <p:cNvSpPr>
              <a:spLocks noChangeArrowheads="1"/>
            </p:cNvSpPr>
            <p:nvPr/>
          </p:nvSpPr>
          <p:spPr bwMode="auto">
            <a:xfrm>
              <a:off x="4074" y="1738"/>
              <a:ext cx="29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0</a:t>
              </a:r>
            </a:p>
          </p:txBody>
        </p:sp>
        <p:sp>
          <p:nvSpPr>
            <p:cNvPr id="150" name="Rectangle 427">
              <a:extLst>
                <a:ext uri="{FF2B5EF4-FFF2-40B4-BE49-F238E27FC236}">
                  <a16:creationId xmlns:a16="http://schemas.microsoft.com/office/drawing/2014/main" id="{0E90A8EE-E484-F918-BB5B-A1873E240A9D}"/>
                </a:ext>
              </a:extLst>
            </p:cNvPr>
            <p:cNvSpPr>
              <a:spLocks noChangeArrowheads="1"/>
            </p:cNvSpPr>
            <p:nvPr/>
          </p:nvSpPr>
          <p:spPr bwMode="auto">
            <a:xfrm>
              <a:off x="3777" y="1738"/>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0</a:t>
              </a:r>
            </a:p>
          </p:txBody>
        </p:sp>
        <p:sp>
          <p:nvSpPr>
            <p:cNvPr id="151" name="Rectangle 426">
              <a:extLst>
                <a:ext uri="{FF2B5EF4-FFF2-40B4-BE49-F238E27FC236}">
                  <a16:creationId xmlns:a16="http://schemas.microsoft.com/office/drawing/2014/main" id="{CE361C38-8C09-CC77-3AF6-64B3583F838B}"/>
                </a:ext>
              </a:extLst>
            </p:cNvPr>
            <p:cNvSpPr>
              <a:spLocks noChangeArrowheads="1"/>
            </p:cNvSpPr>
            <p:nvPr/>
          </p:nvSpPr>
          <p:spPr bwMode="auto">
            <a:xfrm>
              <a:off x="3480" y="1738"/>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152" name="Rectangle 425">
              <a:extLst>
                <a:ext uri="{FF2B5EF4-FFF2-40B4-BE49-F238E27FC236}">
                  <a16:creationId xmlns:a16="http://schemas.microsoft.com/office/drawing/2014/main" id="{FB30A4AC-CD4C-DDE7-22D1-136B7D251CF0}"/>
                </a:ext>
              </a:extLst>
            </p:cNvPr>
            <p:cNvSpPr>
              <a:spLocks noChangeArrowheads="1"/>
            </p:cNvSpPr>
            <p:nvPr/>
          </p:nvSpPr>
          <p:spPr bwMode="auto">
            <a:xfrm>
              <a:off x="3183" y="1738"/>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153" name="Rectangle 424">
              <a:extLst>
                <a:ext uri="{FF2B5EF4-FFF2-40B4-BE49-F238E27FC236}">
                  <a16:creationId xmlns:a16="http://schemas.microsoft.com/office/drawing/2014/main" id="{72FAD17D-64B7-D23D-542C-5ADFEAC67669}"/>
                </a:ext>
              </a:extLst>
            </p:cNvPr>
            <p:cNvSpPr>
              <a:spLocks noChangeArrowheads="1"/>
            </p:cNvSpPr>
            <p:nvPr/>
          </p:nvSpPr>
          <p:spPr bwMode="auto">
            <a:xfrm>
              <a:off x="2886" y="1738"/>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0</a:t>
              </a:r>
            </a:p>
          </p:txBody>
        </p:sp>
        <p:sp>
          <p:nvSpPr>
            <p:cNvPr id="154" name="Rectangle 423">
              <a:extLst>
                <a:ext uri="{FF2B5EF4-FFF2-40B4-BE49-F238E27FC236}">
                  <a16:creationId xmlns:a16="http://schemas.microsoft.com/office/drawing/2014/main" id="{94F74C9F-8A4A-ECC9-3703-F623C3C1DC50}"/>
                </a:ext>
              </a:extLst>
            </p:cNvPr>
            <p:cNvSpPr>
              <a:spLocks noChangeArrowheads="1"/>
            </p:cNvSpPr>
            <p:nvPr/>
          </p:nvSpPr>
          <p:spPr bwMode="auto">
            <a:xfrm>
              <a:off x="2589" y="1738"/>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155" name="Rectangle 422">
              <a:extLst>
                <a:ext uri="{FF2B5EF4-FFF2-40B4-BE49-F238E27FC236}">
                  <a16:creationId xmlns:a16="http://schemas.microsoft.com/office/drawing/2014/main" id="{EAB5405A-0DCC-677D-52CF-2507AB9B6B52}"/>
                </a:ext>
              </a:extLst>
            </p:cNvPr>
            <p:cNvSpPr>
              <a:spLocks noChangeArrowheads="1"/>
            </p:cNvSpPr>
            <p:nvPr/>
          </p:nvSpPr>
          <p:spPr bwMode="auto">
            <a:xfrm>
              <a:off x="2292" y="1738"/>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0</a:t>
              </a:r>
            </a:p>
          </p:txBody>
        </p:sp>
        <p:sp>
          <p:nvSpPr>
            <p:cNvPr id="156" name="Rectangle 421">
              <a:extLst>
                <a:ext uri="{FF2B5EF4-FFF2-40B4-BE49-F238E27FC236}">
                  <a16:creationId xmlns:a16="http://schemas.microsoft.com/office/drawing/2014/main" id="{6B9EF816-E0A7-BC5D-3B1A-CEEDFBF62029}"/>
                </a:ext>
              </a:extLst>
            </p:cNvPr>
            <p:cNvSpPr>
              <a:spLocks noChangeArrowheads="1"/>
            </p:cNvSpPr>
            <p:nvPr/>
          </p:nvSpPr>
          <p:spPr bwMode="auto">
            <a:xfrm>
              <a:off x="1995" y="1738"/>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0</a:t>
              </a:r>
            </a:p>
          </p:txBody>
        </p:sp>
        <p:sp>
          <p:nvSpPr>
            <p:cNvPr id="157" name="Rectangle 420">
              <a:extLst>
                <a:ext uri="{FF2B5EF4-FFF2-40B4-BE49-F238E27FC236}">
                  <a16:creationId xmlns:a16="http://schemas.microsoft.com/office/drawing/2014/main" id="{E58057BC-625A-6C40-28EB-0DF50FB6E090}"/>
                </a:ext>
              </a:extLst>
            </p:cNvPr>
            <p:cNvSpPr>
              <a:spLocks noChangeArrowheads="1"/>
            </p:cNvSpPr>
            <p:nvPr/>
          </p:nvSpPr>
          <p:spPr bwMode="auto">
            <a:xfrm>
              <a:off x="1698" y="1738"/>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0</a:t>
              </a:r>
            </a:p>
          </p:txBody>
        </p:sp>
        <p:sp>
          <p:nvSpPr>
            <p:cNvPr id="158" name="Rectangle 419">
              <a:extLst>
                <a:ext uri="{FF2B5EF4-FFF2-40B4-BE49-F238E27FC236}">
                  <a16:creationId xmlns:a16="http://schemas.microsoft.com/office/drawing/2014/main" id="{05631AD7-F924-C648-9760-B4F9B5A6C572}"/>
                </a:ext>
              </a:extLst>
            </p:cNvPr>
            <p:cNvSpPr>
              <a:spLocks noChangeArrowheads="1"/>
            </p:cNvSpPr>
            <p:nvPr/>
          </p:nvSpPr>
          <p:spPr bwMode="auto">
            <a:xfrm>
              <a:off x="1400" y="1738"/>
              <a:ext cx="29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159" name="Rectangle 418">
              <a:extLst>
                <a:ext uri="{FF2B5EF4-FFF2-40B4-BE49-F238E27FC236}">
                  <a16:creationId xmlns:a16="http://schemas.microsoft.com/office/drawing/2014/main" id="{7A27BB93-6A07-B0EA-0060-3DFF610F20A9}"/>
                </a:ext>
              </a:extLst>
            </p:cNvPr>
            <p:cNvSpPr>
              <a:spLocks noChangeArrowheads="1"/>
            </p:cNvSpPr>
            <p:nvPr/>
          </p:nvSpPr>
          <p:spPr bwMode="auto">
            <a:xfrm>
              <a:off x="1134" y="1738"/>
              <a:ext cx="29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cs typeface="Times New Roman" panose="02020603050405020304" pitchFamily="18" charset="0"/>
                </a:rPr>
                <a:t>1</a:t>
              </a:r>
            </a:p>
          </p:txBody>
        </p:sp>
        <p:sp>
          <p:nvSpPr>
            <p:cNvPr id="160" name="Rectangle 417">
              <a:extLst>
                <a:ext uri="{FF2B5EF4-FFF2-40B4-BE49-F238E27FC236}">
                  <a16:creationId xmlns:a16="http://schemas.microsoft.com/office/drawing/2014/main" id="{D00931B1-AF92-33BD-E3BF-CADDAB7655F8}"/>
                </a:ext>
              </a:extLst>
            </p:cNvPr>
            <p:cNvSpPr>
              <a:spLocks noChangeArrowheads="1"/>
            </p:cNvSpPr>
            <p:nvPr/>
          </p:nvSpPr>
          <p:spPr bwMode="auto">
            <a:xfrm>
              <a:off x="860" y="1738"/>
              <a:ext cx="29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0</a:t>
              </a:r>
            </a:p>
          </p:txBody>
        </p:sp>
        <p:sp>
          <p:nvSpPr>
            <p:cNvPr id="161" name="Rectangle 416">
              <a:extLst>
                <a:ext uri="{FF2B5EF4-FFF2-40B4-BE49-F238E27FC236}">
                  <a16:creationId xmlns:a16="http://schemas.microsoft.com/office/drawing/2014/main" id="{0226D127-48D1-32A0-E103-60E9AE86DA79}"/>
                </a:ext>
              </a:extLst>
            </p:cNvPr>
            <p:cNvSpPr>
              <a:spLocks noChangeArrowheads="1"/>
            </p:cNvSpPr>
            <p:nvPr/>
          </p:nvSpPr>
          <p:spPr bwMode="auto">
            <a:xfrm>
              <a:off x="205" y="1738"/>
              <a:ext cx="603"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162" name="Rectangle 415">
              <a:extLst>
                <a:ext uri="{FF2B5EF4-FFF2-40B4-BE49-F238E27FC236}">
                  <a16:creationId xmlns:a16="http://schemas.microsoft.com/office/drawing/2014/main" id="{91C54D26-1902-BEBF-570D-4762E7F661C7}"/>
                </a:ext>
              </a:extLst>
            </p:cNvPr>
            <p:cNvSpPr>
              <a:spLocks noChangeArrowheads="1"/>
            </p:cNvSpPr>
            <p:nvPr/>
          </p:nvSpPr>
          <p:spPr bwMode="auto">
            <a:xfrm>
              <a:off x="4964" y="1527"/>
              <a:ext cx="41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spcAft>
                  <a:spcPct val="0"/>
                </a:spcAft>
                <a:buClr>
                  <a:schemeClr val="accent2"/>
                </a:buClr>
                <a:buFont typeface="Wingdings" panose="05000000000000000000" pitchFamily="2" charset="2"/>
                <a:buNone/>
              </a:pPr>
              <a:endParaRPr lang="zh-CN" altLang="zh-CN" sz="1600">
                <a:ea typeface="楷体_GB2312" pitchFamily="49" charset="-122"/>
              </a:endParaRPr>
            </a:p>
          </p:txBody>
        </p:sp>
        <p:sp>
          <p:nvSpPr>
            <p:cNvPr id="163" name="Rectangle 414">
              <a:extLst>
                <a:ext uri="{FF2B5EF4-FFF2-40B4-BE49-F238E27FC236}">
                  <a16:creationId xmlns:a16="http://schemas.microsoft.com/office/drawing/2014/main" id="{C2BC0316-3C20-2229-1A93-3CD7BA4C59BE}"/>
                </a:ext>
              </a:extLst>
            </p:cNvPr>
            <p:cNvSpPr>
              <a:spLocks noChangeArrowheads="1"/>
            </p:cNvSpPr>
            <p:nvPr/>
          </p:nvSpPr>
          <p:spPr bwMode="auto">
            <a:xfrm>
              <a:off x="4667" y="1527"/>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0</a:t>
              </a:r>
            </a:p>
          </p:txBody>
        </p:sp>
        <p:sp>
          <p:nvSpPr>
            <p:cNvPr id="164" name="Rectangle 413">
              <a:extLst>
                <a:ext uri="{FF2B5EF4-FFF2-40B4-BE49-F238E27FC236}">
                  <a16:creationId xmlns:a16="http://schemas.microsoft.com/office/drawing/2014/main" id="{8B45C980-F858-B813-F647-B0702CB36B5F}"/>
                </a:ext>
              </a:extLst>
            </p:cNvPr>
            <p:cNvSpPr>
              <a:spLocks noChangeArrowheads="1"/>
            </p:cNvSpPr>
            <p:nvPr/>
          </p:nvSpPr>
          <p:spPr bwMode="auto">
            <a:xfrm>
              <a:off x="4370" y="1527"/>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165" name="Rectangle 412">
              <a:extLst>
                <a:ext uri="{FF2B5EF4-FFF2-40B4-BE49-F238E27FC236}">
                  <a16:creationId xmlns:a16="http://schemas.microsoft.com/office/drawing/2014/main" id="{BA4427D3-E862-410C-A29A-637ADC03450C}"/>
                </a:ext>
              </a:extLst>
            </p:cNvPr>
            <p:cNvSpPr>
              <a:spLocks noChangeArrowheads="1"/>
            </p:cNvSpPr>
            <p:nvPr/>
          </p:nvSpPr>
          <p:spPr bwMode="auto">
            <a:xfrm>
              <a:off x="4074" y="1527"/>
              <a:ext cx="29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166" name="Rectangle 411">
              <a:extLst>
                <a:ext uri="{FF2B5EF4-FFF2-40B4-BE49-F238E27FC236}">
                  <a16:creationId xmlns:a16="http://schemas.microsoft.com/office/drawing/2014/main" id="{E086FAE6-E688-2E6F-6043-BEB15603364A}"/>
                </a:ext>
              </a:extLst>
            </p:cNvPr>
            <p:cNvSpPr>
              <a:spLocks noChangeArrowheads="1"/>
            </p:cNvSpPr>
            <p:nvPr/>
          </p:nvSpPr>
          <p:spPr bwMode="auto">
            <a:xfrm>
              <a:off x="3777" y="1527"/>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167" name="Rectangle 410">
              <a:extLst>
                <a:ext uri="{FF2B5EF4-FFF2-40B4-BE49-F238E27FC236}">
                  <a16:creationId xmlns:a16="http://schemas.microsoft.com/office/drawing/2014/main" id="{6C2F6C74-BC52-8D91-2AD8-68C510E65889}"/>
                </a:ext>
              </a:extLst>
            </p:cNvPr>
            <p:cNvSpPr>
              <a:spLocks noChangeArrowheads="1"/>
            </p:cNvSpPr>
            <p:nvPr/>
          </p:nvSpPr>
          <p:spPr bwMode="auto">
            <a:xfrm>
              <a:off x="3480" y="1527"/>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168" name="Rectangle 409">
              <a:extLst>
                <a:ext uri="{FF2B5EF4-FFF2-40B4-BE49-F238E27FC236}">
                  <a16:creationId xmlns:a16="http://schemas.microsoft.com/office/drawing/2014/main" id="{05FF95B5-E4F4-681B-4ACF-D0822FE68E61}"/>
                </a:ext>
              </a:extLst>
            </p:cNvPr>
            <p:cNvSpPr>
              <a:spLocks noChangeArrowheads="1"/>
            </p:cNvSpPr>
            <p:nvPr/>
          </p:nvSpPr>
          <p:spPr bwMode="auto">
            <a:xfrm>
              <a:off x="3183" y="1527"/>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169" name="Rectangle 408">
              <a:extLst>
                <a:ext uri="{FF2B5EF4-FFF2-40B4-BE49-F238E27FC236}">
                  <a16:creationId xmlns:a16="http://schemas.microsoft.com/office/drawing/2014/main" id="{80F87357-0AB7-6BEF-758F-E897AAB34974}"/>
                </a:ext>
              </a:extLst>
            </p:cNvPr>
            <p:cNvSpPr>
              <a:spLocks noChangeArrowheads="1"/>
            </p:cNvSpPr>
            <p:nvPr/>
          </p:nvSpPr>
          <p:spPr bwMode="auto">
            <a:xfrm>
              <a:off x="2886" y="1527"/>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170" name="Rectangle 407">
              <a:extLst>
                <a:ext uri="{FF2B5EF4-FFF2-40B4-BE49-F238E27FC236}">
                  <a16:creationId xmlns:a16="http://schemas.microsoft.com/office/drawing/2014/main" id="{73F771BE-B3EF-9B42-F39A-2F3311E0DB69}"/>
                </a:ext>
              </a:extLst>
            </p:cNvPr>
            <p:cNvSpPr>
              <a:spLocks noChangeArrowheads="1"/>
            </p:cNvSpPr>
            <p:nvPr/>
          </p:nvSpPr>
          <p:spPr bwMode="auto">
            <a:xfrm>
              <a:off x="2589" y="1527"/>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0</a:t>
              </a:r>
            </a:p>
          </p:txBody>
        </p:sp>
        <p:sp>
          <p:nvSpPr>
            <p:cNvPr id="171" name="Rectangle 406">
              <a:extLst>
                <a:ext uri="{FF2B5EF4-FFF2-40B4-BE49-F238E27FC236}">
                  <a16:creationId xmlns:a16="http://schemas.microsoft.com/office/drawing/2014/main" id="{66829120-E9A3-6DF4-C842-5439BF817A53}"/>
                </a:ext>
              </a:extLst>
            </p:cNvPr>
            <p:cNvSpPr>
              <a:spLocks noChangeArrowheads="1"/>
            </p:cNvSpPr>
            <p:nvPr/>
          </p:nvSpPr>
          <p:spPr bwMode="auto">
            <a:xfrm>
              <a:off x="2292" y="1527"/>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0</a:t>
              </a:r>
            </a:p>
          </p:txBody>
        </p:sp>
        <p:sp>
          <p:nvSpPr>
            <p:cNvPr id="172" name="Rectangle 405">
              <a:extLst>
                <a:ext uri="{FF2B5EF4-FFF2-40B4-BE49-F238E27FC236}">
                  <a16:creationId xmlns:a16="http://schemas.microsoft.com/office/drawing/2014/main" id="{9132FB43-B058-5C9A-7D63-676F43FB1A83}"/>
                </a:ext>
              </a:extLst>
            </p:cNvPr>
            <p:cNvSpPr>
              <a:spLocks noChangeArrowheads="1"/>
            </p:cNvSpPr>
            <p:nvPr/>
          </p:nvSpPr>
          <p:spPr bwMode="auto">
            <a:xfrm>
              <a:off x="1995" y="1527"/>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0</a:t>
              </a:r>
            </a:p>
          </p:txBody>
        </p:sp>
        <p:sp>
          <p:nvSpPr>
            <p:cNvPr id="173" name="Rectangle 404">
              <a:extLst>
                <a:ext uri="{FF2B5EF4-FFF2-40B4-BE49-F238E27FC236}">
                  <a16:creationId xmlns:a16="http://schemas.microsoft.com/office/drawing/2014/main" id="{BC41858E-BFB0-6FCD-4EE4-4DE60E2040E5}"/>
                </a:ext>
              </a:extLst>
            </p:cNvPr>
            <p:cNvSpPr>
              <a:spLocks noChangeArrowheads="1"/>
            </p:cNvSpPr>
            <p:nvPr/>
          </p:nvSpPr>
          <p:spPr bwMode="auto">
            <a:xfrm>
              <a:off x="1698" y="1527"/>
              <a:ext cx="2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0</a:t>
              </a:r>
            </a:p>
          </p:txBody>
        </p:sp>
        <p:sp>
          <p:nvSpPr>
            <p:cNvPr id="174" name="Rectangle 403">
              <a:extLst>
                <a:ext uri="{FF2B5EF4-FFF2-40B4-BE49-F238E27FC236}">
                  <a16:creationId xmlns:a16="http://schemas.microsoft.com/office/drawing/2014/main" id="{0C198C93-D941-4B27-167F-871A49F59268}"/>
                </a:ext>
              </a:extLst>
            </p:cNvPr>
            <p:cNvSpPr>
              <a:spLocks noChangeArrowheads="1"/>
            </p:cNvSpPr>
            <p:nvPr/>
          </p:nvSpPr>
          <p:spPr bwMode="auto">
            <a:xfrm>
              <a:off x="1400" y="1527"/>
              <a:ext cx="29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175" name="Rectangle 402">
              <a:extLst>
                <a:ext uri="{FF2B5EF4-FFF2-40B4-BE49-F238E27FC236}">
                  <a16:creationId xmlns:a16="http://schemas.microsoft.com/office/drawing/2014/main" id="{33DCD5C1-8575-15A4-ECD8-4ABEC98ECFAB}"/>
                </a:ext>
              </a:extLst>
            </p:cNvPr>
            <p:cNvSpPr>
              <a:spLocks noChangeArrowheads="1"/>
            </p:cNvSpPr>
            <p:nvPr/>
          </p:nvSpPr>
          <p:spPr bwMode="auto">
            <a:xfrm>
              <a:off x="1132" y="1527"/>
              <a:ext cx="29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1</a:t>
              </a:r>
            </a:p>
          </p:txBody>
        </p:sp>
        <p:sp>
          <p:nvSpPr>
            <p:cNvPr id="176" name="Rectangle 401">
              <a:extLst>
                <a:ext uri="{FF2B5EF4-FFF2-40B4-BE49-F238E27FC236}">
                  <a16:creationId xmlns:a16="http://schemas.microsoft.com/office/drawing/2014/main" id="{495118D2-B867-E53C-8CBF-4B432DF0A685}"/>
                </a:ext>
              </a:extLst>
            </p:cNvPr>
            <p:cNvSpPr>
              <a:spLocks noChangeArrowheads="1"/>
            </p:cNvSpPr>
            <p:nvPr/>
          </p:nvSpPr>
          <p:spPr bwMode="auto">
            <a:xfrm>
              <a:off x="860" y="1527"/>
              <a:ext cx="29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0</a:t>
              </a:r>
            </a:p>
          </p:txBody>
        </p:sp>
        <p:sp>
          <p:nvSpPr>
            <p:cNvPr id="177" name="Rectangle 400">
              <a:extLst>
                <a:ext uri="{FF2B5EF4-FFF2-40B4-BE49-F238E27FC236}">
                  <a16:creationId xmlns:a16="http://schemas.microsoft.com/office/drawing/2014/main" id="{F0E66344-05F0-A579-C52D-42F406B94088}"/>
                </a:ext>
              </a:extLst>
            </p:cNvPr>
            <p:cNvSpPr>
              <a:spLocks noChangeArrowheads="1"/>
            </p:cNvSpPr>
            <p:nvPr/>
          </p:nvSpPr>
          <p:spPr bwMode="auto">
            <a:xfrm>
              <a:off x="205" y="1527"/>
              <a:ext cx="603"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a:latin typeface="Times New Roman" panose="02020603050405020304" pitchFamily="18" charset="0"/>
                  <a:ea typeface="华康简宋" charset="-122"/>
                  <a:cs typeface="Times New Roman" panose="02020603050405020304" pitchFamily="18" charset="0"/>
                </a:rPr>
                <a:t>0</a:t>
              </a:r>
            </a:p>
          </p:txBody>
        </p:sp>
        <p:sp>
          <p:nvSpPr>
            <p:cNvPr id="178" name="Rectangle 398">
              <a:extLst>
                <a:ext uri="{FF2B5EF4-FFF2-40B4-BE49-F238E27FC236}">
                  <a16:creationId xmlns:a16="http://schemas.microsoft.com/office/drawing/2014/main" id="{501A7BD8-E4B8-1F06-5451-354257E0AB54}"/>
                </a:ext>
              </a:extLst>
            </p:cNvPr>
            <p:cNvSpPr>
              <a:spLocks noChangeArrowheads="1"/>
            </p:cNvSpPr>
            <p:nvPr/>
          </p:nvSpPr>
          <p:spPr bwMode="auto">
            <a:xfrm>
              <a:off x="4670" y="1065"/>
              <a:ext cx="297"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i="1">
                  <a:latin typeface="Times New Roman" panose="02020603050405020304" pitchFamily="18" charset="0"/>
                  <a:ea typeface="华康简宋" charset="-122"/>
                  <a:cs typeface="Times New Roman" panose="02020603050405020304" pitchFamily="18" charset="0"/>
                </a:rPr>
                <a:t>g</a:t>
              </a:r>
              <a:endParaRPr kumimoji="1" lang="en-US" altLang="zh-CN" sz="1600">
                <a:latin typeface="Times New Roman" panose="02020603050405020304" pitchFamily="18" charset="0"/>
                <a:ea typeface="华康简宋" charset="-122"/>
                <a:cs typeface="Times New Roman" panose="02020603050405020304" pitchFamily="18" charset="0"/>
              </a:endParaRPr>
            </a:p>
          </p:txBody>
        </p:sp>
        <p:sp>
          <p:nvSpPr>
            <p:cNvPr id="179" name="Rectangle 397">
              <a:extLst>
                <a:ext uri="{FF2B5EF4-FFF2-40B4-BE49-F238E27FC236}">
                  <a16:creationId xmlns:a16="http://schemas.microsoft.com/office/drawing/2014/main" id="{6CF44A39-D464-CDBD-D2BE-917165F7E8A1}"/>
                </a:ext>
              </a:extLst>
            </p:cNvPr>
            <p:cNvSpPr>
              <a:spLocks noChangeArrowheads="1"/>
            </p:cNvSpPr>
            <p:nvPr/>
          </p:nvSpPr>
          <p:spPr bwMode="auto">
            <a:xfrm>
              <a:off x="4373" y="1065"/>
              <a:ext cx="297"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i="1">
                  <a:latin typeface="Times New Roman" panose="02020603050405020304" pitchFamily="18" charset="0"/>
                  <a:ea typeface="华康简宋" charset="-122"/>
                  <a:cs typeface="Times New Roman" panose="02020603050405020304" pitchFamily="18" charset="0"/>
                </a:rPr>
                <a:t>f</a:t>
              </a:r>
              <a:endParaRPr kumimoji="1" lang="en-US" altLang="zh-CN" sz="1600">
                <a:latin typeface="Times New Roman" panose="02020603050405020304" pitchFamily="18" charset="0"/>
                <a:ea typeface="华康简宋" charset="-122"/>
                <a:cs typeface="Times New Roman" panose="02020603050405020304" pitchFamily="18" charset="0"/>
              </a:endParaRPr>
            </a:p>
          </p:txBody>
        </p:sp>
        <p:sp>
          <p:nvSpPr>
            <p:cNvPr id="180" name="Rectangle 396">
              <a:extLst>
                <a:ext uri="{FF2B5EF4-FFF2-40B4-BE49-F238E27FC236}">
                  <a16:creationId xmlns:a16="http://schemas.microsoft.com/office/drawing/2014/main" id="{4F247241-0467-ED5B-6973-18C7D6D43CDE}"/>
                </a:ext>
              </a:extLst>
            </p:cNvPr>
            <p:cNvSpPr>
              <a:spLocks noChangeArrowheads="1"/>
            </p:cNvSpPr>
            <p:nvPr/>
          </p:nvSpPr>
          <p:spPr bwMode="auto">
            <a:xfrm>
              <a:off x="4077" y="1065"/>
              <a:ext cx="296"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i="1">
                  <a:latin typeface="Times New Roman" panose="02020603050405020304" pitchFamily="18" charset="0"/>
                  <a:ea typeface="华康简宋" charset="-122"/>
                  <a:cs typeface="Times New Roman" panose="02020603050405020304" pitchFamily="18" charset="0"/>
                </a:rPr>
                <a:t>e</a:t>
              </a:r>
              <a:endParaRPr kumimoji="1" lang="en-US" altLang="zh-CN" sz="1600">
                <a:latin typeface="Times New Roman" panose="02020603050405020304" pitchFamily="18" charset="0"/>
                <a:ea typeface="华康简宋" charset="-122"/>
                <a:cs typeface="Times New Roman" panose="02020603050405020304" pitchFamily="18" charset="0"/>
              </a:endParaRPr>
            </a:p>
          </p:txBody>
        </p:sp>
        <p:sp>
          <p:nvSpPr>
            <p:cNvPr id="181" name="Rectangle 395">
              <a:extLst>
                <a:ext uri="{FF2B5EF4-FFF2-40B4-BE49-F238E27FC236}">
                  <a16:creationId xmlns:a16="http://schemas.microsoft.com/office/drawing/2014/main" id="{392C0DBA-DE45-950A-F6F5-3DFE93C45596}"/>
                </a:ext>
              </a:extLst>
            </p:cNvPr>
            <p:cNvSpPr>
              <a:spLocks noChangeArrowheads="1"/>
            </p:cNvSpPr>
            <p:nvPr/>
          </p:nvSpPr>
          <p:spPr bwMode="auto">
            <a:xfrm>
              <a:off x="3780" y="1065"/>
              <a:ext cx="297"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i="1">
                  <a:latin typeface="Times New Roman" panose="02020603050405020304" pitchFamily="18" charset="0"/>
                  <a:ea typeface="华康简宋" charset="-122"/>
                  <a:cs typeface="Times New Roman" panose="02020603050405020304" pitchFamily="18" charset="0"/>
                </a:rPr>
                <a:t>d</a:t>
              </a:r>
              <a:endParaRPr kumimoji="1" lang="en-US" altLang="zh-CN" sz="1600">
                <a:latin typeface="Times New Roman" panose="02020603050405020304" pitchFamily="18" charset="0"/>
                <a:ea typeface="华康简宋" charset="-122"/>
                <a:cs typeface="Times New Roman" panose="02020603050405020304" pitchFamily="18" charset="0"/>
              </a:endParaRPr>
            </a:p>
          </p:txBody>
        </p:sp>
        <p:sp>
          <p:nvSpPr>
            <p:cNvPr id="182" name="Rectangle 394">
              <a:extLst>
                <a:ext uri="{FF2B5EF4-FFF2-40B4-BE49-F238E27FC236}">
                  <a16:creationId xmlns:a16="http://schemas.microsoft.com/office/drawing/2014/main" id="{5842FF58-C28F-0EA6-3292-8A76E546D743}"/>
                </a:ext>
              </a:extLst>
            </p:cNvPr>
            <p:cNvSpPr>
              <a:spLocks noChangeArrowheads="1"/>
            </p:cNvSpPr>
            <p:nvPr/>
          </p:nvSpPr>
          <p:spPr bwMode="auto">
            <a:xfrm>
              <a:off x="3483" y="1065"/>
              <a:ext cx="297"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i="1">
                  <a:latin typeface="Times New Roman" panose="02020603050405020304" pitchFamily="18" charset="0"/>
                  <a:ea typeface="华康简宋" charset="-122"/>
                  <a:cs typeface="Times New Roman" panose="02020603050405020304" pitchFamily="18" charset="0"/>
                </a:rPr>
                <a:t>c</a:t>
              </a:r>
              <a:endParaRPr kumimoji="1" lang="en-US" altLang="zh-CN" sz="1600">
                <a:latin typeface="Times New Roman" panose="02020603050405020304" pitchFamily="18" charset="0"/>
                <a:ea typeface="华康简宋" charset="-122"/>
                <a:cs typeface="Times New Roman" panose="02020603050405020304" pitchFamily="18" charset="0"/>
              </a:endParaRPr>
            </a:p>
          </p:txBody>
        </p:sp>
        <p:sp>
          <p:nvSpPr>
            <p:cNvPr id="183" name="Rectangle 393">
              <a:extLst>
                <a:ext uri="{FF2B5EF4-FFF2-40B4-BE49-F238E27FC236}">
                  <a16:creationId xmlns:a16="http://schemas.microsoft.com/office/drawing/2014/main" id="{28DD4BAA-3671-E2C2-2AD4-1AE20C7EA28F}"/>
                </a:ext>
              </a:extLst>
            </p:cNvPr>
            <p:cNvSpPr>
              <a:spLocks noChangeArrowheads="1"/>
            </p:cNvSpPr>
            <p:nvPr/>
          </p:nvSpPr>
          <p:spPr bwMode="auto">
            <a:xfrm>
              <a:off x="3186" y="1065"/>
              <a:ext cx="297"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i="1">
                  <a:latin typeface="Times New Roman" panose="02020603050405020304" pitchFamily="18" charset="0"/>
                  <a:ea typeface="华康简宋" charset="-122"/>
                  <a:cs typeface="Times New Roman" panose="02020603050405020304" pitchFamily="18" charset="0"/>
                </a:rPr>
                <a:t>b</a:t>
              </a:r>
              <a:endParaRPr kumimoji="1" lang="en-US" altLang="zh-CN" sz="1600">
                <a:latin typeface="Times New Roman" panose="02020603050405020304" pitchFamily="18" charset="0"/>
                <a:ea typeface="华康简宋" charset="-122"/>
                <a:cs typeface="Times New Roman" panose="02020603050405020304" pitchFamily="18" charset="0"/>
              </a:endParaRPr>
            </a:p>
          </p:txBody>
        </p:sp>
        <p:sp>
          <p:nvSpPr>
            <p:cNvPr id="184" name="Rectangle 392">
              <a:extLst>
                <a:ext uri="{FF2B5EF4-FFF2-40B4-BE49-F238E27FC236}">
                  <a16:creationId xmlns:a16="http://schemas.microsoft.com/office/drawing/2014/main" id="{8EDEF3EB-5F12-BBEF-B73F-EAEF8A238EF6}"/>
                </a:ext>
              </a:extLst>
            </p:cNvPr>
            <p:cNvSpPr>
              <a:spLocks noChangeArrowheads="1"/>
            </p:cNvSpPr>
            <p:nvPr/>
          </p:nvSpPr>
          <p:spPr bwMode="auto">
            <a:xfrm>
              <a:off x="2889" y="1065"/>
              <a:ext cx="297"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i="1">
                  <a:latin typeface="Times New Roman" panose="02020603050405020304" pitchFamily="18" charset="0"/>
                  <a:ea typeface="华康简宋" charset="-122"/>
                  <a:cs typeface="Times New Roman" panose="02020603050405020304" pitchFamily="18" charset="0"/>
                </a:rPr>
                <a:t>a</a:t>
              </a:r>
              <a:endParaRPr kumimoji="1" lang="en-US" altLang="zh-CN" sz="1600">
                <a:latin typeface="Times New Roman" panose="02020603050405020304" pitchFamily="18" charset="0"/>
                <a:ea typeface="华康简宋" charset="-122"/>
                <a:cs typeface="Times New Roman" panose="02020603050405020304" pitchFamily="18" charset="0"/>
              </a:endParaRPr>
            </a:p>
          </p:txBody>
        </p:sp>
        <p:sp>
          <p:nvSpPr>
            <p:cNvPr id="185" name="Rectangle 386">
              <a:extLst>
                <a:ext uri="{FF2B5EF4-FFF2-40B4-BE49-F238E27FC236}">
                  <a16:creationId xmlns:a16="http://schemas.microsoft.com/office/drawing/2014/main" id="{0B11C22D-B2C3-8926-74BF-4F414E28CC1D}"/>
                </a:ext>
              </a:extLst>
            </p:cNvPr>
            <p:cNvSpPr>
              <a:spLocks noChangeArrowheads="1"/>
            </p:cNvSpPr>
            <p:nvPr/>
          </p:nvSpPr>
          <p:spPr bwMode="auto">
            <a:xfrm>
              <a:off x="1103" y="1065"/>
              <a:ext cx="296"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spcAft>
                  <a:spcPct val="0"/>
                </a:spcAft>
                <a:buClr>
                  <a:schemeClr val="accent2"/>
                </a:buClr>
                <a:buFont typeface="Wingdings" panose="05000000000000000000" pitchFamily="2" charset="2"/>
                <a:buNone/>
              </a:pPr>
              <a:endParaRPr lang="zh-CN" altLang="zh-CN" sz="1600">
                <a:ea typeface="楷体_GB2312" pitchFamily="49" charset="-122"/>
              </a:endParaRPr>
            </a:p>
          </p:txBody>
        </p:sp>
        <p:sp>
          <p:nvSpPr>
            <p:cNvPr id="186" name="Rectangle 383">
              <a:extLst>
                <a:ext uri="{FF2B5EF4-FFF2-40B4-BE49-F238E27FC236}">
                  <a16:creationId xmlns:a16="http://schemas.microsoft.com/office/drawing/2014/main" id="{7456CE8F-8166-4529-1AF7-721C03275EF3}"/>
                </a:ext>
              </a:extLst>
            </p:cNvPr>
            <p:cNvSpPr>
              <a:spLocks noChangeArrowheads="1"/>
            </p:cNvSpPr>
            <p:nvPr/>
          </p:nvSpPr>
          <p:spPr bwMode="auto">
            <a:xfrm>
              <a:off x="4918" y="854"/>
              <a:ext cx="548" cy="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1600">
                  <a:latin typeface="Times New Roman" panose="02020603050405020304" pitchFamily="18" charset="0"/>
                  <a:ea typeface="楷体_GB2312" pitchFamily="49" charset="-122"/>
                </a:rPr>
                <a:t>字形</a:t>
              </a:r>
            </a:p>
          </p:txBody>
        </p:sp>
        <p:sp>
          <p:nvSpPr>
            <p:cNvPr id="187" name="Rectangle 376">
              <a:extLst>
                <a:ext uri="{FF2B5EF4-FFF2-40B4-BE49-F238E27FC236}">
                  <a16:creationId xmlns:a16="http://schemas.microsoft.com/office/drawing/2014/main" id="{EF711E32-7AC9-E1FC-1B14-06557CA63C68}"/>
                </a:ext>
              </a:extLst>
            </p:cNvPr>
            <p:cNvSpPr>
              <a:spLocks noChangeArrowheads="1"/>
            </p:cNvSpPr>
            <p:nvPr/>
          </p:nvSpPr>
          <p:spPr bwMode="auto">
            <a:xfrm>
              <a:off x="2885" y="854"/>
              <a:ext cx="207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1600">
                  <a:latin typeface="Times New Roman" panose="02020603050405020304" pitchFamily="18" charset="0"/>
                  <a:ea typeface="华康简宋" charset="-122"/>
                </a:rPr>
                <a:t>输  出</a:t>
              </a:r>
            </a:p>
          </p:txBody>
        </p:sp>
        <p:sp>
          <p:nvSpPr>
            <p:cNvPr id="188" name="Rectangle 369">
              <a:extLst>
                <a:ext uri="{FF2B5EF4-FFF2-40B4-BE49-F238E27FC236}">
                  <a16:creationId xmlns:a16="http://schemas.microsoft.com/office/drawing/2014/main" id="{09462121-3F76-D133-0B0F-49554C61124B}"/>
                </a:ext>
              </a:extLst>
            </p:cNvPr>
            <p:cNvSpPr>
              <a:spLocks noChangeArrowheads="1"/>
            </p:cNvSpPr>
            <p:nvPr/>
          </p:nvSpPr>
          <p:spPr bwMode="auto">
            <a:xfrm>
              <a:off x="794" y="845"/>
              <a:ext cx="207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1600">
                  <a:latin typeface="Times New Roman" panose="02020603050405020304" pitchFamily="18" charset="0"/>
                  <a:ea typeface="华康简宋" charset="-122"/>
                </a:rPr>
                <a:t>输  入</a:t>
              </a:r>
            </a:p>
          </p:txBody>
        </p:sp>
        <p:sp>
          <p:nvSpPr>
            <p:cNvPr id="189" name="Rectangle 368">
              <a:extLst>
                <a:ext uri="{FF2B5EF4-FFF2-40B4-BE49-F238E27FC236}">
                  <a16:creationId xmlns:a16="http://schemas.microsoft.com/office/drawing/2014/main" id="{43E4F562-A322-6BEF-5727-48AB52CD47D9}"/>
                </a:ext>
              </a:extLst>
            </p:cNvPr>
            <p:cNvSpPr>
              <a:spLocks noChangeArrowheads="1"/>
            </p:cNvSpPr>
            <p:nvPr/>
          </p:nvSpPr>
          <p:spPr bwMode="auto">
            <a:xfrm>
              <a:off x="263" y="854"/>
              <a:ext cx="603" cy="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1600" dirty="0">
                  <a:latin typeface="Times New Roman" panose="02020603050405020304" pitchFamily="18" charset="0"/>
                  <a:ea typeface="楷体_GB2312" pitchFamily="49" charset="-122"/>
                </a:rPr>
                <a:t>十进制或功能</a:t>
              </a:r>
            </a:p>
          </p:txBody>
        </p:sp>
        <p:sp>
          <p:nvSpPr>
            <p:cNvPr id="190" name="Line 560">
              <a:extLst>
                <a:ext uri="{FF2B5EF4-FFF2-40B4-BE49-F238E27FC236}">
                  <a16:creationId xmlns:a16="http://schemas.microsoft.com/office/drawing/2014/main" id="{FFA6F19B-9157-F0DF-B3D0-832D36D85992}"/>
                </a:ext>
              </a:extLst>
            </p:cNvPr>
            <p:cNvSpPr>
              <a:spLocks noChangeShapeType="1"/>
            </p:cNvSpPr>
            <p:nvPr/>
          </p:nvSpPr>
          <p:spPr bwMode="auto">
            <a:xfrm>
              <a:off x="250" y="854"/>
              <a:ext cx="5129" cy="0"/>
            </a:xfrm>
            <a:prstGeom prst="line">
              <a:avLst/>
            </a:prstGeom>
            <a:noFill/>
            <a:ln w="25400"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91" name="Line 561">
              <a:extLst>
                <a:ext uri="{FF2B5EF4-FFF2-40B4-BE49-F238E27FC236}">
                  <a16:creationId xmlns:a16="http://schemas.microsoft.com/office/drawing/2014/main" id="{A622CD29-D022-EDD6-3839-4A7FF384CCC8}"/>
                </a:ext>
              </a:extLst>
            </p:cNvPr>
            <p:cNvSpPr>
              <a:spLocks noChangeShapeType="1"/>
            </p:cNvSpPr>
            <p:nvPr/>
          </p:nvSpPr>
          <p:spPr bwMode="auto">
            <a:xfrm>
              <a:off x="250" y="3637"/>
              <a:ext cx="5130" cy="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92" name="Line 562">
              <a:extLst>
                <a:ext uri="{FF2B5EF4-FFF2-40B4-BE49-F238E27FC236}">
                  <a16:creationId xmlns:a16="http://schemas.microsoft.com/office/drawing/2014/main" id="{14B88310-81CF-3A35-F58C-8BEEBF0E5B0C}"/>
                </a:ext>
              </a:extLst>
            </p:cNvPr>
            <p:cNvSpPr>
              <a:spLocks noChangeShapeType="1"/>
            </p:cNvSpPr>
            <p:nvPr/>
          </p:nvSpPr>
          <p:spPr bwMode="auto">
            <a:xfrm>
              <a:off x="250" y="854"/>
              <a:ext cx="0" cy="2783"/>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93" name="Line 563">
              <a:extLst>
                <a:ext uri="{FF2B5EF4-FFF2-40B4-BE49-F238E27FC236}">
                  <a16:creationId xmlns:a16="http://schemas.microsoft.com/office/drawing/2014/main" id="{978775F1-2CCA-EDF1-44ED-419CF5C70AF2}"/>
                </a:ext>
              </a:extLst>
            </p:cNvPr>
            <p:cNvSpPr>
              <a:spLocks noChangeShapeType="1"/>
            </p:cNvSpPr>
            <p:nvPr/>
          </p:nvSpPr>
          <p:spPr bwMode="auto">
            <a:xfrm>
              <a:off x="5379" y="854"/>
              <a:ext cx="0" cy="673"/>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94" name="Line 566">
              <a:extLst>
                <a:ext uri="{FF2B5EF4-FFF2-40B4-BE49-F238E27FC236}">
                  <a16:creationId xmlns:a16="http://schemas.microsoft.com/office/drawing/2014/main" id="{65D23BA3-8AA8-1F4D-373E-394B4806B7D3}"/>
                </a:ext>
              </a:extLst>
            </p:cNvPr>
            <p:cNvSpPr>
              <a:spLocks noChangeShapeType="1"/>
            </p:cNvSpPr>
            <p:nvPr/>
          </p:nvSpPr>
          <p:spPr bwMode="auto">
            <a:xfrm>
              <a:off x="250" y="1505"/>
              <a:ext cx="5084" cy="22"/>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95" name="Line 568">
              <a:extLst>
                <a:ext uri="{FF2B5EF4-FFF2-40B4-BE49-F238E27FC236}">
                  <a16:creationId xmlns:a16="http://schemas.microsoft.com/office/drawing/2014/main" id="{18D232AA-25DD-8987-DBF1-B51AD16FC33D}"/>
                </a:ext>
              </a:extLst>
            </p:cNvPr>
            <p:cNvSpPr>
              <a:spLocks noChangeShapeType="1"/>
            </p:cNvSpPr>
            <p:nvPr/>
          </p:nvSpPr>
          <p:spPr bwMode="auto">
            <a:xfrm>
              <a:off x="853" y="854"/>
              <a:ext cx="0" cy="2783"/>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96" name="Line 570">
              <a:extLst>
                <a:ext uri="{FF2B5EF4-FFF2-40B4-BE49-F238E27FC236}">
                  <a16:creationId xmlns:a16="http://schemas.microsoft.com/office/drawing/2014/main" id="{83E6D911-65BA-F418-E1CF-EA66D4BC96AF}"/>
                </a:ext>
              </a:extLst>
            </p:cNvPr>
            <p:cNvSpPr>
              <a:spLocks noChangeShapeType="1"/>
            </p:cNvSpPr>
            <p:nvPr/>
          </p:nvSpPr>
          <p:spPr bwMode="auto">
            <a:xfrm>
              <a:off x="1149" y="1065"/>
              <a:ext cx="0" cy="2572"/>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97" name="Line 572">
              <a:extLst>
                <a:ext uri="{FF2B5EF4-FFF2-40B4-BE49-F238E27FC236}">
                  <a16:creationId xmlns:a16="http://schemas.microsoft.com/office/drawing/2014/main" id="{4971FD81-AE5C-4607-0DEE-708E3DC722DB}"/>
                </a:ext>
              </a:extLst>
            </p:cNvPr>
            <p:cNvSpPr>
              <a:spLocks noChangeShapeType="1"/>
            </p:cNvSpPr>
            <p:nvPr/>
          </p:nvSpPr>
          <p:spPr bwMode="auto">
            <a:xfrm>
              <a:off x="856" y="1065"/>
              <a:ext cx="4156" cy="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98" name="Line 585">
              <a:extLst>
                <a:ext uri="{FF2B5EF4-FFF2-40B4-BE49-F238E27FC236}">
                  <a16:creationId xmlns:a16="http://schemas.microsoft.com/office/drawing/2014/main" id="{6ADB5E93-1A19-F6FE-5C6D-BA33BAA2162E}"/>
                </a:ext>
              </a:extLst>
            </p:cNvPr>
            <p:cNvSpPr>
              <a:spLocks noChangeShapeType="1"/>
            </p:cNvSpPr>
            <p:nvPr/>
          </p:nvSpPr>
          <p:spPr bwMode="auto">
            <a:xfrm>
              <a:off x="2931" y="854"/>
              <a:ext cx="0" cy="2783"/>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99" name="Line 600">
              <a:extLst>
                <a:ext uri="{FF2B5EF4-FFF2-40B4-BE49-F238E27FC236}">
                  <a16:creationId xmlns:a16="http://schemas.microsoft.com/office/drawing/2014/main" id="{77443A9C-E938-B86B-E726-AC61EF4D82C4}"/>
                </a:ext>
              </a:extLst>
            </p:cNvPr>
            <p:cNvSpPr>
              <a:spLocks noChangeShapeType="1"/>
            </p:cNvSpPr>
            <p:nvPr/>
          </p:nvSpPr>
          <p:spPr bwMode="auto">
            <a:xfrm>
              <a:off x="5009" y="854"/>
              <a:ext cx="0" cy="2783"/>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0" name="Line 602">
              <a:extLst>
                <a:ext uri="{FF2B5EF4-FFF2-40B4-BE49-F238E27FC236}">
                  <a16:creationId xmlns:a16="http://schemas.microsoft.com/office/drawing/2014/main" id="{111A811C-75D0-3512-D2DF-E6F03042CBCF}"/>
                </a:ext>
              </a:extLst>
            </p:cNvPr>
            <p:cNvSpPr>
              <a:spLocks noChangeShapeType="1"/>
            </p:cNvSpPr>
            <p:nvPr/>
          </p:nvSpPr>
          <p:spPr bwMode="auto">
            <a:xfrm>
              <a:off x="5380" y="1527"/>
              <a:ext cx="0" cy="211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1" name="Line 607">
              <a:extLst>
                <a:ext uri="{FF2B5EF4-FFF2-40B4-BE49-F238E27FC236}">
                  <a16:creationId xmlns:a16="http://schemas.microsoft.com/office/drawing/2014/main" id="{13580575-BDB3-8B29-41CD-91C8D8504D21}"/>
                </a:ext>
              </a:extLst>
            </p:cNvPr>
            <p:cNvSpPr>
              <a:spLocks noChangeShapeType="1"/>
            </p:cNvSpPr>
            <p:nvPr/>
          </p:nvSpPr>
          <p:spPr bwMode="auto">
            <a:xfrm>
              <a:off x="1445" y="1065"/>
              <a:ext cx="0" cy="2572"/>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2" name="Line 610">
              <a:extLst>
                <a:ext uri="{FF2B5EF4-FFF2-40B4-BE49-F238E27FC236}">
                  <a16:creationId xmlns:a16="http://schemas.microsoft.com/office/drawing/2014/main" id="{65B76B2F-D468-9C50-39BB-848B31C3B8EE}"/>
                </a:ext>
              </a:extLst>
            </p:cNvPr>
            <p:cNvSpPr>
              <a:spLocks noChangeShapeType="1"/>
            </p:cNvSpPr>
            <p:nvPr/>
          </p:nvSpPr>
          <p:spPr bwMode="auto">
            <a:xfrm>
              <a:off x="1743" y="1065"/>
              <a:ext cx="0" cy="2572"/>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3" name="Line 613">
              <a:extLst>
                <a:ext uri="{FF2B5EF4-FFF2-40B4-BE49-F238E27FC236}">
                  <a16:creationId xmlns:a16="http://schemas.microsoft.com/office/drawing/2014/main" id="{5111B136-9B7A-D055-3F9A-049FBB6E0A59}"/>
                </a:ext>
              </a:extLst>
            </p:cNvPr>
            <p:cNvSpPr>
              <a:spLocks noChangeShapeType="1"/>
            </p:cNvSpPr>
            <p:nvPr/>
          </p:nvSpPr>
          <p:spPr bwMode="auto">
            <a:xfrm>
              <a:off x="2040" y="1065"/>
              <a:ext cx="0" cy="2572"/>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4" name="Line 616">
              <a:extLst>
                <a:ext uri="{FF2B5EF4-FFF2-40B4-BE49-F238E27FC236}">
                  <a16:creationId xmlns:a16="http://schemas.microsoft.com/office/drawing/2014/main" id="{3F01F325-B45B-A6A0-4497-C4362210F052}"/>
                </a:ext>
              </a:extLst>
            </p:cNvPr>
            <p:cNvSpPr>
              <a:spLocks noChangeShapeType="1"/>
            </p:cNvSpPr>
            <p:nvPr/>
          </p:nvSpPr>
          <p:spPr bwMode="auto">
            <a:xfrm>
              <a:off x="2337" y="1065"/>
              <a:ext cx="0" cy="2572"/>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5" name="Line 619">
              <a:extLst>
                <a:ext uri="{FF2B5EF4-FFF2-40B4-BE49-F238E27FC236}">
                  <a16:creationId xmlns:a16="http://schemas.microsoft.com/office/drawing/2014/main" id="{8207A1F3-3342-AE7B-A32C-5F29FBFB0833}"/>
                </a:ext>
              </a:extLst>
            </p:cNvPr>
            <p:cNvSpPr>
              <a:spLocks noChangeShapeType="1"/>
            </p:cNvSpPr>
            <p:nvPr/>
          </p:nvSpPr>
          <p:spPr bwMode="auto">
            <a:xfrm>
              <a:off x="2634" y="1065"/>
              <a:ext cx="0" cy="2572"/>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6" name="Line 626">
              <a:extLst>
                <a:ext uri="{FF2B5EF4-FFF2-40B4-BE49-F238E27FC236}">
                  <a16:creationId xmlns:a16="http://schemas.microsoft.com/office/drawing/2014/main" id="{0E68C3EA-6FF0-0A23-BCC6-5900EEE9439F}"/>
                </a:ext>
              </a:extLst>
            </p:cNvPr>
            <p:cNvSpPr>
              <a:spLocks noChangeShapeType="1"/>
            </p:cNvSpPr>
            <p:nvPr/>
          </p:nvSpPr>
          <p:spPr bwMode="auto">
            <a:xfrm>
              <a:off x="3228" y="1065"/>
              <a:ext cx="0" cy="2572"/>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7" name="Line 629">
              <a:extLst>
                <a:ext uri="{FF2B5EF4-FFF2-40B4-BE49-F238E27FC236}">
                  <a16:creationId xmlns:a16="http://schemas.microsoft.com/office/drawing/2014/main" id="{CDAB0918-97A6-4AF1-41C3-047B5C1949D7}"/>
                </a:ext>
              </a:extLst>
            </p:cNvPr>
            <p:cNvSpPr>
              <a:spLocks noChangeShapeType="1"/>
            </p:cNvSpPr>
            <p:nvPr/>
          </p:nvSpPr>
          <p:spPr bwMode="auto">
            <a:xfrm>
              <a:off x="3525" y="1065"/>
              <a:ext cx="0" cy="2572"/>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8" name="Line 632">
              <a:extLst>
                <a:ext uri="{FF2B5EF4-FFF2-40B4-BE49-F238E27FC236}">
                  <a16:creationId xmlns:a16="http://schemas.microsoft.com/office/drawing/2014/main" id="{6443EF5C-3343-9C1F-73AE-C1E4657F34F8}"/>
                </a:ext>
              </a:extLst>
            </p:cNvPr>
            <p:cNvSpPr>
              <a:spLocks noChangeShapeType="1"/>
            </p:cNvSpPr>
            <p:nvPr/>
          </p:nvSpPr>
          <p:spPr bwMode="auto">
            <a:xfrm>
              <a:off x="3822" y="1065"/>
              <a:ext cx="0" cy="2572"/>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9" name="Line 635">
              <a:extLst>
                <a:ext uri="{FF2B5EF4-FFF2-40B4-BE49-F238E27FC236}">
                  <a16:creationId xmlns:a16="http://schemas.microsoft.com/office/drawing/2014/main" id="{C58940EA-0132-241E-0413-9C467A166FF6}"/>
                </a:ext>
              </a:extLst>
            </p:cNvPr>
            <p:cNvSpPr>
              <a:spLocks noChangeShapeType="1"/>
            </p:cNvSpPr>
            <p:nvPr/>
          </p:nvSpPr>
          <p:spPr bwMode="auto">
            <a:xfrm>
              <a:off x="4119" y="1065"/>
              <a:ext cx="0" cy="2572"/>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10" name="Line 638">
              <a:extLst>
                <a:ext uri="{FF2B5EF4-FFF2-40B4-BE49-F238E27FC236}">
                  <a16:creationId xmlns:a16="http://schemas.microsoft.com/office/drawing/2014/main" id="{8E6AFF5E-794A-464D-BDF6-F2242D160E5F}"/>
                </a:ext>
              </a:extLst>
            </p:cNvPr>
            <p:cNvSpPr>
              <a:spLocks noChangeShapeType="1"/>
            </p:cNvSpPr>
            <p:nvPr/>
          </p:nvSpPr>
          <p:spPr bwMode="auto">
            <a:xfrm>
              <a:off x="4415" y="1065"/>
              <a:ext cx="0" cy="2572"/>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11" name="Line 641">
              <a:extLst>
                <a:ext uri="{FF2B5EF4-FFF2-40B4-BE49-F238E27FC236}">
                  <a16:creationId xmlns:a16="http://schemas.microsoft.com/office/drawing/2014/main" id="{CB57AD13-C034-EDA6-558C-D200549B598E}"/>
                </a:ext>
              </a:extLst>
            </p:cNvPr>
            <p:cNvSpPr>
              <a:spLocks noChangeShapeType="1"/>
            </p:cNvSpPr>
            <p:nvPr/>
          </p:nvSpPr>
          <p:spPr bwMode="auto">
            <a:xfrm>
              <a:off x="4712" y="1065"/>
              <a:ext cx="0" cy="2572"/>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12" name="Line 644">
              <a:extLst>
                <a:ext uri="{FF2B5EF4-FFF2-40B4-BE49-F238E27FC236}">
                  <a16:creationId xmlns:a16="http://schemas.microsoft.com/office/drawing/2014/main" id="{3B98D21C-8F1C-BD1F-87F0-7E6E149A6CAF}"/>
                </a:ext>
              </a:extLst>
            </p:cNvPr>
            <p:cNvSpPr>
              <a:spLocks noChangeShapeType="1"/>
            </p:cNvSpPr>
            <p:nvPr/>
          </p:nvSpPr>
          <p:spPr bwMode="auto">
            <a:xfrm>
              <a:off x="250" y="1738"/>
              <a:ext cx="5130"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13" name="Line 713">
              <a:extLst>
                <a:ext uri="{FF2B5EF4-FFF2-40B4-BE49-F238E27FC236}">
                  <a16:creationId xmlns:a16="http://schemas.microsoft.com/office/drawing/2014/main" id="{50DF7060-4B93-CBB8-7EA3-C991ED2D938B}"/>
                </a:ext>
              </a:extLst>
            </p:cNvPr>
            <p:cNvSpPr>
              <a:spLocks noChangeShapeType="1"/>
            </p:cNvSpPr>
            <p:nvPr/>
          </p:nvSpPr>
          <p:spPr bwMode="auto">
            <a:xfrm>
              <a:off x="250" y="1949"/>
              <a:ext cx="5130"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14" name="Line 791">
              <a:extLst>
                <a:ext uri="{FF2B5EF4-FFF2-40B4-BE49-F238E27FC236}">
                  <a16:creationId xmlns:a16="http://schemas.microsoft.com/office/drawing/2014/main" id="{170FBD83-E397-EFA1-26E6-64A3E389F0DA}"/>
                </a:ext>
              </a:extLst>
            </p:cNvPr>
            <p:cNvSpPr>
              <a:spLocks noChangeShapeType="1"/>
            </p:cNvSpPr>
            <p:nvPr/>
          </p:nvSpPr>
          <p:spPr bwMode="auto">
            <a:xfrm>
              <a:off x="250" y="2160"/>
              <a:ext cx="5130"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15" name="Line 869">
              <a:extLst>
                <a:ext uri="{FF2B5EF4-FFF2-40B4-BE49-F238E27FC236}">
                  <a16:creationId xmlns:a16="http://schemas.microsoft.com/office/drawing/2014/main" id="{926770F2-6A01-59E9-0AA5-67D32082A21F}"/>
                </a:ext>
              </a:extLst>
            </p:cNvPr>
            <p:cNvSpPr>
              <a:spLocks noChangeShapeType="1"/>
            </p:cNvSpPr>
            <p:nvPr/>
          </p:nvSpPr>
          <p:spPr bwMode="auto">
            <a:xfrm>
              <a:off x="250" y="2371"/>
              <a:ext cx="5130"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16" name="Line 947">
              <a:extLst>
                <a:ext uri="{FF2B5EF4-FFF2-40B4-BE49-F238E27FC236}">
                  <a16:creationId xmlns:a16="http://schemas.microsoft.com/office/drawing/2014/main" id="{ED2245B4-6C38-FD69-5365-156793E00725}"/>
                </a:ext>
              </a:extLst>
            </p:cNvPr>
            <p:cNvSpPr>
              <a:spLocks noChangeShapeType="1"/>
            </p:cNvSpPr>
            <p:nvPr/>
          </p:nvSpPr>
          <p:spPr bwMode="auto">
            <a:xfrm>
              <a:off x="250" y="2582"/>
              <a:ext cx="5130"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17" name="Line 1025">
              <a:extLst>
                <a:ext uri="{FF2B5EF4-FFF2-40B4-BE49-F238E27FC236}">
                  <a16:creationId xmlns:a16="http://schemas.microsoft.com/office/drawing/2014/main" id="{C8E0C7C2-F09D-891A-4D80-FC293630DA8B}"/>
                </a:ext>
              </a:extLst>
            </p:cNvPr>
            <p:cNvSpPr>
              <a:spLocks noChangeShapeType="1"/>
            </p:cNvSpPr>
            <p:nvPr/>
          </p:nvSpPr>
          <p:spPr bwMode="auto">
            <a:xfrm>
              <a:off x="250" y="2793"/>
              <a:ext cx="5130"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18" name="Line 1103">
              <a:extLst>
                <a:ext uri="{FF2B5EF4-FFF2-40B4-BE49-F238E27FC236}">
                  <a16:creationId xmlns:a16="http://schemas.microsoft.com/office/drawing/2014/main" id="{62243E61-7B4F-63EF-D581-BAD101502662}"/>
                </a:ext>
              </a:extLst>
            </p:cNvPr>
            <p:cNvSpPr>
              <a:spLocks noChangeShapeType="1"/>
            </p:cNvSpPr>
            <p:nvPr/>
          </p:nvSpPr>
          <p:spPr bwMode="auto">
            <a:xfrm>
              <a:off x="250" y="3004"/>
              <a:ext cx="5130"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19" name="Line 1181">
              <a:extLst>
                <a:ext uri="{FF2B5EF4-FFF2-40B4-BE49-F238E27FC236}">
                  <a16:creationId xmlns:a16="http://schemas.microsoft.com/office/drawing/2014/main" id="{A7D774FA-2F7C-11DE-B890-86A9F4B610FC}"/>
                </a:ext>
              </a:extLst>
            </p:cNvPr>
            <p:cNvSpPr>
              <a:spLocks noChangeShapeType="1"/>
            </p:cNvSpPr>
            <p:nvPr/>
          </p:nvSpPr>
          <p:spPr bwMode="auto">
            <a:xfrm>
              <a:off x="250" y="3215"/>
              <a:ext cx="5130"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20" name="Line 1259">
              <a:extLst>
                <a:ext uri="{FF2B5EF4-FFF2-40B4-BE49-F238E27FC236}">
                  <a16:creationId xmlns:a16="http://schemas.microsoft.com/office/drawing/2014/main" id="{64662B91-70BF-B158-A9E6-EC51DD6D5AC1}"/>
                </a:ext>
              </a:extLst>
            </p:cNvPr>
            <p:cNvSpPr>
              <a:spLocks noChangeShapeType="1"/>
            </p:cNvSpPr>
            <p:nvPr/>
          </p:nvSpPr>
          <p:spPr bwMode="auto">
            <a:xfrm>
              <a:off x="250" y="3426"/>
              <a:ext cx="5130"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21" name="Rectangle 1415">
              <a:extLst>
                <a:ext uri="{FF2B5EF4-FFF2-40B4-BE49-F238E27FC236}">
                  <a16:creationId xmlns:a16="http://schemas.microsoft.com/office/drawing/2014/main" id="{1EDE02B6-EFC6-7639-7C9D-99A50CB51AAB}"/>
                </a:ext>
              </a:extLst>
            </p:cNvPr>
            <p:cNvSpPr>
              <a:spLocks noChangeArrowheads="1"/>
            </p:cNvSpPr>
            <p:nvPr/>
          </p:nvSpPr>
          <p:spPr bwMode="auto">
            <a:xfrm>
              <a:off x="1656" y="1117"/>
              <a:ext cx="453"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i="1">
                  <a:latin typeface="Times New Roman" panose="02020603050405020304" pitchFamily="18" charset="0"/>
                  <a:ea typeface="华康简宋" charset="-122"/>
                  <a:cs typeface="Times New Roman" panose="02020603050405020304" pitchFamily="18" charset="0"/>
                </a:rPr>
                <a:t>D</a:t>
              </a:r>
              <a:r>
                <a:rPr kumimoji="1" lang="en-US" altLang="zh-CN" sz="1600" baseline="-30000">
                  <a:latin typeface="Times New Roman" panose="02020603050405020304" pitchFamily="18" charset="0"/>
                  <a:ea typeface="华康简宋" charset="-122"/>
                  <a:cs typeface="Times New Roman" panose="02020603050405020304" pitchFamily="18" charset="0"/>
                </a:rPr>
                <a:t>3</a:t>
              </a:r>
              <a:endParaRPr kumimoji="1" lang="en-US" altLang="zh-CN" sz="1600">
                <a:latin typeface="Times New Roman" panose="02020603050405020304" pitchFamily="18" charset="0"/>
                <a:ea typeface="华康简宋" charset="-122"/>
                <a:cs typeface="Times New Roman" panose="02020603050405020304" pitchFamily="18" charset="0"/>
              </a:endParaRPr>
            </a:p>
          </p:txBody>
        </p:sp>
        <p:sp>
          <p:nvSpPr>
            <p:cNvPr id="222" name="Rectangle 1416">
              <a:extLst>
                <a:ext uri="{FF2B5EF4-FFF2-40B4-BE49-F238E27FC236}">
                  <a16:creationId xmlns:a16="http://schemas.microsoft.com/office/drawing/2014/main" id="{A6D9B62A-E91F-1A1F-EDF5-D426C9C924E0}"/>
                </a:ext>
              </a:extLst>
            </p:cNvPr>
            <p:cNvSpPr>
              <a:spLocks noChangeArrowheads="1"/>
            </p:cNvSpPr>
            <p:nvPr/>
          </p:nvSpPr>
          <p:spPr bwMode="auto">
            <a:xfrm>
              <a:off x="1973" y="1108"/>
              <a:ext cx="453"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i="1">
                  <a:latin typeface="Times New Roman" panose="02020603050405020304" pitchFamily="18" charset="0"/>
                  <a:ea typeface="华康简宋" charset="-122"/>
                  <a:cs typeface="Times New Roman" panose="02020603050405020304" pitchFamily="18" charset="0"/>
                </a:rPr>
                <a:t>D</a:t>
              </a:r>
              <a:r>
                <a:rPr kumimoji="1" lang="en-US" altLang="zh-CN" sz="1600" baseline="-30000">
                  <a:latin typeface="Times New Roman" panose="02020603050405020304" pitchFamily="18" charset="0"/>
                  <a:ea typeface="华康简宋" charset="-122"/>
                  <a:cs typeface="Times New Roman" panose="02020603050405020304" pitchFamily="18" charset="0"/>
                </a:rPr>
                <a:t>2</a:t>
              </a:r>
              <a:endParaRPr kumimoji="1" lang="en-US" altLang="zh-CN" sz="1600">
                <a:latin typeface="Times New Roman" panose="02020603050405020304" pitchFamily="18" charset="0"/>
                <a:ea typeface="华康简宋" charset="-122"/>
                <a:cs typeface="Times New Roman" panose="02020603050405020304" pitchFamily="18" charset="0"/>
              </a:endParaRPr>
            </a:p>
          </p:txBody>
        </p:sp>
        <p:sp>
          <p:nvSpPr>
            <p:cNvPr id="223" name="Rectangle 1417">
              <a:extLst>
                <a:ext uri="{FF2B5EF4-FFF2-40B4-BE49-F238E27FC236}">
                  <a16:creationId xmlns:a16="http://schemas.microsoft.com/office/drawing/2014/main" id="{83E673E2-6FD9-41F5-A7DF-2ACEC903F495}"/>
                </a:ext>
              </a:extLst>
            </p:cNvPr>
            <p:cNvSpPr>
              <a:spLocks noChangeArrowheads="1"/>
            </p:cNvSpPr>
            <p:nvPr/>
          </p:nvSpPr>
          <p:spPr bwMode="auto">
            <a:xfrm>
              <a:off x="2246" y="1108"/>
              <a:ext cx="453"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i="1">
                  <a:latin typeface="Times New Roman" panose="02020603050405020304" pitchFamily="18" charset="0"/>
                  <a:ea typeface="华康简宋" charset="-122"/>
                  <a:cs typeface="Times New Roman" panose="02020603050405020304" pitchFamily="18" charset="0"/>
                </a:rPr>
                <a:t>D</a:t>
              </a:r>
              <a:r>
                <a:rPr kumimoji="1" lang="en-US" altLang="zh-CN" sz="1600" baseline="-30000">
                  <a:latin typeface="Times New Roman" panose="02020603050405020304" pitchFamily="18" charset="0"/>
                  <a:ea typeface="华康简宋" charset="-122"/>
                  <a:cs typeface="Times New Roman" panose="02020603050405020304" pitchFamily="18" charset="0"/>
                </a:rPr>
                <a:t>1</a:t>
              </a:r>
              <a:endParaRPr kumimoji="1" lang="en-US" altLang="zh-CN" sz="1600">
                <a:latin typeface="Times New Roman" panose="02020603050405020304" pitchFamily="18" charset="0"/>
                <a:ea typeface="华康简宋" charset="-122"/>
                <a:cs typeface="Times New Roman" panose="02020603050405020304" pitchFamily="18" charset="0"/>
              </a:endParaRPr>
            </a:p>
          </p:txBody>
        </p:sp>
        <p:sp>
          <p:nvSpPr>
            <p:cNvPr id="224" name="Rectangle 1418">
              <a:extLst>
                <a:ext uri="{FF2B5EF4-FFF2-40B4-BE49-F238E27FC236}">
                  <a16:creationId xmlns:a16="http://schemas.microsoft.com/office/drawing/2014/main" id="{D031E1DC-ED6F-9908-9538-06246AFEB092}"/>
                </a:ext>
              </a:extLst>
            </p:cNvPr>
            <p:cNvSpPr>
              <a:spLocks noChangeArrowheads="1"/>
            </p:cNvSpPr>
            <p:nvPr/>
          </p:nvSpPr>
          <p:spPr bwMode="auto">
            <a:xfrm>
              <a:off x="2518" y="1108"/>
              <a:ext cx="453"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i="1">
                  <a:latin typeface="Times New Roman" panose="02020603050405020304" pitchFamily="18" charset="0"/>
                  <a:ea typeface="华康简宋" charset="-122"/>
                  <a:cs typeface="Times New Roman" panose="02020603050405020304" pitchFamily="18" charset="0"/>
                </a:rPr>
                <a:t>D</a:t>
              </a:r>
              <a:r>
                <a:rPr kumimoji="1" lang="en-US" altLang="zh-CN" sz="1600" baseline="-30000">
                  <a:latin typeface="Times New Roman" panose="02020603050405020304" pitchFamily="18" charset="0"/>
                  <a:ea typeface="华康简宋" charset="-122"/>
                  <a:cs typeface="Times New Roman" panose="02020603050405020304" pitchFamily="18" charset="0"/>
                </a:rPr>
                <a:t>0</a:t>
              </a:r>
              <a:endParaRPr kumimoji="1" lang="en-US" altLang="zh-CN" sz="1600">
                <a:latin typeface="Times New Roman" panose="02020603050405020304" pitchFamily="18" charset="0"/>
                <a:ea typeface="华康简宋" charset="-122"/>
                <a:cs typeface="Times New Roman" panose="02020603050405020304" pitchFamily="18" charset="0"/>
              </a:endParaRPr>
            </a:p>
          </p:txBody>
        </p:sp>
        <p:sp>
          <p:nvSpPr>
            <p:cNvPr id="225" name="Rectangle 1419">
              <a:extLst>
                <a:ext uri="{FF2B5EF4-FFF2-40B4-BE49-F238E27FC236}">
                  <a16:creationId xmlns:a16="http://schemas.microsoft.com/office/drawing/2014/main" id="{21621588-F0B5-B424-D5CD-28135BDF0343}"/>
                </a:ext>
              </a:extLst>
            </p:cNvPr>
            <p:cNvSpPr>
              <a:spLocks noChangeArrowheads="1"/>
            </p:cNvSpPr>
            <p:nvPr/>
          </p:nvSpPr>
          <p:spPr bwMode="auto">
            <a:xfrm>
              <a:off x="975" y="1117"/>
              <a:ext cx="622"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i="1">
                  <a:latin typeface="Times New Roman" panose="02020603050405020304" pitchFamily="18" charset="0"/>
                  <a:ea typeface="华康简宋" charset="-122"/>
                  <a:cs typeface="Times New Roman" panose="02020603050405020304" pitchFamily="18" charset="0"/>
                </a:rPr>
                <a:t>BL</a:t>
              </a:r>
              <a:endParaRPr kumimoji="1" lang="en-US" altLang="zh-CN" sz="1600">
                <a:latin typeface="Times New Roman" panose="02020603050405020304" pitchFamily="18" charset="0"/>
                <a:ea typeface="华康简宋" charset="-122"/>
                <a:cs typeface="Times New Roman" panose="02020603050405020304" pitchFamily="18" charset="0"/>
              </a:endParaRPr>
            </a:p>
          </p:txBody>
        </p:sp>
        <p:sp>
          <p:nvSpPr>
            <p:cNvPr id="226" name="Rectangle 1421">
              <a:extLst>
                <a:ext uri="{FF2B5EF4-FFF2-40B4-BE49-F238E27FC236}">
                  <a16:creationId xmlns:a16="http://schemas.microsoft.com/office/drawing/2014/main" id="{2521C1A4-580F-28F4-A362-898EFFA1CF0F}"/>
                </a:ext>
              </a:extLst>
            </p:cNvPr>
            <p:cNvSpPr>
              <a:spLocks noChangeArrowheads="1"/>
            </p:cNvSpPr>
            <p:nvPr/>
          </p:nvSpPr>
          <p:spPr bwMode="auto">
            <a:xfrm>
              <a:off x="670" y="1108"/>
              <a:ext cx="622"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i="1">
                  <a:latin typeface="Times New Roman" panose="02020603050405020304" pitchFamily="18" charset="0"/>
                  <a:ea typeface="华康简宋" charset="-122"/>
                  <a:cs typeface="Times New Roman" panose="02020603050405020304" pitchFamily="18" charset="0"/>
                </a:rPr>
                <a:t>LE</a:t>
              </a:r>
              <a:endParaRPr kumimoji="1" lang="en-US" altLang="zh-CN" sz="1600">
                <a:latin typeface="Times New Roman" panose="02020603050405020304" pitchFamily="18" charset="0"/>
                <a:ea typeface="华康简宋" charset="-122"/>
                <a:cs typeface="Times New Roman" panose="02020603050405020304" pitchFamily="18" charset="0"/>
              </a:endParaRPr>
            </a:p>
          </p:txBody>
        </p:sp>
        <p:sp>
          <p:nvSpPr>
            <p:cNvPr id="227" name="Line 1422">
              <a:extLst>
                <a:ext uri="{FF2B5EF4-FFF2-40B4-BE49-F238E27FC236}">
                  <a16:creationId xmlns:a16="http://schemas.microsoft.com/office/drawing/2014/main" id="{B04BF7A7-DF47-E187-C8B4-4C21CC05816A}"/>
                </a:ext>
              </a:extLst>
            </p:cNvPr>
            <p:cNvSpPr>
              <a:spLocks noChangeShapeType="1"/>
            </p:cNvSpPr>
            <p:nvPr/>
          </p:nvSpPr>
          <p:spPr bwMode="auto">
            <a:xfrm>
              <a:off x="1533" y="1253"/>
              <a:ext cx="136" cy="0"/>
            </a:xfrm>
            <a:prstGeom prst="line">
              <a:avLst/>
            </a:prstGeom>
            <a:noFill/>
            <a:ln w="9525">
              <a:solidFill>
                <a:srgbClr val="000066"/>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28" name="Line 1423">
              <a:extLst>
                <a:ext uri="{FF2B5EF4-FFF2-40B4-BE49-F238E27FC236}">
                  <a16:creationId xmlns:a16="http://schemas.microsoft.com/office/drawing/2014/main" id="{4F0A76D1-1093-81EF-9A57-D43945CD24A0}"/>
                </a:ext>
              </a:extLst>
            </p:cNvPr>
            <p:cNvSpPr>
              <a:spLocks noChangeShapeType="1"/>
            </p:cNvSpPr>
            <p:nvPr/>
          </p:nvSpPr>
          <p:spPr bwMode="auto">
            <a:xfrm>
              <a:off x="1202" y="1253"/>
              <a:ext cx="136" cy="0"/>
            </a:xfrm>
            <a:prstGeom prst="line">
              <a:avLst/>
            </a:prstGeom>
            <a:noFill/>
            <a:ln w="9525">
              <a:solidFill>
                <a:srgbClr val="000066"/>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spTree>
    <p:extLst>
      <p:ext uri="{BB962C8B-B14F-4D97-AF65-F5344CB8AC3E}">
        <p14:creationId xmlns:p14="http://schemas.microsoft.com/office/powerpoint/2010/main" val="31656644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44329A-BAC2-3F34-35DD-44B8611B3FA7}"/>
              </a:ext>
            </a:extLst>
          </p:cNvPr>
          <p:cNvSpPr>
            <a:spLocks noGrp="1"/>
          </p:cNvSpPr>
          <p:nvPr>
            <p:ph type="title"/>
          </p:nvPr>
        </p:nvSpPr>
        <p:spPr/>
        <p:txBody>
          <a:bodyPr>
            <a:normAutofit fontScale="90000"/>
          </a:bodyPr>
          <a:lstStyle/>
          <a:p>
            <a:r>
              <a:rPr kumimoji="1" lang="en-US" altLang="zh-CN" sz="3200" dirty="0">
                <a:latin typeface="Times New Roman" panose="02020603050405020304" pitchFamily="18" charset="0"/>
                <a:ea typeface="楷体_GB2312" pitchFamily="49" charset="-122"/>
              </a:rPr>
              <a:t>74x4511</a:t>
            </a:r>
            <a:r>
              <a:rPr kumimoji="1" lang="zh-CN" altLang="en-US" sz="3200" dirty="0">
                <a:latin typeface="Times New Roman" panose="02020603050405020304" pitchFamily="18" charset="0"/>
                <a:ea typeface="楷体_GB2312" pitchFamily="49" charset="-122"/>
              </a:rPr>
              <a:t>功能表</a:t>
            </a:r>
            <a:r>
              <a:rPr kumimoji="1" lang="en-US" altLang="zh-CN" sz="3200" dirty="0">
                <a:latin typeface="Times New Roman" panose="02020603050405020304" pitchFamily="18" charset="0"/>
                <a:ea typeface="楷体_GB2312" pitchFamily="49" charset="-122"/>
              </a:rPr>
              <a:t>(</a:t>
            </a:r>
            <a:r>
              <a:rPr kumimoji="1" lang="zh-CN" altLang="en-US" sz="3200" dirty="0">
                <a:latin typeface="Times New Roman" panose="02020603050405020304" pitchFamily="18" charset="0"/>
                <a:ea typeface="楷体_GB2312" pitchFamily="49" charset="-122"/>
              </a:rPr>
              <a:t>续</a:t>
            </a:r>
            <a:r>
              <a:rPr kumimoji="1" lang="en-US" altLang="zh-CN" sz="3200" dirty="0">
                <a:latin typeface="Times New Roman" panose="02020603050405020304" pitchFamily="18" charset="0"/>
                <a:ea typeface="楷体_GB2312" pitchFamily="49" charset="-122"/>
              </a:rPr>
              <a:t>)</a:t>
            </a:r>
            <a:endParaRPr kumimoji="1" lang="zh-CN" altLang="en-US" dirty="0"/>
          </a:p>
        </p:txBody>
      </p:sp>
      <p:sp>
        <p:nvSpPr>
          <p:cNvPr id="4" name="页脚占位符 3">
            <a:extLst>
              <a:ext uri="{FF2B5EF4-FFF2-40B4-BE49-F238E27FC236}">
                <a16:creationId xmlns:a16="http://schemas.microsoft.com/office/drawing/2014/main" id="{D7AFBC2A-F1A0-4DE9-634C-747B2B1EAECC}"/>
              </a:ext>
            </a:extLst>
          </p:cNvPr>
          <p:cNvSpPr>
            <a:spLocks noGrp="1"/>
          </p:cNvSpPr>
          <p:nvPr>
            <p:ph type="ftr" sz="quarter" idx="11"/>
          </p:nvPr>
        </p:nvSpPr>
        <p:spPr/>
        <p:txBody>
          <a:bodyPr/>
          <a:lstStyle/>
          <a:p>
            <a:r>
              <a:rPr lang="zh-CN" altLang="en-US"/>
              <a:t>模拟与数字电路：</a:t>
            </a:r>
            <a:r>
              <a:rPr lang="en-US" altLang="zh-CN"/>
              <a:t>6. </a:t>
            </a:r>
            <a:r>
              <a:rPr lang="zh-CN" altLang="en-US"/>
              <a:t>组合逻辑电路</a:t>
            </a:r>
            <a:r>
              <a:rPr lang="en-US" altLang="zh-CN"/>
              <a:t>2</a:t>
            </a:r>
            <a:endParaRPr lang="en-US" dirty="0"/>
          </a:p>
        </p:txBody>
      </p:sp>
      <p:sp>
        <p:nvSpPr>
          <p:cNvPr id="5" name="灯片编号占位符 4">
            <a:extLst>
              <a:ext uri="{FF2B5EF4-FFF2-40B4-BE49-F238E27FC236}">
                <a16:creationId xmlns:a16="http://schemas.microsoft.com/office/drawing/2014/main" id="{F0C79C2E-743C-349E-B72B-4A8D85EF7DAB}"/>
              </a:ext>
            </a:extLst>
          </p:cNvPr>
          <p:cNvSpPr>
            <a:spLocks noGrp="1"/>
          </p:cNvSpPr>
          <p:nvPr>
            <p:ph type="sldNum" sz="quarter" idx="12"/>
          </p:nvPr>
        </p:nvSpPr>
        <p:spPr/>
        <p:txBody>
          <a:bodyPr/>
          <a:lstStyle/>
          <a:p>
            <a:fld id="{9E260BC5-5BF3-8746-862B-DC45E9CAA88B}" type="slidenum">
              <a:rPr lang="en-US" smtClean="0"/>
              <a:pPr/>
              <a:t>26</a:t>
            </a:fld>
            <a:r>
              <a:rPr lang="en-US" altLang="zh-CN" dirty="0"/>
              <a:t>/38</a:t>
            </a:r>
            <a:endParaRPr lang="en-US" dirty="0"/>
          </a:p>
        </p:txBody>
      </p:sp>
      <p:grpSp>
        <p:nvGrpSpPr>
          <p:cNvPr id="6" name="Group 3369">
            <a:extLst>
              <a:ext uri="{FF2B5EF4-FFF2-40B4-BE49-F238E27FC236}">
                <a16:creationId xmlns:a16="http://schemas.microsoft.com/office/drawing/2014/main" id="{E2A266A6-7D82-F48C-0167-F09A1238685F}"/>
              </a:ext>
            </a:extLst>
          </p:cNvPr>
          <p:cNvGrpSpPr>
            <a:grpSpLocks/>
          </p:cNvGrpSpPr>
          <p:nvPr/>
        </p:nvGrpSpPr>
        <p:grpSpPr bwMode="auto">
          <a:xfrm>
            <a:off x="405606" y="1164504"/>
            <a:ext cx="9094787" cy="5081587"/>
            <a:chOff x="49" y="728"/>
            <a:chExt cx="5729" cy="3201"/>
          </a:xfrm>
        </p:grpSpPr>
        <p:sp>
          <p:nvSpPr>
            <p:cNvPr id="7" name="Rectangle 2496">
              <a:extLst>
                <a:ext uri="{FF2B5EF4-FFF2-40B4-BE49-F238E27FC236}">
                  <a16:creationId xmlns:a16="http://schemas.microsoft.com/office/drawing/2014/main" id="{1C5CF368-E941-A4B8-92C4-BDAD813A09F8}"/>
                </a:ext>
              </a:extLst>
            </p:cNvPr>
            <p:cNvSpPr>
              <a:spLocks noChangeArrowheads="1"/>
            </p:cNvSpPr>
            <p:nvPr/>
          </p:nvSpPr>
          <p:spPr bwMode="auto">
            <a:xfrm>
              <a:off x="654" y="752"/>
              <a:ext cx="11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endParaRPr lang="zh-CN" altLang="en-US" sz="1800"/>
            </a:p>
          </p:txBody>
        </p:sp>
        <p:sp>
          <p:nvSpPr>
            <p:cNvPr id="8" name="Rectangle 2668">
              <a:extLst>
                <a:ext uri="{FF2B5EF4-FFF2-40B4-BE49-F238E27FC236}">
                  <a16:creationId xmlns:a16="http://schemas.microsoft.com/office/drawing/2014/main" id="{04A94A45-8FA9-3A56-6392-2F772DA2C3B4}"/>
                </a:ext>
              </a:extLst>
            </p:cNvPr>
            <p:cNvSpPr>
              <a:spLocks noChangeArrowheads="1"/>
            </p:cNvSpPr>
            <p:nvPr/>
          </p:nvSpPr>
          <p:spPr bwMode="auto">
            <a:xfrm>
              <a:off x="5248" y="3650"/>
              <a:ext cx="467"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a:t>
              </a:r>
            </a:p>
          </p:txBody>
        </p:sp>
        <p:sp>
          <p:nvSpPr>
            <p:cNvPr id="9" name="Rectangle 2661">
              <a:extLst>
                <a:ext uri="{FF2B5EF4-FFF2-40B4-BE49-F238E27FC236}">
                  <a16:creationId xmlns:a16="http://schemas.microsoft.com/office/drawing/2014/main" id="{D0F09173-9341-C382-B63C-D056B52D56E5}"/>
                </a:ext>
              </a:extLst>
            </p:cNvPr>
            <p:cNvSpPr>
              <a:spLocks noChangeArrowheads="1"/>
            </p:cNvSpPr>
            <p:nvPr/>
          </p:nvSpPr>
          <p:spPr bwMode="auto">
            <a:xfrm>
              <a:off x="2934" y="3650"/>
              <a:ext cx="2314"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a:t>
              </a:r>
            </a:p>
          </p:txBody>
        </p:sp>
        <p:sp>
          <p:nvSpPr>
            <p:cNvPr id="10" name="Rectangle 2660">
              <a:extLst>
                <a:ext uri="{FF2B5EF4-FFF2-40B4-BE49-F238E27FC236}">
                  <a16:creationId xmlns:a16="http://schemas.microsoft.com/office/drawing/2014/main" id="{91B7CD9D-74D0-786C-E9BB-BDFFDA386887}"/>
                </a:ext>
              </a:extLst>
            </p:cNvPr>
            <p:cNvSpPr>
              <a:spLocks noChangeArrowheads="1"/>
            </p:cNvSpPr>
            <p:nvPr/>
          </p:nvSpPr>
          <p:spPr bwMode="auto">
            <a:xfrm>
              <a:off x="2603" y="3650"/>
              <a:ext cx="331"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宋体" panose="02010600030101010101" pitchFamily="2" charset="-122"/>
                  <a:ea typeface="华康简宋" charset="-122"/>
                  <a:cs typeface="Times New Roman" panose="02020603050405020304" pitchFamily="18" charset="0"/>
                </a:rPr>
                <a:t>×</a:t>
              </a:r>
              <a:endParaRPr kumimoji="1" lang="en-US" altLang="zh-CN" sz="1400">
                <a:latin typeface="Times New Roman" panose="02020603050405020304" pitchFamily="18" charset="0"/>
                <a:ea typeface="华康简宋" charset="-122"/>
                <a:cs typeface="Times New Roman" panose="02020603050405020304" pitchFamily="18" charset="0"/>
              </a:endParaRPr>
            </a:p>
          </p:txBody>
        </p:sp>
        <p:sp>
          <p:nvSpPr>
            <p:cNvPr id="11" name="Rectangle 2659">
              <a:extLst>
                <a:ext uri="{FF2B5EF4-FFF2-40B4-BE49-F238E27FC236}">
                  <a16:creationId xmlns:a16="http://schemas.microsoft.com/office/drawing/2014/main" id="{265E19E1-4ADB-7C72-D16F-7601C94DB391}"/>
                </a:ext>
              </a:extLst>
            </p:cNvPr>
            <p:cNvSpPr>
              <a:spLocks noChangeArrowheads="1"/>
            </p:cNvSpPr>
            <p:nvPr/>
          </p:nvSpPr>
          <p:spPr bwMode="auto">
            <a:xfrm>
              <a:off x="2272" y="3650"/>
              <a:ext cx="331"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宋体" panose="02010600030101010101" pitchFamily="2" charset="-122"/>
                  <a:ea typeface="华康简宋" charset="-122"/>
                  <a:cs typeface="Times New Roman" panose="02020603050405020304" pitchFamily="18" charset="0"/>
                </a:rPr>
                <a:t>×</a:t>
              </a:r>
              <a:endParaRPr kumimoji="1" lang="en-US" altLang="zh-CN" sz="1400">
                <a:latin typeface="Times New Roman" panose="02020603050405020304" pitchFamily="18" charset="0"/>
                <a:ea typeface="华康简宋" charset="-122"/>
                <a:cs typeface="Times New Roman" panose="02020603050405020304" pitchFamily="18" charset="0"/>
              </a:endParaRPr>
            </a:p>
          </p:txBody>
        </p:sp>
        <p:sp>
          <p:nvSpPr>
            <p:cNvPr id="12" name="Rectangle 2658">
              <a:extLst>
                <a:ext uri="{FF2B5EF4-FFF2-40B4-BE49-F238E27FC236}">
                  <a16:creationId xmlns:a16="http://schemas.microsoft.com/office/drawing/2014/main" id="{81463DD9-3673-2548-0D00-1ED24ACB7DC5}"/>
                </a:ext>
              </a:extLst>
            </p:cNvPr>
            <p:cNvSpPr>
              <a:spLocks noChangeArrowheads="1"/>
            </p:cNvSpPr>
            <p:nvPr/>
          </p:nvSpPr>
          <p:spPr bwMode="auto">
            <a:xfrm>
              <a:off x="1942" y="3650"/>
              <a:ext cx="330"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宋体" panose="02010600030101010101" pitchFamily="2" charset="-122"/>
                  <a:ea typeface="华康简宋" charset="-122"/>
                  <a:cs typeface="Times New Roman" panose="02020603050405020304" pitchFamily="18" charset="0"/>
                </a:rPr>
                <a:t>×</a:t>
              </a:r>
              <a:endParaRPr kumimoji="1" lang="en-US" altLang="zh-CN" sz="1400">
                <a:latin typeface="Times New Roman" panose="02020603050405020304" pitchFamily="18" charset="0"/>
                <a:ea typeface="华康简宋" charset="-122"/>
                <a:cs typeface="Times New Roman" panose="02020603050405020304" pitchFamily="18" charset="0"/>
              </a:endParaRPr>
            </a:p>
          </p:txBody>
        </p:sp>
        <p:sp>
          <p:nvSpPr>
            <p:cNvPr id="13" name="Rectangle 2657">
              <a:extLst>
                <a:ext uri="{FF2B5EF4-FFF2-40B4-BE49-F238E27FC236}">
                  <a16:creationId xmlns:a16="http://schemas.microsoft.com/office/drawing/2014/main" id="{B7E9A491-ADFD-0133-A3F7-B6DE2CFF802C}"/>
                </a:ext>
              </a:extLst>
            </p:cNvPr>
            <p:cNvSpPr>
              <a:spLocks noChangeArrowheads="1"/>
            </p:cNvSpPr>
            <p:nvPr/>
          </p:nvSpPr>
          <p:spPr bwMode="auto">
            <a:xfrm>
              <a:off x="1611" y="3650"/>
              <a:ext cx="331"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宋体" panose="02010600030101010101" pitchFamily="2" charset="-122"/>
                  <a:ea typeface="华康简宋" charset="-122"/>
                  <a:cs typeface="Times New Roman" panose="02020603050405020304" pitchFamily="18" charset="0"/>
                </a:rPr>
                <a:t>×</a:t>
              </a:r>
              <a:endParaRPr kumimoji="1" lang="en-US" altLang="zh-CN" sz="1400">
                <a:latin typeface="Times New Roman" panose="02020603050405020304" pitchFamily="18" charset="0"/>
                <a:ea typeface="华康简宋" charset="-122"/>
                <a:cs typeface="Times New Roman" panose="02020603050405020304" pitchFamily="18" charset="0"/>
              </a:endParaRPr>
            </a:p>
          </p:txBody>
        </p:sp>
        <p:sp>
          <p:nvSpPr>
            <p:cNvPr id="14" name="Rectangle 2656">
              <a:extLst>
                <a:ext uri="{FF2B5EF4-FFF2-40B4-BE49-F238E27FC236}">
                  <a16:creationId xmlns:a16="http://schemas.microsoft.com/office/drawing/2014/main" id="{C18BF8B2-7717-4E40-1057-EE0C78B95714}"/>
                </a:ext>
              </a:extLst>
            </p:cNvPr>
            <p:cNvSpPr>
              <a:spLocks noChangeArrowheads="1"/>
            </p:cNvSpPr>
            <p:nvPr/>
          </p:nvSpPr>
          <p:spPr bwMode="auto">
            <a:xfrm>
              <a:off x="1279" y="3650"/>
              <a:ext cx="332"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1</a:t>
              </a:r>
            </a:p>
          </p:txBody>
        </p:sp>
        <p:sp>
          <p:nvSpPr>
            <p:cNvPr id="15" name="Rectangle 2655">
              <a:extLst>
                <a:ext uri="{FF2B5EF4-FFF2-40B4-BE49-F238E27FC236}">
                  <a16:creationId xmlns:a16="http://schemas.microsoft.com/office/drawing/2014/main" id="{E4FB552E-04BC-104B-C64A-D4A1A6168D5A}"/>
                </a:ext>
              </a:extLst>
            </p:cNvPr>
            <p:cNvSpPr>
              <a:spLocks noChangeArrowheads="1"/>
            </p:cNvSpPr>
            <p:nvPr/>
          </p:nvSpPr>
          <p:spPr bwMode="auto">
            <a:xfrm>
              <a:off x="950" y="3650"/>
              <a:ext cx="329"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cs typeface="Times New Roman" panose="02020603050405020304" pitchFamily="18" charset="0"/>
                </a:rPr>
                <a:t>1</a:t>
              </a:r>
            </a:p>
          </p:txBody>
        </p:sp>
        <p:sp>
          <p:nvSpPr>
            <p:cNvPr id="16" name="Rectangle 2654">
              <a:extLst>
                <a:ext uri="{FF2B5EF4-FFF2-40B4-BE49-F238E27FC236}">
                  <a16:creationId xmlns:a16="http://schemas.microsoft.com/office/drawing/2014/main" id="{6D895079-87A2-9453-AA36-20B0B3C6A189}"/>
                </a:ext>
              </a:extLst>
            </p:cNvPr>
            <p:cNvSpPr>
              <a:spLocks noChangeArrowheads="1"/>
            </p:cNvSpPr>
            <p:nvPr/>
          </p:nvSpPr>
          <p:spPr bwMode="auto">
            <a:xfrm>
              <a:off x="619" y="3650"/>
              <a:ext cx="331"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1</a:t>
              </a:r>
            </a:p>
          </p:txBody>
        </p:sp>
        <p:sp>
          <p:nvSpPr>
            <p:cNvPr id="17" name="Rectangle 2653">
              <a:extLst>
                <a:ext uri="{FF2B5EF4-FFF2-40B4-BE49-F238E27FC236}">
                  <a16:creationId xmlns:a16="http://schemas.microsoft.com/office/drawing/2014/main" id="{C36FF43E-5E74-DEF3-4B62-0902DC98C156}"/>
                </a:ext>
              </a:extLst>
            </p:cNvPr>
            <p:cNvSpPr>
              <a:spLocks noChangeArrowheads="1"/>
            </p:cNvSpPr>
            <p:nvPr/>
          </p:nvSpPr>
          <p:spPr bwMode="auto">
            <a:xfrm>
              <a:off x="113" y="3650"/>
              <a:ext cx="506"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1400">
                  <a:latin typeface="Times New Roman" panose="02020603050405020304" pitchFamily="18" charset="0"/>
                  <a:ea typeface="华康简宋" charset="-122"/>
                </a:rPr>
                <a:t>锁    存</a:t>
              </a:r>
            </a:p>
          </p:txBody>
        </p:sp>
        <p:sp>
          <p:nvSpPr>
            <p:cNvPr id="18" name="Rectangle 2652">
              <a:extLst>
                <a:ext uri="{FF2B5EF4-FFF2-40B4-BE49-F238E27FC236}">
                  <a16:creationId xmlns:a16="http://schemas.microsoft.com/office/drawing/2014/main" id="{DCA679F2-F22A-EAF2-D9B5-EEB86801D559}"/>
                </a:ext>
              </a:extLst>
            </p:cNvPr>
            <p:cNvSpPr>
              <a:spLocks noChangeArrowheads="1"/>
            </p:cNvSpPr>
            <p:nvPr/>
          </p:nvSpPr>
          <p:spPr bwMode="auto">
            <a:xfrm>
              <a:off x="5248" y="3371"/>
              <a:ext cx="467"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1400">
                  <a:latin typeface="Times New Roman" panose="02020603050405020304" pitchFamily="18" charset="0"/>
                  <a:ea typeface="华康简宋" charset="-122"/>
                </a:rPr>
                <a:t>熄灭</a:t>
              </a:r>
            </a:p>
          </p:txBody>
        </p:sp>
        <p:sp>
          <p:nvSpPr>
            <p:cNvPr id="19" name="Rectangle 2651">
              <a:extLst>
                <a:ext uri="{FF2B5EF4-FFF2-40B4-BE49-F238E27FC236}">
                  <a16:creationId xmlns:a16="http://schemas.microsoft.com/office/drawing/2014/main" id="{04575FD2-CD3E-B8BC-C0DB-FD56D54C78A5}"/>
                </a:ext>
              </a:extLst>
            </p:cNvPr>
            <p:cNvSpPr>
              <a:spLocks noChangeArrowheads="1"/>
            </p:cNvSpPr>
            <p:nvPr/>
          </p:nvSpPr>
          <p:spPr bwMode="auto">
            <a:xfrm>
              <a:off x="4918" y="3371"/>
              <a:ext cx="330"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20" name="Rectangle 2650">
              <a:extLst>
                <a:ext uri="{FF2B5EF4-FFF2-40B4-BE49-F238E27FC236}">
                  <a16:creationId xmlns:a16="http://schemas.microsoft.com/office/drawing/2014/main" id="{C09F46F4-66D1-2AD6-A131-340737CBD3F2}"/>
                </a:ext>
              </a:extLst>
            </p:cNvPr>
            <p:cNvSpPr>
              <a:spLocks noChangeArrowheads="1"/>
            </p:cNvSpPr>
            <p:nvPr/>
          </p:nvSpPr>
          <p:spPr bwMode="auto">
            <a:xfrm>
              <a:off x="4586" y="3371"/>
              <a:ext cx="332"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21" name="Rectangle 2649">
              <a:extLst>
                <a:ext uri="{FF2B5EF4-FFF2-40B4-BE49-F238E27FC236}">
                  <a16:creationId xmlns:a16="http://schemas.microsoft.com/office/drawing/2014/main" id="{7346A412-E0B7-5FB8-617D-0B2BA04C6AE0}"/>
                </a:ext>
              </a:extLst>
            </p:cNvPr>
            <p:cNvSpPr>
              <a:spLocks noChangeArrowheads="1"/>
            </p:cNvSpPr>
            <p:nvPr/>
          </p:nvSpPr>
          <p:spPr bwMode="auto">
            <a:xfrm>
              <a:off x="4256" y="3371"/>
              <a:ext cx="330"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22" name="Rectangle 2648">
              <a:extLst>
                <a:ext uri="{FF2B5EF4-FFF2-40B4-BE49-F238E27FC236}">
                  <a16:creationId xmlns:a16="http://schemas.microsoft.com/office/drawing/2014/main" id="{F1B59023-F422-7DD1-967B-1349D2D28C5B}"/>
                </a:ext>
              </a:extLst>
            </p:cNvPr>
            <p:cNvSpPr>
              <a:spLocks noChangeArrowheads="1"/>
            </p:cNvSpPr>
            <p:nvPr/>
          </p:nvSpPr>
          <p:spPr bwMode="auto">
            <a:xfrm>
              <a:off x="3926" y="3371"/>
              <a:ext cx="330"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23" name="Rectangle 2647">
              <a:extLst>
                <a:ext uri="{FF2B5EF4-FFF2-40B4-BE49-F238E27FC236}">
                  <a16:creationId xmlns:a16="http://schemas.microsoft.com/office/drawing/2014/main" id="{FB2362E5-56D2-E568-63B6-A9986E868DE6}"/>
                </a:ext>
              </a:extLst>
            </p:cNvPr>
            <p:cNvSpPr>
              <a:spLocks noChangeArrowheads="1"/>
            </p:cNvSpPr>
            <p:nvPr/>
          </p:nvSpPr>
          <p:spPr bwMode="auto">
            <a:xfrm>
              <a:off x="3595" y="3371"/>
              <a:ext cx="331"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24" name="Rectangle 2646">
              <a:extLst>
                <a:ext uri="{FF2B5EF4-FFF2-40B4-BE49-F238E27FC236}">
                  <a16:creationId xmlns:a16="http://schemas.microsoft.com/office/drawing/2014/main" id="{95A08F08-6FCB-6548-03BF-C46CBC38E831}"/>
                </a:ext>
              </a:extLst>
            </p:cNvPr>
            <p:cNvSpPr>
              <a:spLocks noChangeArrowheads="1"/>
            </p:cNvSpPr>
            <p:nvPr/>
          </p:nvSpPr>
          <p:spPr bwMode="auto">
            <a:xfrm>
              <a:off x="3264" y="3371"/>
              <a:ext cx="331"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25" name="Rectangle 2645">
              <a:extLst>
                <a:ext uri="{FF2B5EF4-FFF2-40B4-BE49-F238E27FC236}">
                  <a16:creationId xmlns:a16="http://schemas.microsoft.com/office/drawing/2014/main" id="{6D5D6124-6FD0-FC49-DDDA-CCAE48F712DE}"/>
                </a:ext>
              </a:extLst>
            </p:cNvPr>
            <p:cNvSpPr>
              <a:spLocks noChangeArrowheads="1"/>
            </p:cNvSpPr>
            <p:nvPr/>
          </p:nvSpPr>
          <p:spPr bwMode="auto">
            <a:xfrm>
              <a:off x="2934" y="3371"/>
              <a:ext cx="330"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26" name="Rectangle 2644">
              <a:extLst>
                <a:ext uri="{FF2B5EF4-FFF2-40B4-BE49-F238E27FC236}">
                  <a16:creationId xmlns:a16="http://schemas.microsoft.com/office/drawing/2014/main" id="{138EB5C8-642A-0246-C54C-916CBE7693AF}"/>
                </a:ext>
              </a:extLst>
            </p:cNvPr>
            <p:cNvSpPr>
              <a:spLocks noChangeArrowheads="1"/>
            </p:cNvSpPr>
            <p:nvPr/>
          </p:nvSpPr>
          <p:spPr bwMode="auto">
            <a:xfrm>
              <a:off x="2603" y="3371"/>
              <a:ext cx="331"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宋体" panose="02010600030101010101" pitchFamily="2" charset="-122"/>
                  <a:ea typeface="华康简宋" charset="-122"/>
                  <a:cs typeface="Times New Roman" panose="02020603050405020304" pitchFamily="18" charset="0"/>
                </a:rPr>
                <a:t>×</a:t>
              </a:r>
              <a:endParaRPr kumimoji="1" lang="en-US" altLang="zh-CN" sz="1400">
                <a:latin typeface="Times New Roman" panose="02020603050405020304" pitchFamily="18" charset="0"/>
                <a:ea typeface="华康简宋" charset="-122"/>
                <a:cs typeface="Times New Roman" panose="02020603050405020304" pitchFamily="18" charset="0"/>
              </a:endParaRPr>
            </a:p>
          </p:txBody>
        </p:sp>
        <p:sp>
          <p:nvSpPr>
            <p:cNvPr id="27" name="Rectangle 2643">
              <a:extLst>
                <a:ext uri="{FF2B5EF4-FFF2-40B4-BE49-F238E27FC236}">
                  <a16:creationId xmlns:a16="http://schemas.microsoft.com/office/drawing/2014/main" id="{A30E1B05-63F7-F755-6C03-D37E1168A8FB}"/>
                </a:ext>
              </a:extLst>
            </p:cNvPr>
            <p:cNvSpPr>
              <a:spLocks noChangeArrowheads="1"/>
            </p:cNvSpPr>
            <p:nvPr/>
          </p:nvSpPr>
          <p:spPr bwMode="auto">
            <a:xfrm>
              <a:off x="2272" y="3371"/>
              <a:ext cx="331"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宋体" panose="02010600030101010101" pitchFamily="2" charset="-122"/>
                  <a:ea typeface="华康简宋" charset="-122"/>
                  <a:cs typeface="Times New Roman" panose="02020603050405020304" pitchFamily="18" charset="0"/>
                </a:rPr>
                <a:t>×</a:t>
              </a:r>
              <a:endParaRPr kumimoji="1" lang="en-US" altLang="zh-CN" sz="1400">
                <a:latin typeface="Times New Roman" panose="02020603050405020304" pitchFamily="18" charset="0"/>
                <a:ea typeface="华康简宋" charset="-122"/>
                <a:cs typeface="Times New Roman" panose="02020603050405020304" pitchFamily="18" charset="0"/>
              </a:endParaRPr>
            </a:p>
          </p:txBody>
        </p:sp>
        <p:sp>
          <p:nvSpPr>
            <p:cNvPr id="28" name="Rectangle 2642">
              <a:extLst>
                <a:ext uri="{FF2B5EF4-FFF2-40B4-BE49-F238E27FC236}">
                  <a16:creationId xmlns:a16="http://schemas.microsoft.com/office/drawing/2014/main" id="{2BC8E5A0-6249-FE77-C51A-7508632FE10B}"/>
                </a:ext>
              </a:extLst>
            </p:cNvPr>
            <p:cNvSpPr>
              <a:spLocks noChangeArrowheads="1"/>
            </p:cNvSpPr>
            <p:nvPr/>
          </p:nvSpPr>
          <p:spPr bwMode="auto">
            <a:xfrm>
              <a:off x="1942" y="3371"/>
              <a:ext cx="330"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宋体" panose="02010600030101010101" pitchFamily="2" charset="-122"/>
                  <a:ea typeface="华康简宋" charset="-122"/>
                  <a:cs typeface="Times New Roman" panose="02020603050405020304" pitchFamily="18" charset="0"/>
                </a:rPr>
                <a:t>×</a:t>
              </a:r>
              <a:endParaRPr kumimoji="1" lang="en-US" altLang="zh-CN" sz="1400">
                <a:latin typeface="Times New Roman" panose="02020603050405020304" pitchFamily="18" charset="0"/>
                <a:ea typeface="华康简宋" charset="-122"/>
                <a:cs typeface="Times New Roman" panose="02020603050405020304" pitchFamily="18" charset="0"/>
              </a:endParaRPr>
            </a:p>
          </p:txBody>
        </p:sp>
        <p:sp>
          <p:nvSpPr>
            <p:cNvPr id="29" name="Rectangle 2641">
              <a:extLst>
                <a:ext uri="{FF2B5EF4-FFF2-40B4-BE49-F238E27FC236}">
                  <a16:creationId xmlns:a16="http://schemas.microsoft.com/office/drawing/2014/main" id="{D0058778-5E5C-BAE2-F35F-F4B42551705B}"/>
                </a:ext>
              </a:extLst>
            </p:cNvPr>
            <p:cNvSpPr>
              <a:spLocks noChangeArrowheads="1"/>
            </p:cNvSpPr>
            <p:nvPr/>
          </p:nvSpPr>
          <p:spPr bwMode="auto">
            <a:xfrm>
              <a:off x="1611" y="3371"/>
              <a:ext cx="331"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宋体" panose="02010600030101010101" pitchFamily="2" charset="-122"/>
                  <a:ea typeface="华康简宋" charset="-122"/>
                  <a:cs typeface="Times New Roman" panose="02020603050405020304" pitchFamily="18" charset="0"/>
                </a:rPr>
                <a:t>×</a:t>
              </a:r>
              <a:endParaRPr kumimoji="1" lang="en-US" altLang="zh-CN" sz="1400">
                <a:latin typeface="Times New Roman" panose="02020603050405020304" pitchFamily="18" charset="0"/>
                <a:ea typeface="华康简宋" charset="-122"/>
                <a:cs typeface="Times New Roman" panose="02020603050405020304" pitchFamily="18" charset="0"/>
              </a:endParaRPr>
            </a:p>
          </p:txBody>
        </p:sp>
        <p:sp>
          <p:nvSpPr>
            <p:cNvPr id="30" name="Rectangle 2640">
              <a:extLst>
                <a:ext uri="{FF2B5EF4-FFF2-40B4-BE49-F238E27FC236}">
                  <a16:creationId xmlns:a16="http://schemas.microsoft.com/office/drawing/2014/main" id="{210D5AC7-998D-E324-151C-39A469054F15}"/>
                </a:ext>
              </a:extLst>
            </p:cNvPr>
            <p:cNvSpPr>
              <a:spLocks noChangeArrowheads="1"/>
            </p:cNvSpPr>
            <p:nvPr/>
          </p:nvSpPr>
          <p:spPr bwMode="auto">
            <a:xfrm>
              <a:off x="1279" y="3371"/>
              <a:ext cx="332"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1</a:t>
              </a:r>
            </a:p>
          </p:txBody>
        </p:sp>
        <p:sp>
          <p:nvSpPr>
            <p:cNvPr id="31" name="Rectangle 2639">
              <a:extLst>
                <a:ext uri="{FF2B5EF4-FFF2-40B4-BE49-F238E27FC236}">
                  <a16:creationId xmlns:a16="http://schemas.microsoft.com/office/drawing/2014/main" id="{E4761B13-F976-94C3-228A-5A9EAD22036B}"/>
                </a:ext>
              </a:extLst>
            </p:cNvPr>
            <p:cNvSpPr>
              <a:spLocks noChangeArrowheads="1"/>
            </p:cNvSpPr>
            <p:nvPr/>
          </p:nvSpPr>
          <p:spPr bwMode="auto">
            <a:xfrm>
              <a:off x="950" y="3371"/>
              <a:ext cx="329"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32" name="Rectangle 2638">
              <a:extLst>
                <a:ext uri="{FF2B5EF4-FFF2-40B4-BE49-F238E27FC236}">
                  <a16:creationId xmlns:a16="http://schemas.microsoft.com/office/drawing/2014/main" id="{575CC171-0AA5-11B1-DDD8-6B062BCEE5A0}"/>
                </a:ext>
              </a:extLst>
            </p:cNvPr>
            <p:cNvSpPr>
              <a:spLocks noChangeArrowheads="1"/>
            </p:cNvSpPr>
            <p:nvPr/>
          </p:nvSpPr>
          <p:spPr bwMode="auto">
            <a:xfrm>
              <a:off x="619" y="3371"/>
              <a:ext cx="331"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宋体" panose="02010600030101010101" pitchFamily="2" charset="-122"/>
                  <a:ea typeface="华康简宋" charset="-122"/>
                  <a:cs typeface="Times New Roman" panose="02020603050405020304" pitchFamily="18" charset="0"/>
                </a:rPr>
                <a:t>×</a:t>
              </a:r>
              <a:endParaRPr kumimoji="1" lang="en-US" altLang="zh-CN" sz="1400">
                <a:latin typeface="Times New Roman" panose="02020603050405020304" pitchFamily="18" charset="0"/>
                <a:ea typeface="华康简宋" charset="-122"/>
                <a:cs typeface="Times New Roman" panose="02020603050405020304" pitchFamily="18" charset="0"/>
              </a:endParaRPr>
            </a:p>
          </p:txBody>
        </p:sp>
        <p:sp>
          <p:nvSpPr>
            <p:cNvPr id="33" name="Rectangle 2637">
              <a:extLst>
                <a:ext uri="{FF2B5EF4-FFF2-40B4-BE49-F238E27FC236}">
                  <a16:creationId xmlns:a16="http://schemas.microsoft.com/office/drawing/2014/main" id="{EC858EF6-1AEB-1B4A-4416-F6537BC11893}"/>
                </a:ext>
              </a:extLst>
            </p:cNvPr>
            <p:cNvSpPr>
              <a:spLocks noChangeArrowheads="1"/>
            </p:cNvSpPr>
            <p:nvPr/>
          </p:nvSpPr>
          <p:spPr bwMode="auto">
            <a:xfrm>
              <a:off x="113" y="3371"/>
              <a:ext cx="506"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1400">
                  <a:latin typeface="Times New Roman" panose="02020603050405020304" pitchFamily="18" charset="0"/>
                  <a:ea typeface="华康简宋" charset="-122"/>
                </a:rPr>
                <a:t>灭    灯</a:t>
              </a:r>
            </a:p>
          </p:txBody>
        </p:sp>
        <p:sp>
          <p:nvSpPr>
            <p:cNvPr id="34" name="Rectangle 2636">
              <a:extLst>
                <a:ext uri="{FF2B5EF4-FFF2-40B4-BE49-F238E27FC236}">
                  <a16:creationId xmlns:a16="http://schemas.microsoft.com/office/drawing/2014/main" id="{44480855-6B6D-F08F-609A-F629083B7A22}"/>
                </a:ext>
              </a:extLst>
            </p:cNvPr>
            <p:cNvSpPr>
              <a:spLocks noChangeArrowheads="1"/>
            </p:cNvSpPr>
            <p:nvPr/>
          </p:nvSpPr>
          <p:spPr bwMode="auto">
            <a:xfrm>
              <a:off x="5248" y="3044"/>
              <a:ext cx="46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spcAft>
                  <a:spcPct val="0"/>
                </a:spcAft>
                <a:buClr>
                  <a:schemeClr val="accent2"/>
                </a:buClr>
                <a:buFont typeface="Wingdings" panose="05000000000000000000" pitchFamily="2" charset="2"/>
                <a:buNone/>
              </a:pPr>
              <a:endParaRPr lang="zh-CN" altLang="zh-CN" sz="1400">
                <a:ea typeface="楷体_GB2312" pitchFamily="49" charset="-122"/>
              </a:endParaRPr>
            </a:p>
          </p:txBody>
        </p:sp>
        <p:sp>
          <p:nvSpPr>
            <p:cNvPr id="35" name="Rectangle 2635">
              <a:extLst>
                <a:ext uri="{FF2B5EF4-FFF2-40B4-BE49-F238E27FC236}">
                  <a16:creationId xmlns:a16="http://schemas.microsoft.com/office/drawing/2014/main" id="{E34E2328-43AB-3088-A01B-6D38E0F40D73}"/>
                </a:ext>
              </a:extLst>
            </p:cNvPr>
            <p:cNvSpPr>
              <a:spLocks noChangeArrowheads="1"/>
            </p:cNvSpPr>
            <p:nvPr/>
          </p:nvSpPr>
          <p:spPr bwMode="auto">
            <a:xfrm>
              <a:off x="4918" y="3044"/>
              <a:ext cx="33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1</a:t>
              </a:r>
            </a:p>
          </p:txBody>
        </p:sp>
        <p:sp>
          <p:nvSpPr>
            <p:cNvPr id="36" name="Rectangle 2634">
              <a:extLst>
                <a:ext uri="{FF2B5EF4-FFF2-40B4-BE49-F238E27FC236}">
                  <a16:creationId xmlns:a16="http://schemas.microsoft.com/office/drawing/2014/main" id="{C6BE8F39-C447-3B37-2996-D2550272ACCD}"/>
                </a:ext>
              </a:extLst>
            </p:cNvPr>
            <p:cNvSpPr>
              <a:spLocks noChangeArrowheads="1"/>
            </p:cNvSpPr>
            <p:nvPr/>
          </p:nvSpPr>
          <p:spPr bwMode="auto">
            <a:xfrm>
              <a:off x="4586" y="3044"/>
              <a:ext cx="33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1</a:t>
              </a:r>
            </a:p>
          </p:txBody>
        </p:sp>
        <p:sp>
          <p:nvSpPr>
            <p:cNvPr id="37" name="Rectangle 2633">
              <a:extLst>
                <a:ext uri="{FF2B5EF4-FFF2-40B4-BE49-F238E27FC236}">
                  <a16:creationId xmlns:a16="http://schemas.microsoft.com/office/drawing/2014/main" id="{6E457DC1-4FF1-29D7-BF2E-69D8B910766C}"/>
                </a:ext>
              </a:extLst>
            </p:cNvPr>
            <p:cNvSpPr>
              <a:spLocks noChangeArrowheads="1"/>
            </p:cNvSpPr>
            <p:nvPr/>
          </p:nvSpPr>
          <p:spPr bwMode="auto">
            <a:xfrm>
              <a:off x="4256" y="3044"/>
              <a:ext cx="33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1</a:t>
              </a:r>
            </a:p>
          </p:txBody>
        </p:sp>
        <p:sp>
          <p:nvSpPr>
            <p:cNvPr id="38" name="Rectangle 2632">
              <a:extLst>
                <a:ext uri="{FF2B5EF4-FFF2-40B4-BE49-F238E27FC236}">
                  <a16:creationId xmlns:a16="http://schemas.microsoft.com/office/drawing/2014/main" id="{E4C96C25-DD73-9867-EFD9-E4BF27B90842}"/>
                </a:ext>
              </a:extLst>
            </p:cNvPr>
            <p:cNvSpPr>
              <a:spLocks noChangeArrowheads="1"/>
            </p:cNvSpPr>
            <p:nvPr/>
          </p:nvSpPr>
          <p:spPr bwMode="auto">
            <a:xfrm>
              <a:off x="3926" y="3044"/>
              <a:ext cx="33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1</a:t>
              </a:r>
            </a:p>
          </p:txBody>
        </p:sp>
        <p:sp>
          <p:nvSpPr>
            <p:cNvPr id="39" name="Rectangle 2631">
              <a:extLst>
                <a:ext uri="{FF2B5EF4-FFF2-40B4-BE49-F238E27FC236}">
                  <a16:creationId xmlns:a16="http://schemas.microsoft.com/office/drawing/2014/main" id="{95FC2A44-618A-5F0D-753F-7214F74DF67D}"/>
                </a:ext>
              </a:extLst>
            </p:cNvPr>
            <p:cNvSpPr>
              <a:spLocks noChangeArrowheads="1"/>
            </p:cNvSpPr>
            <p:nvPr/>
          </p:nvSpPr>
          <p:spPr bwMode="auto">
            <a:xfrm>
              <a:off x="3595" y="3044"/>
              <a:ext cx="33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1</a:t>
              </a:r>
            </a:p>
          </p:txBody>
        </p:sp>
        <p:sp>
          <p:nvSpPr>
            <p:cNvPr id="40" name="Rectangle 2630">
              <a:extLst>
                <a:ext uri="{FF2B5EF4-FFF2-40B4-BE49-F238E27FC236}">
                  <a16:creationId xmlns:a16="http://schemas.microsoft.com/office/drawing/2014/main" id="{C2BF7429-FF1E-287D-2767-8AC45D089270}"/>
                </a:ext>
              </a:extLst>
            </p:cNvPr>
            <p:cNvSpPr>
              <a:spLocks noChangeArrowheads="1"/>
            </p:cNvSpPr>
            <p:nvPr/>
          </p:nvSpPr>
          <p:spPr bwMode="auto">
            <a:xfrm>
              <a:off x="3264" y="3044"/>
              <a:ext cx="33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1</a:t>
              </a:r>
            </a:p>
          </p:txBody>
        </p:sp>
        <p:sp>
          <p:nvSpPr>
            <p:cNvPr id="41" name="Rectangle 2629">
              <a:extLst>
                <a:ext uri="{FF2B5EF4-FFF2-40B4-BE49-F238E27FC236}">
                  <a16:creationId xmlns:a16="http://schemas.microsoft.com/office/drawing/2014/main" id="{788E5720-6291-07B2-D932-5953D6D8F960}"/>
                </a:ext>
              </a:extLst>
            </p:cNvPr>
            <p:cNvSpPr>
              <a:spLocks noChangeArrowheads="1"/>
            </p:cNvSpPr>
            <p:nvPr/>
          </p:nvSpPr>
          <p:spPr bwMode="auto">
            <a:xfrm>
              <a:off x="2934" y="3044"/>
              <a:ext cx="33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1</a:t>
              </a:r>
            </a:p>
          </p:txBody>
        </p:sp>
        <p:sp>
          <p:nvSpPr>
            <p:cNvPr id="42" name="Rectangle 2628">
              <a:extLst>
                <a:ext uri="{FF2B5EF4-FFF2-40B4-BE49-F238E27FC236}">
                  <a16:creationId xmlns:a16="http://schemas.microsoft.com/office/drawing/2014/main" id="{AC08FF68-4BC6-FC0E-2DA8-7E220F53652F}"/>
                </a:ext>
              </a:extLst>
            </p:cNvPr>
            <p:cNvSpPr>
              <a:spLocks noChangeArrowheads="1"/>
            </p:cNvSpPr>
            <p:nvPr/>
          </p:nvSpPr>
          <p:spPr bwMode="auto">
            <a:xfrm>
              <a:off x="2603" y="3044"/>
              <a:ext cx="33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宋体" panose="02010600030101010101" pitchFamily="2" charset="-122"/>
                  <a:ea typeface="华康简宋" charset="-122"/>
                  <a:cs typeface="Times New Roman" panose="02020603050405020304" pitchFamily="18" charset="0"/>
                </a:rPr>
                <a:t>×</a:t>
              </a:r>
              <a:endParaRPr kumimoji="1" lang="en-US" altLang="zh-CN" sz="1400">
                <a:latin typeface="Times New Roman" panose="02020603050405020304" pitchFamily="18" charset="0"/>
                <a:ea typeface="华康简宋" charset="-122"/>
                <a:cs typeface="Times New Roman" panose="02020603050405020304" pitchFamily="18" charset="0"/>
              </a:endParaRPr>
            </a:p>
          </p:txBody>
        </p:sp>
        <p:sp>
          <p:nvSpPr>
            <p:cNvPr id="43" name="Rectangle 2627">
              <a:extLst>
                <a:ext uri="{FF2B5EF4-FFF2-40B4-BE49-F238E27FC236}">
                  <a16:creationId xmlns:a16="http://schemas.microsoft.com/office/drawing/2014/main" id="{147CE467-D332-B55E-651C-E3D653C88109}"/>
                </a:ext>
              </a:extLst>
            </p:cNvPr>
            <p:cNvSpPr>
              <a:spLocks noChangeArrowheads="1"/>
            </p:cNvSpPr>
            <p:nvPr/>
          </p:nvSpPr>
          <p:spPr bwMode="auto">
            <a:xfrm>
              <a:off x="2272" y="3044"/>
              <a:ext cx="33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宋体" panose="02010600030101010101" pitchFamily="2" charset="-122"/>
                  <a:ea typeface="华康简宋" charset="-122"/>
                  <a:cs typeface="Times New Roman" panose="02020603050405020304" pitchFamily="18" charset="0"/>
                </a:rPr>
                <a:t>×</a:t>
              </a:r>
              <a:endParaRPr kumimoji="1" lang="en-US" altLang="zh-CN" sz="1400">
                <a:latin typeface="Times New Roman" panose="02020603050405020304" pitchFamily="18" charset="0"/>
                <a:ea typeface="华康简宋" charset="-122"/>
                <a:cs typeface="Times New Roman" panose="02020603050405020304" pitchFamily="18" charset="0"/>
              </a:endParaRPr>
            </a:p>
          </p:txBody>
        </p:sp>
        <p:sp>
          <p:nvSpPr>
            <p:cNvPr id="44" name="Rectangle 2626">
              <a:extLst>
                <a:ext uri="{FF2B5EF4-FFF2-40B4-BE49-F238E27FC236}">
                  <a16:creationId xmlns:a16="http://schemas.microsoft.com/office/drawing/2014/main" id="{2A6E466A-7D74-56CC-A90B-96E191B7EA48}"/>
                </a:ext>
              </a:extLst>
            </p:cNvPr>
            <p:cNvSpPr>
              <a:spLocks noChangeArrowheads="1"/>
            </p:cNvSpPr>
            <p:nvPr/>
          </p:nvSpPr>
          <p:spPr bwMode="auto">
            <a:xfrm>
              <a:off x="1942" y="3044"/>
              <a:ext cx="33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宋体" panose="02010600030101010101" pitchFamily="2" charset="-122"/>
                  <a:ea typeface="华康简宋" charset="-122"/>
                  <a:cs typeface="Times New Roman" panose="02020603050405020304" pitchFamily="18" charset="0"/>
                </a:rPr>
                <a:t>×</a:t>
              </a:r>
              <a:endParaRPr kumimoji="1" lang="en-US" altLang="zh-CN" sz="1400">
                <a:latin typeface="Times New Roman" panose="02020603050405020304" pitchFamily="18" charset="0"/>
                <a:ea typeface="华康简宋" charset="-122"/>
                <a:cs typeface="Times New Roman" panose="02020603050405020304" pitchFamily="18" charset="0"/>
              </a:endParaRPr>
            </a:p>
          </p:txBody>
        </p:sp>
        <p:sp>
          <p:nvSpPr>
            <p:cNvPr id="45" name="Rectangle 2625">
              <a:extLst>
                <a:ext uri="{FF2B5EF4-FFF2-40B4-BE49-F238E27FC236}">
                  <a16:creationId xmlns:a16="http://schemas.microsoft.com/office/drawing/2014/main" id="{04F9274E-E7AB-F0D7-A69C-562970B8976D}"/>
                </a:ext>
              </a:extLst>
            </p:cNvPr>
            <p:cNvSpPr>
              <a:spLocks noChangeArrowheads="1"/>
            </p:cNvSpPr>
            <p:nvPr/>
          </p:nvSpPr>
          <p:spPr bwMode="auto">
            <a:xfrm>
              <a:off x="1611" y="3044"/>
              <a:ext cx="33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宋体" panose="02010600030101010101" pitchFamily="2" charset="-122"/>
                  <a:ea typeface="华康简宋" charset="-122"/>
                  <a:cs typeface="Times New Roman" panose="02020603050405020304" pitchFamily="18" charset="0"/>
                </a:rPr>
                <a:t>×</a:t>
              </a:r>
              <a:endParaRPr kumimoji="1" lang="en-US" altLang="zh-CN" sz="1400">
                <a:latin typeface="Times New Roman" panose="02020603050405020304" pitchFamily="18" charset="0"/>
                <a:ea typeface="华康简宋" charset="-122"/>
                <a:cs typeface="Times New Roman" panose="02020603050405020304" pitchFamily="18" charset="0"/>
              </a:endParaRPr>
            </a:p>
          </p:txBody>
        </p:sp>
        <p:sp>
          <p:nvSpPr>
            <p:cNvPr id="46" name="Rectangle 2624">
              <a:extLst>
                <a:ext uri="{FF2B5EF4-FFF2-40B4-BE49-F238E27FC236}">
                  <a16:creationId xmlns:a16="http://schemas.microsoft.com/office/drawing/2014/main" id="{00F5B117-3360-DAF6-8F40-12467627DBEE}"/>
                </a:ext>
              </a:extLst>
            </p:cNvPr>
            <p:cNvSpPr>
              <a:spLocks noChangeArrowheads="1"/>
            </p:cNvSpPr>
            <p:nvPr/>
          </p:nvSpPr>
          <p:spPr bwMode="auto">
            <a:xfrm>
              <a:off x="1279" y="3044"/>
              <a:ext cx="33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47" name="Rectangle 2623">
              <a:extLst>
                <a:ext uri="{FF2B5EF4-FFF2-40B4-BE49-F238E27FC236}">
                  <a16:creationId xmlns:a16="http://schemas.microsoft.com/office/drawing/2014/main" id="{3A04D9EC-3737-4177-E150-DA039F57009A}"/>
                </a:ext>
              </a:extLst>
            </p:cNvPr>
            <p:cNvSpPr>
              <a:spLocks noChangeArrowheads="1"/>
            </p:cNvSpPr>
            <p:nvPr/>
          </p:nvSpPr>
          <p:spPr bwMode="auto">
            <a:xfrm>
              <a:off x="950" y="3044"/>
              <a:ext cx="32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宋体" panose="02010600030101010101" pitchFamily="2" charset="-122"/>
                  <a:ea typeface="华康简宋" charset="-122"/>
                  <a:cs typeface="Times New Roman" panose="02020603050405020304" pitchFamily="18" charset="0"/>
                </a:rPr>
                <a:t>×</a:t>
              </a:r>
              <a:endParaRPr kumimoji="1" lang="en-US" altLang="zh-CN" sz="1400">
                <a:latin typeface="Times New Roman" panose="02020603050405020304" pitchFamily="18" charset="0"/>
                <a:ea typeface="华康简宋" charset="-122"/>
                <a:cs typeface="Times New Roman" panose="02020603050405020304" pitchFamily="18" charset="0"/>
              </a:endParaRPr>
            </a:p>
          </p:txBody>
        </p:sp>
        <p:sp>
          <p:nvSpPr>
            <p:cNvPr id="48" name="Rectangle 2622">
              <a:extLst>
                <a:ext uri="{FF2B5EF4-FFF2-40B4-BE49-F238E27FC236}">
                  <a16:creationId xmlns:a16="http://schemas.microsoft.com/office/drawing/2014/main" id="{86F3D502-FE93-38BC-96BE-0AC12AABB206}"/>
                </a:ext>
              </a:extLst>
            </p:cNvPr>
            <p:cNvSpPr>
              <a:spLocks noChangeArrowheads="1"/>
            </p:cNvSpPr>
            <p:nvPr/>
          </p:nvSpPr>
          <p:spPr bwMode="auto">
            <a:xfrm>
              <a:off x="619" y="3044"/>
              <a:ext cx="33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宋体" panose="02010600030101010101" pitchFamily="2" charset="-122"/>
                  <a:ea typeface="华康简宋" charset="-122"/>
                  <a:cs typeface="Times New Roman" panose="02020603050405020304" pitchFamily="18" charset="0"/>
                </a:rPr>
                <a:t>×</a:t>
              </a:r>
              <a:endParaRPr kumimoji="1" lang="en-US" altLang="zh-CN" sz="1400">
                <a:latin typeface="Times New Roman" panose="02020603050405020304" pitchFamily="18" charset="0"/>
                <a:ea typeface="华康简宋" charset="-122"/>
                <a:cs typeface="Times New Roman" panose="02020603050405020304" pitchFamily="18" charset="0"/>
              </a:endParaRPr>
            </a:p>
          </p:txBody>
        </p:sp>
        <p:sp>
          <p:nvSpPr>
            <p:cNvPr id="49" name="Rectangle 2621">
              <a:extLst>
                <a:ext uri="{FF2B5EF4-FFF2-40B4-BE49-F238E27FC236}">
                  <a16:creationId xmlns:a16="http://schemas.microsoft.com/office/drawing/2014/main" id="{52A992CF-DCDB-4161-005A-4A418AB153F0}"/>
                </a:ext>
              </a:extLst>
            </p:cNvPr>
            <p:cNvSpPr>
              <a:spLocks noChangeArrowheads="1"/>
            </p:cNvSpPr>
            <p:nvPr/>
          </p:nvSpPr>
          <p:spPr bwMode="auto">
            <a:xfrm>
              <a:off x="113" y="3044"/>
              <a:ext cx="50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1400">
                  <a:latin typeface="Times New Roman" panose="02020603050405020304" pitchFamily="18" charset="0"/>
                  <a:ea typeface="华康简宋" charset="-122"/>
                </a:rPr>
                <a:t>灯 测 试</a:t>
              </a:r>
            </a:p>
          </p:txBody>
        </p:sp>
        <p:sp>
          <p:nvSpPr>
            <p:cNvPr id="50" name="Rectangle 2620">
              <a:extLst>
                <a:ext uri="{FF2B5EF4-FFF2-40B4-BE49-F238E27FC236}">
                  <a16:creationId xmlns:a16="http://schemas.microsoft.com/office/drawing/2014/main" id="{5593EC5D-E06A-BC74-49A1-4C743C37616C}"/>
                </a:ext>
              </a:extLst>
            </p:cNvPr>
            <p:cNvSpPr>
              <a:spLocks noChangeArrowheads="1"/>
            </p:cNvSpPr>
            <p:nvPr/>
          </p:nvSpPr>
          <p:spPr bwMode="auto">
            <a:xfrm>
              <a:off x="5248" y="2765"/>
              <a:ext cx="467"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1400">
                  <a:latin typeface="Times New Roman" panose="02020603050405020304" pitchFamily="18" charset="0"/>
                  <a:ea typeface="华康简宋" charset="-122"/>
                </a:rPr>
                <a:t>熄灭</a:t>
              </a:r>
            </a:p>
          </p:txBody>
        </p:sp>
        <p:sp>
          <p:nvSpPr>
            <p:cNvPr id="51" name="Rectangle 2619">
              <a:extLst>
                <a:ext uri="{FF2B5EF4-FFF2-40B4-BE49-F238E27FC236}">
                  <a16:creationId xmlns:a16="http://schemas.microsoft.com/office/drawing/2014/main" id="{2FECFA26-9979-192C-C42B-C22F6B59C5E7}"/>
                </a:ext>
              </a:extLst>
            </p:cNvPr>
            <p:cNvSpPr>
              <a:spLocks noChangeArrowheads="1"/>
            </p:cNvSpPr>
            <p:nvPr/>
          </p:nvSpPr>
          <p:spPr bwMode="auto">
            <a:xfrm>
              <a:off x="4918" y="2765"/>
              <a:ext cx="330"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52" name="Rectangle 2618">
              <a:extLst>
                <a:ext uri="{FF2B5EF4-FFF2-40B4-BE49-F238E27FC236}">
                  <a16:creationId xmlns:a16="http://schemas.microsoft.com/office/drawing/2014/main" id="{94834578-5CCC-59EA-7372-0D49CC312CAE}"/>
                </a:ext>
              </a:extLst>
            </p:cNvPr>
            <p:cNvSpPr>
              <a:spLocks noChangeArrowheads="1"/>
            </p:cNvSpPr>
            <p:nvPr/>
          </p:nvSpPr>
          <p:spPr bwMode="auto">
            <a:xfrm>
              <a:off x="4586" y="2765"/>
              <a:ext cx="332"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53" name="Rectangle 2617">
              <a:extLst>
                <a:ext uri="{FF2B5EF4-FFF2-40B4-BE49-F238E27FC236}">
                  <a16:creationId xmlns:a16="http://schemas.microsoft.com/office/drawing/2014/main" id="{BE9342E6-9910-87F7-DD4E-FF14F850B358}"/>
                </a:ext>
              </a:extLst>
            </p:cNvPr>
            <p:cNvSpPr>
              <a:spLocks noChangeArrowheads="1"/>
            </p:cNvSpPr>
            <p:nvPr/>
          </p:nvSpPr>
          <p:spPr bwMode="auto">
            <a:xfrm>
              <a:off x="4256" y="2765"/>
              <a:ext cx="330"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54" name="Rectangle 2616">
              <a:extLst>
                <a:ext uri="{FF2B5EF4-FFF2-40B4-BE49-F238E27FC236}">
                  <a16:creationId xmlns:a16="http://schemas.microsoft.com/office/drawing/2014/main" id="{E4F1DE49-6F90-4FE3-515C-AD5F3A12519F}"/>
                </a:ext>
              </a:extLst>
            </p:cNvPr>
            <p:cNvSpPr>
              <a:spLocks noChangeArrowheads="1"/>
            </p:cNvSpPr>
            <p:nvPr/>
          </p:nvSpPr>
          <p:spPr bwMode="auto">
            <a:xfrm>
              <a:off x="3926" y="2765"/>
              <a:ext cx="330"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55" name="Rectangle 2615">
              <a:extLst>
                <a:ext uri="{FF2B5EF4-FFF2-40B4-BE49-F238E27FC236}">
                  <a16:creationId xmlns:a16="http://schemas.microsoft.com/office/drawing/2014/main" id="{CAE1931C-0D9C-C82E-05A6-21FE06D34793}"/>
                </a:ext>
              </a:extLst>
            </p:cNvPr>
            <p:cNvSpPr>
              <a:spLocks noChangeArrowheads="1"/>
            </p:cNvSpPr>
            <p:nvPr/>
          </p:nvSpPr>
          <p:spPr bwMode="auto">
            <a:xfrm>
              <a:off x="3595" y="2765"/>
              <a:ext cx="331"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56" name="Rectangle 2614">
              <a:extLst>
                <a:ext uri="{FF2B5EF4-FFF2-40B4-BE49-F238E27FC236}">
                  <a16:creationId xmlns:a16="http://schemas.microsoft.com/office/drawing/2014/main" id="{1390A821-6927-FF96-F9D9-4F68588EAABC}"/>
                </a:ext>
              </a:extLst>
            </p:cNvPr>
            <p:cNvSpPr>
              <a:spLocks noChangeArrowheads="1"/>
            </p:cNvSpPr>
            <p:nvPr/>
          </p:nvSpPr>
          <p:spPr bwMode="auto">
            <a:xfrm>
              <a:off x="3264" y="2765"/>
              <a:ext cx="331"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57" name="Rectangle 2613">
              <a:extLst>
                <a:ext uri="{FF2B5EF4-FFF2-40B4-BE49-F238E27FC236}">
                  <a16:creationId xmlns:a16="http://schemas.microsoft.com/office/drawing/2014/main" id="{45D8DB9A-EF6D-A115-3DD4-DCEA569D528E}"/>
                </a:ext>
              </a:extLst>
            </p:cNvPr>
            <p:cNvSpPr>
              <a:spLocks noChangeArrowheads="1"/>
            </p:cNvSpPr>
            <p:nvPr/>
          </p:nvSpPr>
          <p:spPr bwMode="auto">
            <a:xfrm>
              <a:off x="2934" y="2765"/>
              <a:ext cx="330"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58" name="Rectangle 2612">
              <a:extLst>
                <a:ext uri="{FF2B5EF4-FFF2-40B4-BE49-F238E27FC236}">
                  <a16:creationId xmlns:a16="http://schemas.microsoft.com/office/drawing/2014/main" id="{12B01949-ECC0-F196-1D2E-E506E24FA2FF}"/>
                </a:ext>
              </a:extLst>
            </p:cNvPr>
            <p:cNvSpPr>
              <a:spLocks noChangeArrowheads="1"/>
            </p:cNvSpPr>
            <p:nvPr/>
          </p:nvSpPr>
          <p:spPr bwMode="auto">
            <a:xfrm>
              <a:off x="2603" y="2765"/>
              <a:ext cx="331"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1</a:t>
              </a:r>
            </a:p>
          </p:txBody>
        </p:sp>
        <p:sp>
          <p:nvSpPr>
            <p:cNvPr id="59" name="Rectangle 2611">
              <a:extLst>
                <a:ext uri="{FF2B5EF4-FFF2-40B4-BE49-F238E27FC236}">
                  <a16:creationId xmlns:a16="http://schemas.microsoft.com/office/drawing/2014/main" id="{00616E6A-E500-7860-BA2C-278EFB0F5018}"/>
                </a:ext>
              </a:extLst>
            </p:cNvPr>
            <p:cNvSpPr>
              <a:spLocks noChangeArrowheads="1"/>
            </p:cNvSpPr>
            <p:nvPr/>
          </p:nvSpPr>
          <p:spPr bwMode="auto">
            <a:xfrm>
              <a:off x="2272" y="2765"/>
              <a:ext cx="331"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1</a:t>
              </a:r>
            </a:p>
          </p:txBody>
        </p:sp>
        <p:sp>
          <p:nvSpPr>
            <p:cNvPr id="60" name="Rectangle 2610">
              <a:extLst>
                <a:ext uri="{FF2B5EF4-FFF2-40B4-BE49-F238E27FC236}">
                  <a16:creationId xmlns:a16="http://schemas.microsoft.com/office/drawing/2014/main" id="{B8535DAD-EA25-78B1-A2E6-4753994B3E45}"/>
                </a:ext>
              </a:extLst>
            </p:cNvPr>
            <p:cNvSpPr>
              <a:spLocks noChangeArrowheads="1"/>
            </p:cNvSpPr>
            <p:nvPr/>
          </p:nvSpPr>
          <p:spPr bwMode="auto">
            <a:xfrm>
              <a:off x="1942" y="2765"/>
              <a:ext cx="330"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1</a:t>
              </a:r>
            </a:p>
          </p:txBody>
        </p:sp>
        <p:sp>
          <p:nvSpPr>
            <p:cNvPr id="61" name="Rectangle 2609">
              <a:extLst>
                <a:ext uri="{FF2B5EF4-FFF2-40B4-BE49-F238E27FC236}">
                  <a16:creationId xmlns:a16="http://schemas.microsoft.com/office/drawing/2014/main" id="{47C4BA17-72CC-88A1-A94A-5BDFACE87F71}"/>
                </a:ext>
              </a:extLst>
            </p:cNvPr>
            <p:cNvSpPr>
              <a:spLocks noChangeArrowheads="1"/>
            </p:cNvSpPr>
            <p:nvPr/>
          </p:nvSpPr>
          <p:spPr bwMode="auto">
            <a:xfrm>
              <a:off x="1611" y="2765"/>
              <a:ext cx="331"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1</a:t>
              </a:r>
            </a:p>
          </p:txBody>
        </p:sp>
        <p:sp>
          <p:nvSpPr>
            <p:cNvPr id="62" name="Rectangle 2608">
              <a:extLst>
                <a:ext uri="{FF2B5EF4-FFF2-40B4-BE49-F238E27FC236}">
                  <a16:creationId xmlns:a16="http://schemas.microsoft.com/office/drawing/2014/main" id="{4635BC43-E755-91BA-7807-B8D50E727E9A}"/>
                </a:ext>
              </a:extLst>
            </p:cNvPr>
            <p:cNvSpPr>
              <a:spLocks noChangeArrowheads="1"/>
            </p:cNvSpPr>
            <p:nvPr/>
          </p:nvSpPr>
          <p:spPr bwMode="auto">
            <a:xfrm>
              <a:off x="1279" y="2765"/>
              <a:ext cx="332"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1</a:t>
              </a:r>
            </a:p>
          </p:txBody>
        </p:sp>
        <p:sp>
          <p:nvSpPr>
            <p:cNvPr id="63" name="Rectangle 2607">
              <a:extLst>
                <a:ext uri="{FF2B5EF4-FFF2-40B4-BE49-F238E27FC236}">
                  <a16:creationId xmlns:a16="http://schemas.microsoft.com/office/drawing/2014/main" id="{1A765EE1-1DB0-77B2-21D0-238CABB47A0B}"/>
                </a:ext>
              </a:extLst>
            </p:cNvPr>
            <p:cNvSpPr>
              <a:spLocks noChangeArrowheads="1"/>
            </p:cNvSpPr>
            <p:nvPr/>
          </p:nvSpPr>
          <p:spPr bwMode="auto">
            <a:xfrm>
              <a:off x="950" y="2765"/>
              <a:ext cx="329"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1</a:t>
              </a:r>
            </a:p>
          </p:txBody>
        </p:sp>
        <p:sp>
          <p:nvSpPr>
            <p:cNvPr id="64" name="Rectangle 2606">
              <a:extLst>
                <a:ext uri="{FF2B5EF4-FFF2-40B4-BE49-F238E27FC236}">
                  <a16:creationId xmlns:a16="http://schemas.microsoft.com/office/drawing/2014/main" id="{90F1A957-8B57-9752-3A96-A738694195DC}"/>
                </a:ext>
              </a:extLst>
            </p:cNvPr>
            <p:cNvSpPr>
              <a:spLocks noChangeArrowheads="1"/>
            </p:cNvSpPr>
            <p:nvPr/>
          </p:nvSpPr>
          <p:spPr bwMode="auto">
            <a:xfrm>
              <a:off x="619" y="2765"/>
              <a:ext cx="331"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65" name="Rectangle 2605">
              <a:extLst>
                <a:ext uri="{FF2B5EF4-FFF2-40B4-BE49-F238E27FC236}">
                  <a16:creationId xmlns:a16="http://schemas.microsoft.com/office/drawing/2014/main" id="{1CD966D1-2B8D-43ED-1D11-8BFDEB1E5D48}"/>
                </a:ext>
              </a:extLst>
            </p:cNvPr>
            <p:cNvSpPr>
              <a:spLocks noChangeArrowheads="1"/>
            </p:cNvSpPr>
            <p:nvPr/>
          </p:nvSpPr>
          <p:spPr bwMode="auto">
            <a:xfrm>
              <a:off x="113" y="2765"/>
              <a:ext cx="506"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15</a:t>
              </a:r>
            </a:p>
          </p:txBody>
        </p:sp>
        <p:sp>
          <p:nvSpPr>
            <p:cNvPr id="66" name="Rectangle 2604">
              <a:extLst>
                <a:ext uri="{FF2B5EF4-FFF2-40B4-BE49-F238E27FC236}">
                  <a16:creationId xmlns:a16="http://schemas.microsoft.com/office/drawing/2014/main" id="{CB5C6B5E-90BD-EA6C-F281-EFECD7C63D77}"/>
                </a:ext>
              </a:extLst>
            </p:cNvPr>
            <p:cNvSpPr>
              <a:spLocks noChangeArrowheads="1"/>
            </p:cNvSpPr>
            <p:nvPr/>
          </p:nvSpPr>
          <p:spPr bwMode="auto">
            <a:xfrm>
              <a:off x="5248" y="2486"/>
              <a:ext cx="467"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1400">
                  <a:latin typeface="Times New Roman" panose="02020603050405020304" pitchFamily="18" charset="0"/>
                  <a:ea typeface="华康简宋" charset="-122"/>
                </a:rPr>
                <a:t>熄灭</a:t>
              </a:r>
            </a:p>
          </p:txBody>
        </p:sp>
        <p:sp>
          <p:nvSpPr>
            <p:cNvPr id="67" name="Rectangle 2603">
              <a:extLst>
                <a:ext uri="{FF2B5EF4-FFF2-40B4-BE49-F238E27FC236}">
                  <a16:creationId xmlns:a16="http://schemas.microsoft.com/office/drawing/2014/main" id="{251DCC2F-9F33-28EC-5D0B-D11B916178F1}"/>
                </a:ext>
              </a:extLst>
            </p:cNvPr>
            <p:cNvSpPr>
              <a:spLocks noChangeArrowheads="1"/>
            </p:cNvSpPr>
            <p:nvPr/>
          </p:nvSpPr>
          <p:spPr bwMode="auto">
            <a:xfrm>
              <a:off x="4918" y="2486"/>
              <a:ext cx="330"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68" name="Rectangle 2602">
              <a:extLst>
                <a:ext uri="{FF2B5EF4-FFF2-40B4-BE49-F238E27FC236}">
                  <a16:creationId xmlns:a16="http://schemas.microsoft.com/office/drawing/2014/main" id="{1B6158A2-8AC7-04B2-430E-61D120E537D0}"/>
                </a:ext>
              </a:extLst>
            </p:cNvPr>
            <p:cNvSpPr>
              <a:spLocks noChangeArrowheads="1"/>
            </p:cNvSpPr>
            <p:nvPr/>
          </p:nvSpPr>
          <p:spPr bwMode="auto">
            <a:xfrm>
              <a:off x="4586" y="2486"/>
              <a:ext cx="332"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69" name="Rectangle 2601">
              <a:extLst>
                <a:ext uri="{FF2B5EF4-FFF2-40B4-BE49-F238E27FC236}">
                  <a16:creationId xmlns:a16="http://schemas.microsoft.com/office/drawing/2014/main" id="{1A04DE35-CF99-6098-7D6A-239AEC4BDBE8}"/>
                </a:ext>
              </a:extLst>
            </p:cNvPr>
            <p:cNvSpPr>
              <a:spLocks noChangeArrowheads="1"/>
            </p:cNvSpPr>
            <p:nvPr/>
          </p:nvSpPr>
          <p:spPr bwMode="auto">
            <a:xfrm>
              <a:off x="4256" y="2486"/>
              <a:ext cx="330"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70" name="Rectangle 2600">
              <a:extLst>
                <a:ext uri="{FF2B5EF4-FFF2-40B4-BE49-F238E27FC236}">
                  <a16:creationId xmlns:a16="http://schemas.microsoft.com/office/drawing/2014/main" id="{B2F2DEEC-D957-B808-602E-CCADB7C68E8E}"/>
                </a:ext>
              </a:extLst>
            </p:cNvPr>
            <p:cNvSpPr>
              <a:spLocks noChangeArrowheads="1"/>
            </p:cNvSpPr>
            <p:nvPr/>
          </p:nvSpPr>
          <p:spPr bwMode="auto">
            <a:xfrm>
              <a:off x="3926" y="2486"/>
              <a:ext cx="330"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71" name="Rectangle 2599">
              <a:extLst>
                <a:ext uri="{FF2B5EF4-FFF2-40B4-BE49-F238E27FC236}">
                  <a16:creationId xmlns:a16="http://schemas.microsoft.com/office/drawing/2014/main" id="{1FBA883A-0626-4CA6-1210-1569543D801E}"/>
                </a:ext>
              </a:extLst>
            </p:cNvPr>
            <p:cNvSpPr>
              <a:spLocks noChangeArrowheads="1"/>
            </p:cNvSpPr>
            <p:nvPr/>
          </p:nvSpPr>
          <p:spPr bwMode="auto">
            <a:xfrm>
              <a:off x="3595" y="2486"/>
              <a:ext cx="331"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72" name="Rectangle 2598">
              <a:extLst>
                <a:ext uri="{FF2B5EF4-FFF2-40B4-BE49-F238E27FC236}">
                  <a16:creationId xmlns:a16="http://schemas.microsoft.com/office/drawing/2014/main" id="{63701EB3-D62B-CBEB-2842-F30691CEEBD6}"/>
                </a:ext>
              </a:extLst>
            </p:cNvPr>
            <p:cNvSpPr>
              <a:spLocks noChangeArrowheads="1"/>
            </p:cNvSpPr>
            <p:nvPr/>
          </p:nvSpPr>
          <p:spPr bwMode="auto">
            <a:xfrm>
              <a:off x="3264" y="2486"/>
              <a:ext cx="331"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73" name="Rectangle 2597">
              <a:extLst>
                <a:ext uri="{FF2B5EF4-FFF2-40B4-BE49-F238E27FC236}">
                  <a16:creationId xmlns:a16="http://schemas.microsoft.com/office/drawing/2014/main" id="{CA8D88D3-F1E7-7C70-3283-D030C0684F08}"/>
                </a:ext>
              </a:extLst>
            </p:cNvPr>
            <p:cNvSpPr>
              <a:spLocks noChangeArrowheads="1"/>
            </p:cNvSpPr>
            <p:nvPr/>
          </p:nvSpPr>
          <p:spPr bwMode="auto">
            <a:xfrm>
              <a:off x="2934" y="2486"/>
              <a:ext cx="330"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74" name="Rectangle 2596">
              <a:extLst>
                <a:ext uri="{FF2B5EF4-FFF2-40B4-BE49-F238E27FC236}">
                  <a16:creationId xmlns:a16="http://schemas.microsoft.com/office/drawing/2014/main" id="{1D046B48-C4E5-9FF3-70F1-0534C90A6624}"/>
                </a:ext>
              </a:extLst>
            </p:cNvPr>
            <p:cNvSpPr>
              <a:spLocks noChangeArrowheads="1"/>
            </p:cNvSpPr>
            <p:nvPr/>
          </p:nvSpPr>
          <p:spPr bwMode="auto">
            <a:xfrm>
              <a:off x="2603" y="2486"/>
              <a:ext cx="331"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75" name="Rectangle 2595">
              <a:extLst>
                <a:ext uri="{FF2B5EF4-FFF2-40B4-BE49-F238E27FC236}">
                  <a16:creationId xmlns:a16="http://schemas.microsoft.com/office/drawing/2014/main" id="{4AF357D3-59AA-3072-4789-5EAD6593E4ED}"/>
                </a:ext>
              </a:extLst>
            </p:cNvPr>
            <p:cNvSpPr>
              <a:spLocks noChangeArrowheads="1"/>
            </p:cNvSpPr>
            <p:nvPr/>
          </p:nvSpPr>
          <p:spPr bwMode="auto">
            <a:xfrm>
              <a:off x="2272" y="2486"/>
              <a:ext cx="331"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1</a:t>
              </a:r>
            </a:p>
          </p:txBody>
        </p:sp>
        <p:sp>
          <p:nvSpPr>
            <p:cNvPr id="76" name="Rectangle 2594">
              <a:extLst>
                <a:ext uri="{FF2B5EF4-FFF2-40B4-BE49-F238E27FC236}">
                  <a16:creationId xmlns:a16="http://schemas.microsoft.com/office/drawing/2014/main" id="{7461E6F3-F53C-6A92-E955-333661E71800}"/>
                </a:ext>
              </a:extLst>
            </p:cNvPr>
            <p:cNvSpPr>
              <a:spLocks noChangeArrowheads="1"/>
            </p:cNvSpPr>
            <p:nvPr/>
          </p:nvSpPr>
          <p:spPr bwMode="auto">
            <a:xfrm>
              <a:off x="1942" y="2486"/>
              <a:ext cx="330"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1</a:t>
              </a:r>
            </a:p>
          </p:txBody>
        </p:sp>
        <p:sp>
          <p:nvSpPr>
            <p:cNvPr id="77" name="Rectangle 2593">
              <a:extLst>
                <a:ext uri="{FF2B5EF4-FFF2-40B4-BE49-F238E27FC236}">
                  <a16:creationId xmlns:a16="http://schemas.microsoft.com/office/drawing/2014/main" id="{A6AA5471-0164-ABB5-66D2-9BD05192B73A}"/>
                </a:ext>
              </a:extLst>
            </p:cNvPr>
            <p:cNvSpPr>
              <a:spLocks noChangeArrowheads="1"/>
            </p:cNvSpPr>
            <p:nvPr/>
          </p:nvSpPr>
          <p:spPr bwMode="auto">
            <a:xfrm>
              <a:off x="1611" y="2486"/>
              <a:ext cx="331"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1</a:t>
              </a:r>
            </a:p>
          </p:txBody>
        </p:sp>
        <p:sp>
          <p:nvSpPr>
            <p:cNvPr id="78" name="Rectangle 2592">
              <a:extLst>
                <a:ext uri="{FF2B5EF4-FFF2-40B4-BE49-F238E27FC236}">
                  <a16:creationId xmlns:a16="http://schemas.microsoft.com/office/drawing/2014/main" id="{8A747D0B-A9B6-EFE2-4F0F-FCAA91F0951B}"/>
                </a:ext>
              </a:extLst>
            </p:cNvPr>
            <p:cNvSpPr>
              <a:spLocks noChangeArrowheads="1"/>
            </p:cNvSpPr>
            <p:nvPr/>
          </p:nvSpPr>
          <p:spPr bwMode="auto">
            <a:xfrm>
              <a:off x="1279" y="2486"/>
              <a:ext cx="332"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1</a:t>
              </a:r>
            </a:p>
          </p:txBody>
        </p:sp>
        <p:sp>
          <p:nvSpPr>
            <p:cNvPr id="79" name="Rectangle 2591">
              <a:extLst>
                <a:ext uri="{FF2B5EF4-FFF2-40B4-BE49-F238E27FC236}">
                  <a16:creationId xmlns:a16="http://schemas.microsoft.com/office/drawing/2014/main" id="{6A68F7EC-E682-AF3D-5262-40ACF7D5AB99}"/>
                </a:ext>
              </a:extLst>
            </p:cNvPr>
            <p:cNvSpPr>
              <a:spLocks noChangeArrowheads="1"/>
            </p:cNvSpPr>
            <p:nvPr/>
          </p:nvSpPr>
          <p:spPr bwMode="auto">
            <a:xfrm>
              <a:off x="950" y="2486"/>
              <a:ext cx="329"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1</a:t>
              </a:r>
            </a:p>
          </p:txBody>
        </p:sp>
        <p:sp>
          <p:nvSpPr>
            <p:cNvPr id="80" name="Rectangle 2590">
              <a:extLst>
                <a:ext uri="{FF2B5EF4-FFF2-40B4-BE49-F238E27FC236}">
                  <a16:creationId xmlns:a16="http://schemas.microsoft.com/office/drawing/2014/main" id="{C52310C8-5B48-DD93-A490-05AA06A7CFAB}"/>
                </a:ext>
              </a:extLst>
            </p:cNvPr>
            <p:cNvSpPr>
              <a:spLocks noChangeArrowheads="1"/>
            </p:cNvSpPr>
            <p:nvPr/>
          </p:nvSpPr>
          <p:spPr bwMode="auto">
            <a:xfrm>
              <a:off x="619" y="2486"/>
              <a:ext cx="331"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81" name="Rectangle 2589">
              <a:extLst>
                <a:ext uri="{FF2B5EF4-FFF2-40B4-BE49-F238E27FC236}">
                  <a16:creationId xmlns:a16="http://schemas.microsoft.com/office/drawing/2014/main" id="{9DF5BE4E-06AC-CDF3-625C-58CAF1BD733F}"/>
                </a:ext>
              </a:extLst>
            </p:cNvPr>
            <p:cNvSpPr>
              <a:spLocks noChangeArrowheads="1"/>
            </p:cNvSpPr>
            <p:nvPr/>
          </p:nvSpPr>
          <p:spPr bwMode="auto">
            <a:xfrm>
              <a:off x="113" y="2486"/>
              <a:ext cx="506"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14</a:t>
              </a:r>
            </a:p>
          </p:txBody>
        </p:sp>
        <p:sp>
          <p:nvSpPr>
            <p:cNvPr id="82" name="Rectangle 2588">
              <a:extLst>
                <a:ext uri="{FF2B5EF4-FFF2-40B4-BE49-F238E27FC236}">
                  <a16:creationId xmlns:a16="http://schemas.microsoft.com/office/drawing/2014/main" id="{5BF277EE-C9D7-48FE-F3C0-8135489A671E}"/>
                </a:ext>
              </a:extLst>
            </p:cNvPr>
            <p:cNvSpPr>
              <a:spLocks noChangeArrowheads="1"/>
            </p:cNvSpPr>
            <p:nvPr/>
          </p:nvSpPr>
          <p:spPr bwMode="auto">
            <a:xfrm>
              <a:off x="5248" y="2207"/>
              <a:ext cx="467"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1400">
                  <a:latin typeface="Times New Roman" panose="02020603050405020304" pitchFamily="18" charset="0"/>
                  <a:ea typeface="华康简宋" charset="-122"/>
                </a:rPr>
                <a:t>熄灭</a:t>
              </a:r>
            </a:p>
          </p:txBody>
        </p:sp>
        <p:sp>
          <p:nvSpPr>
            <p:cNvPr id="83" name="Rectangle 2587">
              <a:extLst>
                <a:ext uri="{FF2B5EF4-FFF2-40B4-BE49-F238E27FC236}">
                  <a16:creationId xmlns:a16="http://schemas.microsoft.com/office/drawing/2014/main" id="{C89C53A3-AA36-96D7-CED8-1C38FD3E4C03}"/>
                </a:ext>
              </a:extLst>
            </p:cNvPr>
            <p:cNvSpPr>
              <a:spLocks noChangeArrowheads="1"/>
            </p:cNvSpPr>
            <p:nvPr/>
          </p:nvSpPr>
          <p:spPr bwMode="auto">
            <a:xfrm>
              <a:off x="4918" y="2207"/>
              <a:ext cx="330"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84" name="Rectangle 2586">
              <a:extLst>
                <a:ext uri="{FF2B5EF4-FFF2-40B4-BE49-F238E27FC236}">
                  <a16:creationId xmlns:a16="http://schemas.microsoft.com/office/drawing/2014/main" id="{D32964F1-7434-0BC3-25BC-EFAE34B3DF58}"/>
                </a:ext>
              </a:extLst>
            </p:cNvPr>
            <p:cNvSpPr>
              <a:spLocks noChangeArrowheads="1"/>
            </p:cNvSpPr>
            <p:nvPr/>
          </p:nvSpPr>
          <p:spPr bwMode="auto">
            <a:xfrm>
              <a:off x="4586" y="2207"/>
              <a:ext cx="332"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85" name="Rectangle 2585">
              <a:extLst>
                <a:ext uri="{FF2B5EF4-FFF2-40B4-BE49-F238E27FC236}">
                  <a16:creationId xmlns:a16="http://schemas.microsoft.com/office/drawing/2014/main" id="{34E0FD0C-8A22-5E28-3F98-1E5B79F3E02C}"/>
                </a:ext>
              </a:extLst>
            </p:cNvPr>
            <p:cNvSpPr>
              <a:spLocks noChangeArrowheads="1"/>
            </p:cNvSpPr>
            <p:nvPr/>
          </p:nvSpPr>
          <p:spPr bwMode="auto">
            <a:xfrm>
              <a:off x="4256" y="2207"/>
              <a:ext cx="330"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86" name="Rectangle 2584">
              <a:extLst>
                <a:ext uri="{FF2B5EF4-FFF2-40B4-BE49-F238E27FC236}">
                  <a16:creationId xmlns:a16="http://schemas.microsoft.com/office/drawing/2014/main" id="{AA3EDAC5-B5B0-1EBA-75E6-E04427A87585}"/>
                </a:ext>
              </a:extLst>
            </p:cNvPr>
            <p:cNvSpPr>
              <a:spLocks noChangeArrowheads="1"/>
            </p:cNvSpPr>
            <p:nvPr/>
          </p:nvSpPr>
          <p:spPr bwMode="auto">
            <a:xfrm>
              <a:off x="3926" y="2207"/>
              <a:ext cx="330"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87" name="Rectangle 2583">
              <a:extLst>
                <a:ext uri="{FF2B5EF4-FFF2-40B4-BE49-F238E27FC236}">
                  <a16:creationId xmlns:a16="http://schemas.microsoft.com/office/drawing/2014/main" id="{E0905D7B-6B99-3CEB-363B-F921D63F1CF4}"/>
                </a:ext>
              </a:extLst>
            </p:cNvPr>
            <p:cNvSpPr>
              <a:spLocks noChangeArrowheads="1"/>
            </p:cNvSpPr>
            <p:nvPr/>
          </p:nvSpPr>
          <p:spPr bwMode="auto">
            <a:xfrm>
              <a:off x="3595" y="2207"/>
              <a:ext cx="331"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88" name="Rectangle 2582">
              <a:extLst>
                <a:ext uri="{FF2B5EF4-FFF2-40B4-BE49-F238E27FC236}">
                  <a16:creationId xmlns:a16="http://schemas.microsoft.com/office/drawing/2014/main" id="{D63190B5-31B5-E35C-5D9E-EA7A7EE53F8F}"/>
                </a:ext>
              </a:extLst>
            </p:cNvPr>
            <p:cNvSpPr>
              <a:spLocks noChangeArrowheads="1"/>
            </p:cNvSpPr>
            <p:nvPr/>
          </p:nvSpPr>
          <p:spPr bwMode="auto">
            <a:xfrm>
              <a:off x="3264" y="2207"/>
              <a:ext cx="331"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89" name="Rectangle 2581">
              <a:extLst>
                <a:ext uri="{FF2B5EF4-FFF2-40B4-BE49-F238E27FC236}">
                  <a16:creationId xmlns:a16="http://schemas.microsoft.com/office/drawing/2014/main" id="{CD693344-D088-6ACE-46AA-007B7D93C357}"/>
                </a:ext>
              </a:extLst>
            </p:cNvPr>
            <p:cNvSpPr>
              <a:spLocks noChangeArrowheads="1"/>
            </p:cNvSpPr>
            <p:nvPr/>
          </p:nvSpPr>
          <p:spPr bwMode="auto">
            <a:xfrm>
              <a:off x="2934" y="2207"/>
              <a:ext cx="330"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90" name="Rectangle 2580">
              <a:extLst>
                <a:ext uri="{FF2B5EF4-FFF2-40B4-BE49-F238E27FC236}">
                  <a16:creationId xmlns:a16="http://schemas.microsoft.com/office/drawing/2014/main" id="{2451B0B5-8C03-799A-B857-C102EDA40A49}"/>
                </a:ext>
              </a:extLst>
            </p:cNvPr>
            <p:cNvSpPr>
              <a:spLocks noChangeArrowheads="1"/>
            </p:cNvSpPr>
            <p:nvPr/>
          </p:nvSpPr>
          <p:spPr bwMode="auto">
            <a:xfrm>
              <a:off x="2603" y="2207"/>
              <a:ext cx="331"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1</a:t>
              </a:r>
            </a:p>
          </p:txBody>
        </p:sp>
        <p:sp>
          <p:nvSpPr>
            <p:cNvPr id="91" name="Rectangle 2579">
              <a:extLst>
                <a:ext uri="{FF2B5EF4-FFF2-40B4-BE49-F238E27FC236}">
                  <a16:creationId xmlns:a16="http://schemas.microsoft.com/office/drawing/2014/main" id="{B928E56F-7CDE-82A6-3D95-FE52A308C42D}"/>
                </a:ext>
              </a:extLst>
            </p:cNvPr>
            <p:cNvSpPr>
              <a:spLocks noChangeArrowheads="1"/>
            </p:cNvSpPr>
            <p:nvPr/>
          </p:nvSpPr>
          <p:spPr bwMode="auto">
            <a:xfrm>
              <a:off x="2272" y="2207"/>
              <a:ext cx="331"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92" name="Rectangle 2578">
              <a:extLst>
                <a:ext uri="{FF2B5EF4-FFF2-40B4-BE49-F238E27FC236}">
                  <a16:creationId xmlns:a16="http://schemas.microsoft.com/office/drawing/2014/main" id="{8673256B-D905-C794-8084-B676839F4450}"/>
                </a:ext>
              </a:extLst>
            </p:cNvPr>
            <p:cNvSpPr>
              <a:spLocks noChangeArrowheads="1"/>
            </p:cNvSpPr>
            <p:nvPr/>
          </p:nvSpPr>
          <p:spPr bwMode="auto">
            <a:xfrm>
              <a:off x="1942" y="2207"/>
              <a:ext cx="330"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1</a:t>
              </a:r>
            </a:p>
          </p:txBody>
        </p:sp>
        <p:sp>
          <p:nvSpPr>
            <p:cNvPr id="93" name="Rectangle 2577">
              <a:extLst>
                <a:ext uri="{FF2B5EF4-FFF2-40B4-BE49-F238E27FC236}">
                  <a16:creationId xmlns:a16="http://schemas.microsoft.com/office/drawing/2014/main" id="{BA3D1EC8-C6DC-3311-4A0D-A92E894EA781}"/>
                </a:ext>
              </a:extLst>
            </p:cNvPr>
            <p:cNvSpPr>
              <a:spLocks noChangeArrowheads="1"/>
            </p:cNvSpPr>
            <p:nvPr/>
          </p:nvSpPr>
          <p:spPr bwMode="auto">
            <a:xfrm>
              <a:off x="1611" y="2207"/>
              <a:ext cx="331"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1</a:t>
              </a:r>
            </a:p>
          </p:txBody>
        </p:sp>
        <p:sp>
          <p:nvSpPr>
            <p:cNvPr id="94" name="Rectangle 2576">
              <a:extLst>
                <a:ext uri="{FF2B5EF4-FFF2-40B4-BE49-F238E27FC236}">
                  <a16:creationId xmlns:a16="http://schemas.microsoft.com/office/drawing/2014/main" id="{00A1A648-F603-2733-42D3-BE3B9E74EE6B}"/>
                </a:ext>
              </a:extLst>
            </p:cNvPr>
            <p:cNvSpPr>
              <a:spLocks noChangeArrowheads="1"/>
            </p:cNvSpPr>
            <p:nvPr/>
          </p:nvSpPr>
          <p:spPr bwMode="auto">
            <a:xfrm>
              <a:off x="1279" y="2207"/>
              <a:ext cx="332"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1</a:t>
              </a:r>
            </a:p>
          </p:txBody>
        </p:sp>
        <p:sp>
          <p:nvSpPr>
            <p:cNvPr id="95" name="Rectangle 2575">
              <a:extLst>
                <a:ext uri="{FF2B5EF4-FFF2-40B4-BE49-F238E27FC236}">
                  <a16:creationId xmlns:a16="http://schemas.microsoft.com/office/drawing/2014/main" id="{859EE6BA-B22C-D017-04CB-650D497B90F8}"/>
                </a:ext>
              </a:extLst>
            </p:cNvPr>
            <p:cNvSpPr>
              <a:spLocks noChangeArrowheads="1"/>
            </p:cNvSpPr>
            <p:nvPr/>
          </p:nvSpPr>
          <p:spPr bwMode="auto">
            <a:xfrm>
              <a:off x="950" y="2207"/>
              <a:ext cx="329"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1</a:t>
              </a:r>
            </a:p>
          </p:txBody>
        </p:sp>
        <p:sp>
          <p:nvSpPr>
            <p:cNvPr id="96" name="Rectangle 2574">
              <a:extLst>
                <a:ext uri="{FF2B5EF4-FFF2-40B4-BE49-F238E27FC236}">
                  <a16:creationId xmlns:a16="http://schemas.microsoft.com/office/drawing/2014/main" id="{EF4C4255-5458-A955-C228-A6D84F6D4386}"/>
                </a:ext>
              </a:extLst>
            </p:cNvPr>
            <p:cNvSpPr>
              <a:spLocks noChangeArrowheads="1"/>
            </p:cNvSpPr>
            <p:nvPr/>
          </p:nvSpPr>
          <p:spPr bwMode="auto">
            <a:xfrm>
              <a:off x="619" y="2207"/>
              <a:ext cx="331"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97" name="Rectangle 2573">
              <a:extLst>
                <a:ext uri="{FF2B5EF4-FFF2-40B4-BE49-F238E27FC236}">
                  <a16:creationId xmlns:a16="http://schemas.microsoft.com/office/drawing/2014/main" id="{24C8B625-BCC4-DBBA-4930-AB1EDB35BE88}"/>
                </a:ext>
              </a:extLst>
            </p:cNvPr>
            <p:cNvSpPr>
              <a:spLocks noChangeArrowheads="1"/>
            </p:cNvSpPr>
            <p:nvPr/>
          </p:nvSpPr>
          <p:spPr bwMode="auto">
            <a:xfrm>
              <a:off x="113" y="2207"/>
              <a:ext cx="506"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13</a:t>
              </a:r>
            </a:p>
          </p:txBody>
        </p:sp>
        <p:sp>
          <p:nvSpPr>
            <p:cNvPr id="98" name="Rectangle 2572">
              <a:extLst>
                <a:ext uri="{FF2B5EF4-FFF2-40B4-BE49-F238E27FC236}">
                  <a16:creationId xmlns:a16="http://schemas.microsoft.com/office/drawing/2014/main" id="{DEE75A77-EA07-5892-987A-88C0C76D3656}"/>
                </a:ext>
              </a:extLst>
            </p:cNvPr>
            <p:cNvSpPr>
              <a:spLocks noChangeArrowheads="1"/>
            </p:cNvSpPr>
            <p:nvPr/>
          </p:nvSpPr>
          <p:spPr bwMode="auto">
            <a:xfrm>
              <a:off x="5248" y="1928"/>
              <a:ext cx="467"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1400">
                  <a:latin typeface="Times New Roman" panose="02020603050405020304" pitchFamily="18" charset="0"/>
                  <a:ea typeface="华康简宋" charset="-122"/>
                </a:rPr>
                <a:t>熄灭</a:t>
              </a:r>
            </a:p>
          </p:txBody>
        </p:sp>
        <p:sp>
          <p:nvSpPr>
            <p:cNvPr id="99" name="Rectangle 2571">
              <a:extLst>
                <a:ext uri="{FF2B5EF4-FFF2-40B4-BE49-F238E27FC236}">
                  <a16:creationId xmlns:a16="http://schemas.microsoft.com/office/drawing/2014/main" id="{14EAE40D-E215-85E6-693B-3166397CD7AE}"/>
                </a:ext>
              </a:extLst>
            </p:cNvPr>
            <p:cNvSpPr>
              <a:spLocks noChangeArrowheads="1"/>
            </p:cNvSpPr>
            <p:nvPr/>
          </p:nvSpPr>
          <p:spPr bwMode="auto">
            <a:xfrm>
              <a:off x="4918" y="1928"/>
              <a:ext cx="330"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100" name="Rectangle 2570">
              <a:extLst>
                <a:ext uri="{FF2B5EF4-FFF2-40B4-BE49-F238E27FC236}">
                  <a16:creationId xmlns:a16="http://schemas.microsoft.com/office/drawing/2014/main" id="{0F015EB2-A856-2BBF-B4D7-1D5E1AD4E0B1}"/>
                </a:ext>
              </a:extLst>
            </p:cNvPr>
            <p:cNvSpPr>
              <a:spLocks noChangeArrowheads="1"/>
            </p:cNvSpPr>
            <p:nvPr/>
          </p:nvSpPr>
          <p:spPr bwMode="auto">
            <a:xfrm>
              <a:off x="4586" y="1928"/>
              <a:ext cx="332"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101" name="Rectangle 2569">
              <a:extLst>
                <a:ext uri="{FF2B5EF4-FFF2-40B4-BE49-F238E27FC236}">
                  <a16:creationId xmlns:a16="http://schemas.microsoft.com/office/drawing/2014/main" id="{4CF09716-24A2-ED5B-1593-785FED899C64}"/>
                </a:ext>
              </a:extLst>
            </p:cNvPr>
            <p:cNvSpPr>
              <a:spLocks noChangeArrowheads="1"/>
            </p:cNvSpPr>
            <p:nvPr/>
          </p:nvSpPr>
          <p:spPr bwMode="auto">
            <a:xfrm>
              <a:off x="4256" y="1928"/>
              <a:ext cx="330"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102" name="Rectangle 2568">
              <a:extLst>
                <a:ext uri="{FF2B5EF4-FFF2-40B4-BE49-F238E27FC236}">
                  <a16:creationId xmlns:a16="http://schemas.microsoft.com/office/drawing/2014/main" id="{6AEEEA7F-0F91-3637-2D48-8337AE42E542}"/>
                </a:ext>
              </a:extLst>
            </p:cNvPr>
            <p:cNvSpPr>
              <a:spLocks noChangeArrowheads="1"/>
            </p:cNvSpPr>
            <p:nvPr/>
          </p:nvSpPr>
          <p:spPr bwMode="auto">
            <a:xfrm>
              <a:off x="3926" y="1928"/>
              <a:ext cx="330"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103" name="Rectangle 2567">
              <a:extLst>
                <a:ext uri="{FF2B5EF4-FFF2-40B4-BE49-F238E27FC236}">
                  <a16:creationId xmlns:a16="http://schemas.microsoft.com/office/drawing/2014/main" id="{9D93FC70-4B62-A763-6DF3-BF6A5E327E6F}"/>
                </a:ext>
              </a:extLst>
            </p:cNvPr>
            <p:cNvSpPr>
              <a:spLocks noChangeArrowheads="1"/>
            </p:cNvSpPr>
            <p:nvPr/>
          </p:nvSpPr>
          <p:spPr bwMode="auto">
            <a:xfrm>
              <a:off x="3595" y="1928"/>
              <a:ext cx="331"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104" name="Rectangle 2566">
              <a:extLst>
                <a:ext uri="{FF2B5EF4-FFF2-40B4-BE49-F238E27FC236}">
                  <a16:creationId xmlns:a16="http://schemas.microsoft.com/office/drawing/2014/main" id="{B6CFDA7C-9692-7A86-87B7-59289F79E649}"/>
                </a:ext>
              </a:extLst>
            </p:cNvPr>
            <p:cNvSpPr>
              <a:spLocks noChangeArrowheads="1"/>
            </p:cNvSpPr>
            <p:nvPr/>
          </p:nvSpPr>
          <p:spPr bwMode="auto">
            <a:xfrm>
              <a:off x="3264" y="1928"/>
              <a:ext cx="331"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105" name="Rectangle 2565">
              <a:extLst>
                <a:ext uri="{FF2B5EF4-FFF2-40B4-BE49-F238E27FC236}">
                  <a16:creationId xmlns:a16="http://schemas.microsoft.com/office/drawing/2014/main" id="{6EAF6199-E376-C96D-A437-CA86E8FC328A}"/>
                </a:ext>
              </a:extLst>
            </p:cNvPr>
            <p:cNvSpPr>
              <a:spLocks noChangeArrowheads="1"/>
            </p:cNvSpPr>
            <p:nvPr/>
          </p:nvSpPr>
          <p:spPr bwMode="auto">
            <a:xfrm>
              <a:off x="2934" y="1928"/>
              <a:ext cx="330"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106" name="Rectangle 2564">
              <a:extLst>
                <a:ext uri="{FF2B5EF4-FFF2-40B4-BE49-F238E27FC236}">
                  <a16:creationId xmlns:a16="http://schemas.microsoft.com/office/drawing/2014/main" id="{AFED45F3-48D4-5C85-39AA-84147EF55571}"/>
                </a:ext>
              </a:extLst>
            </p:cNvPr>
            <p:cNvSpPr>
              <a:spLocks noChangeArrowheads="1"/>
            </p:cNvSpPr>
            <p:nvPr/>
          </p:nvSpPr>
          <p:spPr bwMode="auto">
            <a:xfrm>
              <a:off x="2603" y="1928"/>
              <a:ext cx="331"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107" name="Rectangle 2563">
              <a:extLst>
                <a:ext uri="{FF2B5EF4-FFF2-40B4-BE49-F238E27FC236}">
                  <a16:creationId xmlns:a16="http://schemas.microsoft.com/office/drawing/2014/main" id="{0472B148-A77B-C214-2510-74328ABE3493}"/>
                </a:ext>
              </a:extLst>
            </p:cNvPr>
            <p:cNvSpPr>
              <a:spLocks noChangeArrowheads="1"/>
            </p:cNvSpPr>
            <p:nvPr/>
          </p:nvSpPr>
          <p:spPr bwMode="auto">
            <a:xfrm>
              <a:off x="2272" y="1928"/>
              <a:ext cx="331"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108" name="Rectangle 2562">
              <a:extLst>
                <a:ext uri="{FF2B5EF4-FFF2-40B4-BE49-F238E27FC236}">
                  <a16:creationId xmlns:a16="http://schemas.microsoft.com/office/drawing/2014/main" id="{EF861563-75DC-FFA5-F5C1-101DF939C5F6}"/>
                </a:ext>
              </a:extLst>
            </p:cNvPr>
            <p:cNvSpPr>
              <a:spLocks noChangeArrowheads="1"/>
            </p:cNvSpPr>
            <p:nvPr/>
          </p:nvSpPr>
          <p:spPr bwMode="auto">
            <a:xfrm>
              <a:off x="1942" y="1928"/>
              <a:ext cx="330"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1</a:t>
              </a:r>
            </a:p>
          </p:txBody>
        </p:sp>
        <p:sp>
          <p:nvSpPr>
            <p:cNvPr id="109" name="Rectangle 2561">
              <a:extLst>
                <a:ext uri="{FF2B5EF4-FFF2-40B4-BE49-F238E27FC236}">
                  <a16:creationId xmlns:a16="http://schemas.microsoft.com/office/drawing/2014/main" id="{3F133094-ACD6-7086-4CEE-C2529F9BAC54}"/>
                </a:ext>
              </a:extLst>
            </p:cNvPr>
            <p:cNvSpPr>
              <a:spLocks noChangeArrowheads="1"/>
            </p:cNvSpPr>
            <p:nvPr/>
          </p:nvSpPr>
          <p:spPr bwMode="auto">
            <a:xfrm>
              <a:off x="1611" y="1928"/>
              <a:ext cx="331"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1</a:t>
              </a:r>
            </a:p>
          </p:txBody>
        </p:sp>
        <p:sp>
          <p:nvSpPr>
            <p:cNvPr id="110" name="Rectangle 2560">
              <a:extLst>
                <a:ext uri="{FF2B5EF4-FFF2-40B4-BE49-F238E27FC236}">
                  <a16:creationId xmlns:a16="http://schemas.microsoft.com/office/drawing/2014/main" id="{B2316B17-36A8-9CC6-75C8-CD45726AAB80}"/>
                </a:ext>
              </a:extLst>
            </p:cNvPr>
            <p:cNvSpPr>
              <a:spLocks noChangeArrowheads="1"/>
            </p:cNvSpPr>
            <p:nvPr/>
          </p:nvSpPr>
          <p:spPr bwMode="auto">
            <a:xfrm>
              <a:off x="1279" y="1928"/>
              <a:ext cx="332"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1</a:t>
              </a:r>
            </a:p>
          </p:txBody>
        </p:sp>
        <p:sp>
          <p:nvSpPr>
            <p:cNvPr id="111" name="Rectangle 2559">
              <a:extLst>
                <a:ext uri="{FF2B5EF4-FFF2-40B4-BE49-F238E27FC236}">
                  <a16:creationId xmlns:a16="http://schemas.microsoft.com/office/drawing/2014/main" id="{E564D792-D1FA-7CBF-FC64-B00CBDC28511}"/>
                </a:ext>
              </a:extLst>
            </p:cNvPr>
            <p:cNvSpPr>
              <a:spLocks noChangeArrowheads="1"/>
            </p:cNvSpPr>
            <p:nvPr/>
          </p:nvSpPr>
          <p:spPr bwMode="auto">
            <a:xfrm>
              <a:off x="950" y="1928"/>
              <a:ext cx="329"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1</a:t>
              </a:r>
            </a:p>
          </p:txBody>
        </p:sp>
        <p:sp>
          <p:nvSpPr>
            <p:cNvPr id="112" name="Rectangle 2558">
              <a:extLst>
                <a:ext uri="{FF2B5EF4-FFF2-40B4-BE49-F238E27FC236}">
                  <a16:creationId xmlns:a16="http://schemas.microsoft.com/office/drawing/2014/main" id="{8D3B9653-C257-1EB0-7870-F7F4B0B36956}"/>
                </a:ext>
              </a:extLst>
            </p:cNvPr>
            <p:cNvSpPr>
              <a:spLocks noChangeArrowheads="1"/>
            </p:cNvSpPr>
            <p:nvPr/>
          </p:nvSpPr>
          <p:spPr bwMode="auto">
            <a:xfrm>
              <a:off x="619" y="1928"/>
              <a:ext cx="331"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113" name="Rectangle 2557">
              <a:extLst>
                <a:ext uri="{FF2B5EF4-FFF2-40B4-BE49-F238E27FC236}">
                  <a16:creationId xmlns:a16="http://schemas.microsoft.com/office/drawing/2014/main" id="{2FFA9377-230F-3085-0921-37CA71220C4E}"/>
                </a:ext>
              </a:extLst>
            </p:cNvPr>
            <p:cNvSpPr>
              <a:spLocks noChangeArrowheads="1"/>
            </p:cNvSpPr>
            <p:nvPr/>
          </p:nvSpPr>
          <p:spPr bwMode="auto">
            <a:xfrm>
              <a:off x="113" y="1928"/>
              <a:ext cx="506"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12</a:t>
              </a:r>
            </a:p>
          </p:txBody>
        </p:sp>
        <p:sp>
          <p:nvSpPr>
            <p:cNvPr id="114" name="Rectangle 2556">
              <a:extLst>
                <a:ext uri="{FF2B5EF4-FFF2-40B4-BE49-F238E27FC236}">
                  <a16:creationId xmlns:a16="http://schemas.microsoft.com/office/drawing/2014/main" id="{7E55E893-8484-BE20-1FEC-082DBFDD0334}"/>
                </a:ext>
              </a:extLst>
            </p:cNvPr>
            <p:cNvSpPr>
              <a:spLocks noChangeArrowheads="1"/>
            </p:cNvSpPr>
            <p:nvPr/>
          </p:nvSpPr>
          <p:spPr bwMode="auto">
            <a:xfrm>
              <a:off x="5248" y="1648"/>
              <a:ext cx="467"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1400">
                  <a:latin typeface="Times New Roman" panose="02020603050405020304" pitchFamily="18" charset="0"/>
                  <a:ea typeface="华康简宋" charset="-122"/>
                </a:rPr>
                <a:t>熄灭</a:t>
              </a:r>
            </a:p>
          </p:txBody>
        </p:sp>
        <p:sp>
          <p:nvSpPr>
            <p:cNvPr id="115" name="Rectangle 2555">
              <a:extLst>
                <a:ext uri="{FF2B5EF4-FFF2-40B4-BE49-F238E27FC236}">
                  <a16:creationId xmlns:a16="http://schemas.microsoft.com/office/drawing/2014/main" id="{1068FB28-78F4-8789-CB66-3BA78ADCFB99}"/>
                </a:ext>
              </a:extLst>
            </p:cNvPr>
            <p:cNvSpPr>
              <a:spLocks noChangeArrowheads="1"/>
            </p:cNvSpPr>
            <p:nvPr/>
          </p:nvSpPr>
          <p:spPr bwMode="auto">
            <a:xfrm>
              <a:off x="4918" y="1648"/>
              <a:ext cx="330"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116" name="Rectangle 2554">
              <a:extLst>
                <a:ext uri="{FF2B5EF4-FFF2-40B4-BE49-F238E27FC236}">
                  <a16:creationId xmlns:a16="http://schemas.microsoft.com/office/drawing/2014/main" id="{FF43EE07-A9BC-3D93-AC11-E63D5301532A}"/>
                </a:ext>
              </a:extLst>
            </p:cNvPr>
            <p:cNvSpPr>
              <a:spLocks noChangeArrowheads="1"/>
            </p:cNvSpPr>
            <p:nvPr/>
          </p:nvSpPr>
          <p:spPr bwMode="auto">
            <a:xfrm>
              <a:off x="4586" y="1648"/>
              <a:ext cx="332"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117" name="Rectangle 2553">
              <a:extLst>
                <a:ext uri="{FF2B5EF4-FFF2-40B4-BE49-F238E27FC236}">
                  <a16:creationId xmlns:a16="http://schemas.microsoft.com/office/drawing/2014/main" id="{51435442-80AA-B9BE-7860-D05ADE556D22}"/>
                </a:ext>
              </a:extLst>
            </p:cNvPr>
            <p:cNvSpPr>
              <a:spLocks noChangeArrowheads="1"/>
            </p:cNvSpPr>
            <p:nvPr/>
          </p:nvSpPr>
          <p:spPr bwMode="auto">
            <a:xfrm>
              <a:off x="4256" y="1648"/>
              <a:ext cx="330"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118" name="Rectangle 2552">
              <a:extLst>
                <a:ext uri="{FF2B5EF4-FFF2-40B4-BE49-F238E27FC236}">
                  <a16:creationId xmlns:a16="http://schemas.microsoft.com/office/drawing/2014/main" id="{25430576-2B4A-13B7-484B-186010FB6663}"/>
                </a:ext>
              </a:extLst>
            </p:cNvPr>
            <p:cNvSpPr>
              <a:spLocks noChangeArrowheads="1"/>
            </p:cNvSpPr>
            <p:nvPr/>
          </p:nvSpPr>
          <p:spPr bwMode="auto">
            <a:xfrm>
              <a:off x="3926" y="1648"/>
              <a:ext cx="330"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119" name="Rectangle 2551">
              <a:extLst>
                <a:ext uri="{FF2B5EF4-FFF2-40B4-BE49-F238E27FC236}">
                  <a16:creationId xmlns:a16="http://schemas.microsoft.com/office/drawing/2014/main" id="{0A43FFFA-79AD-C1A1-0C03-A0844F5C60E0}"/>
                </a:ext>
              </a:extLst>
            </p:cNvPr>
            <p:cNvSpPr>
              <a:spLocks noChangeArrowheads="1"/>
            </p:cNvSpPr>
            <p:nvPr/>
          </p:nvSpPr>
          <p:spPr bwMode="auto">
            <a:xfrm>
              <a:off x="3595" y="1648"/>
              <a:ext cx="331"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120" name="Rectangle 2550">
              <a:extLst>
                <a:ext uri="{FF2B5EF4-FFF2-40B4-BE49-F238E27FC236}">
                  <a16:creationId xmlns:a16="http://schemas.microsoft.com/office/drawing/2014/main" id="{216BD92A-920D-3736-F9B8-0C145717449F}"/>
                </a:ext>
              </a:extLst>
            </p:cNvPr>
            <p:cNvSpPr>
              <a:spLocks noChangeArrowheads="1"/>
            </p:cNvSpPr>
            <p:nvPr/>
          </p:nvSpPr>
          <p:spPr bwMode="auto">
            <a:xfrm>
              <a:off x="3264" y="1648"/>
              <a:ext cx="331"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121" name="Rectangle 2549">
              <a:extLst>
                <a:ext uri="{FF2B5EF4-FFF2-40B4-BE49-F238E27FC236}">
                  <a16:creationId xmlns:a16="http://schemas.microsoft.com/office/drawing/2014/main" id="{72A11C83-00CC-9629-0300-BFCDC42ED31F}"/>
                </a:ext>
              </a:extLst>
            </p:cNvPr>
            <p:cNvSpPr>
              <a:spLocks noChangeArrowheads="1"/>
            </p:cNvSpPr>
            <p:nvPr/>
          </p:nvSpPr>
          <p:spPr bwMode="auto">
            <a:xfrm>
              <a:off x="2934" y="1648"/>
              <a:ext cx="330"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122" name="Rectangle 2548">
              <a:extLst>
                <a:ext uri="{FF2B5EF4-FFF2-40B4-BE49-F238E27FC236}">
                  <a16:creationId xmlns:a16="http://schemas.microsoft.com/office/drawing/2014/main" id="{AEFB33A7-918B-B935-B6AA-FD429277F60B}"/>
                </a:ext>
              </a:extLst>
            </p:cNvPr>
            <p:cNvSpPr>
              <a:spLocks noChangeArrowheads="1"/>
            </p:cNvSpPr>
            <p:nvPr/>
          </p:nvSpPr>
          <p:spPr bwMode="auto">
            <a:xfrm>
              <a:off x="2603" y="1648"/>
              <a:ext cx="331"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1</a:t>
              </a:r>
            </a:p>
          </p:txBody>
        </p:sp>
        <p:sp>
          <p:nvSpPr>
            <p:cNvPr id="123" name="Rectangle 2547">
              <a:extLst>
                <a:ext uri="{FF2B5EF4-FFF2-40B4-BE49-F238E27FC236}">
                  <a16:creationId xmlns:a16="http://schemas.microsoft.com/office/drawing/2014/main" id="{D31C0B1D-CE74-84A1-17BD-B99C2B4A8242}"/>
                </a:ext>
              </a:extLst>
            </p:cNvPr>
            <p:cNvSpPr>
              <a:spLocks noChangeArrowheads="1"/>
            </p:cNvSpPr>
            <p:nvPr/>
          </p:nvSpPr>
          <p:spPr bwMode="auto">
            <a:xfrm>
              <a:off x="2272" y="1648"/>
              <a:ext cx="331"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1</a:t>
              </a:r>
            </a:p>
          </p:txBody>
        </p:sp>
        <p:sp>
          <p:nvSpPr>
            <p:cNvPr id="124" name="Rectangle 2546">
              <a:extLst>
                <a:ext uri="{FF2B5EF4-FFF2-40B4-BE49-F238E27FC236}">
                  <a16:creationId xmlns:a16="http://schemas.microsoft.com/office/drawing/2014/main" id="{BA50D1CC-9548-20BF-D7FF-BEE04D9CAFFE}"/>
                </a:ext>
              </a:extLst>
            </p:cNvPr>
            <p:cNvSpPr>
              <a:spLocks noChangeArrowheads="1"/>
            </p:cNvSpPr>
            <p:nvPr/>
          </p:nvSpPr>
          <p:spPr bwMode="auto">
            <a:xfrm>
              <a:off x="1942" y="1648"/>
              <a:ext cx="330"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125" name="Rectangle 2545">
              <a:extLst>
                <a:ext uri="{FF2B5EF4-FFF2-40B4-BE49-F238E27FC236}">
                  <a16:creationId xmlns:a16="http://schemas.microsoft.com/office/drawing/2014/main" id="{90064B6C-90C1-2F79-60F2-D14FF967AAC3}"/>
                </a:ext>
              </a:extLst>
            </p:cNvPr>
            <p:cNvSpPr>
              <a:spLocks noChangeArrowheads="1"/>
            </p:cNvSpPr>
            <p:nvPr/>
          </p:nvSpPr>
          <p:spPr bwMode="auto">
            <a:xfrm>
              <a:off x="1611" y="1648"/>
              <a:ext cx="331"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1</a:t>
              </a:r>
            </a:p>
          </p:txBody>
        </p:sp>
        <p:sp>
          <p:nvSpPr>
            <p:cNvPr id="126" name="Rectangle 2544">
              <a:extLst>
                <a:ext uri="{FF2B5EF4-FFF2-40B4-BE49-F238E27FC236}">
                  <a16:creationId xmlns:a16="http://schemas.microsoft.com/office/drawing/2014/main" id="{18E448BC-397A-F48A-59B9-E4701AF2E670}"/>
                </a:ext>
              </a:extLst>
            </p:cNvPr>
            <p:cNvSpPr>
              <a:spLocks noChangeArrowheads="1"/>
            </p:cNvSpPr>
            <p:nvPr/>
          </p:nvSpPr>
          <p:spPr bwMode="auto">
            <a:xfrm>
              <a:off x="1279" y="1648"/>
              <a:ext cx="332"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1</a:t>
              </a:r>
            </a:p>
          </p:txBody>
        </p:sp>
        <p:sp>
          <p:nvSpPr>
            <p:cNvPr id="127" name="Rectangle 2543">
              <a:extLst>
                <a:ext uri="{FF2B5EF4-FFF2-40B4-BE49-F238E27FC236}">
                  <a16:creationId xmlns:a16="http://schemas.microsoft.com/office/drawing/2014/main" id="{FB752D06-A366-035A-6D29-F1376ECF91EE}"/>
                </a:ext>
              </a:extLst>
            </p:cNvPr>
            <p:cNvSpPr>
              <a:spLocks noChangeArrowheads="1"/>
            </p:cNvSpPr>
            <p:nvPr/>
          </p:nvSpPr>
          <p:spPr bwMode="auto">
            <a:xfrm>
              <a:off x="950" y="1648"/>
              <a:ext cx="329"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1</a:t>
              </a:r>
            </a:p>
          </p:txBody>
        </p:sp>
        <p:sp>
          <p:nvSpPr>
            <p:cNvPr id="128" name="Rectangle 2542">
              <a:extLst>
                <a:ext uri="{FF2B5EF4-FFF2-40B4-BE49-F238E27FC236}">
                  <a16:creationId xmlns:a16="http://schemas.microsoft.com/office/drawing/2014/main" id="{D6231403-B990-58FA-BC4F-4CB3D0430F2B}"/>
                </a:ext>
              </a:extLst>
            </p:cNvPr>
            <p:cNvSpPr>
              <a:spLocks noChangeArrowheads="1"/>
            </p:cNvSpPr>
            <p:nvPr/>
          </p:nvSpPr>
          <p:spPr bwMode="auto">
            <a:xfrm>
              <a:off x="619" y="1648"/>
              <a:ext cx="331"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129" name="Rectangle 2541">
              <a:extLst>
                <a:ext uri="{FF2B5EF4-FFF2-40B4-BE49-F238E27FC236}">
                  <a16:creationId xmlns:a16="http://schemas.microsoft.com/office/drawing/2014/main" id="{D4734B9E-2709-4D0F-7AE0-12192BD67741}"/>
                </a:ext>
              </a:extLst>
            </p:cNvPr>
            <p:cNvSpPr>
              <a:spLocks noChangeArrowheads="1"/>
            </p:cNvSpPr>
            <p:nvPr/>
          </p:nvSpPr>
          <p:spPr bwMode="auto">
            <a:xfrm>
              <a:off x="113" y="1648"/>
              <a:ext cx="506"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11</a:t>
              </a:r>
            </a:p>
          </p:txBody>
        </p:sp>
        <p:sp>
          <p:nvSpPr>
            <p:cNvPr id="130" name="Rectangle 2540">
              <a:extLst>
                <a:ext uri="{FF2B5EF4-FFF2-40B4-BE49-F238E27FC236}">
                  <a16:creationId xmlns:a16="http://schemas.microsoft.com/office/drawing/2014/main" id="{A822898F-5A7D-F192-DD3F-5876D7683C56}"/>
                </a:ext>
              </a:extLst>
            </p:cNvPr>
            <p:cNvSpPr>
              <a:spLocks noChangeArrowheads="1"/>
            </p:cNvSpPr>
            <p:nvPr/>
          </p:nvSpPr>
          <p:spPr bwMode="auto">
            <a:xfrm>
              <a:off x="5248" y="1369"/>
              <a:ext cx="467"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1400">
                  <a:latin typeface="Times New Roman" panose="02020603050405020304" pitchFamily="18" charset="0"/>
                  <a:ea typeface="华康简宋" charset="-122"/>
                </a:rPr>
                <a:t>熄灭 </a:t>
              </a:r>
            </a:p>
          </p:txBody>
        </p:sp>
        <p:sp>
          <p:nvSpPr>
            <p:cNvPr id="131" name="Rectangle 2539">
              <a:extLst>
                <a:ext uri="{FF2B5EF4-FFF2-40B4-BE49-F238E27FC236}">
                  <a16:creationId xmlns:a16="http://schemas.microsoft.com/office/drawing/2014/main" id="{0119E157-6CF6-2D5A-BD45-E50F5594B652}"/>
                </a:ext>
              </a:extLst>
            </p:cNvPr>
            <p:cNvSpPr>
              <a:spLocks noChangeArrowheads="1"/>
            </p:cNvSpPr>
            <p:nvPr/>
          </p:nvSpPr>
          <p:spPr bwMode="auto">
            <a:xfrm>
              <a:off x="4918" y="1369"/>
              <a:ext cx="330"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132" name="Rectangle 2538">
              <a:extLst>
                <a:ext uri="{FF2B5EF4-FFF2-40B4-BE49-F238E27FC236}">
                  <a16:creationId xmlns:a16="http://schemas.microsoft.com/office/drawing/2014/main" id="{5D7AAD76-4440-05E2-DCB6-8400BC27E4A9}"/>
                </a:ext>
              </a:extLst>
            </p:cNvPr>
            <p:cNvSpPr>
              <a:spLocks noChangeArrowheads="1"/>
            </p:cNvSpPr>
            <p:nvPr/>
          </p:nvSpPr>
          <p:spPr bwMode="auto">
            <a:xfrm>
              <a:off x="4586" y="1369"/>
              <a:ext cx="332"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133" name="Rectangle 2537">
              <a:extLst>
                <a:ext uri="{FF2B5EF4-FFF2-40B4-BE49-F238E27FC236}">
                  <a16:creationId xmlns:a16="http://schemas.microsoft.com/office/drawing/2014/main" id="{EA8AEC04-18E5-83AD-5F5A-D4D174537401}"/>
                </a:ext>
              </a:extLst>
            </p:cNvPr>
            <p:cNvSpPr>
              <a:spLocks noChangeArrowheads="1"/>
            </p:cNvSpPr>
            <p:nvPr/>
          </p:nvSpPr>
          <p:spPr bwMode="auto">
            <a:xfrm>
              <a:off x="4256" y="1369"/>
              <a:ext cx="330"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134" name="Rectangle 2536">
              <a:extLst>
                <a:ext uri="{FF2B5EF4-FFF2-40B4-BE49-F238E27FC236}">
                  <a16:creationId xmlns:a16="http://schemas.microsoft.com/office/drawing/2014/main" id="{4A3F0732-60DE-6F6A-0D26-8E56547E809B}"/>
                </a:ext>
              </a:extLst>
            </p:cNvPr>
            <p:cNvSpPr>
              <a:spLocks noChangeArrowheads="1"/>
            </p:cNvSpPr>
            <p:nvPr/>
          </p:nvSpPr>
          <p:spPr bwMode="auto">
            <a:xfrm>
              <a:off x="3926" y="1369"/>
              <a:ext cx="330"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135" name="Rectangle 2535">
              <a:extLst>
                <a:ext uri="{FF2B5EF4-FFF2-40B4-BE49-F238E27FC236}">
                  <a16:creationId xmlns:a16="http://schemas.microsoft.com/office/drawing/2014/main" id="{EDCA29B4-1F68-79C3-C7DA-80AD68E6A913}"/>
                </a:ext>
              </a:extLst>
            </p:cNvPr>
            <p:cNvSpPr>
              <a:spLocks noChangeArrowheads="1"/>
            </p:cNvSpPr>
            <p:nvPr/>
          </p:nvSpPr>
          <p:spPr bwMode="auto">
            <a:xfrm>
              <a:off x="3595" y="1369"/>
              <a:ext cx="331"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136" name="Rectangle 2534">
              <a:extLst>
                <a:ext uri="{FF2B5EF4-FFF2-40B4-BE49-F238E27FC236}">
                  <a16:creationId xmlns:a16="http://schemas.microsoft.com/office/drawing/2014/main" id="{D4EC655C-9DD2-5DBA-970C-C1931932064A}"/>
                </a:ext>
              </a:extLst>
            </p:cNvPr>
            <p:cNvSpPr>
              <a:spLocks noChangeArrowheads="1"/>
            </p:cNvSpPr>
            <p:nvPr/>
          </p:nvSpPr>
          <p:spPr bwMode="auto">
            <a:xfrm>
              <a:off x="3264" y="1369"/>
              <a:ext cx="331"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137" name="Rectangle 2533">
              <a:extLst>
                <a:ext uri="{FF2B5EF4-FFF2-40B4-BE49-F238E27FC236}">
                  <a16:creationId xmlns:a16="http://schemas.microsoft.com/office/drawing/2014/main" id="{92375BB5-05D9-7828-AC86-05AE22E8DF97}"/>
                </a:ext>
              </a:extLst>
            </p:cNvPr>
            <p:cNvSpPr>
              <a:spLocks noChangeArrowheads="1"/>
            </p:cNvSpPr>
            <p:nvPr/>
          </p:nvSpPr>
          <p:spPr bwMode="auto">
            <a:xfrm>
              <a:off x="2934" y="1369"/>
              <a:ext cx="330"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138" name="Rectangle 2532">
              <a:extLst>
                <a:ext uri="{FF2B5EF4-FFF2-40B4-BE49-F238E27FC236}">
                  <a16:creationId xmlns:a16="http://schemas.microsoft.com/office/drawing/2014/main" id="{777B82DC-7B92-0396-BE6A-D623723EB7A4}"/>
                </a:ext>
              </a:extLst>
            </p:cNvPr>
            <p:cNvSpPr>
              <a:spLocks noChangeArrowheads="1"/>
            </p:cNvSpPr>
            <p:nvPr/>
          </p:nvSpPr>
          <p:spPr bwMode="auto">
            <a:xfrm>
              <a:off x="2603" y="1369"/>
              <a:ext cx="331"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139" name="Rectangle 2531">
              <a:extLst>
                <a:ext uri="{FF2B5EF4-FFF2-40B4-BE49-F238E27FC236}">
                  <a16:creationId xmlns:a16="http://schemas.microsoft.com/office/drawing/2014/main" id="{B20CD2D6-1AC3-B4F8-D778-78C7EFB30A00}"/>
                </a:ext>
              </a:extLst>
            </p:cNvPr>
            <p:cNvSpPr>
              <a:spLocks noChangeArrowheads="1"/>
            </p:cNvSpPr>
            <p:nvPr/>
          </p:nvSpPr>
          <p:spPr bwMode="auto">
            <a:xfrm>
              <a:off x="2272" y="1369"/>
              <a:ext cx="331"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1</a:t>
              </a:r>
            </a:p>
          </p:txBody>
        </p:sp>
        <p:sp>
          <p:nvSpPr>
            <p:cNvPr id="140" name="Rectangle 2530">
              <a:extLst>
                <a:ext uri="{FF2B5EF4-FFF2-40B4-BE49-F238E27FC236}">
                  <a16:creationId xmlns:a16="http://schemas.microsoft.com/office/drawing/2014/main" id="{727EA6AA-57BA-6516-8DDF-7705B5BB74CD}"/>
                </a:ext>
              </a:extLst>
            </p:cNvPr>
            <p:cNvSpPr>
              <a:spLocks noChangeArrowheads="1"/>
            </p:cNvSpPr>
            <p:nvPr/>
          </p:nvSpPr>
          <p:spPr bwMode="auto">
            <a:xfrm>
              <a:off x="1942" y="1369"/>
              <a:ext cx="330"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141" name="Rectangle 2529">
              <a:extLst>
                <a:ext uri="{FF2B5EF4-FFF2-40B4-BE49-F238E27FC236}">
                  <a16:creationId xmlns:a16="http://schemas.microsoft.com/office/drawing/2014/main" id="{A5AF09D6-3BDE-C13D-1856-7A7E2A79BC64}"/>
                </a:ext>
              </a:extLst>
            </p:cNvPr>
            <p:cNvSpPr>
              <a:spLocks noChangeArrowheads="1"/>
            </p:cNvSpPr>
            <p:nvPr/>
          </p:nvSpPr>
          <p:spPr bwMode="auto">
            <a:xfrm>
              <a:off x="1611" y="1369"/>
              <a:ext cx="331"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1</a:t>
              </a:r>
            </a:p>
          </p:txBody>
        </p:sp>
        <p:sp>
          <p:nvSpPr>
            <p:cNvPr id="142" name="Rectangle 2528">
              <a:extLst>
                <a:ext uri="{FF2B5EF4-FFF2-40B4-BE49-F238E27FC236}">
                  <a16:creationId xmlns:a16="http://schemas.microsoft.com/office/drawing/2014/main" id="{5000960B-1BD6-4B9B-2B98-3BEFA38D407E}"/>
                </a:ext>
              </a:extLst>
            </p:cNvPr>
            <p:cNvSpPr>
              <a:spLocks noChangeArrowheads="1"/>
            </p:cNvSpPr>
            <p:nvPr/>
          </p:nvSpPr>
          <p:spPr bwMode="auto">
            <a:xfrm>
              <a:off x="1279" y="1369"/>
              <a:ext cx="332"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cs typeface="Times New Roman" panose="02020603050405020304" pitchFamily="18" charset="0"/>
                </a:rPr>
                <a:t>1</a:t>
              </a:r>
            </a:p>
          </p:txBody>
        </p:sp>
        <p:sp>
          <p:nvSpPr>
            <p:cNvPr id="143" name="Rectangle 2527">
              <a:extLst>
                <a:ext uri="{FF2B5EF4-FFF2-40B4-BE49-F238E27FC236}">
                  <a16:creationId xmlns:a16="http://schemas.microsoft.com/office/drawing/2014/main" id="{5AA707D0-B139-B209-5D88-11659BC73125}"/>
                </a:ext>
              </a:extLst>
            </p:cNvPr>
            <p:cNvSpPr>
              <a:spLocks noChangeArrowheads="1"/>
            </p:cNvSpPr>
            <p:nvPr/>
          </p:nvSpPr>
          <p:spPr bwMode="auto">
            <a:xfrm>
              <a:off x="950" y="1369"/>
              <a:ext cx="329"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1</a:t>
              </a:r>
            </a:p>
          </p:txBody>
        </p:sp>
        <p:sp>
          <p:nvSpPr>
            <p:cNvPr id="144" name="Rectangle 2526">
              <a:extLst>
                <a:ext uri="{FF2B5EF4-FFF2-40B4-BE49-F238E27FC236}">
                  <a16:creationId xmlns:a16="http://schemas.microsoft.com/office/drawing/2014/main" id="{EBB52A1B-1A64-41EA-5972-F1A53F854230}"/>
                </a:ext>
              </a:extLst>
            </p:cNvPr>
            <p:cNvSpPr>
              <a:spLocks noChangeArrowheads="1"/>
            </p:cNvSpPr>
            <p:nvPr/>
          </p:nvSpPr>
          <p:spPr bwMode="auto">
            <a:xfrm>
              <a:off x="619" y="1369"/>
              <a:ext cx="331"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0</a:t>
              </a:r>
            </a:p>
          </p:txBody>
        </p:sp>
        <p:sp>
          <p:nvSpPr>
            <p:cNvPr id="145" name="Rectangle 2525">
              <a:extLst>
                <a:ext uri="{FF2B5EF4-FFF2-40B4-BE49-F238E27FC236}">
                  <a16:creationId xmlns:a16="http://schemas.microsoft.com/office/drawing/2014/main" id="{51FD7249-FE6B-6AF8-5498-A6AAF3735BD9}"/>
                </a:ext>
              </a:extLst>
            </p:cNvPr>
            <p:cNvSpPr>
              <a:spLocks noChangeArrowheads="1"/>
            </p:cNvSpPr>
            <p:nvPr/>
          </p:nvSpPr>
          <p:spPr bwMode="auto">
            <a:xfrm>
              <a:off x="113" y="1369"/>
              <a:ext cx="506"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400">
                  <a:latin typeface="Times New Roman" panose="02020603050405020304" pitchFamily="18" charset="0"/>
                  <a:ea typeface="华康简宋" charset="-122"/>
                  <a:cs typeface="Times New Roman" panose="02020603050405020304" pitchFamily="18" charset="0"/>
                </a:rPr>
                <a:t>10</a:t>
              </a:r>
            </a:p>
          </p:txBody>
        </p:sp>
        <p:sp>
          <p:nvSpPr>
            <p:cNvPr id="146" name="Line 2669">
              <a:extLst>
                <a:ext uri="{FF2B5EF4-FFF2-40B4-BE49-F238E27FC236}">
                  <a16:creationId xmlns:a16="http://schemas.microsoft.com/office/drawing/2014/main" id="{C8886C71-1B38-19D9-FA1F-337404C5D8AC}"/>
                </a:ext>
              </a:extLst>
            </p:cNvPr>
            <p:cNvSpPr>
              <a:spLocks noChangeShapeType="1"/>
            </p:cNvSpPr>
            <p:nvPr/>
          </p:nvSpPr>
          <p:spPr bwMode="auto">
            <a:xfrm>
              <a:off x="113" y="1369"/>
              <a:ext cx="5602" cy="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7" name="Line 2670">
              <a:extLst>
                <a:ext uri="{FF2B5EF4-FFF2-40B4-BE49-F238E27FC236}">
                  <a16:creationId xmlns:a16="http://schemas.microsoft.com/office/drawing/2014/main" id="{75C7B8CD-F4D8-E229-E397-B05F6655593B}"/>
                </a:ext>
              </a:extLst>
            </p:cNvPr>
            <p:cNvSpPr>
              <a:spLocks noChangeShapeType="1"/>
            </p:cNvSpPr>
            <p:nvPr/>
          </p:nvSpPr>
          <p:spPr bwMode="auto">
            <a:xfrm>
              <a:off x="113" y="3929"/>
              <a:ext cx="5602" cy="0"/>
            </a:xfrm>
            <a:prstGeom prst="line">
              <a:avLst/>
            </a:prstGeom>
            <a:noFill/>
            <a:ln w="25400"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8" name="Line 2671">
              <a:extLst>
                <a:ext uri="{FF2B5EF4-FFF2-40B4-BE49-F238E27FC236}">
                  <a16:creationId xmlns:a16="http://schemas.microsoft.com/office/drawing/2014/main" id="{F276A08B-A00F-4BDD-D69B-E468836BB45A}"/>
                </a:ext>
              </a:extLst>
            </p:cNvPr>
            <p:cNvSpPr>
              <a:spLocks noChangeShapeType="1"/>
            </p:cNvSpPr>
            <p:nvPr/>
          </p:nvSpPr>
          <p:spPr bwMode="auto">
            <a:xfrm>
              <a:off x="113" y="752"/>
              <a:ext cx="0" cy="2292"/>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9" name="Line 2672">
              <a:extLst>
                <a:ext uri="{FF2B5EF4-FFF2-40B4-BE49-F238E27FC236}">
                  <a16:creationId xmlns:a16="http://schemas.microsoft.com/office/drawing/2014/main" id="{E99A4AD0-66C4-A597-6F7E-3E818EB2BC3D}"/>
                </a:ext>
              </a:extLst>
            </p:cNvPr>
            <p:cNvSpPr>
              <a:spLocks noChangeShapeType="1"/>
            </p:cNvSpPr>
            <p:nvPr/>
          </p:nvSpPr>
          <p:spPr bwMode="auto">
            <a:xfrm>
              <a:off x="5715" y="1369"/>
              <a:ext cx="0" cy="256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0" name="Line 2675">
              <a:extLst>
                <a:ext uri="{FF2B5EF4-FFF2-40B4-BE49-F238E27FC236}">
                  <a16:creationId xmlns:a16="http://schemas.microsoft.com/office/drawing/2014/main" id="{65972917-39F9-89B5-CB88-26C7CAC80BD1}"/>
                </a:ext>
              </a:extLst>
            </p:cNvPr>
            <p:cNvSpPr>
              <a:spLocks noChangeShapeType="1"/>
            </p:cNvSpPr>
            <p:nvPr/>
          </p:nvSpPr>
          <p:spPr bwMode="auto">
            <a:xfrm>
              <a:off x="113" y="1648"/>
              <a:ext cx="5602"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1" name="Line 2677">
              <a:extLst>
                <a:ext uri="{FF2B5EF4-FFF2-40B4-BE49-F238E27FC236}">
                  <a16:creationId xmlns:a16="http://schemas.microsoft.com/office/drawing/2014/main" id="{51B6BBF1-807C-E878-DA32-48E7E90D0164}"/>
                </a:ext>
              </a:extLst>
            </p:cNvPr>
            <p:cNvSpPr>
              <a:spLocks noChangeShapeType="1"/>
            </p:cNvSpPr>
            <p:nvPr/>
          </p:nvSpPr>
          <p:spPr bwMode="auto">
            <a:xfrm>
              <a:off x="619" y="752"/>
              <a:ext cx="0" cy="3177"/>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2" name="Line 2680">
              <a:extLst>
                <a:ext uri="{FF2B5EF4-FFF2-40B4-BE49-F238E27FC236}">
                  <a16:creationId xmlns:a16="http://schemas.microsoft.com/office/drawing/2014/main" id="{D41E7516-2BB3-77BB-9916-9426C223877F}"/>
                </a:ext>
              </a:extLst>
            </p:cNvPr>
            <p:cNvSpPr>
              <a:spLocks noChangeShapeType="1"/>
            </p:cNvSpPr>
            <p:nvPr/>
          </p:nvSpPr>
          <p:spPr bwMode="auto">
            <a:xfrm>
              <a:off x="950" y="1369"/>
              <a:ext cx="0" cy="256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3" name="Line 2683">
              <a:extLst>
                <a:ext uri="{FF2B5EF4-FFF2-40B4-BE49-F238E27FC236}">
                  <a16:creationId xmlns:a16="http://schemas.microsoft.com/office/drawing/2014/main" id="{6BFEE496-BC84-3436-D733-5DC6C79C88D0}"/>
                </a:ext>
              </a:extLst>
            </p:cNvPr>
            <p:cNvSpPr>
              <a:spLocks noChangeShapeType="1"/>
            </p:cNvSpPr>
            <p:nvPr/>
          </p:nvSpPr>
          <p:spPr bwMode="auto">
            <a:xfrm>
              <a:off x="1279" y="1369"/>
              <a:ext cx="0" cy="256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4" name="Line 2686">
              <a:extLst>
                <a:ext uri="{FF2B5EF4-FFF2-40B4-BE49-F238E27FC236}">
                  <a16:creationId xmlns:a16="http://schemas.microsoft.com/office/drawing/2014/main" id="{D2C8D0CF-9A1E-F238-CAAC-07D6727EB868}"/>
                </a:ext>
              </a:extLst>
            </p:cNvPr>
            <p:cNvSpPr>
              <a:spLocks noChangeShapeType="1"/>
            </p:cNvSpPr>
            <p:nvPr/>
          </p:nvSpPr>
          <p:spPr bwMode="auto">
            <a:xfrm flipH="1">
              <a:off x="1611" y="987"/>
              <a:ext cx="29" cy="2942"/>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5" name="Line 2689">
              <a:extLst>
                <a:ext uri="{FF2B5EF4-FFF2-40B4-BE49-F238E27FC236}">
                  <a16:creationId xmlns:a16="http://schemas.microsoft.com/office/drawing/2014/main" id="{E5C5CC71-1CD9-DB15-CDB5-8079040130C1}"/>
                </a:ext>
              </a:extLst>
            </p:cNvPr>
            <p:cNvSpPr>
              <a:spLocks noChangeShapeType="1"/>
            </p:cNvSpPr>
            <p:nvPr/>
          </p:nvSpPr>
          <p:spPr bwMode="auto">
            <a:xfrm>
              <a:off x="1942" y="1369"/>
              <a:ext cx="0" cy="256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6" name="Line 2692">
              <a:extLst>
                <a:ext uri="{FF2B5EF4-FFF2-40B4-BE49-F238E27FC236}">
                  <a16:creationId xmlns:a16="http://schemas.microsoft.com/office/drawing/2014/main" id="{DDEE52FF-3B80-0079-36D9-F1F2C26DA2F5}"/>
                </a:ext>
              </a:extLst>
            </p:cNvPr>
            <p:cNvSpPr>
              <a:spLocks noChangeShapeType="1"/>
            </p:cNvSpPr>
            <p:nvPr/>
          </p:nvSpPr>
          <p:spPr bwMode="auto">
            <a:xfrm>
              <a:off x="2272" y="1369"/>
              <a:ext cx="0" cy="256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7" name="Line 2695">
              <a:extLst>
                <a:ext uri="{FF2B5EF4-FFF2-40B4-BE49-F238E27FC236}">
                  <a16:creationId xmlns:a16="http://schemas.microsoft.com/office/drawing/2014/main" id="{7CCC4BE9-9792-808D-C5F6-8CE398FC5E3F}"/>
                </a:ext>
              </a:extLst>
            </p:cNvPr>
            <p:cNvSpPr>
              <a:spLocks noChangeShapeType="1"/>
            </p:cNvSpPr>
            <p:nvPr/>
          </p:nvSpPr>
          <p:spPr bwMode="auto">
            <a:xfrm>
              <a:off x="2603" y="1369"/>
              <a:ext cx="0" cy="1675"/>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8" name="Line 2698">
              <a:extLst>
                <a:ext uri="{FF2B5EF4-FFF2-40B4-BE49-F238E27FC236}">
                  <a16:creationId xmlns:a16="http://schemas.microsoft.com/office/drawing/2014/main" id="{3D0BFD0C-2594-6DE1-F445-D45788B3D960}"/>
                </a:ext>
              </a:extLst>
            </p:cNvPr>
            <p:cNvSpPr>
              <a:spLocks noChangeShapeType="1"/>
            </p:cNvSpPr>
            <p:nvPr/>
          </p:nvSpPr>
          <p:spPr bwMode="auto">
            <a:xfrm>
              <a:off x="2934" y="752"/>
              <a:ext cx="0" cy="3177"/>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9" name="Line 2701">
              <a:extLst>
                <a:ext uri="{FF2B5EF4-FFF2-40B4-BE49-F238E27FC236}">
                  <a16:creationId xmlns:a16="http://schemas.microsoft.com/office/drawing/2014/main" id="{FA421114-026D-AAB8-CC5D-6F8B096D8880}"/>
                </a:ext>
              </a:extLst>
            </p:cNvPr>
            <p:cNvSpPr>
              <a:spLocks noChangeShapeType="1"/>
            </p:cNvSpPr>
            <p:nvPr/>
          </p:nvSpPr>
          <p:spPr bwMode="auto">
            <a:xfrm>
              <a:off x="3264" y="973"/>
              <a:ext cx="0" cy="2677"/>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60" name="Line 2704">
              <a:extLst>
                <a:ext uri="{FF2B5EF4-FFF2-40B4-BE49-F238E27FC236}">
                  <a16:creationId xmlns:a16="http://schemas.microsoft.com/office/drawing/2014/main" id="{02A261E4-297E-71D9-E26E-D14F1B6632D0}"/>
                </a:ext>
              </a:extLst>
            </p:cNvPr>
            <p:cNvSpPr>
              <a:spLocks noChangeShapeType="1"/>
            </p:cNvSpPr>
            <p:nvPr/>
          </p:nvSpPr>
          <p:spPr bwMode="auto">
            <a:xfrm flipH="1">
              <a:off x="3595" y="978"/>
              <a:ext cx="9" cy="2672"/>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61" name="Line 2707">
              <a:extLst>
                <a:ext uri="{FF2B5EF4-FFF2-40B4-BE49-F238E27FC236}">
                  <a16:creationId xmlns:a16="http://schemas.microsoft.com/office/drawing/2014/main" id="{68E8D5EE-DB09-0918-E6EB-81A7064F8021}"/>
                </a:ext>
              </a:extLst>
            </p:cNvPr>
            <p:cNvSpPr>
              <a:spLocks noChangeShapeType="1"/>
            </p:cNvSpPr>
            <p:nvPr/>
          </p:nvSpPr>
          <p:spPr bwMode="auto">
            <a:xfrm>
              <a:off x="3926" y="973"/>
              <a:ext cx="0" cy="2677"/>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62" name="Line 2710">
              <a:extLst>
                <a:ext uri="{FF2B5EF4-FFF2-40B4-BE49-F238E27FC236}">
                  <a16:creationId xmlns:a16="http://schemas.microsoft.com/office/drawing/2014/main" id="{B65B00EF-5485-1F0D-4CEF-DED1872EBC2E}"/>
                </a:ext>
              </a:extLst>
            </p:cNvPr>
            <p:cNvSpPr>
              <a:spLocks noChangeShapeType="1"/>
            </p:cNvSpPr>
            <p:nvPr/>
          </p:nvSpPr>
          <p:spPr bwMode="auto">
            <a:xfrm>
              <a:off x="4256" y="973"/>
              <a:ext cx="0" cy="2677"/>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63" name="Line 2713">
              <a:extLst>
                <a:ext uri="{FF2B5EF4-FFF2-40B4-BE49-F238E27FC236}">
                  <a16:creationId xmlns:a16="http://schemas.microsoft.com/office/drawing/2014/main" id="{A3C0F329-6C60-EBF3-EFD7-F5AA17747B86}"/>
                </a:ext>
              </a:extLst>
            </p:cNvPr>
            <p:cNvSpPr>
              <a:spLocks noChangeShapeType="1"/>
            </p:cNvSpPr>
            <p:nvPr/>
          </p:nvSpPr>
          <p:spPr bwMode="auto">
            <a:xfrm>
              <a:off x="4586" y="973"/>
              <a:ext cx="0" cy="2677"/>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64" name="Line 2716">
              <a:extLst>
                <a:ext uri="{FF2B5EF4-FFF2-40B4-BE49-F238E27FC236}">
                  <a16:creationId xmlns:a16="http://schemas.microsoft.com/office/drawing/2014/main" id="{51589299-C4C5-FE84-F69E-4F834E6DC9C5}"/>
                </a:ext>
              </a:extLst>
            </p:cNvPr>
            <p:cNvSpPr>
              <a:spLocks noChangeShapeType="1"/>
            </p:cNvSpPr>
            <p:nvPr/>
          </p:nvSpPr>
          <p:spPr bwMode="auto">
            <a:xfrm flipH="1">
              <a:off x="4918" y="978"/>
              <a:ext cx="2" cy="2672"/>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65" name="Line 2719">
              <a:extLst>
                <a:ext uri="{FF2B5EF4-FFF2-40B4-BE49-F238E27FC236}">
                  <a16:creationId xmlns:a16="http://schemas.microsoft.com/office/drawing/2014/main" id="{E83B78E6-74A6-3E40-CFB5-7B0135917FBE}"/>
                </a:ext>
              </a:extLst>
            </p:cNvPr>
            <p:cNvSpPr>
              <a:spLocks noChangeShapeType="1"/>
            </p:cNvSpPr>
            <p:nvPr/>
          </p:nvSpPr>
          <p:spPr bwMode="auto">
            <a:xfrm>
              <a:off x="5237" y="751"/>
              <a:ext cx="11" cy="3155"/>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66" name="Line 2723">
              <a:extLst>
                <a:ext uri="{FF2B5EF4-FFF2-40B4-BE49-F238E27FC236}">
                  <a16:creationId xmlns:a16="http://schemas.microsoft.com/office/drawing/2014/main" id="{8E69CEBB-C6EC-C657-7135-5B744714C9BF}"/>
                </a:ext>
              </a:extLst>
            </p:cNvPr>
            <p:cNvSpPr>
              <a:spLocks noChangeShapeType="1"/>
            </p:cNvSpPr>
            <p:nvPr/>
          </p:nvSpPr>
          <p:spPr bwMode="auto">
            <a:xfrm>
              <a:off x="113" y="1928"/>
              <a:ext cx="5602"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67" name="Line 2801">
              <a:extLst>
                <a:ext uri="{FF2B5EF4-FFF2-40B4-BE49-F238E27FC236}">
                  <a16:creationId xmlns:a16="http://schemas.microsoft.com/office/drawing/2014/main" id="{0FE732DC-9C36-4286-CF5B-50404E7D6F5B}"/>
                </a:ext>
              </a:extLst>
            </p:cNvPr>
            <p:cNvSpPr>
              <a:spLocks noChangeShapeType="1"/>
            </p:cNvSpPr>
            <p:nvPr/>
          </p:nvSpPr>
          <p:spPr bwMode="auto">
            <a:xfrm>
              <a:off x="113" y="2207"/>
              <a:ext cx="5602"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68" name="Line 2879">
              <a:extLst>
                <a:ext uri="{FF2B5EF4-FFF2-40B4-BE49-F238E27FC236}">
                  <a16:creationId xmlns:a16="http://schemas.microsoft.com/office/drawing/2014/main" id="{8C16CD71-BEF2-760E-3A03-F8ABD996D2FC}"/>
                </a:ext>
              </a:extLst>
            </p:cNvPr>
            <p:cNvSpPr>
              <a:spLocks noChangeShapeType="1"/>
            </p:cNvSpPr>
            <p:nvPr/>
          </p:nvSpPr>
          <p:spPr bwMode="auto">
            <a:xfrm>
              <a:off x="113" y="2486"/>
              <a:ext cx="5602"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69" name="Line 2957">
              <a:extLst>
                <a:ext uri="{FF2B5EF4-FFF2-40B4-BE49-F238E27FC236}">
                  <a16:creationId xmlns:a16="http://schemas.microsoft.com/office/drawing/2014/main" id="{6DC3B4F5-99FA-AA30-CC96-AD33A4140C2B}"/>
                </a:ext>
              </a:extLst>
            </p:cNvPr>
            <p:cNvSpPr>
              <a:spLocks noChangeShapeType="1"/>
            </p:cNvSpPr>
            <p:nvPr/>
          </p:nvSpPr>
          <p:spPr bwMode="auto">
            <a:xfrm>
              <a:off x="113" y="2765"/>
              <a:ext cx="5602"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0" name="Line 3035">
              <a:extLst>
                <a:ext uri="{FF2B5EF4-FFF2-40B4-BE49-F238E27FC236}">
                  <a16:creationId xmlns:a16="http://schemas.microsoft.com/office/drawing/2014/main" id="{A7FDE01C-42A8-4AA1-28A3-0DA8B274424A}"/>
                </a:ext>
              </a:extLst>
            </p:cNvPr>
            <p:cNvSpPr>
              <a:spLocks noChangeShapeType="1"/>
            </p:cNvSpPr>
            <p:nvPr/>
          </p:nvSpPr>
          <p:spPr bwMode="auto">
            <a:xfrm>
              <a:off x="113" y="3044"/>
              <a:ext cx="5602" cy="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1" name="Line 3036">
              <a:extLst>
                <a:ext uri="{FF2B5EF4-FFF2-40B4-BE49-F238E27FC236}">
                  <a16:creationId xmlns:a16="http://schemas.microsoft.com/office/drawing/2014/main" id="{8E40FFB4-33B0-914A-17E6-43D45D99F7D9}"/>
                </a:ext>
              </a:extLst>
            </p:cNvPr>
            <p:cNvSpPr>
              <a:spLocks noChangeShapeType="1"/>
            </p:cNvSpPr>
            <p:nvPr/>
          </p:nvSpPr>
          <p:spPr bwMode="auto">
            <a:xfrm>
              <a:off x="113" y="3044"/>
              <a:ext cx="0" cy="327"/>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2" name="Line 3113">
              <a:extLst>
                <a:ext uri="{FF2B5EF4-FFF2-40B4-BE49-F238E27FC236}">
                  <a16:creationId xmlns:a16="http://schemas.microsoft.com/office/drawing/2014/main" id="{61C68F07-D9E1-7CAC-59E7-C5E8737DAF2A}"/>
                </a:ext>
              </a:extLst>
            </p:cNvPr>
            <p:cNvSpPr>
              <a:spLocks noChangeShapeType="1"/>
            </p:cNvSpPr>
            <p:nvPr/>
          </p:nvSpPr>
          <p:spPr bwMode="auto">
            <a:xfrm>
              <a:off x="113" y="3371"/>
              <a:ext cx="5602" cy="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3" name="Line 3114">
              <a:extLst>
                <a:ext uri="{FF2B5EF4-FFF2-40B4-BE49-F238E27FC236}">
                  <a16:creationId xmlns:a16="http://schemas.microsoft.com/office/drawing/2014/main" id="{F91B30ED-F2AC-38FC-AD2F-C1B3EE5B7B5A}"/>
                </a:ext>
              </a:extLst>
            </p:cNvPr>
            <p:cNvSpPr>
              <a:spLocks noChangeShapeType="1"/>
            </p:cNvSpPr>
            <p:nvPr/>
          </p:nvSpPr>
          <p:spPr bwMode="auto">
            <a:xfrm>
              <a:off x="113" y="3371"/>
              <a:ext cx="0" cy="558"/>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4" name="Line 3141">
              <a:extLst>
                <a:ext uri="{FF2B5EF4-FFF2-40B4-BE49-F238E27FC236}">
                  <a16:creationId xmlns:a16="http://schemas.microsoft.com/office/drawing/2014/main" id="{350D95CA-E7A1-2859-035C-4CDCBC46DD29}"/>
                </a:ext>
              </a:extLst>
            </p:cNvPr>
            <p:cNvSpPr>
              <a:spLocks noChangeShapeType="1"/>
            </p:cNvSpPr>
            <p:nvPr/>
          </p:nvSpPr>
          <p:spPr bwMode="auto">
            <a:xfrm>
              <a:off x="2603" y="3044"/>
              <a:ext cx="0" cy="327"/>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5" name="Line 3183">
              <a:extLst>
                <a:ext uri="{FF2B5EF4-FFF2-40B4-BE49-F238E27FC236}">
                  <a16:creationId xmlns:a16="http://schemas.microsoft.com/office/drawing/2014/main" id="{1F16227C-51E0-D1B7-48A4-A2C9C710AB7F}"/>
                </a:ext>
              </a:extLst>
            </p:cNvPr>
            <p:cNvSpPr>
              <a:spLocks noChangeShapeType="1"/>
            </p:cNvSpPr>
            <p:nvPr/>
          </p:nvSpPr>
          <p:spPr bwMode="auto">
            <a:xfrm>
              <a:off x="113" y="3650"/>
              <a:ext cx="5602" cy="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6" name="Line 3215">
              <a:extLst>
                <a:ext uri="{FF2B5EF4-FFF2-40B4-BE49-F238E27FC236}">
                  <a16:creationId xmlns:a16="http://schemas.microsoft.com/office/drawing/2014/main" id="{E37396AE-BED2-1DA7-632D-A079ABC7B286}"/>
                </a:ext>
              </a:extLst>
            </p:cNvPr>
            <p:cNvSpPr>
              <a:spLocks noChangeShapeType="1"/>
            </p:cNvSpPr>
            <p:nvPr/>
          </p:nvSpPr>
          <p:spPr bwMode="auto">
            <a:xfrm>
              <a:off x="2603" y="3371"/>
              <a:ext cx="0" cy="558"/>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nvGrpSpPr>
            <p:cNvPr id="177" name="Group 3328">
              <a:extLst>
                <a:ext uri="{FF2B5EF4-FFF2-40B4-BE49-F238E27FC236}">
                  <a16:creationId xmlns:a16="http://schemas.microsoft.com/office/drawing/2014/main" id="{9331A165-195F-7465-B339-3ACE09056C4A}"/>
                </a:ext>
              </a:extLst>
            </p:cNvPr>
            <p:cNvGrpSpPr>
              <a:grpSpLocks noChangeAspect="1"/>
            </p:cNvGrpSpPr>
            <p:nvPr/>
          </p:nvGrpSpPr>
          <p:grpSpPr bwMode="auto">
            <a:xfrm>
              <a:off x="5407" y="3090"/>
              <a:ext cx="150" cy="227"/>
              <a:chOff x="5148" y="2840"/>
              <a:chExt cx="150" cy="234"/>
            </a:xfrm>
          </p:grpSpPr>
          <p:sp>
            <p:nvSpPr>
              <p:cNvPr id="203" name="AutoShape 3327">
                <a:extLst>
                  <a:ext uri="{FF2B5EF4-FFF2-40B4-BE49-F238E27FC236}">
                    <a16:creationId xmlns:a16="http://schemas.microsoft.com/office/drawing/2014/main" id="{B76DC443-AC5C-901B-2CC3-397DCAEBB519}"/>
                  </a:ext>
                </a:extLst>
              </p:cNvPr>
              <p:cNvSpPr>
                <a:spLocks noChangeAspect="1" noChangeArrowheads="1" noTextEdit="1"/>
              </p:cNvSpPr>
              <p:nvPr/>
            </p:nvSpPr>
            <p:spPr bwMode="auto">
              <a:xfrm>
                <a:off x="5148" y="2840"/>
                <a:ext cx="150"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04" name="Line 3329">
                <a:extLst>
                  <a:ext uri="{FF2B5EF4-FFF2-40B4-BE49-F238E27FC236}">
                    <a16:creationId xmlns:a16="http://schemas.microsoft.com/office/drawing/2014/main" id="{C770458C-98AA-361A-5BFC-89AD10B98507}"/>
                  </a:ext>
                </a:extLst>
              </p:cNvPr>
              <p:cNvSpPr>
                <a:spLocks noChangeShapeType="1"/>
              </p:cNvSpPr>
              <p:nvPr/>
            </p:nvSpPr>
            <p:spPr bwMode="auto">
              <a:xfrm>
                <a:off x="5181" y="2945"/>
                <a:ext cx="62" cy="1"/>
              </a:xfrm>
              <a:prstGeom prst="line">
                <a:avLst/>
              </a:prstGeom>
              <a:noFill/>
              <a:ln w="301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 name="Line 3330">
                <a:extLst>
                  <a:ext uri="{FF2B5EF4-FFF2-40B4-BE49-F238E27FC236}">
                    <a16:creationId xmlns:a16="http://schemas.microsoft.com/office/drawing/2014/main" id="{CCDEE62F-0060-9556-AEE1-AE74CA7CB852}"/>
                  </a:ext>
                </a:extLst>
              </p:cNvPr>
              <p:cNvSpPr>
                <a:spLocks noChangeShapeType="1"/>
              </p:cNvSpPr>
              <p:nvPr/>
            </p:nvSpPr>
            <p:spPr bwMode="auto">
              <a:xfrm>
                <a:off x="5181" y="2849"/>
                <a:ext cx="62" cy="1"/>
              </a:xfrm>
              <a:prstGeom prst="line">
                <a:avLst/>
              </a:prstGeom>
              <a:noFill/>
              <a:ln w="301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6" name="Line 3331">
                <a:extLst>
                  <a:ext uri="{FF2B5EF4-FFF2-40B4-BE49-F238E27FC236}">
                    <a16:creationId xmlns:a16="http://schemas.microsoft.com/office/drawing/2014/main" id="{3980945A-44EE-EB0E-B184-A9E4298D4A5E}"/>
                  </a:ext>
                </a:extLst>
              </p:cNvPr>
              <p:cNvSpPr>
                <a:spLocks noChangeShapeType="1"/>
              </p:cNvSpPr>
              <p:nvPr/>
            </p:nvSpPr>
            <p:spPr bwMode="auto">
              <a:xfrm flipH="1">
                <a:off x="5165" y="2868"/>
                <a:ext cx="2" cy="61"/>
              </a:xfrm>
              <a:prstGeom prst="line">
                <a:avLst/>
              </a:prstGeom>
              <a:noFill/>
              <a:ln w="301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7" name="Line 3332">
                <a:extLst>
                  <a:ext uri="{FF2B5EF4-FFF2-40B4-BE49-F238E27FC236}">
                    <a16:creationId xmlns:a16="http://schemas.microsoft.com/office/drawing/2014/main" id="{A0A6BF57-7C22-CBE9-165A-29900DC5983A}"/>
                  </a:ext>
                </a:extLst>
              </p:cNvPr>
              <p:cNvSpPr>
                <a:spLocks noChangeShapeType="1"/>
              </p:cNvSpPr>
              <p:nvPr/>
            </p:nvSpPr>
            <p:spPr bwMode="auto">
              <a:xfrm flipH="1">
                <a:off x="5260" y="2868"/>
                <a:ext cx="2" cy="61"/>
              </a:xfrm>
              <a:prstGeom prst="line">
                <a:avLst/>
              </a:prstGeom>
              <a:noFill/>
              <a:ln w="301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8" name="Line 3333">
                <a:extLst>
                  <a:ext uri="{FF2B5EF4-FFF2-40B4-BE49-F238E27FC236}">
                    <a16:creationId xmlns:a16="http://schemas.microsoft.com/office/drawing/2014/main" id="{22071855-E5A6-ABCC-E017-CEB3EB246AFC}"/>
                  </a:ext>
                </a:extLst>
              </p:cNvPr>
              <p:cNvSpPr>
                <a:spLocks noChangeShapeType="1"/>
              </p:cNvSpPr>
              <p:nvPr/>
            </p:nvSpPr>
            <p:spPr bwMode="auto">
              <a:xfrm>
                <a:off x="5181" y="3044"/>
                <a:ext cx="62" cy="1"/>
              </a:xfrm>
              <a:prstGeom prst="line">
                <a:avLst/>
              </a:prstGeom>
              <a:noFill/>
              <a:ln w="301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9" name="Line 3334">
                <a:extLst>
                  <a:ext uri="{FF2B5EF4-FFF2-40B4-BE49-F238E27FC236}">
                    <a16:creationId xmlns:a16="http://schemas.microsoft.com/office/drawing/2014/main" id="{5A479E1F-6358-6E73-D4D3-40921A9BD993}"/>
                  </a:ext>
                </a:extLst>
              </p:cNvPr>
              <p:cNvSpPr>
                <a:spLocks noChangeShapeType="1"/>
              </p:cNvSpPr>
              <p:nvPr/>
            </p:nvSpPr>
            <p:spPr bwMode="auto">
              <a:xfrm flipH="1">
                <a:off x="5165" y="2964"/>
                <a:ext cx="2" cy="63"/>
              </a:xfrm>
              <a:prstGeom prst="line">
                <a:avLst/>
              </a:prstGeom>
              <a:noFill/>
              <a:ln w="301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0" name="Line 3335">
                <a:extLst>
                  <a:ext uri="{FF2B5EF4-FFF2-40B4-BE49-F238E27FC236}">
                    <a16:creationId xmlns:a16="http://schemas.microsoft.com/office/drawing/2014/main" id="{2AFF1F41-7792-53E3-DE89-4D15F74764ED}"/>
                  </a:ext>
                </a:extLst>
              </p:cNvPr>
              <p:cNvSpPr>
                <a:spLocks noChangeShapeType="1"/>
              </p:cNvSpPr>
              <p:nvPr/>
            </p:nvSpPr>
            <p:spPr bwMode="auto">
              <a:xfrm flipH="1">
                <a:off x="5260" y="2964"/>
                <a:ext cx="2" cy="63"/>
              </a:xfrm>
              <a:prstGeom prst="line">
                <a:avLst/>
              </a:prstGeom>
              <a:noFill/>
              <a:ln w="301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78" name="Rectangle 3337">
              <a:extLst>
                <a:ext uri="{FF2B5EF4-FFF2-40B4-BE49-F238E27FC236}">
                  <a16:creationId xmlns:a16="http://schemas.microsoft.com/office/drawing/2014/main" id="{FA9E4795-1CBA-6F44-8F31-83431D8AF43C}"/>
                </a:ext>
              </a:extLst>
            </p:cNvPr>
            <p:cNvSpPr>
              <a:spLocks noChangeArrowheads="1"/>
            </p:cNvSpPr>
            <p:nvPr/>
          </p:nvSpPr>
          <p:spPr bwMode="auto">
            <a:xfrm>
              <a:off x="1041" y="1009"/>
              <a:ext cx="689" cy="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i="1">
                  <a:latin typeface="Times New Roman" panose="02020603050405020304" pitchFamily="18" charset="0"/>
                  <a:ea typeface="华康简宋" charset="-122"/>
                  <a:cs typeface="Times New Roman" panose="02020603050405020304" pitchFamily="18" charset="0"/>
                </a:rPr>
                <a:t>LT</a:t>
              </a:r>
              <a:endParaRPr kumimoji="1" lang="en-US" altLang="zh-CN" sz="1600">
                <a:latin typeface="Times New Roman" panose="02020603050405020304" pitchFamily="18" charset="0"/>
                <a:ea typeface="华康简宋" charset="-122"/>
                <a:cs typeface="Times New Roman" panose="02020603050405020304" pitchFamily="18" charset="0"/>
              </a:endParaRPr>
            </a:p>
          </p:txBody>
        </p:sp>
        <p:sp>
          <p:nvSpPr>
            <p:cNvPr id="179" name="Rectangle 3338">
              <a:extLst>
                <a:ext uri="{FF2B5EF4-FFF2-40B4-BE49-F238E27FC236}">
                  <a16:creationId xmlns:a16="http://schemas.microsoft.com/office/drawing/2014/main" id="{D14BBD5F-6560-0EE0-CA76-BD8C1CD7085A}"/>
                </a:ext>
              </a:extLst>
            </p:cNvPr>
            <p:cNvSpPr>
              <a:spLocks noChangeArrowheads="1"/>
            </p:cNvSpPr>
            <p:nvPr/>
          </p:nvSpPr>
          <p:spPr bwMode="auto">
            <a:xfrm>
              <a:off x="4895" y="958"/>
              <a:ext cx="329" cy="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i="1">
                  <a:latin typeface="Times New Roman" panose="02020603050405020304" pitchFamily="18" charset="0"/>
                  <a:ea typeface="华康简宋" charset="-122"/>
                  <a:cs typeface="Times New Roman" panose="02020603050405020304" pitchFamily="18" charset="0"/>
                </a:rPr>
                <a:t>g</a:t>
              </a:r>
              <a:endParaRPr kumimoji="1" lang="en-US" altLang="zh-CN" sz="1600">
                <a:latin typeface="Times New Roman" panose="02020603050405020304" pitchFamily="18" charset="0"/>
                <a:ea typeface="华康简宋" charset="-122"/>
                <a:cs typeface="Times New Roman" panose="02020603050405020304" pitchFamily="18" charset="0"/>
              </a:endParaRPr>
            </a:p>
          </p:txBody>
        </p:sp>
        <p:sp>
          <p:nvSpPr>
            <p:cNvPr id="180" name="Rectangle 3339">
              <a:extLst>
                <a:ext uri="{FF2B5EF4-FFF2-40B4-BE49-F238E27FC236}">
                  <a16:creationId xmlns:a16="http://schemas.microsoft.com/office/drawing/2014/main" id="{2F546C23-246A-AEBF-68DB-4FCF4CFEABBB}"/>
                </a:ext>
              </a:extLst>
            </p:cNvPr>
            <p:cNvSpPr>
              <a:spLocks noChangeArrowheads="1"/>
            </p:cNvSpPr>
            <p:nvPr/>
          </p:nvSpPr>
          <p:spPr bwMode="auto">
            <a:xfrm>
              <a:off x="4566" y="958"/>
              <a:ext cx="329" cy="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i="1">
                  <a:latin typeface="Times New Roman" panose="02020603050405020304" pitchFamily="18" charset="0"/>
                  <a:ea typeface="华康简宋" charset="-122"/>
                  <a:cs typeface="Times New Roman" panose="02020603050405020304" pitchFamily="18" charset="0"/>
                </a:rPr>
                <a:t>f</a:t>
              </a:r>
              <a:endParaRPr kumimoji="1" lang="en-US" altLang="zh-CN" sz="1600">
                <a:latin typeface="Times New Roman" panose="02020603050405020304" pitchFamily="18" charset="0"/>
                <a:ea typeface="华康简宋" charset="-122"/>
                <a:cs typeface="Times New Roman" panose="02020603050405020304" pitchFamily="18" charset="0"/>
              </a:endParaRPr>
            </a:p>
          </p:txBody>
        </p:sp>
        <p:sp>
          <p:nvSpPr>
            <p:cNvPr id="181" name="Rectangle 3340">
              <a:extLst>
                <a:ext uri="{FF2B5EF4-FFF2-40B4-BE49-F238E27FC236}">
                  <a16:creationId xmlns:a16="http://schemas.microsoft.com/office/drawing/2014/main" id="{C336C922-0B9D-3519-C622-C7574731CC2A}"/>
                </a:ext>
              </a:extLst>
            </p:cNvPr>
            <p:cNvSpPr>
              <a:spLocks noChangeArrowheads="1"/>
            </p:cNvSpPr>
            <p:nvPr/>
          </p:nvSpPr>
          <p:spPr bwMode="auto">
            <a:xfrm>
              <a:off x="4238" y="958"/>
              <a:ext cx="328" cy="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i="1">
                  <a:latin typeface="Times New Roman" panose="02020603050405020304" pitchFamily="18" charset="0"/>
                  <a:ea typeface="华康简宋" charset="-122"/>
                  <a:cs typeface="Times New Roman" panose="02020603050405020304" pitchFamily="18" charset="0"/>
                </a:rPr>
                <a:t>e</a:t>
              </a:r>
              <a:endParaRPr kumimoji="1" lang="en-US" altLang="zh-CN" sz="1600">
                <a:latin typeface="Times New Roman" panose="02020603050405020304" pitchFamily="18" charset="0"/>
                <a:ea typeface="华康简宋" charset="-122"/>
                <a:cs typeface="Times New Roman" panose="02020603050405020304" pitchFamily="18" charset="0"/>
              </a:endParaRPr>
            </a:p>
          </p:txBody>
        </p:sp>
        <p:sp>
          <p:nvSpPr>
            <p:cNvPr id="182" name="Rectangle 3341">
              <a:extLst>
                <a:ext uri="{FF2B5EF4-FFF2-40B4-BE49-F238E27FC236}">
                  <a16:creationId xmlns:a16="http://schemas.microsoft.com/office/drawing/2014/main" id="{DF92EFA9-0A58-C63E-53B3-CE817EABC3A8}"/>
                </a:ext>
              </a:extLst>
            </p:cNvPr>
            <p:cNvSpPr>
              <a:spLocks noChangeArrowheads="1"/>
            </p:cNvSpPr>
            <p:nvPr/>
          </p:nvSpPr>
          <p:spPr bwMode="auto">
            <a:xfrm>
              <a:off x="3908" y="958"/>
              <a:ext cx="330" cy="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i="1">
                  <a:latin typeface="Times New Roman" panose="02020603050405020304" pitchFamily="18" charset="0"/>
                  <a:ea typeface="华康简宋" charset="-122"/>
                  <a:cs typeface="Times New Roman" panose="02020603050405020304" pitchFamily="18" charset="0"/>
                </a:rPr>
                <a:t>d</a:t>
              </a:r>
              <a:endParaRPr kumimoji="1" lang="en-US" altLang="zh-CN" sz="1600">
                <a:latin typeface="Times New Roman" panose="02020603050405020304" pitchFamily="18" charset="0"/>
                <a:ea typeface="华康简宋" charset="-122"/>
                <a:cs typeface="Times New Roman" panose="02020603050405020304" pitchFamily="18" charset="0"/>
              </a:endParaRPr>
            </a:p>
          </p:txBody>
        </p:sp>
        <p:sp>
          <p:nvSpPr>
            <p:cNvPr id="183" name="Rectangle 3342">
              <a:extLst>
                <a:ext uri="{FF2B5EF4-FFF2-40B4-BE49-F238E27FC236}">
                  <a16:creationId xmlns:a16="http://schemas.microsoft.com/office/drawing/2014/main" id="{B9604BCA-D0AC-4C9C-9BA9-313902A69E0F}"/>
                </a:ext>
              </a:extLst>
            </p:cNvPr>
            <p:cNvSpPr>
              <a:spLocks noChangeArrowheads="1"/>
            </p:cNvSpPr>
            <p:nvPr/>
          </p:nvSpPr>
          <p:spPr bwMode="auto">
            <a:xfrm>
              <a:off x="3579" y="958"/>
              <a:ext cx="329" cy="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i="1">
                  <a:latin typeface="Times New Roman" panose="02020603050405020304" pitchFamily="18" charset="0"/>
                  <a:ea typeface="华康简宋" charset="-122"/>
                  <a:cs typeface="Times New Roman" panose="02020603050405020304" pitchFamily="18" charset="0"/>
                </a:rPr>
                <a:t>c</a:t>
              </a:r>
              <a:endParaRPr kumimoji="1" lang="en-US" altLang="zh-CN" sz="1600">
                <a:latin typeface="Times New Roman" panose="02020603050405020304" pitchFamily="18" charset="0"/>
                <a:ea typeface="华康简宋" charset="-122"/>
                <a:cs typeface="Times New Roman" panose="02020603050405020304" pitchFamily="18" charset="0"/>
              </a:endParaRPr>
            </a:p>
          </p:txBody>
        </p:sp>
        <p:sp>
          <p:nvSpPr>
            <p:cNvPr id="184" name="Rectangle 3343">
              <a:extLst>
                <a:ext uri="{FF2B5EF4-FFF2-40B4-BE49-F238E27FC236}">
                  <a16:creationId xmlns:a16="http://schemas.microsoft.com/office/drawing/2014/main" id="{B87C8802-D70C-F52E-FE7F-7EC998CE6182}"/>
                </a:ext>
              </a:extLst>
            </p:cNvPr>
            <p:cNvSpPr>
              <a:spLocks noChangeArrowheads="1"/>
            </p:cNvSpPr>
            <p:nvPr/>
          </p:nvSpPr>
          <p:spPr bwMode="auto">
            <a:xfrm>
              <a:off x="3250" y="958"/>
              <a:ext cx="329" cy="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i="1">
                  <a:latin typeface="Times New Roman" panose="02020603050405020304" pitchFamily="18" charset="0"/>
                  <a:ea typeface="华康简宋" charset="-122"/>
                  <a:cs typeface="Times New Roman" panose="02020603050405020304" pitchFamily="18" charset="0"/>
                </a:rPr>
                <a:t>b</a:t>
              </a:r>
              <a:endParaRPr kumimoji="1" lang="en-US" altLang="zh-CN" sz="1600">
                <a:latin typeface="Times New Roman" panose="02020603050405020304" pitchFamily="18" charset="0"/>
                <a:ea typeface="华康简宋" charset="-122"/>
                <a:cs typeface="Times New Roman" panose="02020603050405020304" pitchFamily="18" charset="0"/>
              </a:endParaRPr>
            </a:p>
          </p:txBody>
        </p:sp>
        <p:sp>
          <p:nvSpPr>
            <p:cNvPr id="185" name="Rectangle 3344">
              <a:extLst>
                <a:ext uri="{FF2B5EF4-FFF2-40B4-BE49-F238E27FC236}">
                  <a16:creationId xmlns:a16="http://schemas.microsoft.com/office/drawing/2014/main" id="{268A5150-0E36-62C1-DED5-6AC4827CB864}"/>
                </a:ext>
              </a:extLst>
            </p:cNvPr>
            <p:cNvSpPr>
              <a:spLocks noChangeArrowheads="1"/>
            </p:cNvSpPr>
            <p:nvPr/>
          </p:nvSpPr>
          <p:spPr bwMode="auto">
            <a:xfrm>
              <a:off x="2920" y="958"/>
              <a:ext cx="330" cy="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i="1">
                  <a:latin typeface="Times New Roman" panose="02020603050405020304" pitchFamily="18" charset="0"/>
                  <a:ea typeface="华康简宋" charset="-122"/>
                  <a:cs typeface="Times New Roman" panose="02020603050405020304" pitchFamily="18" charset="0"/>
                </a:rPr>
                <a:t>a</a:t>
              </a:r>
              <a:endParaRPr kumimoji="1" lang="en-US" altLang="zh-CN" sz="1600">
                <a:latin typeface="Times New Roman" panose="02020603050405020304" pitchFamily="18" charset="0"/>
                <a:ea typeface="华康简宋" charset="-122"/>
                <a:cs typeface="Times New Roman" panose="02020603050405020304" pitchFamily="18" charset="0"/>
              </a:endParaRPr>
            </a:p>
          </p:txBody>
        </p:sp>
        <p:sp>
          <p:nvSpPr>
            <p:cNvPr id="186" name="Rectangle 3345">
              <a:extLst>
                <a:ext uri="{FF2B5EF4-FFF2-40B4-BE49-F238E27FC236}">
                  <a16:creationId xmlns:a16="http://schemas.microsoft.com/office/drawing/2014/main" id="{45EA9053-DD89-5E58-9BE4-1EB703D850CF}"/>
                </a:ext>
              </a:extLst>
            </p:cNvPr>
            <p:cNvSpPr>
              <a:spLocks noChangeArrowheads="1"/>
            </p:cNvSpPr>
            <p:nvPr/>
          </p:nvSpPr>
          <p:spPr bwMode="auto">
            <a:xfrm>
              <a:off x="1259" y="958"/>
              <a:ext cx="330" cy="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spcAft>
                  <a:spcPct val="0"/>
                </a:spcAft>
                <a:buClr>
                  <a:schemeClr val="accent2"/>
                </a:buClr>
                <a:buFont typeface="Wingdings" panose="05000000000000000000" pitchFamily="2" charset="2"/>
                <a:buNone/>
              </a:pPr>
              <a:endParaRPr lang="zh-CN" altLang="zh-CN" sz="1600">
                <a:ea typeface="楷体_GB2312" pitchFamily="49" charset="-122"/>
              </a:endParaRPr>
            </a:p>
          </p:txBody>
        </p:sp>
        <p:sp>
          <p:nvSpPr>
            <p:cNvPr id="187" name="Rectangle 3346">
              <a:extLst>
                <a:ext uri="{FF2B5EF4-FFF2-40B4-BE49-F238E27FC236}">
                  <a16:creationId xmlns:a16="http://schemas.microsoft.com/office/drawing/2014/main" id="{D9F6255F-0C15-CFCC-180A-8EEA46CF8695}"/>
                </a:ext>
              </a:extLst>
            </p:cNvPr>
            <p:cNvSpPr>
              <a:spLocks noChangeArrowheads="1"/>
            </p:cNvSpPr>
            <p:nvPr/>
          </p:nvSpPr>
          <p:spPr bwMode="auto">
            <a:xfrm>
              <a:off x="931" y="958"/>
              <a:ext cx="328" cy="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spcAft>
                  <a:spcPct val="0"/>
                </a:spcAft>
                <a:buClr>
                  <a:schemeClr val="accent2"/>
                </a:buClr>
                <a:buFont typeface="Wingdings" panose="05000000000000000000" pitchFamily="2" charset="2"/>
                <a:buNone/>
              </a:pPr>
              <a:endParaRPr lang="zh-CN" altLang="zh-CN" sz="1600">
                <a:ea typeface="楷体_GB2312" pitchFamily="49" charset="-122"/>
              </a:endParaRPr>
            </a:p>
          </p:txBody>
        </p:sp>
        <p:sp>
          <p:nvSpPr>
            <p:cNvPr id="188" name="Rectangle 3347">
              <a:extLst>
                <a:ext uri="{FF2B5EF4-FFF2-40B4-BE49-F238E27FC236}">
                  <a16:creationId xmlns:a16="http://schemas.microsoft.com/office/drawing/2014/main" id="{C9641F41-5CDF-47FA-96CE-D8C701922C4E}"/>
                </a:ext>
              </a:extLst>
            </p:cNvPr>
            <p:cNvSpPr>
              <a:spLocks noChangeArrowheads="1"/>
            </p:cNvSpPr>
            <p:nvPr/>
          </p:nvSpPr>
          <p:spPr bwMode="auto">
            <a:xfrm>
              <a:off x="5170" y="753"/>
              <a:ext cx="608"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1600">
                  <a:latin typeface="Times New Roman" panose="02020603050405020304" pitchFamily="18" charset="0"/>
                  <a:ea typeface="楷体_GB2312" pitchFamily="49" charset="-122"/>
                </a:rPr>
                <a:t>字形</a:t>
              </a:r>
            </a:p>
          </p:txBody>
        </p:sp>
        <p:sp>
          <p:nvSpPr>
            <p:cNvPr id="189" name="Rectangle 3348">
              <a:extLst>
                <a:ext uri="{FF2B5EF4-FFF2-40B4-BE49-F238E27FC236}">
                  <a16:creationId xmlns:a16="http://schemas.microsoft.com/office/drawing/2014/main" id="{4D3DB58D-5A7E-901E-B791-2959DC30529B}"/>
                </a:ext>
              </a:extLst>
            </p:cNvPr>
            <p:cNvSpPr>
              <a:spLocks noChangeArrowheads="1"/>
            </p:cNvSpPr>
            <p:nvPr/>
          </p:nvSpPr>
          <p:spPr bwMode="auto">
            <a:xfrm>
              <a:off x="2950" y="728"/>
              <a:ext cx="2287"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1600">
                  <a:latin typeface="Times New Roman" panose="02020603050405020304" pitchFamily="18" charset="0"/>
                  <a:ea typeface="华康简宋" charset="-122"/>
                </a:rPr>
                <a:t>输  出</a:t>
              </a:r>
            </a:p>
          </p:txBody>
        </p:sp>
        <p:sp>
          <p:nvSpPr>
            <p:cNvPr id="190" name="Rectangle 3349">
              <a:extLst>
                <a:ext uri="{FF2B5EF4-FFF2-40B4-BE49-F238E27FC236}">
                  <a16:creationId xmlns:a16="http://schemas.microsoft.com/office/drawing/2014/main" id="{3AB4E237-1575-720D-B7D7-4A67E1437CC4}"/>
                </a:ext>
              </a:extLst>
            </p:cNvPr>
            <p:cNvSpPr>
              <a:spLocks noChangeArrowheads="1"/>
            </p:cNvSpPr>
            <p:nvPr/>
          </p:nvSpPr>
          <p:spPr bwMode="auto">
            <a:xfrm>
              <a:off x="631" y="744"/>
              <a:ext cx="2304"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1600">
                  <a:latin typeface="Times New Roman" panose="02020603050405020304" pitchFamily="18" charset="0"/>
                  <a:ea typeface="华康简宋" charset="-122"/>
                </a:rPr>
                <a:t>输  入</a:t>
              </a:r>
            </a:p>
          </p:txBody>
        </p:sp>
        <p:sp>
          <p:nvSpPr>
            <p:cNvPr id="191" name="Rectangle 3350">
              <a:extLst>
                <a:ext uri="{FF2B5EF4-FFF2-40B4-BE49-F238E27FC236}">
                  <a16:creationId xmlns:a16="http://schemas.microsoft.com/office/drawing/2014/main" id="{515F3B57-8A65-8580-5412-F2E02F1D7B43}"/>
                </a:ext>
              </a:extLst>
            </p:cNvPr>
            <p:cNvSpPr>
              <a:spLocks noChangeArrowheads="1"/>
            </p:cNvSpPr>
            <p:nvPr/>
          </p:nvSpPr>
          <p:spPr bwMode="auto">
            <a:xfrm>
              <a:off x="49" y="754"/>
              <a:ext cx="669"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1600">
                  <a:latin typeface="Times New Roman" panose="02020603050405020304" pitchFamily="18" charset="0"/>
                  <a:ea typeface="楷体_GB2312" pitchFamily="49" charset="-122"/>
                </a:rPr>
                <a:t>十进制</a:t>
              </a:r>
              <a:endParaRPr kumimoji="1" lang="en-US" altLang="zh-CN" sz="1600">
                <a:latin typeface="Times New Roman" panose="02020603050405020304" pitchFamily="18" charset="0"/>
                <a:ea typeface="楷体_GB2312" pitchFamily="49" charset="-122"/>
                <a:cs typeface="Times New Roman" panose="02020603050405020304" pitchFamily="18" charset="0"/>
              </a:endParaRPr>
            </a:p>
            <a:p>
              <a:pPr algn="ctr" eaLnBrk="1" hangingPunct="1">
                <a:spcAft>
                  <a:spcPct val="0"/>
                </a:spcAft>
                <a:buFontTx/>
                <a:buNone/>
              </a:pPr>
              <a:r>
                <a:rPr kumimoji="1" lang="zh-CN" altLang="en-US" sz="1600">
                  <a:latin typeface="Times New Roman" panose="02020603050405020304" pitchFamily="18" charset="0"/>
                  <a:ea typeface="楷体_GB2312" pitchFamily="49" charset="-122"/>
                </a:rPr>
                <a:t>或功能</a:t>
              </a:r>
            </a:p>
          </p:txBody>
        </p:sp>
        <p:sp>
          <p:nvSpPr>
            <p:cNvPr id="192" name="Line 3351">
              <a:extLst>
                <a:ext uri="{FF2B5EF4-FFF2-40B4-BE49-F238E27FC236}">
                  <a16:creationId xmlns:a16="http://schemas.microsoft.com/office/drawing/2014/main" id="{9B188EFA-AE6A-2AF9-AADE-B0D05A6C52D1}"/>
                </a:ext>
              </a:extLst>
            </p:cNvPr>
            <p:cNvSpPr>
              <a:spLocks noChangeShapeType="1"/>
            </p:cNvSpPr>
            <p:nvPr/>
          </p:nvSpPr>
          <p:spPr bwMode="auto">
            <a:xfrm>
              <a:off x="113" y="753"/>
              <a:ext cx="5602" cy="0"/>
            </a:xfrm>
            <a:prstGeom prst="line">
              <a:avLst/>
            </a:prstGeom>
            <a:noFill/>
            <a:ln w="25400"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93" name="Line 3352">
              <a:extLst>
                <a:ext uri="{FF2B5EF4-FFF2-40B4-BE49-F238E27FC236}">
                  <a16:creationId xmlns:a16="http://schemas.microsoft.com/office/drawing/2014/main" id="{2891A72B-E720-5E3E-DDFB-FF6F32455D31}"/>
                </a:ext>
              </a:extLst>
            </p:cNvPr>
            <p:cNvSpPr>
              <a:spLocks noChangeShapeType="1"/>
            </p:cNvSpPr>
            <p:nvPr/>
          </p:nvSpPr>
          <p:spPr bwMode="auto">
            <a:xfrm>
              <a:off x="5715" y="753"/>
              <a:ext cx="0" cy="654"/>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94" name="Line 3354">
              <a:extLst>
                <a:ext uri="{FF2B5EF4-FFF2-40B4-BE49-F238E27FC236}">
                  <a16:creationId xmlns:a16="http://schemas.microsoft.com/office/drawing/2014/main" id="{B6C0D2E8-8740-B03D-2916-B3F1DA6F2878}"/>
                </a:ext>
              </a:extLst>
            </p:cNvPr>
            <p:cNvSpPr>
              <a:spLocks noChangeShapeType="1"/>
            </p:cNvSpPr>
            <p:nvPr/>
          </p:nvSpPr>
          <p:spPr bwMode="auto">
            <a:xfrm>
              <a:off x="629" y="958"/>
              <a:ext cx="4608" cy="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95" name="Rectangle 3355">
              <a:extLst>
                <a:ext uri="{FF2B5EF4-FFF2-40B4-BE49-F238E27FC236}">
                  <a16:creationId xmlns:a16="http://schemas.microsoft.com/office/drawing/2014/main" id="{870B34FE-6F1C-0B20-D125-93447B35547F}"/>
                </a:ext>
              </a:extLst>
            </p:cNvPr>
            <p:cNvSpPr>
              <a:spLocks noChangeArrowheads="1"/>
            </p:cNvSpPr>
            <p:nvPr/>
          </p:nvSpPr>
          <p:spPr bwMode="auto">
            <a:xfrm>
              <a:off x="787" y="1009"/>
              <a:ext cx="690" cy="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i="1">
                  <a:latin typeface="Times New Roman" panose="02020603050405020304" pitchFamily="18" charset="0"/>
                  <a:ea typeface="华康简宋" charset="-122"/>
                  <a:cs typeface="Times New Roman" panose="02020603050405020304" pitchFamily="18" charset="0"/>
                </a:rPr>
                <a:t>BL</a:t>
              </a:r>
              <a:endParaRPr kumimoji="1" lang="en-US" altLang="zh-CN" sz="1600">
                <a:latin typeface="Times New Roman" panose="02020603050405020304" pitchFamily="18" charset="0"/>
                <a:ea typeface="华康简宋" charset="-122"/>
                <a:cs typeface="Times New Roman" panose="02020603050405020304" pitchFamily="18" charset="0"/>
              </a:endParaRPr>
            </a:p>
          </p:txBody>
        </p:sp>
        <p:sp>
          <p:nvSpPr>
            <p:cNvPr id="196" name="Rectangle 3356">
              <a:extLst>
                <a:ext uri="{FF2B5EF4-FFF2-40B4-BE49-F238E27FC236}">
                  <a16:creationId xmlns:a16="http://schemas.microsoft.com/office/drawing/2014/main" id="{BA50657A-CA5C-5418-018D-CEF335E6EDD8}"/>
                </a:ext>
              </a:extLst>
            </p:cNvPr>
            <p:cNvSpPr>
              <a:spLocks noChangeArrowheads="1"/>
            </p:cNvSpPr>
            <p:nvPr/>
          </p:nvSpPr>
          <p:spPr bwMode="auto">
            <a:xfrm>
              <a:off x="557" y="1000"/>
              <a:ext cx="450" cy="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i="1">
                  <a:latin typeface="Times New Roman" panose="02020603050405020304" pitchFamily="18" charset="0"/>
                  <a:ea typeface="华康简宋" charset="-122"/>
                  <a:cs typeface="Times New Roman" panose="02020603050405020304" pitchFamily="18" charset="0"/>
                </a:rPr>
                <a:t>LE</a:t>
              </a:r>
              <a:endParaRPr kumimoji="1" lang="en-US" altLang="zh-CN" sz="1600">
                <a:latin typeface="Times New Roman" panose="02020603050405020304" pitchFamily="18" charset="0"/>
                <a:ea typeface="华康简宋" charset="-122"/>
                <a:cs typeface="Times New Roman" panose="02020603050405020304" pitchFamily="18" charset="0"/>
              </a:endParaRPr>
            </a:p>
          </p:txBody>
        </p:sp>
        <p:sp>
          <p:nvSpPr>
            <p:cNvPr id="197" name="Line 3357">
              <a:extLst>
                <a:ext uri="{FF2B5EF4-FFF2-40B4-BE49-F238E27FC236}">
                  <a16:creationId xmlns:a16="http://schemas.microsoft.com/office/drawing/2014/main" id="{EAB65E52-70F8-BCB2-B291-283FC42FBE2C}"/>
                </a:ext>
              </a:extLst>
            </p:cNvPr>
            <p:cNvSpPr>
              <a:spLocks noChangeShapeType="1"/>
            </p:cNvSpPr>
            <p:nvPr/>
          </p:nvSpPr>
          <p:spPr bwMode="auto">
            <a:xfrm>
              <a:off x="1342" y="1141"/>
              <a:ext cx="151" cy="0"/>
            </a:xfrm>
            <a:prstGeom prst="line">
              <a:avLst/>
            </a:prstGeom>
            <a:noFill/>
            <a:ln w="9525">
              <a:solidFill>
                <a:srgbClr val="000066"/>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98" name="Line 3358">
              <a:extLst>
                <a:ext uri="{FF2B5EF4-FFF2-40B4-BE49-F238E27FC236}">
                  <a16:creationId xmlns:a16="http://schemas.microsoft.com/office/drawing/2014/main" id="{11213DC5-62D8-E02C-DD71-804F8CBC3B7B}"/>
                </a:ext>
              </a:extLst>
            </p:cNvPr>
            <p:cNvSpPr>
              <a:spLocks noChangeShapeType="1"/>
            </p:cNvSpPr>
            <p:nvPr/>
          </p:nvSpPr>
          <p:spPr bwMode="auto">
            <a:xfrm>
              <a:off x="1040" y="1141"/>
              <a:ext cx="151" cy="0"/>
            </a:xfrm>
            <a:prstGeom prst="line">
              <a:avLst/>
            </a:prstGeom>
            <a:noFill/>
            <a:ln w="9525">
              <a:solidFill>
                <a:srgbClr val="000066"/>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99" name="Rectangle 3361">
              <a:extLst>
                <a:ext uri="{FF2B5EF4-FFF2-40B4-BE49-F238E27FC236}">
                  <a16:creationId xmlns:a16="http://schemas.microsoft.com/office/drawing/2014/main" id="{00B5A73F-6039-594C-FBA6-6366BBB1A326}"/>
                </a:ext>
              </a:extLst>
            </p:cNvPr>
            <p:cNvSpPr>
              <a:spLocks noChangeArrowheads="1"/>
            </p:cNvSpPr>
            <p:nvPr/>
          </p:nvSpPr>
          <p:spPr bwMode="auto">
            <a:xfrm>
              <a:off x="1591" y="927"/>
              <a:ext cx="453" cy="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i="1">
                  <a:latin typeface="Times New Roman" panose="02020603050405020304" pitchFamily="18" charset="0"/>
                  <a:ea typeface="华康简宋" charset="-122"/>
                  <a:cs typeface="Times New Roman" panose="02020603050405020304" pitchFamily="18" charset="0"/>
                </a:rPr>
                <a:t>D</a:t>
              </a:r>
              <a:r>
                <a:rPr kumimoji="1" lang="en-US" altLang="zh-CN" sz="1600" baseline="-30000">
                  <a:latin typeface="Times New Roman" panose="02020603050405020304" pitchFamily="18" charset="0"/>
                  <a:ea typeface="华康简宋" charset="-122"/>
                  <a:cs typeface="Times New Roman" panose="02020603050405020304" pitchFamily="18" charset="0"/>
                </a:rPr>
                <a:t>3</a:t>
              </a:r>
              <a:endParaRPr kumimoji="1" lang="en-US" altLang="zh-CN" sz="1600">
                <a:latin typeface="Times New Roman" panose="02020603050405020304" pitchFamily="18" charset="0"/>
                <a:ea typeface="华康简宋" charset="-122"/>
                <a:cs typeface="Times New Roman" panose="02020603050405020304" pitchFamily="18" charset="0"/>
              </a:endParaRPr>
            </a:p>
          </p:txBody>
        </p:sp>
        <p:sp>
          <p:nvSpPr>
            <p:cNvPr id="200" name="Rectangle 3362">
              <a:extLst>
                <a:ext uri="{FF2B5EF4-FFF2-40B4-BE49-F238E27FC236}">
                  <a16:creationId xmlns:a16="http://schemas.microsoft.com/office/drawing/2014/main" id="{BFA5AF66-6406-671D-B0C3-ACC0C5206BB2}"/>
                </a:ext>
              </a:extLst>
            </p:cNvPr>
            <p:cNvSpPr>
              <a:spLocks noChangeArrowheads="1"/>
            </p:cNvSpPr>
            <p:nvPr/>
          </p:nvSpPr>
          <p:spPr bwMode="auto">
            <a:xfrm>
              <a:off x="1908" y="927"/>
              <a:ext cx="453" cy="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i="1">
                  <a:latin typeface="Times New Roman" panose="02020603050405020304" pitchFamily="18" charset="0"/>
                  <a:ea typeface="华康简宋" charset="-122"/>
                  <a:cs typeface="Times New Roman" panose="02020603050405020304" pitchFamily="18" charset="0"/>
                </a:rPr>
                <a:t>D</a:t>
              </a:r>
              <a:r>
                <a:rPr kumimoji="1" lang="en-US" altLang="zh-CN" sz="1600" baseline="-30000">
                  <a:latin typeface="Times New Roman" panose="02020603050405020304" pitchFamily="18" charset="0"/>
                  <a:ea typeface="华康简宋" charset="-122"/>
                  <a:cs typeface="Times New Roman" panose="02020603050405020304" pitchFamily="18" charset="0"/>
                </a:rPr>
                <a:t>2</a:t>
              </a:r>
              <a:endParaRPr kumimoji="1" lang="en-US" altLang="zh-CN" sz="1600">
                <a:latin typeface="Times New Roman" panose="02020603050405020304" pitchFamily="18" charset="0"/>
                <a:ea typeface="华康简宋" charset="-122"/>
                <a:cs typeface="Times New Roman" panose="02020603050405020304" pitchFamily="18" charset="0"/>
              </a:endParaRPr>
            </a:p>
          </p:txBody>
        </p:sp>
        <p:sp>
          <p:nvSpPr>
            <p:cNvPr id="201" name="Rectangle 3363">
              <a:extLst>
                <a:ext uri="{FF2B5EF4-FFF2-40B4-BE49-F238E27FC236}">
                  <a16:creationId xmlns:a16="http://schemas.microsoft.com/office/drawing/2014/main" id="{4B716E5A-E7AA-795C-4462-47CDC1D5728F}"/>
                </a:ext>
              </a:extLst>
            </p:cNvPr>
            <p:cNvSpPr>
              <a:spLocks noChangeArrowheads="1"/>
            </p:cNvSpPr>
            <p:nvPr/>
          </p:nvSpPr>
          <p:spPr bwMode="auto">
            <a:xfrm>
              <a:off x="2227" y="927"/>
              <a:ext cx="453" cy="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i="1">
                  <a:latin typeface="Times New Roman" panose="02020603050405020304" pitchFamily="18" charset="0"/>
                  <a:ea typeface="华康简宋" charset="-122"/>
                  <a:cs typeface="Times New Roman" panose="02020603050405020304" pitchFamily="18" charset="0"/>
                </a:rPr>
                <a:t>D</a:t>
              </a:r>
              <a:r>
                <a:rPr kumimoji="1" lang="en-US" altLang="zh-CN" sz="1600" baseline="-30000">
                  <a:latin typeface="Times New Roman" panose="02020603050405020304" pitchFamily="18" charset="0"/>
                  <a:ea typeface="华康简宋" charset="-122"/>
                  <a:cs typeface="Times New Roman" panose="02020603050405020304" pitchFamily="18" charset="0"/>
                </a:rPr>
                <a:t>1</a:t>
              </a:r>
              <a:endParaRPr kumimoji="1" lang="en-US" altLang="zh-CN" sz="1600">
                <a:latin typeface="Times New Roman" panose="02020603050405020304" pitchFamily="18" charset="0"/>
                <a:ea typeface="华康简宋" charset="-122"/>
                <a:cs typeface="Times New Roman" panose="02020603050405020304" pitchFamily="18" charset="0"/>
              </a:endParaRPr>
            </a:p>
          </p:txBody>
        </p:sp>
        <p:sp>
          <p:nvSpPr>
            <p:cNvPr id="202" name="Rectangle 3364">
              <a:extLst>
                <a:ext uri="{FF2B5EF4-FFF2-40B4-BE49-F238E27FC236}">
                  <a16:creationId xmlns:a16="http://schemas.microsoft.com/office/drawing/2014/main" id="{4E20D2E3-69FE-51AC-3774-FE3C5A859B95}"/>
                </a:ext>
              </a:extLst>
            </p:cNvPr>
            <p:cNvSpPr>
              <a:spLocks noChangeArrowheads="1"/>
            </p:cNvSpPr>
            <p:nvPr/>
          </p:nvSpPr>
          <p:spPr bwMode="auto">
            <a:xfrm>
              <a:off x="2590" y="927"/>
              <a:ext cx="453" cy="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1600" i="1">
                  <a:latin typeface="Times New Roman" panose="02020603050405020304" pitchFamily="18" charset="0"/>
                  <a:ea typeface="华康简宋" charset="-122"/>
                  <a:cs typeface="Times New Roman" panose="02020603050405020304" pitchFamily="18" charset="0"/>
                </a:rPr>
                <a:t>D</a:t>
              </a:r>
              <a:r>
                <a:rPr kumimoji="1" lang="en-US" altLang="zh-CN" sz="1600" baseline="-30000">
                  <a:latin typeface="Times New Roman" panose="02020603050405020304" pitchFamily="18" charset="0"/>
                  <a:ea typeface="华康简宋" charset="-122"/>
                  <a:cs typeface="Times New Roman" panose="02020603050405020304" pitchFamily="18" charset="0"/>
                </a:rPr>
                <a:t>0</a:t>
              </a:r>
              <a:endParaRPr kumimoji="1" lang="en-US" altLang="zh-CN" sz="1600">
                <a:latin typeface="Times New Roman" panose="02020603050405020304" pitchFamily="18" charset="0"/>
                <a:ea typeface="华康简宋" charset="-122"/>
                <a:cs typeface="Times New Roman" panose="02020603050405020304" pitchFamily="18" charset="0"/>
              </a:endParaRPr>
            </a:p>
          </p:txBody>
        </p:sp>
      </p:grpSp>
    </p:spTree>
    <p:extLst>
      <p:ext uri="{BB962C8B-B14F-4D97-AF65-F5344CB8AC3E}">
        <p14:creationId xmlns:p14="http://schemas.microsoft.com/office/powerpoint/2010/main" val="21052867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AED0E3-53E7-A220-B617-54A26E14D5BD}"/>
              </a:ext>
            </a:extLst>
          </p:cNvPr>
          <p:cNvSpPr>
            <a:spLocks noGrp="1"/>
          </p:cNvSpPr>
          <p:nvPr>
            <p:ph type="title"/>
          </p:nvPr>
        </p:nvSpPr>
        <p:spPr/>
        <p:txBody>
          <a:bodyPr>
            <a:normAutofit fontScale="90000"/>
          </a:bodyPr>
          <a:lstStyle/>
          <a:p>
            <a:r>
              <a:rPr kumimoji="1" lang="en-US" altLang="zh-CN" sz="3200" dirty="0">
                <a:latin typeface="+mj-ea"/>
                <a:ea typeface="+mj-ea"/>
              </a:rPr>
              <a:t>74x4511</a:t>
            </a:r>
            <a:r>
              <a:rPr kumimoji="1" lang="zh-CN" altLang="en-US" sz="3200" dirty="0">
                <a:latin typeface="+mj-ea"/>
                <a:ea typeface="+mj-ea"/>
              </a:rPr>
              <a:t>应用</a:t>
            </a:r>
            <a:r>
              <a:rPr kumimoji="1" lang="en-US" altLang="zh-CN" sz="3200" dirty="0">
                <a:latin typeface="+mj-ea"/>
                <a:ea typeface="+mj-ea"/>
              </a:rPr>
              <a:t>(1)</a:t>
            </a:r>
            <a:endParaRPr kumimoji="1" lang="zh-CN" altLang="en-US" dirty="0">
              <a:latin typeface="+mj-ea"/>
              <a:ea typeface="+mj-ea"/>
            </a:endParaRPr>
          </a:p>
        </p:txBody>
      </p:sp>
      <p:sp>
        <p:nvSpPr>
          <p:cNvPr id="3" name="内容占位符 2">
            <a:extLst>
              <a:ext uri="{FF2B5EF4-FFF2-40B4-BE49-F238E27FC236}">
                <a16:creationId xmlns:a16="http://schemas.microsoft.com/office/drawing/2014/main" id="{C5552DB3-2236-1CAA-CA8A-7CCA456DC827}"/>
              </a:ext>
            </a:extLst>
          </p:cNvPr>
          <p:cNvSpPr>
            <a:spLocks noGrp="1"/>
          </p:cNvSpPr>
          <p:nvPr>
            <p:ph idx="1"/>
          </p:nvPr>
        </p:nvSpPr>
        <p:spPr/>
        <p:txBody>
          <a:bodyPr/>
          <a:lstStyle/>
          <a:p>
            <a:r>
              <a:rPr kumimoji="1" lang="zh-CN" altLang="en-US" dirty="0">
                <a:solidFill>
                  <a:srgbClr val="000066"/>
                </a:solidFill>
                <a:latin typeface="宋体" panose="02010600030101010101" pitchFamily="2" charset="-122"/>
              </a:rPr>
              <a:t>显示译码器与</a:t>
            </a:r>
            <a:r>
              <a:rPr kumimoji="1" lang="en-US" altLang="zh-CN" dirty="0">
                <a:solidFill>
                  <a:srgbClr val="000066"/>
                </a:solidFill>
                <a:latin typeface="宋体" panose="02010600030101010101" pitchFamily="2" charset="-122"/>
              </a:rPr>
              <a:t>7</a:t>
            </a:r>
            <a:r>
              <a:rPr kumimoji="1" lang="zh-CN" altLang="en-US" dirty="0">
                <a:solidFill>
                  <a:srgbClr val="000066"/>
                </a:solidFill>
                <a:latin typeface="宋体" panose="02010600030101010101" pitchFamily="2" charset="-122"/>
              </a:rPr>
              <a:t>段数码管的连接方式</a:t>
            </a:r>
            <a:endParaRPr kumimoji="1" lang="zh-CN" altLang="en-US" dirty="0"/>
          </a:p>
        </p:txBody>
      </p:sp>
      <p:sp>
        <p:nvSpPr>
          <p:cNvPr id="4" name="页脚占位符 3">
            <a:extLst>
              <a:ext uri="{FF2B5EF4-FFF2-40B4-BE49-F238E27FC236}">
                <a16:creationId xmlns:a16="http://schemas.microsoft.com/office/drawing/2014/main" id="{5AD2CE9C-8EB4-750E-9094-3D18B988289E}"/>
              </a:ext>
            </a:extLst>
          </p:cNvPr>
          <p:cNvSpPr>
            <a:spLocks noGrp="1"/>
          </p:cNvSpPr>
          <p:nvPr>
            <p:ph type="ftr" sz="quarter" idx="11"/>
          </p:nvPr>
        </p:nvSpPr>
        <p:spPr/>
        <p:txBody>
          <a:bodyPr/>
          <a:lstStyle/>
          <a:p>
            <a:r>
              <a:rPr lang="zh-CN" altLang="en-US"/>
              <a:t>模拟与数字电路：</a:t>
            </a:r>
            <a:r>
              <a:rPr lang="en-US" altLang="zh-CN"/>
              <a:t>6. </a:t>
            </a:r>
            <a:r>
              <a:rPr lang="zh-CN" altLang="en-US"/>
              <a:t>组合逻辑电路</a:t>
            </a:r>
            <a:r>
              <a:rPr lang="en-US" altLang="zh-CN"/>
              <a:t>2</a:t>
            </a:r>
            <a:endParaRPr lang="en-US" dirty="0"/>
          </a:p>
        </p:txBody>
      </p:sp>
      <p:sp>
        <p:nvSpPr>
          <p:cNvPr id="5" name="灯片编号占位符 4">
            <a:extLst>
              <a:ext uri="{FF2B5EF4-FFF2-40B4-BE49-F238E27FC236}">
                <a16:creationId xmlns:a16="http://schemas.microsoft.com/office/drawing/2014/main" id="{EED8A4E0-26A2-D62E-1956-54F4921C3345}"/>
              </a:ext>
            </a:extLst>
          </p:cNvPr>
          <p:cNvSpPr>
            <a:spLocks noGrp="1"/>
          </p:cNvSpPr>
          <p:nvPr>
            <p:ph type="sldNum" sz="quarter" idx="12"/>
          </p:nvPr>
        </p:nvSpPr>
        <p:spPr/>
        <p:txBody>
          <a:bodyPr/>
          <a:lstStyle/>
          <a:p>
            <a:fld id="{9E260BC5-5BF3-8746-862B-DC45E9CAA88B}" type="slidenum">
              <a:rPr lang="en-US" smtClean="0"/>
              <a:pPr/>
              <a:t>27</a:t>
            </a:fld>
            <a:r>
              <a:rPr lang="en-US" altLang="zh-CN" dirty="0"/>
              <a:t>/38</a:t>
            </a:r>
            <a:endParaRPr lang="en-US" dirty="0"/>
          </a:p>
        </p:txBody>
      </p:sp>
      <p:graphicFrame>
        <p:nvGraphicFramePr>
          <p:cNvPr id="6" name="Object 2">
            <a:extLst>
              <a:ext uri="{FF2B5EF4-FFF2-40B4-BE49-F238E27FC236}">
                <a16:creationId xmlns:a16="http://schemas.microsoft.com/office/drawing/2014/main" id="{DF7B6FB2-11CC-A607-400F-2B09F299DE37}"/>
              </a:ext>
            </a:extLst>
          </p:cNvPr>
          <p:cNvGraphicFramePr>
            <a:graphicFrameLocks noChangeAspect="1"/>
          </p:cNvGraphicFramePr>
          <p:nvPr>
            <p:extLst>
              <p:ext uri="{D42A27DB-BD31-4B8C-83A1-F6EECF244321}">
                <p14:modId xmlns:p14="http://schemas.microsoft.com/office/powerpoint/2010/main" val="1456594527"/>
              </p:ext>
            </p:extLst>
          </p:nvPr>
        </p:nvGraphicFramePr>
        <p:xfrm>
          <a:off x="1836593" y="1694729"/>
          <a:ext cx="6000750" cy="3135312"/>
        </p:xfrm>
        <a:graphic>
          <a:graphicData uri="http://schemas.openxmlformats.org/presentationml/2006/ole">
            <mc:AlternateContent xmlns:mc="http://schemas.openxmlformats.org/markup-compatibility/2006">
              <mc:Choice xmlns:v="urn:schemas-microsoft-com:vml" Requires="v">
                <p:oleObj name="图片" r:id="rId3" imgW="3213100" imgH="1676400" progId="Word.Picture.8">
                  <p:embed/>
                </p:oleObj>
              </mc:Choice>
              <mc:Fallback>
                <p:oleObj name="图片" r:id="rId3" imgW="3213100" imgH="1676400" progId="Word.Picture.8">
                  <p:embed/>
                  <p:pic>
                    <p:nvPicPr>
                      <p:cNvPr id="44035" name="Object 2"/>
                      <p:cNvPicPr>
                        <a:picLocks noChangeAspect="1" noChangeArrowheads="1"/>
                      </p:cNvPicPr>
                      <p:nvPr/>
                    </p:nvPicPr>
                    <p:blipFill>
                      <a:blip r:embed="rId4">
                        <a:extLst>
                          <a:ext uri="{28A0092B-C50C-407E-A947-70E740481C1C}">
                            <a14:useLocalDpi xmlns:a14="http://schemas.microsoft.com/office/drawing/2010/main" val="0"/>
                          </a:ext>
                        </a:extLst>
                      </a:blip>
                      <a:srcRect t="-1077"/>
                      <a:stretch>
                        <a:fillRect/>
                      </a:stretch>
                    </p:blipFill>
                    <p:spPr bwMode="auto">
                      <a:xfrm>
                        <a:off x="1836593" y="1694729"/>
                        <a:ext cx="6000750" cy="31353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矩形 6">
            <a:extLst>
              <a:ext uri="{FF2B5EF4-FFF2-40B4-BE49-F238E27FC236}">
                <a16:creationId xmlns:a16="http://schemas.microsoft.com/office/drawing/2014/main" id="{E0903097-16D3-979D-836E-04AD339596BD}"/>
              </a:ext>
            </a:extLst>
          </p:cNvPr>
          <p:cNvSpPr/>
          <p:nvPr/>
        </p:nvSpPr>
        <p:spPr>
          <a:xfrm>
            <a:off x="4942698" y="2141523"/>
            <a:ext cx="720080" cy="268851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8" name="文本框 7">
            <a:extLst>
              <a:ext uri="{FF2B5EF4-FFF2-40B4-BE49-F238E27FC236}">
                <a16:creationId xmlns:a16="http://schemas.microsoft.com/office/drawing/2014/main" id="{1967F8E2-7062-2A80-7773-C1F9F7AC9C4B}"/>
              </a:ext>
            </a:extLst>
          </p:cNvPr>
          <p:cNvSpPr txBox="1"/>
          <p:nvPr/>
        </p:nvSpPr>
        <p:spPr>
          <a:xfrm>
            <a:off x="3036029" y="5092169"/>
            <a:ext cx="4801314" cy="369332"/>
          </a:xfrm>
          <a:prstGeom prst="rect">
            <a:avLst/>
          </a:prstGeom>
          <a:noFill/>
        </p:spPr>
        <p:txBody>
          <a:bodyPr wrap="none" rtlCol="0">
            <a:spAutoFit/>
          </a:bodyPr>
          <a:lstStyle/>
          <a:p>
            <a:r>
              <a:rPr kumimoji="1" lang="zh-CN" altLang="en-US" dirty="0">
                <a:latin typeface="Microsoft YaHei" panose="020B0503020204020204" pitchFamily="34" charset="-122"/>
                <a:ea typeface="Microsoft YaHei" panose="020B0503020204020204" pitchFamily="34" charset="-122"/>
              </a:rPr>
              <a:t>请在讲完模电二极管之后思考这些电阻的作用</a:t>
            </a:r>
          </a:p>
        </p:txBody>
      </p:sp>
    </p:spTree>
    <p:extLst>
      <p:ext uri="{BB962C8B-B14F-4D97-AF65-F5344CB8AC3E}">
        <p14:creationId xmlns:p14="http://schemas.microsoft.com/office/powerpoint/2010/main" val="3593415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7DBC4C-9640-AD61-0F3B-5CF8739795FF}"/>
              </a:ext>
            </a:extLst>
          </p:cNvPr>
          <p:cNvSpPr>
            <a:spLocks noGrp="1"/>
          </p:cNvSpPr>
          <p:nvPr>
            <p:ph type="title"/>
          </p:nvPr>
        </p:nvSpPr>
        <p:spPr/>
        <p:txBody>
          <a:bodyPr>
            <a:normAutofit fontScale="90000"/>
          </a:bodyPr>
          <a:lstStyle/>
          <a:p>
            <a:r>
              <a:rPr kumimoji="1" lang="en-US" altLang="zh-CN" dirty="0"/>
              <a:t>74x4511</a:t>
            </a:r>
            <a:r>
              <a:rPr kumimoji="1" lang="zh-CN" altLang="en-US" dirty="0"/>
              <a:t>应用</a:t>
            </a:r>
            <a:r>
              <a:rPr kumimoji="1" lang="en-US" altLang="zh-CN" dirty="0"/>
              <a:t>(2)</a:t>
            </a:r>
            <a:endParaRPr kumimoji="1" lang="zh-CN" altLang="en-US" dirty="0"/>
          </a:p>
        </p:txBody>
      </p:sp>
      <p:sp>
        <p:nvSpPr>
          <p:cNvPr id="4" name="页脚占位符 3">
            <a:extLst>
              <a:ext uri="{FF2B5EF4-FFF2-40B4-BE49-F238E27FC236}">
                <a16:creationId xmlns:a16="http://schemas.microsoft.com/office/drawing/2014/main" id="{64B087B8-46F4-E8D4-8B30-EF3E7278EC2E}"/>
              </a:ext>
            </a:extLst>
          </p:cNvPr>
          <p:cNvSpPr>
            <a:spLocks noGrp="1"/>
          </p:cNvSpPr>
          <p:nvPr>
            <p:ph type="ftr" sz="quarter" idx="11"/>
          </p:nvPr>
        </p:nvSpPr>
        <p:spPr/>
        <p:txBody>
          <a:bodyPr/>
          <a:lstStyle/>
          <a:p>
            <a:r>
              <a:rPr lang="zh-CN" altLang="en-US"/>
              <a:t>模拟与数字电路：</a:t>
            </a:r>
            <a:r>
              <a:rPr lang="en-US" altLang="zh-CN"/>
              <a:t>6. </a:t>
            </a:r>
            <a:r>
              <a:rPr lang="zh-CN" altLang="en-US"/>
              <a:t>组合逻辑电路</a:t>
            </a:r>
            <a:r>
              <a:rPr lang="en-US" altLang="zh-CN"/>
              <a:t>2</a:t>
            </a:r>
            <a:endParaRPr lang="en-US" dirty="0"/>
          </a:p>
        </p:txBody>
      </p:sp>
      <p:sp>
        <p:nvSpPr>
          <p:cNvPr id="5" name="灯片编号占位符 4">
            <a:extLst>
              <a:ext uri="{FF2B5EF4-FFF2-40B4-BE49-F238E27FC236}">
                <a16:creationId xmlns:a16="http://schemas.microsoft.com/office/drawing/2014/main" id="{B47B7386-9DB7-80F6-203E-055AF101294E}"/>
              </a:ext>
            </a:extLst>
          </p:cNvPr>
          <p:cNvSpPr>
            <a:spLocks noGrp="1"/>
          </p:cNvSpPr>
          <p:nvPr>
            <p:ph type="sldNum" sz="quarter" idx="12"/>
          </p:nvPr>
        </p:nvSpPr>
        <p:spPr/>
        <p:txBody>
          <a:bodyPr/>
          <a:lstStyle/>
          <a:p>
            <a:fld id="{9E260BC5-5BF3-8746-862B-DC45E9CAA88B}" type="slidenum">
              <a:rPr lang="en-US" smtClean="0"/>
              <a:pPr/>
              <a:t>28</a:t>
            </a:fld>
            <a:r>
              <a:rPr lang="en-US" altLang="zh-CN" dirty="0"/>
              <a:t>/38</a:t>
            </a:r>
            <a:endParaRPr lang="en-US" dirty="0"/>
          </a:p>
        </p:txBody>
      </p:sp>
      <p:graphicFrame>
        <p:nvGraphicFramePr>
          <p:cNvPr id="8" name="Object 2">
            <a:extLst>
              <a:ext uri="{FF2B5EF4-FFF2-40B4-BE49-F238E27FC236}">
                <a16:creationId xmlns:a16="http://schemas.microsoft.com/office/drawing/2014/main" id="{E8B7ADB1-754E-5C9A-AF5E-12B9CF06E508}"/>
              </a:ext>
            </a:extLst>
          </p:cNvPr>
          <p:cNvGraphicFramePr>
            <a:graphicFrameLocks noChangeAspect="1"/>
          </p:cNvGraphicFramePr>
          <p:nvPr>
            <p:extLst>
              <p:ext uri="{D42A27DB-BD31-4B8C-83A1-F6EECF244321}">
                <p14:modId xmlns:p14="http://schemas.microsoft.com/office/powerpoint/2010/main" val="748345252"/>
              </p:ext>
            </p:extLst>
          </p:nvPr>
        </p:nvGraphicFramePr>
        <p:xfrm>
          <a:off x="1185862" y="785545"/>
          <a:ext cx="7137400" cy="3963987"/>
        </p:xfrm>
        <a:graphic>
          <a:graphicData uri="http://schemas.openxmlformats.org/presentationml/2006/ole">
            <mc:AlternateContent xmlns:mc="http://schemas.openxmlformats.org/markup-compatibility/2006">
              <mc:Choice xmlns:v="urn:schemas-microsoft-com:vml" Requires="v">
                <p:oleObj name="图片" r:id="rId2" imgW="4610100" imgH="2578100" progId="Word.Picture.8">
                  <p:embed/>
                </p:oleObj>
              </mc:Choice>
              <mc:Fallback>
                <p:oleObj name="图片" r:id="rId2" imgW="4610100" imgH="2578100" progId="Word.Picture.8">
                  <p:embed/>
                  <p:pic>
                    <p:nvPicPr>
                      <p:cNvPr id="45060" name="Object 2"/>
                      <p:cNvPicPr>
                        <a:picLocks noChangeAspect="1" noChangeArrowheads="1"/>
                      </p:cNvPicPr>
                      <p:nvPr/>
                    </p:nvPicPr>
                    <p:blipFill>
                      <a:blip r:embed="rId3">
                        <a:extLst>
                          <a:ext uri="{28A0092B-C50C-407E-A947-70E740481C1C}">
                            <a14:useLocalDpi xmlns:a14="http://schemas.microsoft.com/office/drawing/2010/main" val="0"/>
                          </a:ext>
                        </a:extLst>
                      </a:blip>
                      <a:srcRect t="-1399"/>
                      <a:stretch>
                        <a:fillRect/>
                      </a:stretch>
                    </p:blipFill>
                    <p:spPr bwMode="auto">
                      <a:xfrm>
                        <a:off x="1185862" y="785545"/>
                        <a:ext cx="7137400" cy="39639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9" name="Group 14">
            <a:extLst>
              <a:ext uri="{FF2B5EF4-FFF2-40B4-BE49-F238E27FC236}">
                <a16:creationId xmlns:a16="http://schemas.microsoft.com/office/drawing/2014/main" id="{3DB89A7C-2693-89BC-8C3C-AFF8FBA93BEB}"/>
              </a:ext>
            </a:extLst>
          </p:cNvPr>
          <p:cNvGrpSpPr>
            <a:grpSpLocks/>
          </p:cNvGrpSpPr>
          <p:nvPr/>
        </p:nvGrpSpPr>
        <p:grpSpPr bwMode="auto">
          <a:xfrm>
            <a:off x="704056" y="4769357"/>
            <a:ext cx="8959489" cy="906463"/>
            <a:chOff x="249" y="2996"/>
            <a:chExt cx="5721" cy="571"/>
          </a:xfrm>
        </p:grpSpPr>
        <p:sp>
          <p:nvSpPr>
            <p:cNvPr id="10" name="Rectangle 9">
              <a:extLst>
                <a:ext uri="{FF2B5EF4-FFF2-40B4-BE49-F238E27FC236}">
                  <a16:creationId xmlns:a16="http://schemas.microsoft.com/office/drawing/2014/main" id="{AD87FA6F-E5C6-EC0B-3A23-ECE80D91405D}"/>
                </a:ext>
              </a:extLst>
            </p:cNvPr>
            <p:cNvSpPr>
              <a:spLocks noChangeArrowheads="1"/>
            </p:cNvSpPr>
            <p:nvPr/>
          </p:nvSpPr>
          <p:spPr bwMode="auto">
            <a:xfrm>
              <a:off x="249" y="3044"/>
              <a:ext cx="5721"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Aft>
                  <a:spcPct val="0"/>
                </a:spcAft>
                <a:buFontTx/>
                <a:buNone/>
              </a:pPr>
              <a:r>
                <a:rPr kumimoji="1" lang="zh-CN" altLang="en-US" sz="2400" b="0" dirty="0">
                  <a:latin typeface="Times New Roman" panose="02020603050405020304" pitchFamily="18" charset="0"/>
                  <a:ea typeface="楷体_GB2312" pitchFamily="49" charset="-122"/>
                </a:rPr>
                <a:t>位</a:t>
              </a:r>
              <a:r>
                <a:rPr kumimoji="1" lang="zh-CN" altLang="en-US" sz="2400" b="0" dirty="0">
                  <a:latin typeface="+mj-ea"/>
                  <a:ea typeface="+mj-ea"/>
                </a:rPr>
                <a:t>选择信号</a:t>
              </a:r>
              <a:r>
                <a:rPr kumimoji="1" lang="en-US" altLang="zh-CN" sz="2400" b="0" dirty="0">
                  <a:latin typeface="+mj-ea"/>
                  <a:ea typeface="+mj-ea"/>
                </a:rPr>
                <a:t>A1</a:t>
              </a:r>
              <a:r>
                <a:rPr kumimoji="1" lang="zh-CN" altLang="en-US" sz="2400" b="0" dirty="0">
                  <a:latin typeface="+mj-ea"/>
                  <a:ea typeface="+mj-ea"/>
                </a:rPr>
                <a:t>、</a:t>
              </a:r>
              <a:r>
                <a:rPr kumimoji="1" lang="en-US" altLang="zh-CN" sz="2400" b="0" dirty="0">
                  <a:latin typeface="+mj-ea"/>
                  <a:ea typeface="+mj-ea"/>
                </a:rPr>
                <a:t>A0</a:t>
              </a:r>
              <a:r>
                <a:rPr kumimoji="1" lang="zh-CN" altLang="en-US" sz="2400" b="0" dirty="0">
                  <a:latin typeface="+mj-ea"/>
                  <a:ea typeface="+mj-ea"/>
                </a:rPr>
                <a:t>控制            依次产生低电平 ，使</a:t>
              </a:r>
              <a:r>
                <a:rPr kumimoji="1" lang="en-US" altLang="zh-CN" sz="2400" b="0" dirty="0">
                  <a:latin typeface="+mj-ea"/>
                  <a:ea typeface="+mj-ea"/>
                </a:rPr>
                <a:t>4</a:t>
              </a:r>
              <a:r>
                <a:rPr kumimoji="1" lang="zh-CN" altLang="en-US" sz="2400" b="0" dirty="0">
                  <a:latin typeface="+mj-ea"/>
                  <a:ea typeface="+mj-ea"/>
                </a:rPr>
                <a:t>个显示器轮流显示。利用人的视觉暂留时间，可以看到稳定的数字。</a:t>
              </a:r>
            </a:p>
          </p:txBody>
        </p:sp>
        <p:graphicFrame>
          <p:nvGraphicFramePr>
            <p:cNvPr id="11" name="Object 4">
              <a:extLst>
                <a:ext uri="{FF2B5EF4-FFF2-40B4-BE49-F238E27FC236}">
                  <a16:creationId xmlns:a16="http://schemas.microsoft.com/office/drawing/2014/main" id="{C4254BBD-02E1-DB1A-386D-AE1AD1F9BBCF}"/>
                </a:ext>
              </a:extLst>
            </p:cNvPr>
            <p:cNvGraphicFramePr>
              <a:graphicFrameLocks noChangeAspect="1"/>
            </p:cNvGraphicFramePr>
            <p:nvPr>
              <p:extLst>
                <p:ext uri="{D42A27DB-BD31-4B8C-83A1-F6EECF244321}">
                  <p14:modId xmlns:p14="http://schemas.microsoft.com/office/powerpoint/2010/main" val="2915886411"/>
                </p:ext>
              </p:extLst>
            </p:nvPr>
          </p:nvGraphicFramePr>
          <p:xfrm>
            <a:off x="2489" y="2996"/>
            <a:ext cx="635" cy="322"/>
          </p:xfrm>
          <a:graphic>
            <a:graphicData uri="http://schemas.openxmlformats.org/presentationml/2006/ole">
              <mc:AlternateContent xmlns:mc="http://schemas.openxmlformats.org/markup-compatibility/2006">
                <mc:Choice xmlns:v="urn:schemas-microsoft-com:vml" Requires="v">
                  <p:oleObj name="公式" r:id="rId4" imgW="457002" imgH="253890" progId="Equation.3">
                    <p:embed/>
                  </p:oleObj>
                </mc:Choice>
                <mc:Fallback>
                  <p:oleObj name="公式" r:id="rId4" imgW="457002" imgH="253890" progId="Equation.3">
                    <p:embed/>
                    <p:pic>
                      <p:nvPicPr>
                        <p:cNvPr id="45069"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89" y="2996"/>
                          <a:ext cx="635" cy="3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graphicFrame>
        <p:nvGraphicFramePr>
          <p:cNvPr id="12" name="Object 3">
            <a:extLst>
              <a:ext uri="{FF2B5EF4-FFF2-40B4-BE49-F238E27FC236}">
                <a16:creationId xmlns:a16="http://schemas.microsoft.com/office/drawing/2014/main" id="{A4AD0986-85B0-016D-142D-F2EDFB9A50AB}"/>
              </a:ext>
            </a:extLst>
          </p:cNvPr>
          <p:cNvGraphicFramePr>
            <a:graphicFrameLocks noChangeAspect="1"/>
          </p:cNvGraphicFramePr>
          <p:nvPr>
            <p:extLst>
              <p:ext uri="{D42A27DB-BD31-4B8C-83A1-F6EECF244321}">
                <p14:modId xmlns:p14="http://schemas.microsoft.com/office/powerpoint/2010/main" val="3161329347"/>
              </p:ext>
            </p:extLst>
          </p:nvPr>
        </p:nvGraphicFramePr>
        <p:xfrm>
          <a:off x="3890963" y="5772807"/>
          <a:ext cx="2630487" cy="482600"/>
        </p:xfrm>
        <a:graphic>
          <a:graphicData uri="http://schemas.openxmlformats.org/presentationml/2006/ole">
            <mc:AlternateContent xmlns:mc="http://schemas.openxmlformats.org/markup-compatibility/2006">
              <mc:Choice xmlns:v="urn:schemas-microsoft-com:vml" Requires="v">
                <p:oleObj name="公式" r:id="rId6" imgW="1244600" imgH="228600" progId="Equation.3">
                  <p:embed/>
                </p:oleObj>
              </mc:Choice>
              <mc:Fallback>
                <p:oleObj name="公式" r:id="rId6" imgW="1244600" imgH="228600" progId="Equation.3">
                  <p:embed/>
                  <p:pic>
                    <p:nvPicPr>
                      <p:cNvPr id="45063"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90963" y="5772807"/>
                        <a:ext cx="2630487"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矩形 12">
            <a:extLst>
              <a:ext uri="{FF2B5EF4-FFF2-40B4-BE49-F238E27FC236}">
                <a16:creationId xmlns:a16="http://schemas.microsoft.com/office/drawing/2014/main" id="{8A06D2F3-B138-2B3F-236C-4DDB129221FD}"/>
              </a:ext>
            </a:extLst>
          </p:cNvPr>
          <p:cNvSpPr/>
          <p:nvPr/>
        </p:nvSpPr>
        <p:spPr>
          <a:xfrm>
            <a:off x="4247964" y="2114719"/>
            <a:ext cx="288032" cy="6435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4" name="矩形 13">
            <a:extLst>
              <a:ext uri="{FF2B5EF4-FFF2-40B4-BE49-F238E27FC236}">
                <a16:creationId xmlns:a16="http://schemas.microsoft.com/office/drawing/2014/main" id="{DC7A8F1C-5630-45C1-70CB-D15AA696B36B}"/>
              </a:ext>
            </a:extLst>
          </p:cNvPr>
          <p:cNvSpPr/>
          <p:nvPr/>
        </p:nvSpPr>
        <p:spPr>
          <a:xfrm>
            <a:off x="4247964" y="1526932"/>
            <a:ext cx="288032" cy="6435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Tree>
    <p:extLst>
      <p:ext uri="{BB962C8B-B14F-4D97-AF65-F5344CB8AC3E}">
        <p14:creationId xmlns:p14="http://schemas.microsoft.com/office/powerpoint/2010/main" val="2129300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A92BC4-F3C4-3AEF-EC86-F47B0BED0F93}"/>
              </a:ext>
            </a:extLst>
          </p:cNvPr>
          <p:cNvSpPr>
            <a:spLocks noGrp="1"/>
          </p:cNvSpPr>
          <p:nvPr>
            <p:ph type="title"/>
          </p:nvPr>
        </p:nvSpPr>
        <p:spPr/>
        <p:txBody>
          <a:bodyPr>
            <a:normAutofit fontScale="90000"/>
          </a:bodyPr>
          <a:lstStyle/>
          <a:p>
            <a:r>
              <a:rPr lang="zh-CN" altLang="en-US" dirty="0"/>
              <a:t>作业</a:t>
            </a:r>
            <a:endParaRPr kumimoji="1" lang="zh-CN" altLang="en-US" dirty="0"/>
          </a:p>
        </p:txBody>
      </p:sp>
      <p:sp>
        <p:nvSpPr>
          <p:cNvPr id="3" name="内容占位符 2">
            <a:extLst>
              <a:ext uri="{FF2B5EF4-FFF2-40B4-BE49-F238E27FC236}">
                <a16:creationId xmlns:a16="http://schemas.microsoft.com/office/drawing/2014/main" id="{7C2D1469-A401-31ED-3543-D565F3B08801}"/>
              </a:ext>
            </a:extLst>
          </p:cNvPr>
          <p:cNvSpPr>
            <a:spLocks noGrp="1"/>
          </p:cNvSpPr>
          <p:nvPr>
            <p:ph idx="1"/>
          </p:nvPr>
        </p:nvSpPr>
        <p:spPr/>
        <p:txBody>
          <a:bodyPr/>
          <a:lstStyle/>
          <a:p>
            <a:pPr>
              <a:lnSpc>
                <a:spcPct val="110000"/>
              </a:lnSpc>
              <a:spcAft>
                <a:spcPct val="30000"/>
              </a:spcAft>
              <a:defRPr/>
            </a:pPr>
            <a:r>
              <a:rPr lang="zh-CN" altLang="en-US" sz="2800" kern="0" dirty="0">
                <a:latin typeface="Microsoft YaHei" panose="020B0503020204020204" pitchFamily="34" charset="-122"/>
                <a:ea typeface="Microsoft YaHei" panose="020B0503020204020204" pitchFamily="34" charset="-122"/>
              </a:rPr>
              <a:t>电子技术基础</a:t>
            </a:r>
            <a:r>
              <a:rPr lang="en-US" altLang="zh-CN" sz="2800" kern="0" dirty="0">
                <a:latin typeface="Microsoft YaHei" panose="020B0503020204020204" pitchFamily="34" charset="-122"/>
                <a:ea typeface="Microsoft YaHei" panose="020B0503020204020204" pitchFamily="34" charset="-122"/>
              </a:rPr>
              <a:t>-</a:t>
            </a:r>
            <a:r>
              <a:rPr lang="zh-CN" altLang="en-US" sz="2800" kern="0" dirty="0">
                <a:latin typeface="Microsoft YaHei" panose="020B0503020204020204" pitchFamily="34" charset="-122"/>
                <a:ea typeface="Microsoft YaHei" panose="020B0503020204020204" pitchFamily="34" charset="-122"/>
              </a:rPr>
              <a:t>数字部分</a:t>
            </a:r>
            <a:endParaRPr lang="en-US" altLang="zh-CN" sz="2800" kern="0" dirty="0">
              <a:latin typeface="Microsoft YaHei" panose="020B0503020204020204" pitchFamily="34" charset="-122"/>
              <a:ea typeface="Microsoft YaHei" panose="020B0503020204020204" pitchFamily="34" charset="-122"/>
            </a:endParaRPr>
          </a:p>
          <a:p>
            <a:pPr>
              <a:lnSpc>
                <a:spcPct val="110000"/>
              </a:lnSpc>
              <a:spcAft>
                <a:spcPct val="30000"/>
              </a:spcAft>
              <a:defRPr/>
            </a:pPr>
            <a:r>
              <a:rPr lang="en-US" altLang="zh-CN" sz="2800" kern="0" dirty="0">
                <a:latin typeface="Microsoft YaHei" panose="020B0503020204020204" pitchFamily="34" charset="-122"/>
                <a:ea typeface="Microsoft YaHei" panose="020B0503020204020204" pitchFamily="34" charset="-122"/>
              </a:rPr>
              <a:t>P210-212</a:t>
            </a:r>
            <a:r>
              <a:rPr lang="zh-CN" altLang="en-US" sz="2800" kern="0" dirty="0">
                <a:latin typeface="Microsoft YaHei" panose="020B0503020204020204" pitchFamily="34" charset="-122"/>
                <a:ea typeface="Microsoft YaHei" panose="020B0503020204020204" pitchFamily="34" charset="-122"/>
              </a:rPr>
              <a:t>：</a:t>
            </a:r>
            <a:endParaRPr lang="en-US" altLang="zh-CN" sz="2800" kern="0" dirty="0">
              <a:latin typeface="Microsoft YaHei" panose="020B0503020204020204" pitchFamily="34" charset="-122"/>
              <a:ea typeface="Microsoft YaHei" panose="020B0503020204020204" pitchFamily="34" charset="-122"/>
            </a:endParaRPr>
          </a:p>
          <a:p>
            <a:pPr lvl="1">
              <a:lnSpc>
                <a:spcPct val="110000"/>
              </a:lnSpc>
              <a:spcAft>
                <a:spcPct val="30000"/>
              </a:spcAft>
              <a:defRPr/>
            </a:pPr>
            <a:r>
              <a:rPr lang="en-US" altLang="zh-CN" sz="2400" kern="0" dirty="0">
                <a:latin typeface="Microsoft YaHei" panose="020B0503020204020204" pitchFamily="34" charset="-122"/>
                <a:ea typeface="Microsoft YaHei" panose="020B0503020204020204" pitchFamily="34" charset="-122"/>
              </a:rPr>
              <a:t>4.4.2</a:t>
            </a:r>
            <a:r>
              <a:rPr lang="zh-CN" altLang="en-US" sz="2400" kern="0" dirty="0">
                <a:latin typeface="Microsoft YaHei" panose="020B0503020204020204" pitchFamily="34" charset="-122"/>
                <a:ea typeface="Microsoft YaHei" panose="020B0503020204020204" pitchFamily="34" charset="-122"/>
              </a:rPr>
              <a:t>，</a:t>
            </a:r>
            <a:r>
              <a:rPr lang="en-US" altLang="zh-CN" sz="2400" kern="0" dirty="0">
                <a:latin typeface="Microsoft YaHei" panose="020B0503020204020204" pitchFamily="34" charset="-122"/>
                <a:ea typeface="Microsoft YaHei" panose="020B0503020204020204" pitchFamily="34" charset="-122"/>
              </a:rPr>
              <a:t>4.4.4</a:t>
            </a:r>
            <a:r>
              <a:rPr lang="zh-CN" altLang="en-US" sz="2400" kern="0" dirty="0">
                <a:latin typeface="Microsoft YaHei" panose="020B0503020204020204" pitchFamily="34" charset="-122"/>
                <a:ea typeface="Microsoft YaHei" panose="020B0503020204020204" pitchFamily="34" charset="-122"/>
              </a:rPr>
              <a:t>，</a:t>
            </a:r>
            <a:r>
              <a:rPr lang="en-US" altLang="zh-CN" sz="2400" kern="0" dirty="0">
                <a:latin typeface="Microsoft YaHei" panose="020B0503020204020204" pitchFamily="34" charset="-122"/>
                <a:ea typeface="Microsoft YaHei" panose="020B0503020204020204" pitchFamily="34" charset="-122"/>
              </a:rPr>
              <a:t>4.4.6</a:t>
            </a:r>
            <a:r>
              <a:rPr lang="zh-CN" altLang="en-US" sz="2400" kern="0" dirty="0">
                <a:latin typeface="Microsoft YaHei" panose="020B0503020204020204" pitchFamily="34" charset="-122"/>
                <a:ea typeface="Microsoft YaHei" panose="020B0503020204020204" pitchFamily="34" charset="-122"/>
              </a:rPr>
              <a:t>，</a:t>
            </a:r>
            <a:r>
              <a:rPr lang="en-US" altLang="zh-CN" sz="2400" kern="0" dirty="0">
                <a:latin typeface="Microsoft YaHei" panose="020B0503020204020204" pitchFamily="34" charset="-122"/>
                <a:ea typeface="Microsoft YaHei" panose="020B0503020204020204" pitchFamily="34" charset="-122"/>
              </a:rPr>
              <a:t>4.4.7</a:t>
            </a:r>
            <a:r>
              <a:rPr lang="zh-CN" altLang="en-US" sz="2400" kern="0" dirty="0">
                <a:latin typeface="Microsoft YaHei" panose="020B0503020204020204" pitchFamily="34" charset="-122"/>
                <a:ea typeface="Microsoft YaHei" panose="020B0503020204020204" pitchFamily="34" charset="-122"/>
              </a:rPr>
              <a:t>，</a:t>
            </a:r>
            <a:r>
              <a:rPr lang="en-US" altLang="zh-CN" sz="2400" kern="0" dirty="0">
                <a:latin typeface="Microsoft YaHei" panose="020B0503020204020204" pitchFamily="34" charset="-122"/>
                <a:ea typeface="Microsoft YaHei" panose="020B0503020204020204" pitchFamily="34" charset="-122"/>
              </a:rPr>
              <a:t>4.4.10</a:t>
            </a:r>
          </a:p>
          <a:p>
            <a:endParaRPr kumimoji="1" lang="zh-CN" altLang="en-US" dirty="0">
              <a:latin typeface="Microsoft YaHei" panose="020B0503020204020204" pitchFamily="34" charset="-122"/>
              <a:ea typeface="Microsoft YaHei" panose="020B0503020204020204" pitchFamily="34" charset="-122"/>
            </a:endParaRPr>
          </a:p>
        </p:txBody>
      </p:sp>
      <p:sp>
        <p:nvSpPr>
          <p:cNvPr id="4" name="页脚占位符 3">
            <a:extLst>
              <a:ext uri="{FF2B5EF4-FFF2-40B4-BE49-F238E27FC236}">
                <a16:creationId xmlns:a16="http://schemas.microsoft.com/office/drawing/2014/main" id="{AF1EBEAF-E105-3D6B-A44A-1A805B927131}"/>
              </a:ext>
            </a:extLst>
          </p:cNvPr>
          <p:cNvSpPr>
            <a:spLocks noGrp="1"/>
          </p:cNvSpPr>
          <p:nvPr>
            <p:ph type="ftr" sz="quarter" idx="11"/>
          </p:nvPr>
        </p:nvSpPr>
        <p:spPr/>
        <p:txBody>
          <a:bodyPr/>
          <a:lstStyle/>
          <a:p>
            <a:r>
              <a:rPr lang="zh-CN" altLang="en-US"/>
              <a:t>模拟与数字电路：</a:t>
            </a:r>
            <a:r>
              <a:rPr lang="en-US" altLang="zh-CN"/>
              <a:t>6. </a:t>
            </a:r>
            <a:r>
              <a:rPr lang="zh-CN" altLang="en-US"/>
              <a:t>组合逻辑电路</a:t>
            </a:r>
            <a:r>
              <a:rPr lang="en-US" altLang="zh-CN"/>
              <a:t>2</a:t>
            </a:r>
            <a:endParaRPr lang="en-US" dirty="0"/>
          </a:p>
        </p:txBody>
      </p:sp>
      <p:sp>
        <p:nvSpPr>
          <p:cNvPr id="5" name="灯片编号占位符 4">
            <a:extLst>
              <a:ext uri="{FF2B5EF4-FFF2-40B4-BE49-F238E27FC236}">
                <a16:creationId xmlns:a16="http://schemas.microsoft.com/office/drawing/2014/main" id="{B9440A33-A646-F11A-EF20-5480EA527777}"/>
              </a:ext>
            </a:extLst>
          </p:cNvPr>
          <p:cNvSpPr>
            <a:spLocks noGrp="1"/>
          </p:cNvSpPr>
          <p:nvPr>
            <p:ph type="sldNum" sz="quarter" idx="12"/>
          </p:nvPr>
        </p:nvSpPr>
        <p:spPr/>
        <p:txBody>
          <a:bodyPr/>
          <a:lstStyle/>
          <a:p>
            <a:fld id="{9E260BC5-5BF3-8746-862B-DC45E9CAA88B}" type="slidenum">
              <a:rPr lang="en-US" smtClean="0"/>
              <a:pPr/>
              <a:t>29</a:t>
            </a:fld>
            <a:r>
              <a:rPr lang="en-US" altLang="zh-CN" dirty="0"/>
              <a:t>/38</a:t>
            </a:r>
            <a:endParaRPr lang="en-US" dirty="0"/>
          </a:p>
        </p:txBody>
      </p:sp>
    </p:spTree>
    <p:extLst>
      <p:ext uri="{BB962C8B-B14F-4D97-AF65-F5344CB8AC3E}">
        <p14:creationId xmlns:p14="http://schemas.microsoft.com/office/powerpoint/2010/main" val="7013915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AC9EAA-4C1E-5652-69DB-0943C22A2B9B}"/>
              </a:ext>
            </a:extLst>
          </p:cNvPr>
          <p:cNvSpPr>
            <a:spLocks noGrp="1"/>
          </p:cNvSpPr>
          <p:nvPr>
            <p:ph type="title"/>
          </p:nvPr>
        </p:nvSpPr>
        <p:spPr/>
        <p:txBody>
          <a:bodyPr>
            <a:normAutofit fontScale="90000"/>
          </a:bodyPr>
          <a:lstStyle/>
          <a:p>
            <a:r>
              <a:rPr kumimoji="1" lang="zh-CN" altLang="en-US" dirty="0"/>
              <a:t>补充：“逻辑零”</a:t>
            </a:r>
            <a:r>
              <a:rPr kumimoji="1" lang="en-US" altLang="zh-CN" dirty="0"/>
              <a:t>-</a:t>
            </a:r>
            <a:r>
              <a:rPr kumimoji="1" lang="zh-CN" altLang="en-US" dirty="0"/>
              <a:t> 低电平 </a:t>
            </a:r>
            <a:r>
              <a:rPr kumimoji="1" lang="en-US" altLang="zh-CN" dirty="0"/>
              <a:t>-</a:t>
            </a:r>
            <a:r>
              <a:rPr kumimoji="1" lang="zh-CN" altLang="en-US" dirty="0"/>
              <a:t> 负 有效</a:t>
            </a:r>
          </a:p>
        </p:txBody>
      </p:sp>
      <p:sp>
        <p:nvSpPr>
          <p:cNvPr id="3" name="内容占位符 2">
            <a:extLst>
              <a:ext uri="{FF2B5EF4-FFF2-40B4-BE49-F238E27FC236}">
                <a16:creationId xmlns:a16="http://schemas.microsoft.com/office/drawing/2014/main" id="{C692050C-4BDE-9072-0234-FCB8B32A8ED0}"/>
              </a:ext>
            </a:extLst>
          </p:cNvPr>
          <p:cNvSpPr>
            <a:spLocks noGrp="1"/>
          </p:cNvSpPr>
          <p:nvPr>
            <p:ph idx="1"/>
          </p:nvPr>
        </p:nvSpPr>
        <p:spPr/>
        <p:txBody>
          <a:bodyPr/>
          <a:lstStyle/>
          <a:p>
            <a:r>
              <a:rPr kumimoji="1" lang="en-US" altLang="zh-CN" dirty="0"/>
              <a:t>8</a:t>
            </a:r>
            <a:r>
              <a:rPr kumimoji="1" lang="zh-CN" altLang="en-US" dirty="0"/>
              <a:t>线</a:t>
            </a:r>
            <a:r>
              <a:rPr kumimoji="1" lang="en-US" altLang="zh-CN" dirty="0"/>
              <a:t>-3</a:t>
            </a:r>
            <a:r>
              <a:rPr kumimoji="1" lang="zh-CN" altLang="en-US" dirty="0"/>
              <a:t>线优先编码器</a:t>
            </a:r>
            <a:r>
              <a:rPr kumimoji="1" lang="en-US" altLang="zh-CN" dirty="0"/>
              <a:t>74x148</a:t>
            </a:r>
          </a:p>
          <a:p>
            <a:pPr lvl="1"/>
            <a:r>
              <a:rPr kumimoji="1" lang="zh-CN" altLang="en-US" dirty="0"/>
              <a:t>输入低电平有效</a:t>
            </a:r>
            <a:endParaRPr kumimoji="1" lang="en-US" altLang="zh-CN" dirty="0"/>
          </a:p>
          <a:p>
            <a:pPr lvl="1"/>
            <a:r>
              <a:rPr kumimoji="1" lang="zh-CN" altLang="en-US" dirty="0"/>
              <a:t>输出</a:t>
            </a:r>
            <a:r>
              <a:rPr kumimoji="1" lang="zh-CN" altLang="en-US" dirty="0">
                <a:latin typeface="Times New Roman" panose="02020603050405020304" pitchFamily="18" charset="0"/>
              </a:rPr>
              <a:t>二进制负有效输出</a:t>
            </a:r>
            <a:endParaRPr kumimoji="1" lang="en-US" altLang="zh-CN" dirty="0">
              <a:latin typeface="Times New Roman" panose="02020603050405020304" pitchFamily="18" charset="0"/>
            </a:endParaRPr>
          </a:p>
          <a:p>
            <a:pPr lvl="1"/>
            <a:r>
              <a:rPr kumimoji="1" lang="zh-CN" altLang="en-US" dirty="0">
                <a:latin typeface="Times New Roman" panose="02020603050405020304" pitchFamily="18" charset="0"/>
              </a:rPr>
              <a:t>输入 </a:t>
            </a:r>
            <a:r>
              <a:rPr kumimoji="1" lang="en-US" altLang="zh-CN" dirty="0">
                <a:latin typeface="Times New Roman" panose="02020603050405020304" pitchFamily="18" charset="0"/>
              </a:rPr>
              <a:t>I7-I0</a:t>
            </a:r>
            <a:r>
              <a:rPr kumimoji="1" lang="zh-CN" altLang="en-US" dirty="0">
                <a:latin typeface="Times New Roman" panose="02020603050405020304" pitchFamily="18" charset="0"/>
              </a:rPr>
              <a:t>：</a:t>
            </a:r>
            <a:r>
              <a:rPr kumimoji="1" lang="en-US" altLang="zh-CN" dirty="0">
                <a:latin typeface="Times New Roman" panose="02020603050405020304" pitchFamily="18" charset="0"/>
              </a:rPr>
              <a:t>0010</a:t>
            </a:r>
            <a:r>
              <a:rPr kumimoji="1" lang="zh-CN" altLang="en-US" dirty="0">
                <a:latin typeface="Times New Roman" panose="02020603050405020304" pitchFamily="18" charset="0"/>
              </a:rPr>
              <a:t> </a:t>
            </a:r>
            <a:r>
              <a:rPr kumimoji="1" lang="en-US" altLang="zh-CN" dirty="0">
                <a:latin typeface="Times New Roman" panose="02020603050405020304" pitchFamily="18" charset="0"/>
              </a:rPr>
              <a:t>0000</a:t>
            </a:r>
            <a:r>
              <a:rPr kumimoji="1" lang="zh-CN" altLang="en-US" dirty="0">
                <a:latin typeface="Times New Roman" panose="02020603050405020304" pitchFamily="18" charset="0"/>
              </a:rPr>
              <a:t>，输出</a:t>
            </a:r>
            <a:r>
              <a:rPr kumimoji="1" lang="en-US" altLang="zh-CN" dirty="0">
                <a:latin typeface="Times New Roman" panose="02020603050405020304" pitchFamily="18" charset="0"/>
              </a:rPr>
              <a:t>Y2-Y0:</a:t>
            </a:r>
            <a:r>
              <a:rPr kumimoji="1" lang="zh-CN" altLang="en-US" dirty="0">
                <a:latin typeface="Times New Roman" panose="02020603050405020304" pitchFamily="18" charset="0"/>
              </a:rPr>
              <a:t> </a:t>
            </a:r>
            <a:r>
              <a:rPr kumimoji="1" lang="en-US" altLang="zh-CN" dirty="0">
                <a:latin typeface="Times New Roman" panose="02020603050405020304" pitchFamily="18" charset="0"/>
              </a:rPr>
              <a:t>010</a:t>
            </a:r>
            <a:endParaRPr kumimoji="1" lang="zh-CN" altLang="en-US" dirty="0"/>
          </a:p>
        </p:txBody>
      </p:sp>
      <p:sp>
        <p:nvSpPr>
          <p:cNvPr id="4" name="页脚占位符 3">
            <a:extLst>
              <a:ext uri="{FF2B5EF4-FFF2-40B4-BE49-F238E27FC236}">
                <a16:creationId xmlns:a16="http://schemas.microsoft.com/office/drawing/2014/main" id="{C1166663-6544-8DCD-F2F4-7EB52C5BBF53}"/>
              </a:ext>
            </a:extLst>
          </p:cNvPr>
          <p:cNvSpPr>
            <a:spLocks noGrp="1"/>
          </p:cNvSpPr>
          <p:nvPr>
            <p:ph type="ftr" sz="quarter" idx="11"/>
          </p:nvPr>
        </p:nvSpPr>
        <p:spPr/>
        <p:txBody>
          <a:bodyPr/>
          <a:lstStyle/>
          <a:p>
            <a:r>
              <a:rPr lang="zh-CN" altLang="en-US"/>
              <a:t>模拟与数字电路：</a:t>
            </a:r>
            <a:r>
              <a:rPr lang="en-US" altLang="zh-CN"/>
              <a:t>6. </a:t>
            </a:r>
            <a:r>
              <a:rPr lang="zh-CN" altLang="en-US"/>
              <a:t>组合逻辑电路</a:t>
            </a:r>
            <a:r>
              <a:rPr lang="en-US" altLang="zh-CN"/>
              <a:t>2</a:t>
            </a:r>
            <a:endParaRPr lang="en-US" dirty="0"/>
          </a:p>
        </p:txBody>
      </p:sp>
      <p:sp>
        <p:nvSpPr>
          <p:cNvPr id="5" name="灯片编号占位符 4">
            <a:extLst>
              <a:ext uri="{FF2B5EF4-FFF2-40B4-BE49-F238E27FC236}">
                <a16:creationId xmlns:a16="http://schemas.microsoft.com/office/drawing/2014/main" id="{F3954DE4-FDA4-2DBD-E179-F163A20366A6}"/>
              </a:ext>
            </a:extLst>
          </p:cNvPr>
          <p:cNvSpPr>
            <a:spLocks noGrp="1"/>
          </p:cNvSpPr>
          <p:nvPr>
            <p:ph type="sldNum" sz="quarter" idx="12"/>
          </p:nvPr>
        </p:nvSpPr>
        <p:spPr/>
        <p:txBody>
          <a:bodyPr/>
          <a:lstStyle/>
          <a:p>
            <a:fld id="{9E260BC5-5BF3-8746-862B-DC45E9CAA88B}" type="slidenum">
              <a:rPr lang="en-US" smtClean="0"/>
              <a:pPr/>
              <a:t>30</a:t>
            </a:fld>
            <a:r>
              <a:rPr lang="en-US" altLang="zh-CN" dirty="0"/>
              <a:t>/38</a:t>
            </a:r>
            <a:endParaRPr lang="en-US" dirty="0"/>
          </a:p>
        </p:txBody>
      </p:sp>
      <p:sp>
        <p:nvSpPr>
          <p:cNvPr id="6" name="Text Box 52">
            <a:extLst>
              <a:ext uri="{FF2B5EF4-FFF2-40B4-BE49-F238E27FC236}">
                <a16:creationId xmlns:a16="http://schemas.microsoft.com/office/drawing/2014/main" id="{9B6F9307-F2D9-C7C0-DCFA-EB9521D137A1}"/>
              </a:ext>
            </a:extLst>
          </p:cNvPr>
          <p:cNvSpPr txBox="1">
            <a:spLocks noChangeArrowheads="1"/>
          </p:cNvSpPr>
          <p:nvPr/>
        </p:nvSpPr>
        <p:spPr bwMode="auto">
          <a:xfrm>
            <a:off x="7227888" y="4206183"/>
            <a:ext cx="3698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000" b="0">
                <a:latin typeface="Times New Roman" panose="02020603050405020304" pitchFamily="18" charset="0"/>
              </a:rPr>
              <a:t>I</a:t>
            </a:r>
            <a:r>
              <a:rPr kumimoji="1" lang="en-US" altLang="zh-CN" sz="1600" b="0">
                <a:latin typeface="Times New Roman" panose="02020603050405020304" pitchFamily="18" charset="0"/>
              </a:rPr>
              <a:t>1</a:t>
            </a:r>
          </a:p>
        </p:txBody>
      </p:sp>
      <p:sp>
        <p:nvSpPr>
          <p:cNvPr id="7" name="Text Box 55">
            <a:extLst>
              <a:ext uri="{FF2B5EF4-FFF2-40B4-BE49-F238E27FC236}">
                <a16:creationId xmlns:a16="http://schemas.microsoft.com/office/drawing/2014/main" id="{43F9FFA8-E761-9AB9-BF58-30440BD0E251}"/>
              </a:ext>
            </a:extLst>
          </p:cNvPr>
          <p:cNvSpPr txBox="1">
            <a:spLocks noChangeArrowheads="1"/>
          </p:cNvSpPr>
          <p:nvPr/>
        </p:nvSpPr>
        <p:spPr bwMode="auto">
          <a:xfrm>
            <a:off x="7227888" y="3882333"/>
            <a:ext cx="3698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000" b="0">
                <a:latin typeface="Times New Roman" panose="02020603050405020304" pitchFamily="18" charset="0"/>
              </a:rPr>
              <a:t>I</a:t>
            </a:r>
            <a:r>
              <a:rPr kumimoji="1" lang="en-US" altLang="zh-CN" sz="1600" b="0">
                <a:latin typeface="Times New Roman" panose="02020603050405020304" pitchFamily="18" charset="0"/>
              </a:rPr>
              <a:t>2</a:t>
            </a:r>
          </a:p>
        </p:txBody>
      </p:sp>
      <p:sp>
        <p:nvSpPr>
          <p:cNvPr id="8" name="Text Box 58">
            <a:extLst>
              <a:ext uri="{FF2B5EF4-FFF2-40B4-BE49-F238E27FC236}">
                <a16:creationId xmlns:a16="http://schemas.microsoft.com/office/drawing/2014/main" id="{2DF17DB3-34E4-6AC6-ECA3-96B354385611}"/>
              </a:ext>
            </a:extLst>
          </p:cNvPr>
          <p:cNvSpPr txBox="1">
            <a:spLocks noChangeArrowheads="1"/>
          </p:cNvSpPr>
          <p:nvPr/>
        </p:nvSpPr>
        <p:spPr bwMode="auto">
          <a:xfrm>
            <a:off x="7227888" y="3568008"/>
            <a:ext cx="3698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000" b="0">
                <a:latin typeface="Times New Roman" panose="02020603050405020304" pitchFamily="18" charset="0"/>
              </a:rPr>
              <a:t>I</a:t>
            </a:r>
            <a:r>
              <a:rPr kumimoji="1" lang="en-US" altLang="zh-CN" sz="1600" b="0">
                <a:latin typeface="Times New Roman" panose="02020603050405020304" pitchFamily="18" charset="0"/>
              </a:rPr>
              <a:t>3</a:t>
            </a:r>
          </a:p>
        </p:txBody>
      </p:sp>
      <p:sp>
        <p:nvSpPr>
          <p:cNvPr id="9" name="Text Box 61">
            <a:extLst>
              <a:ext uri="{FF2B5EF4-FFF2-40B4-BE49-F238E27FC236}">
                <a16:creationId xmlns:a16="http://schemas.microsoft.com/office/drawing/2014/main" id="{E7ECA411-D23E-C864-E825-55102AF90728}"/>
              </a:ext>
            </a:extLst>
          </p:cNvPr>
          <p:cNvSpPr txBox="1">
            <a:spLocks noChangeArrowheads="1"/>
          </p:cNvSpPr>
          <p:nvPr/>
        </p:nvSpPr>
        <p:spPr bwMode="auto">
          <a:xfrm>
            <a:off x="7237413" y="3244158"/>
            <a:ext cx="3698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000" b="0">
                <a:latin typeface="Times New Roman" panose="02020603050405020304" pitchFamily="18" charset="0"/>
              </a:rPr>
              <a:t>I</a:t>
            </a:r>
            <a:r>
              <a:rPr kumimoji="1" lang="en-US" altLang="zh-CN" sz="1600" b="0">
                <a:latin typeface="Times New Roman" panose="02020603050405020304" pitchFamily="18" charset="0"/>
              </a:rPr>
              <a:t>4</a:t>
            </a:r>
          </a:p>
        </p:txBody>
      </p:sp>
      <p:sp>
        <p:nvSpPr>
          <p:cNvPr id="10" name="Text Box 64">
            <a:extLst>
              <a:ext uri="{FF2B5EF4-FFF2-40B4-BE49-F238E27FC236}">
                <a16:creationId xmlns:a16="http://schemas.microsoft.com/office/drawing/2014/main" id="{533CA378-766F-7627-F7F7-C37956ADC2DA}"/>
              </a:ext>
            </a:extLst>
          </p:cNvPr>
          <p:cNvSpPr txBox="1">
            <a:spLocks noChangeArrowheads="1"/>
          </p:cNvSpPr>
          <p:nvPr/>
        </p:nvSpPr>
        <p:spPr bwMode="auto">
          <a:xfrm>
            <a:off x="7237413" y="2910783"/>
            <a:ext cx="3698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000" b="0">
                <a:latin typeface="Times New Roman" panose="02020603050405020304" pitchFamily="18" charset="0"/>
              </a:rPr>
              <a:t>I</a:t>
            </a:r>
            <a:r>
              <a:rPr kumimoji="1" lang="en-US" altLang="zh-CN" sz="1600" b="0">
                <a:latin typeface="Times New Roman" panose="02020603050405020304" pitchFamily="18" charset="0"/>
              </a:rPr>
              <a:t>5</a:t>
            </a:r>
          </a:p>
        </p:txBody>
      </p:sp>
      <p:sp>
        <p:nvSpPr>
          <p:cNvPr id="11" name="Text Box 67">
            <a:extLst>
              <a:ext uri="{FF2B5EF4-FFF2-40B4-BE49-F238E27FC236}">
                <a16:creationId xmlns:a16="http://schemas.microsoft.com/office/drawing/2014/main" id="{F7A7D5FC-99DF-C202-CA50-AE6A95F68AF0}"/>
              </a:ext>
            </a:extLst>
          </p:cNvPr>
          <p:cNvSpPr txBox="1">
            <a:spLocks noChangeArrowheads="1"/>
          </p:cNvSpPr>
          <p:nvPr/>
        </p:nvSpPr>
        <p:spPr bwMode="auto">
          <a:xfrm>
            <a:off x="7237413" y="2586933"/>
            <a:ext cx="3698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000" b="0">
                <a:latin typeface="Times New Roman" panose="02020603050405020304" pitchFamily="18" charset="0"/>
              </a:rPr>
              <a:t>I</a:t>
            </a:r>
            <a:r>
              <a:rPr kumimoji="1" lang="en-US" altLang="zh-CN" sz="1600" b="0">
                <a:latin typeface="Times New Roman" panose="02020603050405020304" pitchFamily="18" charset="0"/>
              </a:rPr>
              <a:t>6</a:t>
            </a:r>
          </a:p>
        </p:txBody>
      </p:sp>
      <p:sp>
        <p:nvSpPr>
          <p:cNvPr id="12" name="Text Box 70">
            <a:extLst>
              <a:ext uri="{FF2B5EF4-FFF2-40B4-BE49-F238E27FC236}">
                <a16:creationId xmlns:a16="http://schemas.microsoft.com/office/drawing/2014/main" id="{F8F630D9-8D22-63D5-F11D-8413512B541C}"/>
              </a:ext>
            </a:extLst>
          </p:cNvPr>
          <p:cNvSpPr txBox="1">
            <a:spLocks noChangeArrowheads="1"/>
          </p:cNvSpPr>
          <p:nvPr/>
        </p:nvSpPr>
        <p:spPr bwMode="auto">
          <a:xfrm>
            <a:off x="7237413" y="2272608"/>
            <a:ext cx="3698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000" b="0">
                <a:latin typeface="Times New Roman" panose="02020603050405020304" pitchFamily="18" charset="0"/>
              </a:rPr>
              <a:t>I</a:t>
            </a:r>
            <a:r>
              <a:rPr kumimoji="1" lang="en-US" altLang="zh-CN" sz="1600" b="0">
                <a:latin typeface="Times New Roman" panose="02020603050405020304" pitchFamily="18" charset="0"/>
              </a:rPr>
              <a:t>7</a:t>
            </a:r>
          </a:p>
        </p:txBody>
      </p:sp>
      <p:sp>
        <p:nvSpPr>
          <p:cNvPr id="13" name="Line 17">
            <a:extLst>
              <a:ext uri="{FF2B5EF4-FFF2-40B4-BE49-F238E27FC236}">
                <a16:creationId xmlns:a16="http://schemas.microsoft.com/office/drawing/2014/main" id="{03C07884-BCA0-0B4E-BCD2-DAD81C9E142E}"/>
              </a:ext>
            </a:extLst>
          </p:cNvPr>
          <p:cNvSpPr>
            <a:spLocks noChangeShapeType="1"/>
          </p:cNvSpPr>
          <p:nvPr/>
        </p:nvSpPr>
        <p:spPr bwMode="auto">
          <a:xfrm>
            <a:off x="6707188" y="5166620"/>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Text Box 18">
            <a:extLst>
              <a:ext uri="{FF2B5EF4-FFF2-40B4-BE49-F238E27FC236}">
                <a16:creationId xmlns:a16="http://schemas.microsoft.com/office/drawing/2014/main" id="{E56632B9-EBB4-D90C-04D5-F489BCB0DBD3}"/>
              </a:ext>
            </a:extLst>
          </p:cNvPr>
          <p:cNvSpPr txBox="1">
            <a:spLocks noChangeArrowheads="1"/>
          </p:cNvSpPr>
          <p:nvPr/>
        </p:nvSpPr>
        <p:spPr bwMode="auto">
          <a:xfrm>
            <a:off x="7146925" y="2140845"/>
            <a:ext cx="1676400" cy="3313113"/>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lIns="0" tIns="0" rIns="0" bIns="0" anchor="ctr" anchorCtr="1"/>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lang="en-US" altLang="zh-CN" sz="2400" b="0"/>
              <a:t>74x148</a:t>
            </a:r>
          </a:p>
        </p:txBody>
      </p:sp>
      <p:sp>
        <p:nvSpPr>
          <p:cNvPr id="15" name="Oval 19">
            <a:extLst>
              <a:ext uri="{FF2B5EF4-FFF2-40B4-BE49-F238E27FC236}">
                <a16:creationId xmlns:a16="http://schemas.microsoft.com/office/drawing/2014/main" id="{7A38D169-EA07-FF2F-A843-AA7A4F4EFA81}"/>
              </a:ext>
            </a:extLst>
          </p:cNvPr>
          <p:cNvSpPr>
            <a:spLocks noChangeArrowheads="1"/>
          </p:cNvSpPr>
          <p:nvPr/>
        </p:nvSpPr>
        <p:spPr bwMode="auto">
          <a:xfrm>
            <a:off x="6996113" y="5095183"/>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6" name="Oval 20">
            <a:extLst>
              <a:ext uri="{FF2B5EF4-FFF2-40B4-BE49-F238E27FC236}">
                <a16:creationId xmlns:a16="http://schemas.microsoft.com/office/drawing/2014/main" id="{82CD6759-75CC-AFE5-DFE9-452AFD313FA6}"/>
              </a:ext>
            </a:extLst>
          </p:cNvPr>
          <p:cNvSpPr>
            <a:spLocks noChangeArrowheads="1"/>
          </p:cNvSpPr>
          <p:nvPr/>
        </p:nvSpPr>
        <p:spPr bwMode="auto">
          <a:xfrm>
            <a:off x="8821738" y="2683770"/>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7" name="Line 21">
            <a:extLst>
              <a:ext uri="{FF2B5EF4-FFF2-40B4-BE49-F238E27FC236}">
                <a16:creationId xmlns:a16="http://schemas.microsoft.com/office/drawing/2014/main" id="{25D2F422-E865-4BB7-93C6-487139CA545C}"/>
              </a:ext>
            </a:extLst>
          </p:cNvPr>
          <p:cNvSpPr>
            <a:spLocks noChangeShapeType="1"/>
          </p:cNvSpPr>
          <p:nvPr/>
        </p:nvSpPr>
        <p:spPr bwMode="auto">
          <a:xfrm>
            <a:off x="8966200" y="2753620"/>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Oval 22">
            <a:extLst>
              <a:ext uri="{FF2B5EF4-FFF2-40B4-BE49-F238E27FC236}">
                <a16:creationId xmlns:a16="http://schemas.microsoft.com/office/drawing/2014/main" id="{88B3B212-D678-1189-3D6F-756F4B09A9A1}"/>
              </a:ext>
            </a:extLst>
          </p:cNvPr>
          <p:cNvSpPr>
            <a:spLocks noChangeArrowheads="1"/>
          </p:cNvSpPr>
          <p:nvPr/>
        </p:nvSpPr>
        <p:spPr bwMode="auto">
          <a:xfrm>
            <a:off x="8821738" y="3198120"/>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9" name="Line 23">
            <a:extLst>
              <a:ext uri="{FF2B5EF4-FFF2-40B4-BE49-F238E27FC236}">
                <a16:creationId xmlns:a16="http://schemas.microsoft.com/office/drawing/2014/main" id="{5AC83B05-FFEA-55D0-696E-DBC81CCE04D4}"/>
              </a:ext>
            </a:extLst>
          </p:cNvPr>
          <p:cNvSpPr>
            <a:spLocks noChangeShapeType="1"/>
          </p:cNvSpPr>
          <p:nvPr/>
        </p:nvSpPr>
        <p:spPr bwMode="auto">
          <a:xfrm>
            <a:off x="8966200" y="3267970"/>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Oval 24">
            <a:extLst>
              <a:ext uri="{FF2B5EF4-FFF2-40B4-BE49-F238E27FC236}">
                <a16:creationId xmlns:a16="http://schemas.microsoft.com/office/drawing/2014/main" id="{AA4A6BDE-D341-65C6-3687-6D355E5FDD18}"/>
              </a:ext>
            </a:extLst>
          </p:cNvPr>
          <p:cNvSpPr>
            <a:spLocks noChangeArrowheads="1"/>
          </p:cNvSpPr>
          <p:nvPr/>
        </p:nvSpPr>
        <p:spPr bwMode="auto">
          <a:xfrm>
            <a:off x="8821738" y="3836295"/>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1" name="Line 25">
            <a:extLst>
              <a:ext uri="{FF2B5EF4-FFF2-40B4-BE49-F238E27FC236}">
                <a16:creationId xmlns:a16="http://schemas.microsoft.com/office/drawing/2014/main" id="{FA767E29-C2D2-7A1C-B12A-AB25EDCFE960}"/>
              </a:ext>
            </a:extLst>
          </p:cNvPr>
          <p:cNvSpPr>
            <a:spLocks noChangeShapeType="1"/>
          </p:cNvSpPr>
          <p:nvPr/>
        </p:nvSpPr>
        <p:spPr bwMode="auto">
          <a:xfrm>
            <a:off x="8966200" y="3906145"/>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Oval 26">
            <a:extLst>
              <a:ext uri="{FF2B5EF4-FFF2-40B4-BE49-F238E27FC236}">
                <a16:creationId xmlns:a16="http://schemas.microsoft.com/office/drawing/2014/main" id="{47242DBB-003F-271C-9B4C-A9BDCC46E338}"/>
              </a:ext>
            </a:extLst>
          </p:cNvPr>
          <p:cNvSpPr>
            <a:spLocks noChangeArrowheads="1"/>
          </p:cNvSpPr>
          <p:nvPr/>
        </p:nvSpPr>
        <p:spPr bwMode="auto">
          <a:xfrm>
            <a:off x="8821738" y="4304608"/>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3" name="Line 27">
            <a:extLst>
              <a:ext uri="{FF2B5EF4-FFF2-40B4-BE49-F238E27FC236}">
                <a16:creationId xmlns:a16="http://schemas.microsoft.com/office/drawing/2014/main" id="{2B12B902-81C1-AFC1-56FA-C812871280C4}"/>
              </a:ext>
            </a:extLst>
          </p:cNvPr>
          <p:cNvSpPr>
            <a:spLocks noChangeShapeType="1"/>
          </p:cNvSpPr>
          <p:nvPr/>
        </p:nvSpPr>
        <p:spPr bwMode="auto">
          <a:xfrm>
            <a:off x="8966200" y="4374458"/>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Oval 28">
            <a:extLst>
              <a:ext uri="{FF2B5EF4-FFF2-40B4-BE49-F238E27FC236}">
                <a16:creationId xmlns:a16="http://schemas.microsoft.com/office/drawing/2014/main" id="{9B40C479-C514-3852-C56D-072D1A330D1F}"/>
              </a:ext>
            </a:extLst>
          </p:cNvPr>
          <p:cNvSpPr>
            <a:spLocks noChangeArrowheads="1"/>
          </p:cNvSpPr>
          <p:nvPr/>
        </p:nvSpPr>
        <p:spPr bwMode="auto">
          <a:xfrm>
            <a:off x="8821738" y="4736408"/>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5" name="Line 29">
            <a:extLst>
              <a:ext uri="{FF2B5EF4-FFF2-40B4-BE49-F238E27FC236}">
                <a16:creationId xmlns:a16="http://schemas.microsoft.com/office/drawing/2014/main" id="{A328F0A2-FE33-AFCE-9432-3ADDA8551D6F}"/>
              </a:ext>
            </a:extLst>
          </p:cNvPr>
          <p:cNvSpPr>
            <a:spLocks noChangeShapeType="1"/>
          </p:cNvSpPr>
          <p:nvPr/>
        </p:nvSpPr>
        <p:spPr bwMode="auto">
          <a:xfrm>
            <a:off x="8966200" y="4806258"/>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30">
            <a:extLst>
              <a:ext uri="{FF2B5EF4-FFF2-40B4-BE49-F238E27FC236}">
                <a16:creationId xmlns:a16="http://schemas.microsoft.com/office/drawing/2014/main" id="{88741B58-3F72-0571-409E-25C6EB0753EB}"/>
              </a:ext>
            </a:extLst>
          </p:cNvPr>
          <p:cNvSpPr>
            <a:spLocks noChangeShapeType="1"/>
          </p:cNvSpPr>
          <p:nvPr/>
        </p:nvSpPr>
        <p:spPr bwMode="auto">
          <a:xfrm>
            <a:off x="6707188" y="3437833"/>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 name="Oval 31">
            <a:extLst>
              <a:ext uri="{FF2B5EF4-FFF2-40B4-BE49-F238E27FC236}">
                <a16:creationId xmlns:a16="http://schemas.microsoft.com/office/drawing/2014/main" id="{5F90F134-24E6-0DEF-A647-5F4A35A3AAE8}"/>
              </a:ext>
            </a:extLst>
          </p:cNvPr>
          <p:cNvSpPr>
            <a:spLocks noChangeArrowheads="1"/>
          </p:cNvSpPr>
          <p:nvPr/>
        </p:nvSpPr>
        <p:spPr bwMode="auto">
          <a:xfrm>
            <a:off x="6996113" y="3366395"/>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8" name="Line 32">
            <a:extLst>
              <a:ext uri="{FF2B5EF4-FFF2-40B4-BE49-F238E27FC236}">
                <a16:creationId xmlns:a16="http://schemas.microsoft.com/office/drawing/2014/main" id="{1DF67E6C-7E50-9B5B-B6B3-3FD123ACB591}"/>
              </a:ext>
            </a:extLst>
          </p:cNvPr>
          <p:cNvSpPr>
            <a:spLocks noChangeShapeType="1"/>
          </p:cNvSpPr>
          <p:nvPr/>
        </p:nvSpPr>
        <p:spPr bwMode="auto">
          <a:xfrm>
            <a:off x="6707188" y="3125095"/>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 name="Oval 33">
            <a:extLst>
              <a:ext uri="{FF2B5EF4-FFF2-40B4-BE49-F238E27FC236}">
                <a16:creationId xmlns:a16="http://schemas.microsoft.com/office/drawing/2014/main" id="{9DC75907-90AE-31BB-09F8-8C6D0D53A3A3}"/>
              </a:ext>
            </a:extLst>
          </p:cNvPr>
          <p:cNvSpPr>
            <a:spLocks noChangeArrowheads="1"/>
          </p:cNvSpPr>
          <p:nvPr/>
        </p:nvSpPr>
        <p:spPr bwMode="auto">
          <a:xfrm>
            <a:off x="6996113" y="3053658"/>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30" name="Line 34">
            <a:extLst>
              <a:ext uri="{FF2B5EF4-FFF2-40B4-BE49-F238E27FC236}">
                <a16:creationId xmlns:a16="http://schemas.microsoft.com/office/drawing/2014/main" id="{4C9B3F61-C9CC-5D25-343B-FB19D7421B43}"/>
              </a:ext>
            </a:extLst>
          </p:cNvPr>
          <p:cNvSpPr>
            <a:spLocks noChangeShapeType="1"/>
          </p:cNvSpPr>
          <p:nvPr/>
        </p:nvSpPr>
        <p:spPr bwMode="auto">
          <a:xfrm>
            <a:off x="6707188" y="2790133"/>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 name="Oval 35">
            <a:extLst>
              <a:ext uri="{FF2B5EF4-FFF2-40B4-BE49-F238E27FC236}">
                <a16:creationId xmlns:a16="http://schemas.microsoft.com/office/drawing/2014/main" id="{0C54A2FC-73BA-4C73-99A5-21C9F6516756}"/>
              </a:ext>
            </a:extLst>
          </p:cNvPr>
          <p:cNvSpPr>
            <a:spLocks noChangeArrowheads="1"/>
          </p:cNvSpPr>
          <p:nvPr/>
        </p:nvSpPr>
        <p:spPr bwMode="auto">
          <a:xfrm>
            <a:off x="6996113" y="2718695"/>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32" name="Line 36">
            <a:extLst>
              <a:ext uri="{FF2B5EF4-FFF2-40B4-BE49-F238E27FC236}">
                <a16:creationId xmlns:a16="http://schemas.microsoft.com/office/drawing/2014/main" id="{EDF7A7DF-A4D5-EEDE-1623-98CB6FEDAD87}"/>
              </a:ext>
            </a:extLst>
          </p:cNvPr>
          <p:cNvSpPr>
            <a:spLocks noChangeShapeType="1"/>
          </p:cNvSpPr>
          <p:nvPr/>
        </p:nvSpPr>
        <p:spPr bwMode="auto">
          <a:xfrm>
            <a:off x="6707188" y="2475808"/>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 name="Oval 37">
            <a:extLst>
              <a:ext uri="{FF2B5EF4-FFF2-40B4-BE49-F238E27FC236}">
                <a16:creationId xmlns:a16="http://schemas.microsoft.com/office/drawing/2014/main" id="{8EB6D951-C37E-D272-FA49-0AF12EBFFF2A}"/>
              </a:ext>
            </a:extLst>
          </p:cNvPr>
          <p:cNvSpPr>
            <a:spLocks noChangeArrowheads="1"/>
          </p:cNvSpPr>
          <p:nvPr/>
        </p:nvSpPr>
        <p:spPr bwMode="auto">
          <a:xfrm>
            <a:off x="6996113" y="2404370"/>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34" name="Line 38">
            <a:extLst>
              <a:ext uri="{FF2B5EF4-FFF2-40B4-BE49-F238E27FC236}">
                <a16:creationId xmlns:a16="http://schemas.microsoft.com/office/drawing/2014/main" id="{A1DFF570-70EC-84AC-A1AD-3C40BD946075}"/>
              </a:ext>
            </a:extLst>
          </p:cNvPr>
          <p:cNvSpPr>
            <a:spLocks noChangeShapeType="1"/>
          </p:cNvSpPr>
          <p:nvPr/>
        </p:nvSpPr>
        <p:spPr bwMode="auto">
          <a:xfrm>
            <a:off x="6707188" y="4733233"/>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Oval 39">
            <a:extLst>
              <a:ext uri="{FF2B5EF4-FFF2-40B4-BE49-F238E27FC236}">
                <a16:creationId xmlns:a16="http://schemas.microsoft.com/office/drawing/2014/main" id="{DF46B9AB-7FC4-AC09-E86D-5D05F2845DF1}"/>
              </a:ext>
            </a:extLst>
          </p:cNvPr>
          <p:cNvSpPr>
            <a:spLocks noChangeArrowheads="1"/>
          </p:cNvSpPr>
          <p:nvPr/>
        </p:nvSpPr>
        <p:spPr bwMode="auto">
          <a:xfrm>
            <a:off x="6996113" y="4661795"/>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36" name="Line 40">
            <a:extLst>
              <a:ext uri="{FF2B5EF4-FFF2-40B4-BE49-F238E27FC236}">
                <a16:creationId xmlns:a16="http://schemas.microsoft.com/office/drawing/2014/main" id="{FCF302A5-1F3B-EFF2-711E-9789DD7FD78A}"/>
              </a:ext>
            </a:extLst>
          </p:cNvPr>
          <p:cNvSpPr>
            <a:spLocks noChangeShapeType="1"/>
          </p:cNvSpPr>
          <p:nvPr/>
        </p:nvSpPr>
        <p:spPr bwMode="auto">
          <a:xfrm>
            <a:off x="6707188" y="4409383"/>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 name="Oval 41">
            <a:extLst>
              <a:ext uri="{FF2B5EF4-FFF2-40B4-BE49-F238E27FC236}">
                <a16:creationId xmlns:a16="http://schemas.microsoft.com/office/drawing/2014/main" id="{DCAFC452-5CCF-0961-B42F-27654195C8B7}"/>
              </a:ext>
            </a:extLst>
          </p:cNvPr>
          <p:cNvSpPr>
            <a:spLocks noChangeArrowheads="1"/>
          </p:cNvSpPr>
          <p:nvPr/>
        </p:nvSpPr>
        <p:spPr bwMode="auto">
          <a:xfrm>
            <a:off x="6996113" y="4337945"/>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38" name="Line 42">
            <a:extLst>
              <a:ext uri="{FF2B5EF4-FFF2-40B4-BE49-F238E27FC236}">
                <a16:creationId xmlns:a16="http://schemas.microsoft.com/office/drawing/2014/main" id="{2AE49094-363C-3726-B67C-F681AD519822}"/>
              </a:ext>
            </a:extLst>
          </p:cNvPr>
          <p:cNvSpPr>
            <a:spLocks noChangeShapeType="1"/>
          </p:cNvSpPr>
          <p:nvPr/>
        </p:nvSpPr>
        <p:spPr bwMode="auto">
          <a:xfrm>
            <a:off x="6707188" y="4085533"/>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 name="Oval 43">
            <a:extLst>
              <a:ext uri="{FF2B5EF4-FFF2-40B4-BE49-F238E27FC236}">
                <a16:creationId xmlns:a16="http://schemas.microsoft.com/office/drawing/2014/main" id="{EAB679F7-289F-F2AA-240C-C050D0D399D9}"/>
              </a:ext>
            </a:extLst>
          </p:cNvPr>
          <p:cNvSpPr>
            <a:spLocks noChangeArrowheads="1"/>
          </p:cNvSpPr>
          <p:nvPr/>
        </p:nvSpPr>
        <p:spPr bwMode="auto">
          <a:xfrm>
            <a:off x="6996113" y="4014095"/>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40" name="Line 44">
            <a:extLst>
              <a:ext uri="{FF2B5EF4-FFF2-40B4-BE49-F238E27FC236}">
                <a16:creationId xmlns:a16="http://schemas.microsoft.com/office/drawing/2014/main" id="{71E229EC-428D-F882-193B-CAC457B86516}"/>
              </a:ext>
            </a:extLst>
          </p:cNvPr>
          <p:cNvSpPr>
            <a:spLocks noChangeShapeType="1"/>
          </p:cNvSpPr>
          <p:nvPr/>
        </p:nvSpPr>
        <p:spPr bwMode="auto">
          <a:xfrm>
            <a:off x="6707188" y="3761683"/>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 name="Oval 45">
            <a:extLst>
              <a:ext uri="{FF2B5EF4-FFF2-40B4-BE49-F238E27FC236}">
                <a16:creationId xmlns:a16="http://schemas.microsoft.com/office/drawing/2014/main" id="{D377C9A9-2301-4B38-C306-67ABA0591A0F}"/>
              </a:ext>
            </a:extLst>
          </p:cNvPr>
          <p:cNvSpPr>
            <a:spLocks noChangeArrowheads="1"/>
          </p:cNvSpPr>
          <p:nvPr/>
        </p:nvSpPr>
        <p:spPr bwMode="auto">
          <a:xfrm>
            <a:off x="6996113" y="3690245"/>
            <a:ext cx="142875" cy="1428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42" name="Text Box 47">
            <a:extLst>
              <a:ext uri="{FF2B5EF4-FFF2-40B4-BE49-F238E27FC236}">
                <a16:creationId xmlns:a16="http://schemas.microsoft.com/office/drawing/2014/main" id="{42F12241-7E49-3322-3BD1-03B34D0B8032}"/>
              </a:ext>
            </a:extLst>
          </p:cNvPr>
          <p:cNvSpPr txBox="1">
            <a:spLocks noChangeArrowheads="1"/>
          </p:cNvSpPr>
          <p:nvPr/>
        </p:nvSpPr>
        <p:spPr bwMode="auto">
          <a:xfrm>
            <a:off x="7210425" y="4949133"/>
            <a:ext cx="354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b="0">
                <a:latin typeface="Times New Roman" panose="02020603050405020304" pitchFamily="18" charset="0"/>
              </a:rPr>
              <a:t>S</a:t>
            </a:r>
          </a:p>
        </p:txBody>
      </p:sp>
      <p:sp>
        <p:nvSpPr>
          <p:cNvPr id="43" name="Text Box 49">
            <a:extLst>
              <a:ext uri="{FF2B5EF4-FFF2-40B4-BE49-F238E27FC236}">
                <a16:creationId xmlns:a16="http://schemas.microsoft.com/office/drawing/2014/main" id="{5CE28392-6EE0-BDDD-DB4D-F169B42CB2FE}"/>
              </a:ext>
            </a:extLst>
          </p:cNvPr>
          <p:cNvSpPr txBox="1">
            <a:spLocks noChangeArrowheads="1"/>
          </p:cNvSpPr>
          <p:nvPr/>
        </p:nvSpPr>
        <p:spPr bwMode="auto">
          <a:xfrm>
            <a:off x="7227888" y="4539558"/>
            <a:ext cx="3698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000" b="0">
                <a:latin typeface="Times New Roman" panose="02020603050405020304" pitchFamily="18" charset="0"/>
              </a:rPr>
              <a:t>I</a:t>
            </a:r>
            <a:r>
              <a:rPr kumimoji="1" lang="en-US" altLang="zh-CN" sz="1600" b="0">
                <a:latin typeface="Times New Roman" panose="02020603050405020304" pitchFamily="18" charset="0"/>
              </a:rPr>
              <a:t>0</a:t>
            </a:r>
          </a:p>
        </p:txBody>
      </p:sp>
      <p:sp>
        <p:nvSpPr>
          <p:cNvPr id="44" name="Text Box 74">
            <a:extLst>
              <a:ext uri="{FF2B5EF4-FFF2-40B4-BE49-F238E27FC236}">
                <a16:creationId xmlns:a16="http://schemas.microsoft.com/office/drawing/2014/main" id="{5FE9A171-52B5-65E4-F49B-0A77F6890EBF}"/>
              </a:ext>
            </a:extLst>
          </p:cNvPr>
          <p:cNvSpPr txBox="1">
            <a:spLocks noChangeArrowheads="1"/>
          </p:cNvSpPr>
          <p:nvPr/>
        </p:nvSpPr>
        <p:spPr bwMode="auto">
          <a:xfrm>
            <a:off x="8248650" y="2552008"/>
            <a:ext cx="517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Times New Roman" panose="02020603050405020304" pitchFamily="18" charset="0"/>
              </a:rPr>
              <a:t>Y</a:t>
            </a:r>
            <a:r>
              <a:rPr kumimoji="1" lang="en-US" altLang="zh-CN" sz="1600" b="0">
                <a:latin typeface="Times New Roman" panose="02020603050405020304" pitchFamily="18" charset="0"/>
              </a:rPr>
              <a:t>S</a:t>
            </a:r>
          </a:p>
        </p:txBody>
      </p:sp>
      <p:sp>
        <p:nvSpPr>
          <p:cNvPr id="45" name="Text Box 75">
            <a:extLst>
              <a:ext uri="{FF2B5EF4-FFF2-40B4-BE49-F238E27FC236}">
                <a16:creationId xmlns:a16="http://schemas.microsoft.com/office/drawing/2014/main" id="{56CEDBCC-324A-E040-3E7D-45A26E804299}"/>
              </a:ext>
            </a:extLst>
          </p:cNvPr>
          <p:cNvSpPr txBox="1">
            <a:spLocks noChangeArrowheads="1"/>
          </p:cNvSpPr>
          <p:nvPr/>
        </p:nvSpPr>
        <p:spPr bwMode="auto">
          <a:xfrm>
            <a:off x="8210550" y="3015558"/>
            <a:ext cx="6207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Times New Roman" panose="02020603050405020304" pitchFamily="18" charset="0"/>
              </a:rPr>
              <a:t>Y</a:t>
            </a:r>
            <a:r>
              <a:rPr kumimoji="1" lang="en-US" altLang="zh-CN" sz="1800" b="0">
                <a:latin typeface="Times New Roman" panose="02020603050405020304" pitchFamily="18" charset="0"/>
              </a:rPr>
              <a:t>ex</a:t>
            </a:r>
          </a:p>
        </p:txBody>
      </p:sp>
      <p:sp>
        <p:nvSpPr>
          <p:cNvPr id="46" name="Text Box 76">
            <a:extLst>
              <a:ext uri="{FF2B5EF4-FFF2-40B4-BE49-F238E27FC236}">
                <a16:creationId xmlns:a16="http://schemas.microsoft.com/office/drawing/2014/main" id="{538A779A-1144-4E15-06F7-4045896145EF}"/>
              </a:ext>
            </a:extLst>
          </p:cNvPr>
          <p:cNvSpPr txBox="1">
            <a:spLocks noChangeArrowheads="1"/>
          </p:cNvSpPr>
          <p:nvPr/>
        </p:nvSpPr>
        <p:spPr bwMode="auto">
          <a:xfrm>
            <a:off x="8248650" y="3704533"/>
            <a:ext cx="5064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Times New Roman" panose="02020603050405020304" pitchFamily="18" charset="0"/>
              </a:rPr>
              <a:t>Y</a:t>
            </a:r>
            <a:r>
              <a:rPr kumimoji="1" lang="en-US" altLang="zh-CN" sz="1600" b="0">
                <a:latin typeface="Times New Roman" panose="02020603050405020304" pitchFamily="18" charset="0"/>
              </a:rPr>
              <a:t>2</a:t>
            </a:r>
          </a:p>
        </p:txBody>
      </p:sp>
      <p:sp>
        <p:nvSpPr>
          <p:cNvPr id="47" name="Text Box 77">
            <a:extLst>
              <a:ext uri="{FF2B5EF4-FFF2-40B4-BE49-F238E27FC236}">
                <a16:creationId xmlns:a16="http://schemas.microsoft.com/office/drawing/2014/main" id="{2FD76E77-686A-1D96-4C2B-D1B538BBC0AF}"/>
              </a:ext>
            </a:extLst>
          </p:cNvPr>
          <p:cNvSpPr txBox="1">
            <a:spLocks noChangeArrowheads="1"/>
          </p:cNvSpPr>
          <p:nvPr/>
        </p:nvSpPr>
        <p:spPr bwMode="auto">
          <a:xfrm>
            <a:off x="8248650" y="4172845"/>
            <a:ext cx="5064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Times New Roman" panose="02020603050405020304" pitchFamily="18" charset="0"/>
              </a:rPr>
              <a:t>Y</a:t>
            </a:r>
            <a:r>
              <a:rPr kumimoji="1" lang="en-US" altLang="zh-CN" sz="1600" b="0">
                <a:latin typeface="Times New Roman" panose="02020603050405020304" pitchFamily="18" charset="0"/>
              </a:rPr>
              <a:t>1</a:t>
            </a:r>
          </a:p>
        </p:txBody>
      </p:sp>
      <p:sp>
        <p:nvSpPr>
          <p:cNvPr id="48" name="Text Box 78">
            <a:extLst>
              <a:ext uri="{FF2B5EF4-FFF2-40B4-BE49-F238E27FC236}">
                <a16:creationId xmlns:a16="http://schemas.microsoft.com/office/drawing/2014/main" id="{1473F3AF-DF44-3017-DE99-7451C882C18D}"/>
              </a:ext>
            </a:extLst>
          </p:cNvPr>
          <p:cNvSpPr txBox="1">
            <a:spLocks noChangeArrowheads="1"/>
          </p:cNvSpPr>
          <p:nvPr/>
        </p:nvSpPr>
        <p:spPr bwMode="auto">
          <a:xfrm>
            <a:off x="8248650" y="4604645"/>
            <a:ext cx="5064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Times New Roman" panose="02020603050405020304" pitchFamily="18" charset="0"/>
              </a:rPr>
              <a:t>Y</a:t>
            </a:r>
            <a:r>
              <a:rPr kumimoji="1" lang="en-US" altLang="zh-CN" sz="1600" b="0">
                <a:latin typeface="Times New Roman" panose="02020603050405020304" pitchFamily="18" charset="0"/>
              </a:rPr>
              <a:t>0</a:t>
            </a:r>
          </a:p>
        </p:txBody>
      </p:sp>
      <p:sp>
        <p:nvSpPr>
          <p:cNvPr id="49" name="Text Box 84">
            <a:extLst>
              <a:ext uri="{FF2B5EF4-FFF2-40B4-BE49-F238E27FC236}">
                <a16:creationId xmlns:a16="http://schemas.microsoft.com/office/drawing/2014/main" id="{55F9A03D-5C62-94A1-CB48-47C3C23F6EC6}"/>
              </a:ext>
            </a:extLst>
          </p:cNvPr>
          <p:cNvSpPr txBox="1">
            <a:spLocks noChangeArrowheads="1"/>
          </p:cNvSpPr>
          <p:nvPr/>
        </p:nvSpPr>
        <p:spPr bwMode="auto">
          <a:xfrm>
            <a:off x="7202488" y="5499995"/>
            <a:ext cx="140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zh-CN" altLang="en-US" sz="2400" dirty="0"/>
              <a:t>逻辑符号</a:t>
            </a:r>
          </a:p>
        </p:txBody>
      </p:sp>
      <p:sp>
        <p:nvSpPr>
          <p:cNvPr id="50" name="Text Box 90">
            <a:extLst>
              <a:ext uri="{FF2B5EF4-FFF2-40B4-BE49-F238E27FC236}">
                <a16:creationId xmlns:a16="http://schemas.microsoft.com/office/drawing/2014/main" id="{14FC2F96-D1E6-FD36-0568-952BA297A493}"/>
              </a:ext>
            </a:extLst>
          </p:cNvPr>
          <p:cNvSpPr txBox="1">
            <a:spLocks noChangeArrowheads="1"/>
          </p:cNvSpPr>
          <p:nvPr/>
        </p:nvSpPr>
        <p:spPr bwMode="auto">
          <a:xfrm>
            <a:off x="6286500" y="4961833"/>
            <a:ext cx="354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b="0">
                <a:latin typeface="Times New Roman" panose="02020603050405020304" pitchFamily="18" charset="0"/>
              </a:rPr>
              <a:t>S</a:t>
            </a:r>
          </a:p>
        </p:txBody>
      </p:sp>
      <p:sp>
        <p:nvSpPr>
          <p:cNvPr id="51" name="Text Box 91">
            <a:extLst>
              <a:ext uri="{FF2B5EF4-FFF2-40B4-BE49-F238E27FC236}">
                <a16:creationId xmlns:a16="http://schemas.microsoft.com/office/drawing/2014/main" id="{F8CF7F27-559C-6719-EAD8-60978AF5ABAE}"/>
              </a:ext>
            </a:extLst>
          </p:cNvPr>
          <p:cNvSpPr txBox="1">
            <a:spLocks noChangeArrowheads="1"/>
          </p:cNvSpPr>
          <p:nvPr/>
        </p:nvSpPr>
        <p:spPr bwMode="auto">
          <a:xfrm>
            <a:off x="6303963" y="4552258"/>
            <a:ext cx="3698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000" b="0">
                <a:latin typeface="Times New Roman" panose="02020603050405020304" pitchFamily="18" charset="0"/>
              </a:rPr>
              <a:t>I</a:t>
            </a:r>
            <a:r>
              <a:rPr kumimoji="1" lang="en-US" altLang="zh-CN" sz="1600" b="0">
                <a:latin typeface="Times New Roman" panose="02020603050405020304" pitchFamily="18" charset="0"/>
              </a:rPr>
              <a:t>0</a:t>
            </a:r>
          </a:p>
        </p:txBody>
      </p:sp>
      <p:sp>
        <p:nvSpPr>
          <p:cNvPr id="52" name="Line 92">
            <a:extLst>
              <a:ext uri="{FF2B5EF4-FFF2-40B4-BE49-F238E27FC236}">
                <a16:creationId xmlns:a16="http://schemas.microsoft.com/office/drawing/2014/main" id="{33226643-7F16-8077-71C6-1324CA7EDC5E}"/>
              </a:ext>
            </a:extLst>
          </p:cNvPr>
          <p:cNvSpPr>
            <a:spLocks noChangeShapeType="1"/>
          </p:cNvSpPr>
          <p:nvPr/>
        </p:nvSpPr>
        <p:spPr bwMode="auto">
          <a:xfrm>
            <a:off x="6365875" y="4626870"/>
            <a:ext cx="14763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 name="Text Box 93">
            <a:extLst>
              <a:ext uri="{FF2B5EF4-FFF2-40B4-BE49-F238E27FC236}">
                <a16:creationId xmlns:a16="http://schemas.microsoft.com/office/drawing/2014/main" id="{5CE3358A-3938-58C3-F9E8-AD07712ACAAD}"/>
              </a:ext>
            </a:extLst>
          </p:cNvPr>
          <p:cNvSpPr txBox="1">
            <a:spLocks noChangeArrowheads="1"/>
          </p:cNvSpPr>
          <p:nvPr/>
        </p:nvSpPr>
        <p:spPr bwMode="auto">
          <a:xfrm>
            <a:off x="6303963" y="4218883"/>
            <a:ext cx="3698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000" b="0">
                <a:latin typeface="Times New Roman" panose="02020603050405020304" pitchFamily="18" charset="0"/>
              </a:rPr>
              <a:t>I</a:t>
            </a:r>
            <a:r>
              <a:rPr kumimoji="1" lang="en-US" altLang="zh-CN" sz="1600" b="0">
                <a:latin typeface="Times New Roman" panose="02020603050405020304" pitchFamily="18" charset="0"/>
              </a:rPr>
              <a:t>1</a:t>
            </a:r>
          </a:p>
        </p:txBody>
      </p:sp>
      <p:sp>
        <p:nvSpPr>
          <p:cNvPr id="54" name="Line 94">
            <a:extLst>
              <a:ext uri="{FF2B5EF4-FFF2-40B4-BE49-F238E27FC236}">
                <a16:creationId xmlns:a16="http://schemas.microsoft.com/office/drawing/2014/main" id="{C097FD69-EF0E-D56B-2943-01E53906D180}"/>
              </a:ext>
            </a:extLst>
          </p:cNvPr>
          <p:cNvSpPr>
            <a:spLocks noChangeShapeType="1"/>
          </p:cNvSpPr>
          <p:nvPr/>
        </p:nvSpPr>
        <p:spPr bwMode="auto">
          <a:xfrm>
            <a:off x="6365875" y="4293495"/>
            <a:ext cx="14763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 name="Text Box 95">
            <a:extLst>
              <a:ext uri="{FF2B5EF4-FFF2-40B4-BE49-F238E27FC236}">
                <a16:creationId xmlns:a16="http://schemas.microsoft.com/office/drawing/2014/main" id="{80CCA93B-96AB-ACD6-22E3-960B941E0116}"/>
              </a:ext>
            </a:extLst>
          </p:cNvPr>
          <p:cNvSpPr txBox="1">
            <a:spLocks noChangeArrowheads="1"/>
          </p:cNvSpPr>
          <p:nvPr/>
        </p:nvSpPr>
        <p:spPr bwMode="auto">
          <a:xfrm>
            <a:off x="6303963" y="3895033"/>
            <a:ext cx="3698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000" b="0">
                <a:latin typeface="Times New Roman" panose="02020603050405020304" pitchFamily="18" charset="0"/>
              </a:rPr>
              <a:t>I</a:t>
            </a:r>
            <a:r>
              <a:rPr kumimoji="1" lang="en-US" altLang="zh-CN" sz="1600" b="0">
                <a:latin typeface="Times New Roman" panose="02020603050405020304" pitchFamily="18" charset="0"/>
              </a:rPr>
              <a:t>2</a:t>
            </a:r>
          </a:p>
        </p:txBody>
      </p:sp>
      <p:sp>
        <p:nvSpPr>
          <p:cNvPr id="56" name="Line 96">
            <a:extLst>
              <a:ext uri="{FF2B5EF4-FFF2-40B4-BE49-F238E27FC236}">
                <a16:creationId xmlns:a16="http://schemas.microsoft.com/office/drawing/2014/main" id="{7D626E09-D154-B56B-6898-9F2426AA7DD6}"/>
              </a:ext>
            </a:extLst>
          </p:cNvPr>
          <p:cNvSpPr>
            <a:spLocks noChangeShapeType="1"/>
          </p:cNvSpPr>
          <p:nvPr/>
        </p:nvSpPr>
        <p:spPr bwMode="auto">
          <a:xfrm>
            <a:off x="6365875" y="3969645"/>
            <a:ext cx="14763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 name="Text Box 97">
            <a:extLst>
              <a:ext uri="{FF2B5EF4-FFF2-40B4-BE49-F238E27FC236}">
                <a16:creationId xmlns:a16="http://schemas.microsoft.com/office/drawing/2014/main" id="{1933597B-1CBA-AC7F-FFBA-C04B0A157B4E}"/>
              </a:ext>
            </a:extLst>
          </p:cNvPr>
          <p:cNvSpPr txBox="1">
            <a:spLocks noChangeArrowheads="1"/>
          </p:cNvSpPr>
          <p:nvPr/>
        </p:nvSpPr>
        <p:spPr bwMode="auto">
          <a:xfrm>
            <a:off x="6303963" y="3580708"/>
            <a:ext cx="3698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000" b="0">
                <a:latin typeface="Times New Roman" panose="02020603050405020304" pitchFamily="18" charset="0"/>
              </a:rPr>
              <a:t>I</a:t>
            </a:r>
            <a:r>
              <a:rPr kumimoji="1" lang="en-US" altLang="zh-CN" sz="1600" b="0">
                <a:latin typeface="Times New Roman" panose="02020603050405020304" pitchFamily="18" charset="0"/>
              </a:rPr>
              <a:t>3</a:t>
            </a:r>
          </a:p>
        </p:txBody>
      </p:sp>
      <p:sp>
        <p:nvSpPr>
          <p:cNvPr id="58" name="Line 98">
            <a:extLst>
              <a:ext uri="{FF2B5EF4-FFF2-40B4-BE49-F238E27FC236}">
                <a16:creationId xmlns:a16="http://schemas.microsoft.com/office/drawing/2014/main" id="{F8A3BDEF-B985-7416-6F4F-E8546C90C438}"/>
              </a:ext>
            </a:extLst>
          </p:cNvPr>
          <p:cNvSpPr>
            <a:spLocks noChangeShapeType="1"/>
          </p:cNvSpPr>
          <p:nvPr/>
        </p:nvSpPr>
        <p:spPr bwMode="auto">
          <a:xfrm>
            <a:off x="6365875" y="3655320"/>
            <a:ext cx="14763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 name="Text Box 99">
            <a:extLst>
              <a:ext uri="{FF2B5EF4-FFF2-40B4-BE49-F238E27FC236}">
                <a16:creationId xmlns:a16="http://schemas.microsoft.com/office/drawing/2014/main" id="{BC0F499C-D6E0-52B6-48B5-C93F4EFD0639}"/>
              </a:ext>
            </a:extLst>
          </p:cNvPr>
          <p:cNvSpPr txBox="1">
            <a:spLocks noChangeArrowheads="1"/>
          </p:cNvSpPr>
          <p:nvPr/>
        </p:nvSpPr>
        <p:spPr bwMode="auto">
          <a:xfrm>
            <a:off x="6313488" y="3256858"/>
            <a:ext cx="3698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000" b="0">
                <a:latin typeface="Times New Roman" panose="02020603050405020304" pitchFamily="18" charset="0"/>
              </a:rPr>
              <a:t>I</a:t>
            </a:r>
            <a:r>
              <a:rPr kumimoji="1" lang="en-US" altLang="zh-CN" sz="1600" b="0">
                <a:latin typeface="Times New Roman" panose="02020603050405020304" pitchFamily="18" charset="0"/>
              </a:rPr>
              <a:t>4</a:t>
            </a:r>
          </a:p>
        </p:txBody>
      </p:sp>
      <p:sp>
        <p:nvSpPr>
          <p:cNvPr id="60" name="Line 100">
            <a:extLst>
              <a:ext uri="{FF2B5EF4-FFF2-40B4-BE49-F238E27FC236}">
                <a16:creationId xmlns:a16="http://schemas.microsoft.com/office/drawing/2014/main" id="{A47BFB33-AB5A-DFE8-20A6-C52DF8FBD5FE}"/>
              </a:ext>
            </a:extLst>
          </p:cNvPr>
          <p:cNvSpPr>
            <a:spLocks noChangeShapeType="1"/>
          </p:cNvSpPr>
          <p:nvPr/>
        </p:nvSpPr>
        <p:spPr bwMode="auto">
          <a:xfrm>
            <a:off x="6375400" y="3331470"/>
            <a:ext cx="14763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 name="Text Box 101">
            <a:extLst>
              <a:ext uri="{FF2B5EF4-FFF2-40B4-BE49-F238E27FC236}">
                <a16:creationId xmlns:a16="http://schemas.microsoft.com/office/drawing/2014/main" id="{AB09C8B4-4500-9345-01AE-FEEA75EC7B57}"/>
              </a:ext>
            </a:extLst>
          </p:cNvPr>
          <p:cNvSpPr txBox="1">
            <a:spLocks noChangeArrowheads="1"/>
          </p:cNvSpPr>
          <p:nvPr/>
        </p:nvSpPr>
        <p:spPr bwMode="auto">
          <a:xfrm>
            <a:off x="6313488" y="2923483"/>
            <a:ext cx="3698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000" b="0">
                <a:latin typeface="Times New Roman" panose="02020603050405020304" pitchFamily="18" charset="0"/>
              </a:rPr>
              <a:t>I</a:t>
            </a:r>
            <a:r>
              <a:rPr kumimoji="1" lang="en-US" altLang="zh-CN" sz="1600" b="0">
                <a:latin typeface="Times New Roman" panose="02020603050405020304" pitchFamily="18" charset="0"/>
              </a:rPr>
              <a:t>5</a:t>
            </a:r>
          </a:p>
        </p:txBody>
      </p:sp>
      <p:sp>
        <p:nvSpPr>
          <p:cNvPr id="62" name="Line 102">
            <a:extLst>
              <a:ext uri="{FF2B5EF4-FFF2-40B4-BE49-F238E27FC236}">
                <a16:creationId xmlns:a16="http://schemas.microsoft.com/office/drawing/2014/main" id="{AD49C4DE-85EB-E6AA-73D0-7FB359BC2D46}"/>
              </a:ext>
            </a:extLst>
          </p:cNvPr>
          <p:cNvSpPr>
            <a:spLocks noChangeShapeType="1"/>
          </p:cNvSpPr>
          <p:nvPr/>
        </p:nvSpPr>
        <p:spPr bwMode="auto">
          <a:xfrm>
            <a:off x="6375400" y="2998095"/>
            <a:ext cx="14763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 name="Text Box 103">
            <a:extLst>
              <a:ext uri="{FF2B5EF4-FFF2-40B4-BE49-F238E27FC236}">
                <a16:creationId xmlns:a16="http://schemas.microsoft.com/office/drawing/2014/main" id="{C89F00EC-A192-A60A-81A3-F7BD9407F932}"/>
              </a:ext>
            </a:extLst>
          </p:cNvPr>
          <p:cNvSpPr txBox="1">
            <a:spLocks noChangeArrowheads="1"/>
          </p:cNvSpPr>
          <p:nvPr/>
        </p:nvSpPr>
        <p:spPr bwMode="auto">
          <a:xfrm>
            <a:off x="6313488" y="2599633"/>
            <a:ext cx="3698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000" b="0">
                <a:latin typeface="Times New Roman" panose="02020603050405020304" pitchFamily="18" charset="0"/>
              </a:rPr>
              <a:t>I</a:t>
            </a:r>
            <a:r>
              <a:rPr kumimoji="1" lang="en-US" altLang="zh-CN" sz="1600" b="0">
                <a:latin typeface="Times New Roman" panose="02020603050405020304" pitchFamily="18" charset="0"/>
              </a:rPr>
              <a:t>6</a:t>
            </a:r>
          </a:p>
        </p:txBody>
      </p:sp>
      <p:sp>
        <p:nvSpPr>
          <p:cNvPr id="64" name="Line 104">
            <a:extLst>
              <a:ext uri="{FF2B5EF4-FFF2-40B4-BE49-F238E27FC236}">
                <a16:creationId xmlns:a16="http://schemas.microsoft.com/office/drawing/2014/main" id="{7A7B62D3-0FFB-3826-1077-3C73BE50AC3D}"/>
              </a:ext>
            </a:extLst>
          </p:cNvPr>
          <p:cNvSpPr>
            <a:spLocks noChangeShapeType="1"/>
          </p:cNvSpPr>
          <p:nvPr/>
        </p:nvSpPr>
        <p:spPr bwMode="auto">
          <a:xfrm>
            <a:off x="6375400" y="2674245"/>
            <a:ext cx="14763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 name="Text Box 105">
            <a:extLst>
              <a:ext uri="{FF2B5EF4-FFF2-40B4-BE49-F238E27FC236}">
                <a16:creationId xmlns:a16="http://schemas.microsoft.com/office/drawing/2014/main" id="{57A6F63D-CC46-6AC3-E92D-7EC6C48A8C58}"/>
              </a:ext>
            </a:extLst>
          </p:cNvPr>
          <p:cNvSpPr txBox="1">
            <a:spLocks noChangeArrowheads="1"/>
          </p:cNvSpPr>
          <p:nvPr/>
        </p:nvSpPr>
        <p:spPr bwMode="auto">
          <a:xfrm>
            <a:off x="6313488" y="2285308"/>
            <a:ext cx="3698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000" b="0">
                <a:latin typeface="Times New Roman" panose="02020603050405020304" pitchFamily="18" charset="0"/>
              </a:rPr>
              <a:t>I</a:t>
            </a:r>
            <a:r>
              <a:rPr kumimoji="1" lang="en-US" altLang="zh-CN" sz="1600" b="0">
                <a:latin typeface="Times New Roman" panose="02020603050405020304" pitchFamily="18" charset="0"/>
              </a:rPr>
              <a:t>7</a:t>
            </a:r>
          </a:p>
        </p:txBody>
      </p:sp>
      <p:sp>
        <p:nvSpPr>
          <p:cNvPr id="66" name="Line 106">
            <a:extLst>
              <a:ext uri="{FF2B5EF4-FFF2-40B4-BE49-F238E27FC236}">
                <a16:creationId xmlns:a16="http://schemas.microsoft.com/office/drawing/2014/main" id="{EFB7E911-EB43-923E-0B98-79003AD41737}"/>
              </a:ext>
            </a:extLst>
          </p:cNvPr>
          <p:cNvSpPr>
            <a:spLocks noChangeShapeType="1"/>
          </p:cNvSpPr>
          <p:nvPr/>
        </p:nvSpPr>
        <p:spPr bwMode="auto">
          <a:xfrm>
            <a:off x="6375400" y="2359920"/>
            <a:ext cx="14763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 name="Line 107">
            <a:extLst>
              <a:ext uri="{FF2B5EF4-FFF2-40B4-BE49-F238E27FC236}">
                <a16:creationId xmlns:a16="http://schemas.microsoft.com/office/drawing/2014/main" id="{9E22D93D-B168-027E-4994-ABEB02496C6E}"/>
              </a:ext>
            </a:extLst>
          </p:cNvPr>
          <p:cNvSpPr>
            <a:spLocks noChangeShapeType="1"/>
          </p:cNvSpPr>
          <p:nvPr/>
        </p:nvSpPr>
        <p:spPr bwMode="auto">
          <a:xfrm>
            <a:off x="6367463" y="5047558"/>
            <a:ext cx="185737"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 name="Text Box 108">
            <a:extLst>
              <a:ext uri="{FF2B5EF4-FFF2-40B4-BE49-F238E27FC236}">
                <a16:creationId xmlns:a16="http://schemas.microsoft.com/office/drawing/2014/main" id="{5B93049B-FB1F-6A91-6E7F-1E056658B07D}"/>
              </a:ext>
            </a:extLst>
          </p:cNvPr>
          <p:cNvSpPr txBox="1">
            <a:spLocks noChangeArrowheads="1"/>
          </p:cNvSpPr>
          <p:nvPr/>
        </p:nvSpPr>
        <p:spPr bwMode="auto">
          <a:xfrm>
            <a:off x="9309100" y="2513908"/>
            <a:ext cx="517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Times New Roman" panose="02020603050405020304" pitchFamily="18" charset="0"/>
              </a:rPr>
              <a:t>Y</a:t>
            </a:r>
            <a:r>
              <a:rPr kumimoji="1" lang="en-US" altLang="zh-CN" sz="1600" b="0">
                <a:latin typeface="Times New Roman" panose="02020603050405020304" pitchFamily="18" charset="0"/>
              </a:rPr>
              <a:t>S</a:t>
            </a:r>
          </a:p>
        </p:txBody>
      </p:sp>
      <p:sp>
        <p:nvSpPr>
          <p:cNvPr id="69" name="Text Box 109">
            <a:extLst>
              <a:ext uri="{FF2B5EF4-FFF2-40B4-BE49-F238E27FC236}">
                <a16:creationId xmlns:a16="http://schemas.microsoft.com/office/drawing/2014/main" id="{C84144F1-BCBF-D7D3-A0D3-00BE4A107B03}"/>
              </a:ext>
            </a:extLst>
          </p:cNvPr>
          <p:cNvSpPr txBox="1">
            <a:spLocks noChangeArrowheads="1"/>
          </p:cNvSpPr>
          <p:nvPr/>
        </p:nvSpPr>
        <p:spPr bwMode="auto">
          <a:xfrm>
            <a:off x="9309100" y="3666433"/>
            <a:ext cx="5064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Times New Roman" panose="02020603050405020304" pitchFamily="18" charset="0"/>
              </a:rPr>
              <a:t>Y</a:t>
            </a:r>
            <a:r>
              <a:rPr kumimoji="1" lang="en-US" altLang="zh-CN" sz="1600" b="0">
                <a:latin typeface="Times New Roman" panose="02020603050405020304" pitchFamily="18" charset="0"/>
              </a:rPr>
              <a:t>2</a:t>
            </a:r>
          </a:p>
        </p:txBody>
      </p:sp>
      <p:sp>
        <p:nvSpPr>
          <p:cNvPr id="70" name="Text Box 110">
            <a:extLst>
              <a:ext uri="{FF2B5EF4-FFF2-40B4-BE49-F238E27FC236}">
                <a16:creationId xmlns:a16="http://schemas.microsoft.com/office/drawing/2014/main" id="{1EACAEB3-C3EA-44A9-B8EE-2E73FE0A4E0B}"/>
              </a:ext>
            </a:extLst>
          </p:cNvPr>
          <p:cNvSpPr txBox="1">
            <a:spLocks noChangeArrowheads="1"/>
          </p:cNvSpPr>
          <p:nvPr/>
        </p:nvSpPr>
        <p:spPr bwMode="auto">
          <a:xfrm>
            <a:off x="9309100" y="4134745"/>
            <a:ext cx="5064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Times New Roman" panose="02020603050405020304" pitchFamily="18" charset="0"/>
              </a:rPr>
              <a:t>Y</a:t>
            </a:r>
            <a:r>
              <a:rPr kumimoji="1" lang="en-US" altLang="zh-CN" sz="1600" b="0">
                <a:latin typeface="Times New Roman" panose="02020603050405020304" pitchFamily="18" charset="0"/>
              </a:rPr>
              <a:t>1</a:t>
            </a:r>
          </a:p>
        </p:txBody>
      </p:sp>
      <p:sp>
        <p:nvSpPr>
          <p:cNvPr id="71" name="Text Box 111">
            <a:extLst>
              <a:ext uri="{FF2B5EF4-FFF2-40B4-BE49-F238E27FC236}">
                <a16:creationId xmlns:a16="http://schemas.microsoft.com/office/drawing/2014/main" id="{D27C615C-CBB6-FD1E-7A31-9A7CF8FA429E}"/>
              </a:ext>
            </a:extLst>
          </p:cNvPr>
          <p:cNvSpPr txBox="1">
            <a:spLocks noChangeArrowheads="1"/>
          </p:cNvSpPr>
          <p:nvPr/>
        </p:nvSpPr>
        <p:spPr bwMode="auto">
          <a:xfrm>
            <a:off x="9309100" y="4566545"/>
            <a:ext cx="5064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Times New Roman" panose="02020603050405020304" pitchFamily="18" charset="0"/>
              </a:rPr>
              <a:t>Y</a:t>
            </a:r>
            <a:r>
              <a:rPr kumimoji="1" lang="en-US" altLang="zh-CN" sz="1600" b="0">
                <a:latin typeface="Times New Roman" panose="02020603050405020304" pitchFamily="18" charset="0"/>
              </a:rPr>
              <a:t>0</a:t>
            </a:r>
          </a:p>
        </p:txBody>
      </p:sp>
      <p:sp>
        <p:nvSpPr>
          <p:cNvPr id="72" name="Line 112">
            <a:extLst>
              <a:ext uri="{FF2B5EF4-FFF2-40B4-BE49-F238E27FC236}">
                <a16:creationId xmlns:a16="http://schemas.microsoft.com/office/drawing/2014/main" id="{B372B846-823A-F4E2-ED44-2C9E67A0CAF3}"/>
              </a:ext>
            </a:extLst>
          </p:cNvPr>
          <p:cNvSpPr>
            <a:spLocks noChangeShapeType="1"/>
          </p:cNvSpPr>
          <p:nvPr/>
        </p:nvSpPr>
        <p:spPr bwMode="auto">
          <a:xfrm>
            <a:off x="9386888" y="4641158"/>
            <a:ext cx="23336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 name="Line 113">
            <a:extLst>
              <a:ext uri="{FF2B5EF4-FFF2-40B4-BE49-F238E27FC236}">
                <a16:creationId xmlns:a16="http://schemas.microsoft.com/office/drawing/2014/main" id="{481D623B-F707-4AB8-474A-682D1407B391}"/>
              </a:ext>
            </a:extLst>
          </p:cNvPr>
          <p:cNvSpPr>
            <a:spLocks noChangeShapeType="1"/>
          </p:cNvSpPr>
          <p:nvPr/>
        </p:nvSpPr>
        <p:spPr bwMode="auto">
          <a:xfrm>
            <a:off x="9396413" y="4212533"/>
            <a:ext cx="23336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 name="Line 114">
            <a:extLst>
              <a:ext uri="{FF2B5EF4-FFF2-40B4-BE49-F238E27FC236}">
                <a16:creationId xmlns:a16="http://schemas.microsoft.com/office/drawing/2014/main" id="{A8BCE9E6-733A-9BCF-5723-E67B383B274F}"/>
              </a:ext>
            </a:extLst>
          </p:cNvPr>
          <p:cNvSpPr>
            <a:spLocks noChangeShapeType="1"/>
          </p:cNvSpPr>
          <p:nvPr/>
        </p:nvSpPr>
        <p:spPr bwMode="auto">
          <a:xfrm>
            <a:off x="9396413" y="3745808"/>
            <a:ext cx="23336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 name="Line 115">
            <a:extLst>
              <a:ext uri="{FF2B5EF4-FFF2-40B4-BE49-F238E27FC236}">
                <a16:creationId xmlns:a16="http://schemas.microsoft.com/office/drawing/2014/main" id="{B281BD58-726B-6DD6-FF73-A186D6C83F20}"/>
              </a:ext>
            </a:extLst>
          </p:cNvPr>
          <p:cNvSpPr>
            <a:spLocks noChangeShapeType="1"/>
          </p:cNvSpPr>
          <p:nvPr/>
        </p:nvSpPr>
        <p:spPr bwMode="auto">
          <a:xfrm>
            <a:off x="9386888" y="3085408"/>
            <a:ext cx="23336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 name="Line 116">
            <a:extLst>
              <a:ext uri="{FF2B5EF4-FFF2-40B4-BE49-F238E27FC236}">
                <a16:creationId xmlns:a16="http://schemas.microsoft.com/office/drawing/2014/main" id="{F69F6AD4-85F8-07F1-16FF-F74BC1B3391F}"/>
              </a:ext>
            </a:extLst>
          </p:cNvPr>
          <p:cNvSpPr>
            <a:spLocks noChangeShapeType="1"/>
          </p:cNvSpPr>
          <p:nvPr/>
        </p:nvSpPr>
        <p:spPr bwMode="auto">
          <a:xfrm>
            <a:off x="9386888" y="2583758"/>
            <a:ext cx="23336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 name="Text Box 117">
            <a:extLst>
              <a:ext uri="{FF2B5EF4-FFF2-40B4-BE49-F238E27FC236}">
                <a16:creationId xmlns:a16="http://schemas.microsoft.com/office/drawing/2014/main" id="{71540FED-20FD-C656-455A-E673D9F59A0D}"/>
              </a:ext>
            </a:extLst>
          </p:cNvPr>
          <p:cNvSpPr txBox="1">
            <a:spLocks noChangeArrowheads="1"/>
          </p:cNvSpPr>
          <p:nvPr/>
        </p:nvSpPr>
        <p:spPr bwMode="auto">
          <a:xfrm>
            <a:off x="9285288" y="3028258"/>
            <a:ext cx="6207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Times New Roman" panose="02020603050405020304" pitchFamily="18" charset="0"/>
              </a:rPr>
              <a:t>Y</a:t>
            </a:r>
            <a:r>
              <a:rPr kumimoji="1" lang="en-US" altLang="zh-CN" sz="1800" b="0">
                <a:latin typeface="Times New Roman" panose="02020603050405020304" pitchFamily="18" charset="0"/>
              </a:rPr>
              <a:t>ex</a:t>
            </a:r>
          </a:p>
        </p:txBody>
      </p:sp>
      <p:sp>
        <p:nvSpPr>
          <p:cNvPr id="78" name="文本框 77">
            <a:extLst>
              <a:ext uri="{FF2B5EF4-FFF2-40B4-BE49-F238E27FC236}">
                <a16:creationId xmlns:a16="http://schemas.microsoft.com/office/drawing/2014/main" id="{B41A27C3-361B-2CD5-5791-4085DE9E5F3C}"/>
              </a:ext>
            </a:extLst>
          </p:cNvPr>
          <p:cNvSpPr txBox="1"/>
          <p:nvPr/>
        </p:nvSpPr>
        <p:spPr>
          <a:xfrm>
            <a:off x="1456772" y="3603716"/>
            <a:ext cx="3646327" cy="907941"/>
          </a:xfrm>
          <a:prstGeom prst="rect">
            <a:avLst/>
          </a:prstGeom>
          <a:solidFill>
            <a:schemeClr val="accent1">
              <a:lumMod val="20000"/>
              <a:lumOff val="80000"/>
            </a:schemeClr>
          </a:solidFill>
          <a:ln>
            <a:solidFill>
              <a:schemeClr val="accent1"/>
            </a:solidFill>
          </a:ln>
        </p:spPr>
        <p:txBody>
          <a:bodyPr wrap="square" rtlCol="0">
            <a:spAutoFit/>
          </a:bodyPr>
          <a:lstStyle/>
          <a:p>
            <a:pPr algn="ctr">
              <a:spcAft>
                <a:spcPts val="600"/>
              </a:spcAft>
            </a:pPr>
            <a:r>
              <a:rPr kumimoji="1" lang="zh-CN" altLang="en-US" sz="2000" dirty="0">
                <a:latin typeface="Microsoft YaHei" panose="020B0503020204020204" pitchFamily="34" charset="-122"/>
                <a:ea typeface="Microsoft YaHei" panose="020B0503020204020204" pitchFamily="34" charset="-122"/>
              </a:rPr>
              <a:t>为什么要</a:t>
            </a:r>
            <a:r>
              <a:rPr kumimoji="1" lang="zh-CN" altLang="en-US" sz="2000" b="1" dirty="0">
                <a:solidFill>
                  <a:srgbClr val="FF0000"/>
                </a:solidFill>
                <a:latin typeface="Microsoft YaHei" panose="020B0503020204020204" pitchFamily="34" charset="-122"/>
                <a:ea typeface="Microsoft YaHei" panose="020B0503020204020204" pitchFamily="34" charset="-122"/>
              </a:rPr>
              <a:t>设计成</a:t>
            </a:r>
            <a:endParaRPr kumimoji="1" lang="en-US" altLang="zh-CN" sz="2000" b="1" dirty="0">
              <a:solidFill>
                <a:srgbClr val="FF0000"/>
              </a:solidFill>
              <a:latin typeface="Microsoft YaHei" panose="020B0503020204020204" pitchFamily="34" charset="-122"/>
              <a:ea typeface="Microsoft YaHei" panose="020B0503020204020204" pitchFamily="34" charset="-122"/>
            </a:endParaRPr>
          </a:p>
          <a:p>
            <a:pPr algn="ctr"/>
            <a:r>
              <a:rPr kumimoji="1" lang="zh-CN" altLang="en-US" sz="2800" dirty="0">
                <a:latin typeface="Microsoft YaHei" panose="020B0503020204020204" pitchFamily="34" charset="-122"/>
                <a:ea typeface="Microsoft YaHei" panose="020B0503020204020204" pitchFamily="34" charset="-122"/>
              </a:rPr>
              <a:t>低电平</a:t>
            </a:r>
            <a:r>
              <a:rPr kumimoji="1" lang="en-US" altLang="zh-CN" sz="2800" dirty="0">
                <a:latin typeface="Microsoft YaHei" panose="020B0503020204020204" pitchFamily="34" charset="-122"/>
                <a:ea typeface="Microsoft YaHei" panose="020B0503020204020204" pitchFamily="34" charset="-122"/>
              </a:rPr>
              <a:t>/</a:t>
            </a:r>
            <a:r>
              <a:rPr kumimoji="1" lang="zh-CN" altLang="en-US" sz="2800" dirty="0">
                <a:latin typeface="Microsoft YaHei" panose="020B0503020204020204" pitchFamily="34" charset="-122"/>
                <a:ea typeface="Microsoft YaHei" panose="020B0503020204020204" pitchFamily="34" charset="-122"/>
              </a:rPr>
              <a:t>负 有效？</a:t>
            </a:r>
          </a:p>
        </p:txBody>
      </p:sp>
    </p:spTree>
    <p:extLst>
      <p:ext uri="{BB962C8B-B14F-4D97-AF65-F5344CB8AC3E}">
        <p14:creationId xmlns:p14="http://schemas.microsoft.com/office/powerpoint/2010/main" val="39254982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4CDCED-61B0-569F-583C-CA5DB22666C2}"/>
              </a:ext>
            </a:extLst>
          </p:cNvPr>
          <p:cNvSpPr>
            <a:spLocks noGrp="1"/>
          </p:cNvSpPr>
          <p:nvPr>
            <p:ph type="title"/>
          </p:nvPr>
        </p:nvSpPr>
        <p:spPr/>
        <p:txBody>
          <a:bodyPr>
            <a:normAutofit fontScale="90000"/>
          </a:bodyPr>
          <a:lstStyle/>
          <a:p>
            <a:r>
              <a:rPr kumimoji="1" lang="en-US" altLang="zh-CN" dirty="0"/>
              <a:t>74148</a:t>
            </a:r>
            <a:r>
              <a:rPr kumimoji="1" lang="zh-CN" altLang="en-US" dirty="0"/>
              <a:t>不是孤例</a:t>
            </a:r>
          </a:p>
        </p:txBody>
      </p:sp>
      <p:sp>
        <p:nvSpPr>
          <p:cNvPr id="4" name="页脚占位符 3">
            <a:extLst>
              <a:ext uri="{FF2B5EF4-FFF2-40B4-BE49-F238E27FC236}">
                <a16:creationId xmlns:a16="http://schemas.microsoft.com/office/drawing/2014/main" id="{CC178E53-5B44-807B-354C-114994C01905}"/>
              </a:ext>
            </a:extLst>
          </p:cNvPr>
          <p:cNvSpPr>
            <a:spLocks noGrp="1"/>
          </p:cNvSpPr>
          <p:nvPr>
            <p:ph type="ftr" sz="quarter" idx="11"/>
          </p:nvPr>
        </p:nvSpPr>
        <p:spPr/>
        <p:txBody>
          <a:bodyPr/>
          <a:lstStyle/>
          <a:p>
            <a:r>
              <a:rPr lang="zh-CN" altLang="en-US"/>
              <a:t>模拟与数字电路：</a:t>
            </a:r>
            <a:r>
              <a:rPr lang="en-US" altLang="zh-CN"/>
              <a:t>6. </a:t>
            </a:r>
            <a:r>
              <a:rPr lang="zh-CN" altLang="en-US"/>
              <a:t>组合逻辑电路</a:t>
            </a:r>
            <a:r>
              <a:rPr lang="en-US" altLang="zh-CN"/>
              <a:t>2</a:t>
            </a:r>
            <a:endParaRPr lang="en-US" dirty="0"/>
          </a:p>
        </p:txBody>
      </p:sp>
      <p:sp>
        <p:nvSpPr>
          <p:cNvPr id="5" name="灯片编号占位符 4">
            <a:extLst>
              <a:ext uri="{FF2B5EF4-FFF2-40B4-BE49-F238E27FC236}">
                <a16:creationId xmlns:a16="http://schemas.microsoft.com/office/drawing/2014/main" id="{2C713980-398E-F450-84AC-EBD27E9EA507}"/>
              </a:ext>
            </a:extLst>
          </p:cNvPr>
          <p:cNvSpPr>
            <a:spLocks noGrp="1"/>
          </p:cNvSpPr>
          <p:nvPr>
            <p:ph type="sldNum" sz="quarter" idx="12"/>
          </p:nvPr>
        </p:nvSpPr>
        <p:spPr/>
        <p:txBody>
          <a:bodyPr/>
          <a:lstStyle/>
          <a:p>
            <a:fld id="{9E260BC5-5BF3-8746-862B-DC45E9CAA88B}" type="slidenum">
              <a:rPr lang="en-US" smtClean="0"/>
              <a:pPr/>
              <a:t>31</a:t>
            </a:fld>
            <a:r>
              <a:rPr lang="en-US" altLang="zh-CN" dirty="0"/>
              <a:t>/38</a:t>
            </a:r>
            <a:endParaRPr lang="en-US" dirty="0"/>
          </a:p>
        </p:txBody>
      </p:sp>
      <p:pic>
        <p:nvPicPr>
          <p:cNvPr id="6" name="Picture 2">
            <a:extLst>
              <a:ext uri="{FF2B5EF4-FFF2-40B4-BE49-F238E27FC236}">
                <a16:creationId xmlns:a16="http://schemas.microsoft.com/office/drawing/2014/main" id="{A0DAEC01-FBC9-768D-6630-73592E60AB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73" y="649005"/>
            <a:ext cx="9884427" cy="5559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61118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2A35D7-B354-504F-B928-086D0D464F38}"/>
              </a:ext>
            </a:extLst>
          </p:cNvPr>
          <p:cNvSpPr>
            <a:spLocks noGrp="1"/>
          </p:cNvSpPr>
          <p:nvPr>
            <p:ph type="title"/>
          </p:nvPr>
        </p:nvSpPr>
        <p:spPr/>
        <p:txBody>
          <a:bodyPr>
            <a:normAutofit fontScale="90000"/>
          </a:bodyPr>
          <a:lstStyle/>
          <a:p>
            <a:r>
              <a:rPr kumimoji="1" lang="en-US" altLang="zh-CN" dirty="0"/>
              <a:t>74148</a:t>
            </a:r>
            <a:r>
              <a:rPr kumimoji="1" lang="zh-CN" altLang="en-US" dirty="0"/>
              <a:t>不是孤例</a:t>
            </a:r>
          </a:p>
        </p:txBody>
      </p:sp>
      <p:sp>
        <p:nvSpPr>
          <p:cNvPr id="4" name="页脚占位符 3">
            <a:extLst>
              <a:ext uri="{FF2B5EF4-FFF2-40B4-BE49-F238E27FC236}">
                <a16:creationId xmlns:a16="http://schemas.microsoft.com/office/drawing/2014/main" id="{9C81E2D4-B758-0362-AFBE-9F223D140650}"/>
              </a:ext>
            </a:extLst>
          </p:cNvPr>
          <p:cNvSpPr>
            <a:spLocks noGrp="1"/>
          </p:cNvSpPr>
          <p:nvPr>
            <p:ph type="ftr" sz="quarter" idx="11"/>
          </p:nvPr>
        </p:nvSpPr>
        <p:spPr/>
        <p:txBody>
          <a:bodyPr/>
          <a:lstStyle/>
          <a:p>
            <a:r>
              <a:rPr lang="zh-CN" altLang="en-US"/>
              <a:t>模拟与数字电路：</a:t>
            </a:r>
            <a:r>
              <a:rPr lang="en-US" altLang="zh-CN"/>
              <a:t>6. </a:t>
            </a:r>
            <a:r>
              <a:rPr lang="zh-CN" altLang="en-US"/>
              <a:t>组合逻辑电路</a:t>
            </a:r>
            <a:r>
              <a:rPr lang="en-US" altLang="zh-CN"/>
              <a:t>2</a:t>
            </a:r>
            <a:endParaRPr lang="en-US" dirty="0"/>
          </a:p>
        </p:txBody>
      </p:sp>
      <p:sp>
        <p:nvSpPr>
          <p:cNvPr id="5" name="灯片编号占位符 4">
            <a:extLst>
              <a:ext uri="{FF2B5EF4-FFF2-40B4-BE49-F238E27FC236}">
                <a16:creationId xmlns:a16="http://schemas.microsoft.com/office/drawing/2014/main" id="{C8915726-7D37-53A5-1A69-3543199F2136}"/>
              </a:ext>
            </a:extLst>
          </p:cNvPr>
          <p:cNvSpPr>
            <a:spLocks noGrp="1"/>
          </p:cNvSpPr>
          <p:nvPr>
            <p:ph type="sldNum" sz="quarter" idx="12"/>
          </p:nvPr>
        </p:nvSpPr>
        <p:spPr/>
        <p:txBody>
          <a:bodyPr/>
          <a:lstStyle/>
          <a:p>
            <a:fld id="{9E260BC5-5BF3-8746-862B-DC45E9CAA88B}" type="slidenum">
              <a:rPr lang="en-US" smtClean="0"/>
              <a:pPr/>
              <a:t>32</a:t>
            </a:fld>
            <a:r>
              <a:rPr lang="en-US" altLang="zh-CN" dirty="0"/>
              <a:t>/38</a:t>
            </a:r>
            <a:endParaRPr lang="en-US" dirty="0"/>
          </a:p>
        </p:txBody>
      </p:sp>
      <p:pic>
        <p:nvPicPr>
          <p:cNvPr id="6" name="Picture 2">
            <a:extLst>
              <a:ext uri="{FF2B5EF4-FFF2-40B4-BE49-F238E27FC236}">
                <a16:creationId xmlns:a16="http://schemas.microsoft.com/office/drawing/2014/main" id="{C9A88F54-3F02-B722-DDAE-561411B5413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233"/>
          <a:stretch/>
        </p:blipFill>
        <p:spPr bwMode="auto">
          <a:xfrm>
            <a:off x="375398" y="510639"/>
            <a:ext cx="9411222" cy="4623291"/>
          </a:xfrm>
          <a:prstGeom prst="rect">
            <a:avLst/>
          </a:prstGeom>
          <a:noFill/>
          <a:extLst>
            <a:ext uri="{909E8E84-426E-40DD-AFC4-6F175D3DCCD1}">
              <a14:hiddenFill xmlns:a14="http://schemas.microsoft.com/office/drawing/2010/main">
                <a:solidFill>
                  <a:srgbClr val="FFFFFF"/>
                </a:solidFill>
              </a14:hiddenFill>
            </a:ext>
          </a:extLst>
        </p:spPr>
      </p:pic>
      <p:pic>
        <p:nvPicPr>
          <p:cNvPr id="7" name="图片 6">
            <a:extLst>
              <a:ext uri="{FF2B5EF4-FFF2-40B4-BE49-F238E27FC236}">
                <a16:creationId xmlns:a16="http://schemas.microsoft.com/office/drawing/2014/main" id="{AF9F0F72-D012-304C-9C96-294BC48EE166}"/>
              </a:ext>
            </a:extLst>
          </p:cNvPr>
          <p:cNvPicPr>
            <a:picLocks noChangeAspect="1"/>
          </p:cNvPicPr>
          <p:nvPr/>
        </p:nvPicPr>
        <p:blipFill rotWithShape="1">
          <a:blip r:embed="rId4">
            <a:extLst>
              <a:ext uri="{28A0092B-C50C-407E-A947-70E740481C1C}">
                <a14:useLocalDpi xmlns:a14="http://schemas.microsoft.com/office/drawing/2010/main" val="0"/>
              </a:ext>
            </a:extLst>
          </a:blip>
          <a:srcRect l="30410" t="18005" r="58776" b="69538"/>
          <a:stretch/>
        </p:blipFill>
        <p:spPr>
          <a:xfrm>
            <a:off x="375399" y="3635767"/>
            <a:ext cx="3121780" cy="2524401"/>
          </a:xfrm>
          <a:prstGeom prst="rect">
            <a:avLst/>
          </a:prstGeom>
          <a:ln>
            <a:solidFill>
              <a:schemeClr val="accent1"/>
            </a:solidFill>
          </a:ln>
          <a:effectLst>
            <a:outerShdw blurRad="50800" dist="38100" dir="2700000" algn="tl" rotWithShape="0">
              <a:prstClr val="black">
                <a:alpha val="40000"/>
              </a:prstClr>
            </a:outerShdw>
          </a:effectLst>
        </p:spPr>
      </p:pic>
      <p:sp>
        <p:nvSpPr>
          <p:cNvPr id="8" name="文本框 7">
            <a:extLst>
              <a:ext uri="{FF2B5EF4-FFF2-40B4-BE49-F238E27FC236}">
                <a16:creationId xmlns:a16="http://schemas.microsoft.com/office/drawing/2014/main" id="{1B3D59DF-3E30-1209-1464-8C988E4349A9}"/>
              </a:ext>
            </a:extLst>
          </p:cNvPr>
          <p:cNvSpPr txBox="1"/>
          <p:nvPr/>
        </p:nvSpPr>
        <p:spPr>
          <a:xfrm>
            <a:off x="3633537" y="5505160"/>
            <a:ext cx="6016725" cy="646331"/>
          </a:xfrm>
          <a:prstGeom prst="rect">
            <a:avLst/>
          </a:prstGeom>
          <a:solidFill>
            <a:schemeClr val="accent1">
              <a:lumMod val="20000"/>
              <a:lumOff val="80000"/>
            </a:schemeClr>
          </a:solidFill>
          <a:ln>
            <a:solidFill>
              <a:schemeClr val="accent1"/>
            </a:solidFill>
          </a:ln>
        </p:spPr>
        <p:txBody>
          <a:bodyPr wrap="square" rtlCol="0">
            <a:spAutoFit/>
          </a:bodyPr>
          <a:lstStyle/>
          <a:p>
            <a:r>
              <a:rPr kumimoji="1" lang="zh-CN" altLang="en-US" dirty="0">
                <a:latin typeface="Microsoft YaHei" panose="020B0503020204020204" pitchFamily="34" charset="-122"/>
                <a:ea typeface="Microsoft YaHei" panose="020B0503020204020204" pitchFamily="34" charset="-122"/>
              </a:rPr>
              <a:t>实际使用中，再加电容保证上电时自动产生复位信号，保证芯片在板上晶振启振后能被复位，进入默认状态</a:t>
            </a:r>
          </a:p>
        </p:txBody>
      </p:sp>
    </p:spTree>
    <p:extLst>
      <p:ext uri="{BB962C8B-B14F-4D97-AF65-F5344CB8AC3E}">
        <p14:creationId xmlns:p14="http://schemas.microsoft.com/office/powerpoint/2010/main" val="955619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42092B-D7B7-5F36-F676-E85768E7F801}"/>
              </a:ext>
            </a:extLst>
          </p:cNvPr>
          <p:cNvSpPr>
            <a:spLocks noGrp="1"/>
          </p:cNvSpPr>
          <p:nvPr>
            <p:ph type="title"/>
          </p:nvPr>
        </p:nvSpPr>
        <p:spPr/>
        <p:txBody>
          <a:bodyPr>
            <a:normAutofit fontScale="90000"/>
          </a:bodyPr>
          <a:lstStyle/>
          <a:p>
            <a:r>
              <a:rPr kumimoji="1" lang="zh-CN" altLang="en-US" dirty="0"/>
              <a:t>选择负电平有效背后原因：抗噪声</a:t>
            </a:r>
          </a:p>
        </p:txBody>
      </p:sp>
      <p:sp>
        <p:nvSpPr>
          <p:cNvPr id="3" name="内容占位符 2">
            <a:extLst>
              <a:ext uri="{FF2B5EF4-FFF2-40B4-BE49-F238E27FC236}">
                <a16:creationId xmlns:a16="http://schemas.microsoft.com/office/drawing/2014/main" id="{37C83C29-8DCB-93B7-ABCE-6CD30ED1450E}"/>
              </a:ext>
            </a:extLst>
          </p:cNvPr>
          <p:cNvSpPr>
            <a:spLocks noGrp="1"/>
          </p:cNvSpPr>
          <p:nvPr>
            <p:ph idx="1"/>
          </p:nvPr>
        </p:nvSpPr>
        <p:spPr/>
        <p:txBody>
          <a:bodyPr/>
          <a:lstStyle/>
          <a:p>
            <a:r>
              <a:rPr lang="zh-CN" altLang="en-US" dirty="0"/>
              <a:t>噪声容限</a:t>
            </a:r>
            <a:endParaRPr lang="en-US" altLang="zh-CN" dirty="0"/>
          </a:p>
          <a:p>
            <a:pPr lvl="1">
              <a:spcAft>
                <a:spcPct val="10000"/>
              </a:spcAft>
            </a:pPr>
            <a:r>
              <a:rPr lang="en-US" altLang="zh-CN" sz="2000" dirty="0"/>
              <a:t>V</a:t>
            </a:r>
            <a:r>
              <a:rPr lang="en-US" altLang="zh-CN" sz="2000" baseline="-25000" dirty="0"/>
              <a:t>NL</a:t>
            </a:r>
            <a:r>
              <a:rPr lang="zh-CN" altLang="en-US" sz="2000" dirty="0"/>
              <a:t>：输入低电平时的噪声容限</a:t>
            </a:r>
          </a:p>
          <a:p>
            <a:pPr lvl="1">
              <a:spcAft>
                <a:spcPct val="10000"/>
              </a:spcAft>
            </a:pPr>
            <a:endParaRPr lang="zh-CN" altLang="en-US" sz="2000" dirty="0"/>
          </a:p>
          <a:p>
            <a:pPr lvl="1">
              <a:spcAft>
                <a:spcPct val="10000"/>
              </a:spcAft>
            </a:pPr>
            <a:endParaRPr lang="en-US" altLang="zh-CN" sz="2000" dirty="0"/>
          </a:p>
          <a:p>
            <a:pPr lvl="1">
              <a:spcAft>
                <a:spcPct val="10000"/>
              </a:spcAft>
            </a:pPr>
            <a:r>
              <a:rPr lang="en-US" altLang="zh-CN" sz="2000" dirty="0"/>
              <a:t>V</a:t>
            </a:r>
            <a:r>
              <a:rPr lang="en-US" altLang="zh-CN" sz="2000" baseline="-25000" dirty="0"/>
              <a:t>NH</a:t>
            </a:r>
            <a:r>
              <a:rPr lang="zh-CN" altLang="en-US" sz="2000" dirty="0"/>
              <a:t>：输入低电平时的噪声容限</a:t>
            </a:r>
          </a:p>
          <a:p>
            <a:endParaRPr kumimoji="1" lang="zh-CN" altLang="en-US" dirty="0"/>
          </a:p>
        </p:txBody>
      </p:sp>
      <p:sp>
        <p:nvSpPr>
          <p:cNvPr id="4" name="页脚占位符 3">
            <a:extLst>
              <a:ext uri="{FF2B5EF4-FFF2-40B4-BE49-F238E27FC236}">
                <a16:creationId xmlns:a16="http://schemas.microsoft.com/office/drawing/2014/main" id="{6EE26498-25B8-83F9-082F-8CA0D779B095}"/>
              </a:ext>
            </a:extLst>
          </p:cNvPr>
          <p:cNvSpPr>
            <a:spLocks noGrp="1"/>
          </p:cNvSpPr>
          <p:nvPr>
            <p:ph type="ftr" sz="quarter" idx="11"/>
          </p:nvPr>
        </p:nvSpPr>
        <p:spPr/>
        <p:txBody>
          <a:bodyPr/>
          <a:lstStyle/>
          <a:p>
            <a:r>
              <a:rPr lang="zh-CN" altLang="en-US"/>
              <a:t>模拟与数字电路：</a:t>
            </a:r>
            <a:r>
              <a:rPr lang="en-US" altLang="zh-CN"/>
              <a:t>6. </a:t>
            </a:r>
            <a:r>
              <a:rPr lang="zh-CN" altLang="en-US"/>
              <a:t>组合逻辑电路</a:t>
            </a:r>
            <a:r>
              <a:rPr lang="en-US" altLang="zh-CN"/>
              <a:t>2</a:t>
            </a:r>
            <a:endParaRPr lang="en-US" dirty="0"/>
          </a:p>
        </p:txBody>
      </p:sp>
      <p:sp>
        <p:nvSpPr>
          <p:cNvPr id="5" name="灯片编号占位符 4">
            <a:extLst>
              <a:ext uri="{FF2B5EF4-FFF2-40B4-BE49-F238E27FC236}">
                <a16:creationId xmlns:a16="http://schemas.microsoft.com/office/drawing/2014/main" id="{1E06D497-8EB0-3D79-7971-571A2E224D25}"/>
              </a:ext>
            </a:extLst>
          </p:cNvPr>
          <p:cNvSpPr>
            <a:spLocks noGrp="1"/>
          </p:cNvSpPr>
          <p:nvPr>
            <p:ph type="sldNum" sz="quarter" idx="12"/>
          </p:nvPr>
        </p:nvSpPr>
        <p:spPr/>
        <p:txBody>
          <a:bodyPr/>
          <a:lstStyle/>
          <a:p>
            <a:fld id="{9E260BC5-5BF3-8746-862B-DC45E9CAA88B}" type="slidenum">
              <a:rPr lang="en-US" smtClean="0"/>
              <a:pPr/>
              <a:t>33</a:t>
            </a:fld>
            <a:r>
              <a:rPr lang="en-US" altLang="zh-CN" dirty="0"/>
              <a:t>/38</a:t>
            </a:r>
            <a:endParaRPr lang="en-US" dirty="0"/>
          </a:p>
        </p:txBody>
      </p:sp>
      <p:sp>
        <p:nvSpPr>
          <p:cNvPr id="6" name="Rectangle 45">
            <a:extLst>
              <a:ext uri="{FF2B5EF4-FFF2-40B4-BE49-F238E27FC236}">
                <a16:creationId xmlns:a16="http://schemas.microsoft.com/office/drawing/2014/main" id="{CDC6B3F0-3171-E911-F819-A8D22B1E9FD3}"/>
              </a:ext>
            </a:extLst>
          </p:cNvPr>
          <p:cNvSpPr>
            <a:spLocks noChangeArrowheads="1"/>
          </p:cNvSpPr>
          <p:nvPr/>
        </p:nvSpPr>
        <p:spPr bwMode="auto">
          <a:xfrm>
            <a:off x="1160413" y="2774574"/>
            <a:ext cx="2909189" cy="391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8000" tIns="10800" rIns="18000" bIns="1080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dirty="0"/>
              <a:t>V</a:t>
            </a:r>
            <a:r>
              <a:rPr kumimoji="1" lang="en-US" altLang="zh-CN" sz="2400" baseline="-25000" dirty="0"/>
              <a:t>NH </a:t>
            </a:r>
            <a:r>
              <a:rPr kumimoji="1" lang="en-US" altLang="zh-CN" sz="2400" dirty="0"/>
              <a:t>=V</a:t>
            </a:r>
            <a:r>
              <a:rPr kumimoji="1" lang="en-US" altLang="zh-CN" sz="2400" baseline="-25000" dirty="0"/>
              <a:t>OH(min)</a:t>
            </a:r>
            <a:r>
              <a:rPr kumimoji="1" lang="en-US" altLang="zh-CN" sz="2400" dirty="0">
                <a:cs typeface="Times New Roman" panose="02020603050405020304" pitchFamily="18" charset="0"/>
              </a:rPr>
              <a:t>–V</a:t>
            </a:r>
            <a:r>
              <a:rPr kumimoji="1" lang="en-US" altLang="zh-CN" sz="2400" baseline="-25000" dirty="0">
                <a:cs typeface="Times New Roman" panose="02020603050405020304" pitchFamily="18" charset="0"/>
              </a:rPr>
              <a:t>IH(min)</a:t>
            </a:r>
            <a:endParaRPr kumimoji="1" lang="en-US" altLang="zh-CN" sz="2400" dirty="0">
              <a:latin typeface="Tahoma" panose="020B0604030504040204" pitchFamily="34" charset="0"/>
              <a:cs typeface="Times New Roman" panose="02020603050405020304" pitchFamily="18" charset="0"/>
            </a:endParaRPr>
          </a:p>
        </p:txBody>
      </p:sp>
      <p:sp>
        <p:nvSpPr>
          <p:cNvPr id="7" name="Rectangle 46">
            <a:extLst>
              <a:ext uri="{FF2B5EF4-FFF2-40B4-BE49-F238E27FC236}">
                <a16:creationId xmlns:a16="http://schemas.microsoft.com/office/drawing/2014/main" id="{C8FACB87-4048-D103-4191-05D873E5E05A}"/>
              </a:ext>
            </a:extLst>
          </p:cNvPr>
          <p:cNvSpPr>
            <a:spLocks noChangeArrowheads="1"/>
          </p:cNvSpPr>
          <p:nvPr/>
        </p:nvSpPr>
        <p:spPr bwMode="auto">
          <a:xfrm>
            <a:off x="1160413" y="1623152"/>
            <a:ext cx="2933624" cy="376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0"/>
              </a:spcAft>
              <a:buFontTx/>
              <a:buNone/>
            </a:pPr>
            <a:r>
              <a:rPr kumimoji="1" lang="en-US" altLang="zh-CN" sz="2400" dirty="0"/>
              <a:t>V</a:t>
            </a:r>
            <a:r>
              <a:rPr kumimoji="1" lang="en-US" altLang="zh-CN" sz="2400" baseline="-25000" dirty="0"/>
              <a:t>NL</a:t>
            </a:r>
            <a:r>
              <a:rPr kumimoji="1" lang="en-US" altLang="zh-CN" sz="2400" dirty="0"/>
              <a:t> =V</a:t>
            </a:r>
            <a:r>
              <a:rPr kumimoji="1" lang="en-US" altLang="zh-CN" sz="2400" baseline="-25000" dirty="0"/>
              <a:t>IL(max) </a:t>
            </a:r>
            <a:r>
              <a:rPr kumimoji="1" lang="en-US" altLang="zh-CN" sz="2400" dirty="0">
                <a:cs typeface="Times New Roman" panose="02020603050405020304" pitchFamily="18" charset="0"/>
              </a:rPr>
              <a:t>–V</a:t>
            </a:r>
            <a:r>
              <a:rPr kumimoji="1" lang="en-US" altLang="zh-CN" sz="2400" baseline="-25000" dirty="0">
                <a:cs typeface="Times New Roman" panose="02020603050405020304" pitchFamily="18" charset="0"/>
              </a:rPr>
              <a:t>OL(max)</a:t>
            </a:r>
          </a:p>
        </p:txBody>
      </p:sp>
      <p:sp>
        <p:nvSpPr>
          <p:cNvPr id="8" name="Rectangle 4">
            <a:extLst>
              <a:ext uri="{FF2B5EF4-FFF2-40B4-BE49-F238E27FC236}">
                <a16:creationId xmlns:a16="http://schemas.microsoft.com/office/drawing/2014/main" id="{2B061A8C-7B3D-0B1A-E09F-498FE16C4D7D}"/>
              </a:ext>
            </a:extLst>
          </p:cNvPr>
          <p:cNvSpPr>
            <a:spLocks noChangeArrowheads="1"/>
          </p:cNvSpPr>
          <p:nvPr/>
        </p:nvSpPr>
        <p:spPr bwMode="auto">
          <a:xfrm>
            <a:off x="5918201" y="2699477"/>
            <a:ext cx="792163" cy="541338"/>
          </a:xfrm>
          <a:prstGeom prst="rect">
            <a:avLst/>
          </a:prstGeom>
          <a:ln>
            <a:headEnd/>
            <a:tailEnd/>
          </a:ln>
        </p:spPr>
        <p:style>
          <a:lnRef idx="2">
            <a:schemeClr val="dk1"/>
          </a:lnRef>
          <a:fillRef idx="1">
            <a:schemeClr val="lt1"/>
          </a:fillRef>
          <a:effectRef idx="0">
            <a:schemeClr val="dk1"/>
          </a:effectRef>
          <a:fontRef idx="minor">
            <a:schemeClr val="dk1"/>
          </a:fontRef>
        </p:style>
        <p:txBody>
          <a:bodyPr/>
          <a:lstStyle/>
          <a:p>
            <a:pPr eaLnBrk="1" hangingPunct="1">
              <a:defRPr/>
            </a:pPr>
            <a:endParaRPr lang="zh-CN" altLang="en-US"/>
          </a:p>
        </p:txBody>
      </p:sp>
      <p:sp>
        <p:nvSpPr>
          <p:cNvPr id="9" name="Rectangle 5">
            <a:extLst>
              <a:ext uri="{FF2B5EF4-FFF2-40B4-BE49-F238E27FC236}">
                <a16:creationId xmlns:a16="http://schemas.microsoft.com/office/drawing/2014/main" id="{A3378ADB-91C5-DB8B-AF10-5B987E86F7A8}"/>
              </a:ext>
            </a:extLst>
          </p:cNvPr>
          <p:cNvSpPr>
            <a:spLocks noChangeArrowheads="1"/>
          </p:cNvSpPr>
          <p:nvPr/>
        </p:nvSpPr>
        <p:spPr bwMode="auto">
          <a:xfrm>
            <a:off x="7897814" y="2699478"/>
            <a:ext cx="865187" cy="936625"/>
          </a:xfrm>
          <a:prstGeom prst="rect">
            <a:avLst/>
          </a:prstGeom>
          <a:ln>
            <a:headEnd/>
            <a:tailEnd/>
          </a:ln>
        </p:spPr>
        <p:style>
          <a:lnRef idx="2">
            <a:schemeClr val="dk1"/>
          </a:lnRef>
          <a:fillRef idx="1">
            <a:schemeClr val="lt1"/>
          </a:fillRef>
          <a:effectRef idx="0">
            <a:schemeClr val="dk1"/>
          </a:effectRef>
          <a:fontRef idx="minor">
            <a:schemeClr val="dk1"/>
          </a:fontRef>
        </p:style>
        <p:txBody>
          <a:bodyPr/>
          <a:lstStyle/>
          <a:p>
            <a:pPr eaLnBrk="1" hangingPunct="1">
              <a:defRPr/>
            </a:pPr>
            <a:endParaRPr lang="zh-CN" altLang="en-US"/>
          </a:p>
        </p:txBody>
      </p:sp>
      <p:sp>
        <p:nvSpPr>
          <p:cNvPr id="10" name="Rectangle 6">
            <a:extLst>
              <a:ext uri="{FF2B5EF4-FFF2-40B4-BE49-F238E27FC236}">
                <a16:creationId xmlns:a16="http://schemas.microsoft.com/office/drawing/2014/main" id="{2D0EBE65-A2CE-3CA2-7C5A-5775278B534B}"/>
              </a:ext>
            </a:extLst>
          </p:cNvPr>
          <p:cNvSpPr>
            <a:spLocks noChangeArrowheads="1"/>
          </p:cNvSpPr>
          <p:nvPr/>
        </p:nvSpPr>
        <p:spPr bwMode="auto">
          <a:xfrm>
            <a:off x="5918201" y="5075966"/>
            <a:ext cx="792163" cy="541337"/>
          </a:xfrm>
          <a:prstGeom prst="rect">
            <a:avLst/>
          </a:prstGeom>
          <a:ln>
            <a:headEnd/>
            <a:tailEnd/>
          </a:ln>
        </p:spPr>
        <p:style>
          <a:lnRef idx="2">
            <a:schemeClr val="dk1"/>
          </a:lnRef>
          <a:fillRef idx="1">
            <a:schemeClr val="lt1"/>
          </a:fillRef>
          <a:effectRef idx="0">
            <a:schemeClr val="dk1"/>
          </a:effectRef>
          <a:fontRef idx="minor">
            <a:schemeClr val="dk1"/>
          </a:fontRef>
        </p:style>
        <p:txBody>
          <a:bodyPr/>
          <a:lstStyle/>
          <a:p>
            <a:pPr eaLnBrk="1" hangingPunct="1">
              <a:defRPr/>
            </a:pPr>
            <a:endParaRPr lang="zh-CN" altLang="en-US"/>
          </a:p>
        </p:txBody>
      </p:sp>
      <p:sp>
        <p:nvSpPr>
          <p:cNvPr id="11" name="Rectangle 7">
            <a:extLst>
              <a:ext uri="{FF2B5EF4-FFF2-40B4-BE49-F238E27FC236}">
                <a16:creationId xmlns:a16="http://schemas.microsoft.com/office/drawing/2014/main" id="{8CE137B6-A926-DDAA-3A9E-1B30BCFC6553}"/>
              </a:ext>
            </a:extLst>
          </p:cNvPr>
          <p:cNvSpPr>
            <a:spLocks noChangeArrowheads="1"/>
          </p:cNvSpPr>
          <p:nvPr/>
        </p:nvSpPr>
        <p:spPr bwMode="auto">
          <a:xfrm>
            <a:off x="7897814" y="4717190"/>
            <a:ext cx="865187" cy="900112"/>
          </a:xfrm>
          <a:prstGeom prst="rect">
            <a:avLst/>
          </a:prstGeom>
          <a:ln>
            <a:headEnd/>
            <a:tailEnd/>
          </a:ln>
        </p:spPr>
        <p:style>
          <a:lnRef idx="2">
            <a:schemeClr val="dk1"/>
          </a:lnRef>
          <a:fillRef idx="1">
            <a:schemeClr val="lt1"/>
          </a:fillRef>
          <a:effectRef idx="0">
            <a:schemeClr val="dk1"/>
          </a:effectRef>
          <a:fontRef idx="minor">
            <a:schemeClr val="dk1"/>
          </a:fontRef>
        </p:style>
        <p:txBody>
          <a:bodyPr/>
          <a:lstStyle/>
          <a:p>
            <a:pPr eaLnBrk="1" hangingPunct="1">
              <a:defRPr/>
            </a:pPr>
            <a:endParaRPr lang="zh-CN" altLang="en-US"/>
          </a:p>
        </p:txBody>
      </p:sp>
      <p:sp>
        <p:nvSpPr>
          <p:cNvPr id="12" name="AutoShape 8">
            <a:extLst>
              <a:ext uri="{FF2B5EF4-FFF2-40B4-BE49-F238E27FC236}">
                <a16:creationId xmlns:a16="http://schemas.microsoft.com/office/drawing/2014/main" id="{1845A27C-0841-969F-5888-A73FC931B38A}"/>
              </a:ext>
            </a:extLst>
          </p:cNvPr>
          <p:cNvSpPr>
            <a:spLocks noChangeArrowheads="1"/>
          </p:cNvSpPr>
          <p:nvPr/>
        </p:nvSpPr>
        <p:spPr bwMode="auto">
          <a:xfrm rot="5400000">
            <a:off x="8135145" y="1392172"/>
            <a:ext cx="523875" cy="493713"/>
          </a:xfrm>
          <a:prstGeom prst="triangle">
            <a:avLst>
              <a:gd name="adj" fmla="val 50000"/>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13" name="Rectangle 9">
            <a:extLst>
              <a:ext uri="{FF2B5EF4-FFF2-40B4-BE49-F238E27FC236}">
                <a16:creationId xmlns:a16="http://schemas.microsoft.com/office/drawing/2014/main" id="{99D914C7-3C0F-89C5-8179-F950EE37FD18}"/>
              </a:ext>
            </a:extLst>
          </p:cNvPr>
          <p:cNvSpPr>
            <a:spLocks noChangeArrowheads="1"/>
          </p:cNvSpPr>
          <p:nvPr/>
        </p:nvSpPr>
        <p:spPr bwMode="auto">
          <a:xfrm>
            <a:off x="5835651" y="2029552"/>
            <a:ext cx="1014413" cy="2921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14" name="Rectangle 10">
            <a:extLst>
              <a:ext uri="{FF2B5EF4-FFF2-40B4-BE49-F238E27FC236}">
                <a16:creationId xmlns:a16="http://schemas.microsoft.com/office/drawing/2014/main" id="{829CC4D3-301B-53D2-B81C-AEF0D63C05DC}"/>
              </a:ext>
            </a:extLst>
          </p:cNvPr>
          <p:cNvSpPr>
            <a:spLocks noChangeArrowheads="1"/>
          </p:cNvSpPr>
          <p:nvPr/>
        </p:nvSpPr>
        <p:spPr bwMode="auto">
          <a:xfrm>
            <a:off x="5629275" y="2048602"/>
            <a:ext cx="129522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zh-CN" altLang="en-US" sz="2400">
                <a:solidFill>
                  <a:schemeClr val="tx2"/>
                </a:solidFill>
              </a:rPr>
              <a:t>驱动门</a:t>
            </a:r>
            <a:r>
              <a:rPr lang="en-US" altLang="zh-CN" sz="2400">
                <a:solidFill>
                  <a:schemeClr val="tx2"/>
                </a:solidFill>
              </a:rPr>
              <a:t>G</a:t>
            </a:r>
            <a:r>
              <a:rPr lang="en-US" altLang="zh-CN" sz="2000">
                <a:solidFill>
                  <a:schemeClr val="tx2"/>
                </a:solidFill>
              </a:rPr>
              <a:t>1</a:t>
            </a:r>
          </a:p>
        </p:txBody>
      </p:sp>
      <p:sp>
        <p:nvSpPr>
          <p:cNvPr id="15" name="Rectangle 11">
            <a:extLst>
              <a:ext uri="{FF2B5EF4-FFF2-40B4-BE49-F238E27FC236}">
                <a16:creationId xmlns:a16="http://schemas.microsoft.com/office/drawing/2014/main" id="{37A13D9B-866C-E354-5D86-850FE861A6B6}"/>
              </a:ext>
            </a:extLst>
          </p:cNvPr>
          <p:cNvSpPr>
            <a:spLocks noChangeArrowheads="1"/>
          </p:cNvSpPr>
          <p:nvPr/>
        </p:nvSpPr>
        <p:spPr bwMode="auto">
          <a:xfrm>
            <a:off x="8526464" y="2010502"/>
            <a:ext cx="993775" cy="3317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16" name="Rectangle 12">
            <a:extLst>
              <a:ext uri="{FF2B5EF4-FFF2-40B4-BE49-F238E27FC236}">
                <a16:creationId xmlns:a16="http://schemas.microsoft.com/office/drawing/2014/main" id="{387ED3AE-95AF-3E5F-A026-07861F43A212}"/>
              </a:ext>
            </a:extLst>
          </p:cNvPr>
          <p:cNvSpPr>
            <a:spLocks noChangeArrowheads="1"/>
          </p:cNvSpPr>
          <p:nvPr/>
        </p:nvSpPr>
        <p:spPr bwMode="auto">
          <a:xfrm>
            <a:off x="7718425" y="2069240"/>
            <a:ext cx="129522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zh-CN" altLang="en-US" sz="2400">
                <a:solidFill>
                  <a:schemeClr val="tx2"/>
                </a:solidFill>
              </a:rPr>
              <a:t>负载门</a:t>
            </a:r>
            <a:r>
              <a:rPr lang="en-US" altLang="zh-CN" sz="2400">
                <a:solidFill>
                  <a:schemeClr val="tx2"/>
                </a:solidFill>
              </a:rPr>
              <a:t>G</a:t>
            </a:r>
            <a:r>
              <a:rPr lang="en-US" altLang="zh-CN" sz="2000">
                <a:solidFill>
                  <a:schemeClr val="tx2"/>
                </a:solidFill>
              </a:rPr>
              <a:t>2</a:t>
            </a:r>
          </a:p>
        </p:txBody>
      </p:sp>
      <p:sp>
        <p:nvSpPr>
          <p:cNvPr id="17" name="Rectangle 14">
            <a:extLst>
              <a:ext uri="{FF2B5EF4-FFF2-40B4-BE49-F238E27FC236}">
                <a16:creationId xmlns:a16="http://schemas.microsoft.com/office/drawing/2014/main" id="{A9D47F0B-0845-4503-DA03-AE6DDCFE07E7}"/>
              </a:ext>
            </a:extLst>
          </p:cNvPr>
          <p:cNvSpPr>
            <a:spLocks noChangeArrowheads="1"/>
          </p:cNvSpPr>
          <p:nvPr/>
        </p:nvSpPr>
        <p:spPr bwMode="auto">
          <a:xfrm>
            <a:off x="5918201" y="2691540"/>
            <a:ext cx="792163" cy="2925762"/>
          </a:xfrm>
          <a:prstGeom prst="rect">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18" name="Rectangle 15">
            <a:extLst>
              <a:ext uri="{FF2B5EF4-FFF2-40B4-BE49-F238E27FC236}">
                <a16:creationId xmlns:a16="http://schemas.microsoft.com/office/drawing/2014/main" id="{7BD9CD44-F4A7-61E2-DD2A-E15BC1AED53D}"/>
              </a:ext>
            </a:extLst>
          </p:cNvPr>
          <p:cNvSpPr>
            <a:spLocks noChangeArrowheads="1"/>
          </p:cNvSpPr>
          <p:nvPr/>
        </p:nvSpPr>
        <p:spPr bwMode="auto">
          <a:xfrm>
            <a:off x="6772276" y="2934428"/>
            <a:ext cx="798513"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19" name="Rectangle 16">
            <a:extLst>
              <a:ext uri="{FF2B5EF4-FFF2-40B4-BE49-F238E27FC236}">
                <a16:creationId xmlns:a16="http://schemas.microsoft.com/office/drawing/2014/main" id="{3DB0E1FF-BE8E-0A7E-1E31-4F3D740583C0}"/>
              </a:ext>
            </a:extLst>
          </p:cNvPr>
          <p:cNvSpPr>
            <a:spLocks noChangeArrowheads="1"/>
          </p:cNvSpPr>
          <p:nvPr/>
        </p:nvSpPr>
        <p:spPr bwMode="auto">
          <a:xfrm>
            <a:off x="5611813" y="5704616"/>
            <a:ext cx="139942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a:solidFill>
                  <a:srgbClr val="000000"/>
                </a:solidFill>
              </a:rPr>
              <a:t>G</a:t>
            </a:r>
            <a:r>
              <a:rPr lang="en-US" altLang="zh-CN" sz="2000">
                <a:solidFill>
                  <a:srgbClr val="000000"/>
                </a:solidFill>
              </a:rPr>
              <a:t>1</a:t>
            </a:r>
            <a:r>
              <a:rPr lang="en-US" altLang="zh-CN" sz="2400">
                <a:solidFill>
                  <a:srgbClr val="000000"/>
                </a:solidFill>
              </a:rPr>
              <a:t> </a:t>
            </a:r>
            <a:r>
              <a:rPr lang="en-US" altLang="zh-CN" sz="3200" i="1">
                <a:solidFill>
                  <a:srgbClr val="000000"/>
                </a:solidFill>
              </a:rPr>
              <a:t>v</a:t>
            </a:r>
            <a:r>
              <a:rPr lang="en-US" altLang="zh-CN" sz="2400">
                <a:solidFill>
                  <a:srgbClr val="000000"/>
                </a:solidFill>
              </a:rPr>
              <a:t>o</a:t>
            </a:r>
            <a:r>
              <a:rPr lang="zh-CN" altLang="en-US" sz="2400">
                <a:solidFill>
                  <a:srgbClr val="000000"/>
                </a:solidFill>
              </a:rPr>
              <a:t>范围</a:t>
            </a:r>
            <a:endParaRPr lang="zh-CN" altLang="en-US" sz="2400"/>
          </a:p>
        </p:txBody>
      </p:sp>
      <p:sp>
        <p:nvSpPr>
          <p:cNvPr id="20" name="Rectangle 17">
            <a:extLst>
              <a:ext uri="{FF2B5EF4-FFF2-40B4-BE49-F238E27FC236}">
                <a16:creationId xmlns:a16="http://schemas.microsoft.com/office/drawing/2014/main" id="{324A67FE-8705-FC1B-C9E3-2B0BFADC62CA}"/>
              </a:ext>
            </a:extLst>
          </p:cNvPr>
          <p:cNvSpPr>
            <a:spLocks noChangeArrowheads="1"/>
          </p:cNvSpPr>
          <p:nvPr/>
        </p:nvSpPr>
        <p:spPr bwMode="auto">
          <a:xfrm>
            <a:off x="7897814" y="2699478"/>
            <a:ext cx="865187" cy="2917825"/>
          </a:xfrm>
          <a:prstGeom prst="rect">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21" name="Text Box 20">
            <a:extLst>
              <a:ext uri="{FF2B5EF4-FFF2-40B4-BE49-F238E27FC236}">
                <a16:creationId xmlns:a16="http://schemas.microsoft.com/office/drawing/2014/main" id="{CB67B1E1-0B52-B7AA-F0D0-FAAF9249E8C7}"/>
              </a:ext>
            </a:extLst>
          </p:cNvPr>
          <p:cNvSpPr txBox="1">
            <a:spLocks noChangeArrowheads="1"/>
          </p:cNvSpPr>
          <p:nvPr/>
        </p:nvSpPr>
        <p:spPr bwMode="auto">
          <a:xfrm>
            <a:off x="4767264" y="2915377"/>
            <a:ext cx="11509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b="0"/>
              <a:t>V</a:t>
            </a:r>
            <a:r>
              <a:rPr lang="en-US" altLang="zh-CN" sz="1600" b="0"/>
              <a:t>OH(min)</a:t>
            </a:r>
          </a:p>
        </p:txBody>
      </p:sp>
      <p:sp>
        <p:nvSpPr>
          <p:cNvPr id="22" name="Text Box 21">
            <a:extLst>
              <a:ext uri="{FF2B5EF4-FFF2-40B4-BE49-F238E27FC236}">
                <a16:creationId xmlns:a16="http://schemas.microsoft.com/office/drawing/2014/main" id="{0F8383FD-5A80-99DB-5CE8-C0BAF3568032}"/>
              </a:ext>
            </a:extLst>
          </p:cNvPr>
          <p:cNvSpPr txBox="1">
            <a:spLocks noChangeArrowheads="1"/>
          </p:cNvSpPr>
          <p:nvPr/>
        </p:nvSpPr>
        <p:spPr bwMode="auto">
          <a:xfrm>
            <a:off x="4730750" y="4834665"/>
            <a:ext cx="1162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b="0"/>
              <a:t>V</a:t>
            </a:r>
            <a:r>
              <a:rPr lang="en-US" altLang="zh-CN" sz="1600" b="0"/>
              <a:t>OL(max)</a:t>
            </a:r>
          </a:p>
        </p:txBody>
      </p:sp>
      <p:sp>
        <p:nvSpPr>
          <p:cNvPr id="23" name="Text Box 22">
            <a:extLst>
              <a:ext uri="{FF2B5EF4-FFF2-40B4-BE49-F238E27FC236}">
                <a16:creationId xmlns:a16="http://schemas.microsoft.com/office/drawing/2014/main" id="{BAAA2E42-9903-CE0B-A10A-434073C3C6D3}"/>
              </a:ext>
            </a:extLst>
          </p:cNvPr>
          <p:cNvSpPr txBox="1">
            <a:spLocks noChangeArrowheads="1"/>
          </p:cNvSpPr>
          <p:nvPr/>
        </p:nvSpPr>
        <p:spPr bwMode="auto">
          <a:xfrm>
            <a:off x="8832850" y="3359877"/>
            <a:ext cx="1073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b="0"/>
              <a:t>V</a:t>
            </a:r>
            <a:r>
              <a:rPr lang="en-US" altLang="zh-CN" sz="1600" b="0"/>
              <a:t>IH(min)</a:t>
            </a:r>
          </a:p>
        </p:txBody>
      </p:sp>
      <p:sp>
        <p:nvSpPr>
          <p:cNvPr id="24" name="Text Box 23">
            <a:extLst>
              <a:ext uri="{FF2B5EF4-FFF2-40B4-BE49-F238E27FC236}">
                <a16:creationId xmlns:a16="http://schemas.microsoft.com/office/drawing/2014/main" id="{6FBE295D-8243-C4F9-0F4C-3A83603E5DAE}"/>
              </a:ext>
            </a:extLst>
          </p:cNvPr>
          <p:cNvSpPr txBox="1">
            <a:spLocks noChangeArrowheads="1"/>
          </p:cNvSpPr>
          <p:nvPr/>
        </p:nvSpPr>
        <p:spPr bwMode="auto">
          <a:xfrm>
            <a:off x="8796338" y="4475890"/>
            <a:ext cx="10842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b="0"/>
              <a:t>V</a:t>
            </a:r>
            <a:r>
              <a:rPr lang="en-US" altLang="zh-CN" sz="1600" b="0"/>
              <a:t>IL(max)</a:t>
            </a:r>
          </a:p>
        </p:txBody>
      </p:sp>
      <p:grpSp>
        <p:nvGrpSpPr>
          <p:cNvPr id="25" name="Group 52">
            <a:extLst>
              <a:ext uri="{FF2B5EF4-FFF2-40B4-BE49-F238E27FC236}">
                <a16:creationId xmlns:a16="http://schemas.microsoft.com/office/drawing/2014/main" id="{C3D520CB-1AE7-F34B-CB1E-B40F7F80356D}"/>
              </a:ext>
            </a:extLst>
          </p:cNvPr>
          <p:cNvGrpSpPr>
            <a:grpSpLocks/>
          </p:cNvGrpSpPr>
          <p:nvPr/>
        </p:nvGrpSpPr>
        <p:grpSpPr bwMode="auto">
          <a:xfrm>
            <a:off x="5918201" y="4366353"/>
            <a:ext cx="2843213" cy="1069975"/>
            <a:chOff x="3152" y="2824"/>
            <a:chExt cx="1791" cy="674"/>
          </a:xfrm>
        </p:grpSpPr>
        <p:sp>
          <p:nvSpPr>
            <p:cNvPr id="26" name="Line 26">
              <a:extLst>
                <a:ext uri="{FF2B5EF4-FFF2-40B4-BE49-F238E27FC236}">
                  <a16:creationId xmlns:a16="http://schemas.microsoft.com/office/drawing/2014/main" id="{AF30A139-970A-D18C-80CE-CA32E4556F9B}"/>
                </a:ext>
              </a:extLst>
            </p:cNvPr>
            <p:cNvSpPr>
              <a:spLocks noChangeShapeType="1"/>
            </p:cNvSpPr>
            <p:nvPr/>
          </p:nvSpPr>
          <p:spPr bwMode="auto">
            <a:xfrm>
              <a:off x="3945" y="3051"/>
              <a:ext cx="99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 name="Line 27">
              <a:extLst>
                <a:ext uri="{FF2B5EF4-FFF2-40B4-BE49-F238E27FC236}">
                  <a16:creationId xmlns:a16="http://schemas.microsoft.com/office/drawing/2014/main" id="{18BF5C5A-1206-3882-96FC-89B48A63956B}"/>
                </a:ext>
              </a:extLst>
            </p:cNvPr>
            <p:cNvSpPr>
              <a:spLocks noChangeShapeType="1"/>
            </p:cNvSpPr>
            <p:nvPr/>
          </p:nvSpPr>
          <p:spPr bwMode="auto">
            <a:xfrm>
              <a:off x="3152" y="3271"/>
              <a:ext cx="99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Text Box 29">
              <a:extLst>
                <a:ext uri="{FF2B5EF4-FFF2-40B4-BE49-F238E27FC236}">
                  <a16:creationId xmlns:a16="http://schemas.microsoft.com/office/drawing/2014/main" id="{8C3F2930-56D5-618E-F216-311F66C8C28D}"/>
                </a:ext>
              </a:extLst>
            </p:cNvPr>
            <p:cNvSpPr txBox="1">
              <a:spLocks noChangeArrowheads="1"/>
            </p:cNvSpPr>
            <p:nvPr/>
          </p:nvSpPr>
          <p:spPr bwMode="auto">
            <a:xfrm>
              <a:off x="3810" y="3005"/>
              <a:ext cx="42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b="0"/>
                <a:t>V</a:t>
              </a:r>
              <a:r>
                <a:rPr lang="en-US" altLang="zh-CN" sz="1600" b="0"/>
                <a:t>NL</a:t>
              </a:r>
            </a:p>
          </p:txBody>
        </p:sp>
        <p:sp>
          <p:nvSpPr>
            <p:cNvPr id="29" name="Line 30">
              <a:extLst>
                <a:ext uri="{FF2B5EF4-FFF2-40B4-BE49-F238E27FC236}">
                  <a16:creationId xmlns:a16="http://schemas.microsoft.com/office/drawing/2014/main" id="{801A1F60-CB83-6E94-1F9E-EEEC30E8E5D1}"/>
                </a:ext>
              </a:extLst>
            </p:cNvPr>
            <p:cNvSpPr>
              <a:spLocks noChangeShapeType="1"/>
            </p:cNvSpPr>
            <p:nvPr/>
          </p:nvSpPr>
          <p:spPr bwMode="auto">
            <a:xfrm flipV="1">
              <a:off x="3991" y="3271"/>
              <a:ext cx="0" cy="227"/>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0" name="Line 31">
              <a:extLst>
                <a:ext uri="{FF2B5EF4-FFF2-40B4-BE49-F238E27FC236}">
                  <a16:creationId xmlns:a16="http://schemas.microsoft.com/office/drawing/2014/main" id="{AEC026BD-EA34-9F8B-22D8-45B0B031DBAD}"/>
                </a:ext>
              </a:extLst>
            </p:cNvPr>
            <p:cNvSpPr>
              <a:spLocks noChangeShapeType="1"/>
            </p:cNvSpPr>
            <p:nvPr/>
          </p:nvSpPr>
          <p:spPr bwMode="auto">
            <a:xfrm flipV="1">
              <a:off x="4014" y="2824"/>
              <a:ext cx="0" cy="227"/>
            </a:xfrm>
            <a:prstGeom prst="line">
              <a:avLst/>
            </a:prstGeom>
            <a:noFill/>
            <a:ln w="19050">
              <a:solidFill>
                <a:schemeClr val="tx1"/>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grpSp>
      <p:grpSp>
        <p:nvGrpSpPr>
          <p:cNvPr id="31" name="Group 51">
            <a:extLst>
              <a:ext uri="{FF2B5EF4-FFF2-40B4-BE49-F238E27FC236}">
                <a16:creationId xmlns:a16="http://schemas.microsoft.com/office/drawing/2014/main" id="{4A5156E3-F080-674E-D41D-2913CB0A760F}"/>
              </a:ext>
            </a:extLst>
          </p:cNvPr>
          <p:cNvGrpSpPr>
            <a:grpSpLocks/>
          </p:cNvGrpSpPr>
          <p:nvPr/>
        </p:nvGrpSpPr>
        <p:grpSpPr bwMode="auto">
          <a:xfrm>
            <a:off x="5918201" y="2889977"/>
            <a:ext cx="2843213" cy="1106488"/>
            <a:chOff x="3152" y="1894"/>
            <a:chExt cx="1791" cy="697"/>
          </a:xfrm>
        </p:grpSpPr>
        <p:sp>
          <p:nvSpPr>
            <p:cNvPr id="32" name="Line 24">
              <a:extLst>
                <a:ext uri="{FF2B5EF4-FFF2-40B4-BE49-F238E27FC236}">
                  <a16:creationId xmlns:a16="http://schemas.microsoft.com/office/drawing/2014/main" id="{5F6FB163-5DC5-2B41-BF20-A35A1A1F495D}"/>
                </a:ext>
              </a:extLst>
            </p:cNvPr>
            <p:cNvSpPr>
              <a:spLocks noChangeShapeType="1"/>
            </p:cNvSpPr>
            <p:nvPr/>
          </p:nvSpPr>
          <p:spPr bwMode="auto">
            <a:xfrm>
              <a:off x="3152" y="2115"/>
              <a:ext cx="99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 name="Line 25">
              <a:extLst>
                <a:ext uri="{FF2B5EF4-FFF2-40B4-BE49-F238E27FC236}">
                  <a16:creationId xmlns:a16="http://schemas.microsoft.com/office/drawing/2014/main" id="{07E67C56-689C-D9DE-F9DB-F29D231490EB}"/>
                </a:ext>
              </a:extLst>
            </p:cNvPr>
            <p:cNvSpPr>
              <a:spLocks noChangeShapeType="1"/>
            </p:cNvSpPr>
            <p:nvPr/>
          </p:nvSpPr>
          <p:spPr bwMode="auto">
            <a:xfrm>
              <a:off x="3945" y="2364"/>
              <a:ext cx="99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 name="Text Box 28">
              <a:extLst>
                <a:ext uri="{FF2B5EF4-FFF2-40B4-BE49-F238E27FC236}">
                  <a16:creationId xmlns:a16="http://schemas.microsoft.com/office/drawing/2014/main" id="{CD028CF3-3989-5C48-FB5E-521A13F44C42}"/>
                </a:ext>
              </a:extLst>
            </p:cNvPr>
            <p:cNvSpPr txBox="1">
              <a:spLocks noChangeArrowheads="1"/>
            </p:cNvSpPr>
            <p:nvPr/>
          </p:nvSpPr>
          <p:spPr bwMode="auto">
            <a:xfrm>
              <a:off x="3801" y="2075"/>
              <a:ext cx="43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b="0"/>
                <a:t>V</a:t>
              </a:r>
              <a:r>
                <a:rPr lang="en-US" altLang="zh-CN" sz="1600" b="0"/>
                <a:t>NH</a:t>
              </a:r>
            </a:p>
          </p:txBody>
        </p:sp>
        <p:sp>
          <p:nvSpPr>
            <p:cNvPr id="35" name="Line 32">
              <a:extLst>
                <a:ext uri="{FF2B5EF4-FFF2-40B4-BE49-F238E27FC236}">
                  <a16:creationId xmlns:a16="http://schemas.microsoft.com/office/drawing/2014/main" id="{A8BCCDED-5A67-2086-C61B-77807B70226B}"/>
                </a:ext>
              </a:extLst>
            </p:cNvPr>
            <p:cNvSpPr>
              <a:spLocks noChangeShapeType="1"/>
            </p:cNvSpPr>
            <p:nvPr/>
          </p:nvSpPr>
          <p:spPr bwMode="auto">
            <a:xfrm flipV="1">
              <a:off x="4036" y="2364"/>
              <a:ext cx="0" cy="227"/>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6" name="Line 33">
              <a:extLst>
                <a:ext uri="{FF2B5EF4-FFF2-40B4-BE49-F238E27FC236}">
                  <a16:creationId xmlns:a16="http://schemas.microsoft.com/office/drawing/2014/main" id="{50BED17F-4BD7-BCBC-4713-C001840622FA}"/>
                </a:ext>
              </a:extLst>
            </p:cNvPr>
            <p:cNvSpPr>
              <a:spLocks noChangeShapeType="1"/>
            </p:cNvSpPr>
            <p:nvPr/>
          </p:nvSpPr>
          <p:spPr bwMode="auto">
            <a:xfrm flipV="1">
              <a:off x="4036" y="1894"/>
              <a:ext cx="0" cy="227"/>
            </a:xfrm>
            <a:prstGeom prst="line">
              <a:avLst/>
            </a:prstGeom>
            <a:noFill/>
            <a:ln w="19050">
              <a:solidFill>
                <a:schemeClr val="tx1"/>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grpSp>
      <p:sp>
        <p:nvSpPr>
          <p:cNvPr id="37" name="Text Box 34">
            <a:extLst>
              <a:ext uri="{FF2B5EF4-FFF2-40B4-BE49-F238E27FC236}">
                <a16:creationId xmlns:a16="http://schemas.microsoft.com/office/drawing/2014/main" id="{A35DDE5B-6257-0F3D-45BC-46678392FD11}"/>
              </a:ext>
            </a:extLst>
          </p:cNvPr>
          <p:cNvSpPr txBox="1">
            <a:spLocks noChangeArrowheads="1"/>
          </p:cNvSpPr>
          <p:nvPr/>
        </p:nvSpPr>
        <p:spPr bwMode="auto">
          <a:xfrm>
            <a:off x="5040313" y="2529615"/>
            <a:ext cx="6969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b="0"/>
              <a:t>V</a:t>
            </a:r>
            <a:r>
              <a:rPr lang="en-US" altLang="zh-CN" sz="1600" b="0"/>
              <a:t>DD</a:t>
            </a:r>
          </a:p>
        </p:txBody>
      </p:sp>
      <p:sp>
        <p:nvSpPr>
          <p:cNvPr id="38" name="Text Box 35">
            <a:extLst>
              <a:ext uri="{FF2B5EF4-FFF2-40B4-BE49-F238E27FC236}">
                <a16:creationId xmlns:a16="http://schemas.microsoft.com/office/drawing/2014/main" id="{7C3D4761-7311-F516-90E4-4DB043BE090A}"/>
              </a:ext>
            </a:extLst>
          </p:cNvPr>
          <p:cNvSpPr txBox="1">
            <a:spLocks noChangeArrowheads="1"/>
          </p:cNvSpPr>
          <p:nvPr/>
        </p:nvSpPr>
        <p:spPr bwMode="auto">
          <a:xfrm>
            <a:off x="5037138" y="5277577"/>
            <a:ext cx="557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b="0"/>
              <a:t>0V</a:t>
            </a:r>
            <a:endParaRPr lang="en-US" altLang="zh-CN" sz="1600" b="0"/>
          </a:p>
        </p:txBody>
      </p:sp>
      <p:sp>
        <p:nvSpPr>
          <p:cNvPr id="39" name="Rectangle 36">
            <a:extLst>
              <a:ext uri="{FF2B5EF4-FFF2-40B4-BE49-F238E27FC236}">
                <a16:creationId xmlns:a16="http://schemas.microsoft.com/office/drawing/2014/main" id="{28D2C7BF-F64D-AD56-0E18-9D0C5939B2A5}"/>
              </a:ext>
            </a:extLst>
          </p:cNvPr>
          <p:cNvSpPr>
            <a:spLocks noChangeArrowheads="1"/>
          </p:cNvSpPr>
          <p:nvPr/>
        </p:nvSpPr>
        <p:spPr bwMode="auto">
          <a:xfrm>
            <a:off x="7696200" y="5688741"/>
            <a:ext cx="133049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a:solidFill>
                  <a:srgbClr val="000000"/>
                </a:solidFill>
              </a:rPr>
              <a:t>G</a:t>
            </a:r>
            <a:r>
              <a:rPr lang="en-US" altLang="zh-CN" sz="2000">
                <a:solidFill>
                  <a:srgbClr val="000000"/>
                </a:solidFill>
              </a:rPr>
              <a:t>2</a:t>
            </a:r>
            <a:r>
              <a:rPr lang="en-US" altLang="zh-CN" sz="2400">
                <a:solidFill>
                  <a:srgbClr val="000000"/>
                </a:solidFill>
              </a:rPr>
              <a:t> </a:t>
            </a:r>
            <a:r>
              <a:rPr lang="en-US" altLang="zh-CN" sz="3200" i="1">
                <a:solidFill>
                  <a:srgbClr val="000000"/>
                </a:solidFill>
              </a:rPr>
              <a:t>v</a:t>
            </a:r>
            <a:r>
              <a:rPr lang="en-US" altLang="zh-CN" sz="2400">
                <a:solidFill>
                  <a:srgbClr val="000000"/>
                </a:solidFill>
              </a:rPr>
              <a:t>i</a:t>
            </a:r>
            <a:r>
              <a:rPr lang="zh-CN" altLang="en-US" sz="2400">
                <a:solidFill>
                  <a:srgbClr val="000000"/>
                </a:solidFill>
              </a:rPr>
              <a:t>范围</a:t>
            </a:r>
          </a:p>
        </p:txBody>
      </p:sp>
      <p:sp>
        <p:nvSpPr>
          <p:cNvPr id="40" name="Line 37">
            <a:extLst>
              <a:ext uri="{FF2B5EF4-FFF2-40B4-BE49-F238E27FC236}">
                <a16:creationId xmlns:a16="http://schemas.microsoft.com/office/drawing/2014/main" id="{01E55258-A257-BD79-A480-F6A4F89F4384}"/>
              </a:ext>
            </a:extLst>
          </p:cNvPr>
          <p:cNvSpPr>
            <a:spLocks noChangeShapeType="1"/>
          </p:cNvSpPr>
          <p:nvPr/>
        </p:nvSpPr>
        <p:spPr bwMode="auto">
          <a:xfrm>
            <a:off x="6677025" y="1623152"/>
            <a:ext cx="14732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 name="AutoShape 38">
            <a:extLst>
              <a:ext uri="{FF2B5EF4-FFF2-40B4-BE49-F238E27FC236}">
                <a16:creationId xmlns:a16="http://schemas.microsoft.com/office/drawing/2014/main" id="{FED5AA6C-754B-E6A4-9970-30366819A9EC}"/>
              </a:ext>
            </a:extLst>
          </p:cNvPr>
          <p:cNvSpPr>
            <a:spLocks noChangeArrowheads="1"/>
          </p:cNvSpPr>
          <p:nvPr/>
        </p:nvSpPr>
        <p:spPr bwMode="auto">
          <a:xfrm rot="5400000">
            <a:off x="6082507" y="1382647"/>
            <a:ext cx="523875" cy="493712"/>
          </a:xfrm>
          <a:prstGeom prst="triangle">
            <a:avLst>
              <a:gd name="adj" fmla="val 50000"/>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42" name="Line 39">
            <a:extLst>
              <a:ext uri="{FF2B5EF4-FFF2-40B4-BE49-F238E27FC236}">
                <a16:creationId xmlns:a16="http://schemas.microsoft.com/office/drawing/2014/main" id="{6C992D26-1C52-C7A2-A086-888F39C5D798}"/>
              </a:ext>
            </a:extLst>
          </p:cNvPr>
          <p:cNvSpPr>
            <a:spLocks noChangeShapeType="1"/>
          </p:cNvSpPr>
          <p:nvPr/>
        </p:nvSpPr>
        <p:spPr bwMode="auto">
          <a:xfrm>
            <a:off x="5737225" y="1629502"/>
            <a:ext cx="3619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 name="Oval 40">
            <a:extLst>
              <a:ext uri="{FF2B5EF4-FFF2-40B4-BE49-F238E27FC236}">
                <a16:creationId xmlns:a16="http://schemas.microsoft.com/office/drawing/2014/main" id="{52FBA0C2-5EFE-334C-AA5B-3B54DFFB5268}"/>
              </a:ext>
            </a:extLst>
          </p:cNvPr>
          <p:cNvSpPr>
            <a:spLocks noChangeArrowheads="1"/>
          </p:cNvSpPr>
          <p:nvPr/>
        </p:nvSpPr>
        <p:spPr bwMode="auto">
          <a:xfrm>
            <a:off x="6545264" y="1558066"/>
            <a:ext cx="130175" cy="130175"/>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44" name="Line 41">
            <a:extLst>
              <a:ext uri="{FF2B5EF4-FFF2-40B4-BE49-F238E27FC236}">
                <a16:creationId xmlns:a16="http://schemas.microsoft.com/office/drawing/2014/main" id="{6B8C6D07-5102-D002-8863-7DF9FF1714DD}"/>
              </a:ext>
            </a:extLst>
          </p:cNvPr>
          <p:cNvSpPr>
            <a:spLocks noChangeShapeType="1"/>
          </p:cNvSpPr>
          <p:nvPr/>
        </p:nvSpPr>
        <p:spPr bwMode="auto">
          <a:xfrm>
            <a:off x="8726488" y="1639027"/>
            <a:ext cx="3619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 name="Oval 42">
            <a:extLst>
              <a:ext uri="{FF2B5EF4-FFF2-40B4-BE49-F238E27FC236}">
                <a16:creationId xmlns:a16="http://schemas.microsoft.com/office/drawing/2014/main" id="{B906511F-6F52-6DBD-BA13-5CDA825E7E34}"/>
              </a:ext>
            </a:extLst>
          </p:cNvPr>
          <p:cNvSpPr>
            <a:spLocks noChangeArrowheads="1"/>
          </p:cNvSpPr>
          <p:nvPr/>
        </p:nvSpPr>
        <p:spPr bwMode="auto">
          <a:xfrm>
            <a:off x="8597901" y="1567591"/>
            <a:ext cx="130175" cy="130175"/>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46" name="Rectangle 43">
            <a:extLst>
              <a:ext uri="{FF2B5EF4-FFF2-40B4-BE49-F238E27FC236}">
                <a16:creationId xmlns:a16="http://schemas.microsoft.com/office/drawing/2014/main" id="{27CD0EF5-810A-B57B-1D6D-3770E1F4E610}"/>
              </a:ext>
            </a:extLst>
          </p:cNvPr>
          <p:cNvSpPr>
            <a:spLocks noChangeArrowheads="1"/>
          </p:cNvSpPr>
          <p:nvPr/>
        </p:nvSpPr>
        <p:spPr bwMode="auto">
          <a:xfrm>
            <a:off x="6818314" y="1116741"/>
            <a:ext cx="336631"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3200" i="1">
                <a:solidFill>
                  <a:srgbClr val="000000"/>
                </a:solidFill>
              </a:rPr>
              <a:t>v</a:t>
            </a:r>
            <a:r>
              <a:rPr lang="en-US" altLang="zh-CN" sz="2400">
                <a:solidFill>
                  <a:srgbClr val="000000"/>
                </a:solidFill>
              </a:rPr>
              <a:t>o</a:t>
            </a:r>
            <a:endParaRPr lang="zh-CN" altLang="en-US" sz="2400"/>
          </a:p>
        </p:txBody>
      </p:sp>
      <p:sp>
        <p:nvSpPr>
          <p:cNvPr id="47" name="Rectangle 44">
            <a:extLst>
              <a:ext uri="{FF2B5EF4-FFF2-40B4-BE49-F238E27FC236}">
                <a16:creationId xmlns:a16="http://schemas.microsoft.com/office/drawing/2014/main" id="{7645608D-D8F5-B556-62E6-394B666949D9}"/>
              </a:ext>
            </a:extLst>
          </p:cNvPr>
          <p:cNvSpPr>
            <a:spLocks noChangeArrowheads="1"/>
          </p:cNvSpPr>
          <p:nvPr/>
        </p:nvSpPr>
        <p:spPr bwMode="auto">
          <a:xfrm>
            <a:off x="7632700" y="1116741"/>
            <a:ext cx="26770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3200" i="1">
                <a:solidFill>
                  <a:srgbClr val="000000"/>
                </a:solidFill>
              </a:rPr>
              <a:t>v</a:t>
            </a:r>
            <a:r>
              <a:rPr lang="en-US" altLang="zh-CN" sz="2400">
                <a:solidFill>
                  <a:srgbClr val="000000"/>
                </a:solidFill>
              </a:rPr>
              <a:t>i</a:t>
            </a:r>
            <a:endParaRPr lang="zh-CN" altLang="en-US" sz="2400"/>
          </a:p>
        </p:txBody>
      </p:sp>
      <p:sp>
        <p:nvSpPr>
          <p:cNvPr id="48" name="矩形 47">
            <a:extLst>
              <a:ext uri="{FF2B5EF4-FFF2-40B4-BE49-F238E27FC236}">
                <a16:creationId xmlns:a16="http://schemas.microsoft.com/office/drawing/2014/main" id="{92341D87-182E-12F1-7AAE-E48D83EDE5E5}"/>
              </a:ext>
            </a:extLst>
          </p:cNvPr>
          <p:cNvSpPr/>
          <p:nvPr/>
        </p:nvSpPr>
        <p:spPr>
          <a:xfrm>
            <a:off x="677713" y="3962494"/>
            <a:ext cx="3757998" cy="1452705"/>
          </a:xfrm>
          <a:prstGeom prst="rect">
            <a:avLst/>
          </a:prstGeom>
          <a:solidFill>
            <a:schemeClr val="accent1">
              <a:lumMod val="20000"/>
              <a:lumOff val="80000"/>
            </a:schemeClr>
          </a:solidFill>
          <a:ln>
            <a:solidFill>
              <a:schemeClr val="accent1"/>
            </a:solidFill>
          </a:ln>
        </p:spPr>
        <p:txBody>
          <a:bodyPr wrap="square">
            <a:spAutoFit/>
          </a:bodyPr>
          <a:lstStyle/>
          <a:p>
            <a:pPr>
              <a:spcAft>
                <a:spcPct val="10000"/>
              </a:spcAft>
            </a:pPr>
            <a:r>
              <a:rPr lang="zh-CN" altLang="en-US" sz="2400" b="1" u="sng" dirty="0">
                <a:latin typeface="+mj-ea"/>
                <a:ea typeface="+mj-ea"/>
              </a:rPr>
              <a:t>噪声容限</a:t>
            </a:r>
            <a:r>
              <a:rPr lang="zh-CN" altLang="en-US" sz="2000" dirty="0">
                <a:latin typeface="+mj-ea"/>
                <a:ea typeface="+mj-ea"/>
              </a:rPr>
              <a:t>：</a:t>
            </a:r>
            <a:endParaRPr lang="en-US" altLang="zh-CN" sz="2000" dirty="0">
              <a:latin typeface="+mj-ea"/>
              <a:ea typeface="+mj-ea"/>
            </a:endParaRPr>
          </a:p>
          <a:p>
            <a:pPr>
              <a:spcAft>
                <a:spcPct val="10000"/>
              </a:spcAft>
            </a:pPr>
            <a:r>
              <a:rPr lang="zh-CN" altLang="en-US" sz="2000" dirty="0">
                <a:latin typeface="+mj-ea"/>
                <a:ea typeface="+mj-ea"/>
              </a:rPr>
              <a:t>在保证输出电平不变的条件下，输入电平允许波动的范围；</a:t>
            </a:r>
            <a:endParaRPr lang="en-US" altLang="zh-CN" sz="2000" dirty="0">
              <a:latin typeface="+mj-ea"/>
              <a:ea typeface="+mj-ea"/>
            </a:endParaRPr>
          </a:p>
          <a:p>
            <a:pPr>
              <a:spcAft>
                <a:spcPct val="10000"/>
              </a:spcAft>
            </a:pPr>
            <a:r>
              <a:rPr lang="zh-CN" altLang="en-US" sz="2000" dirty="0">
                <a:latin typeface="+mj-ea"/>
                <a:ea typeface="+mj-ea"/>
              </a:rPr>
              <a:t>表示抗干扰能力</a:t>
            </a:r>
          </a:p>
        </p:txBody>
      </p:sp>
    </p:spTree>
    <p:extLst>
      <p:ext uri="{BB962C8B-B14F-4D97-AF65-F5344CB8AC3E}">
        <p14:creationId xmlns:p14="http://schemas.microsoft.com/office/powerpoint/2010/main" val="32535718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E43AEA-1C73-DD94-80D4-2EEC27125541}"/>
              </a:ext>
            </a:extLst>
          </p:cNvPr>
          <p:cNvSpPr>
            <a:spLocks noGrp="1"/>
          </p:cNvSpPr>
          <p:nvPr>
            <p:ph type="title"/>
          </p:nvPr>
        </p:nvSpPr>
        <p:spPr/>
        <p:txBody>
          <a:bodyPr>
            <a:normAutofit fontScale="90000"/>
          </a:bodyPr>
          <a:lstStyle/>
          <a:p>
            <a:r>
              <a:rPr kumimoji="1" lang="zh-CN" altLang="en-US" dirty="0"/>
              <a:t>抗噪声方法</a:t>
            </a:r>
            <a:r>
              <a:rPr kumimoji="1" lang="en-US" altLang="zh-CN" dirty="0"/>
              <a:t>1</a:t>
            </a:r>
            <a:r>
              <a:rPr kumimoji="1" lang="zh-CN" altLang="en-US" dirty="0"/>
              <a:t>：选择高驱动能力</a:t>
            </a:r>
          </a:p>
        </p:txBody>
      </p:sp>
      <p:sp>
        <p:nvSpPr>
          <p:cNvPr id="4" name="页脚占位符 3">
            <a:extLst>
              <a:ext uri="{FF2B5EF4-FFF2-40B4-BE49-F238E27FC236}">
                <a16:creationId xmlns:a16="http://schemas.microsoft.com/office/drawing/2014/main" id="{26A237C4-1D7F-0081-0ED3-544348C8C721}"/>
              </a:ext>
            </a:extLst>
          </p:cNvPr>
          <p:cNvSpPr>
            <a:spLocks noGrp="1"/>
          </p:cNvSpPr>
          <p:nvPr>
            <p:ph type="ftr" sz="quarter" idx="11"/>
          </p:nvPr>
        </p:nvSpPr>
        <p:spPr/>
        <p:txBody>
          <a:bodyPr/>
          <a:lstStyle/>
          <a:p>
            <a:r>
              <a:rPr lang="zh-CN" altLang="en-US"/>
              <a:t>模拟与数字电路：</a:t>
            </a:r>
            <a:r>
              <a:rPr lang="en-US" altLang="zh-CN"/>
              <a:t>6. </a:t>
            </a:r>
            <a:r>
              <a:rPr lang="zh-CN" altLang="en-US"/>
              <a:t>组合逻辑电路</a:t>
            </a:r>
            <a:r>
              <a:rPr lang="en-US" altLang="zh-CN"/>
              <a:t>2</a:t>
            </a:r>
            <a:endParaRPr lang="en-US" dirty="0"/>
          </a:p>
        </p:txBody>
      </p:sp>
      <p:sp>
        <p:nvSpPr>
          <p:cNvPr id="5" name="灯片编号占位符 4">
            <a:extLst>
              <a:ext uri="{FF2B5EF4-FFF2-40B4-BE49-F238E27FC236}">
                <a16:creationId xmlns:a16="http://schemas.microsoft.com/office/drawing/2014/main" id="{AA2855A2-1323-9DDA-A1E9-BBA294ABDC20}"/>
              </a:ext>
            </a:extLst>
          </p:cNvPr>
          <p:cNvSpPr>
            <a:spLocks noGrp="1"/>
          </p:cNvSpPr>
          <p:nvPr>
            <p:ph type="sldNum" sz="quarter" idx="12"/>
          </p:nvPr>
        </p:nvSpPr>
        <p:spPr/>
        <p:txBody>
          <a:bodyPr/>
          <a:lstStyle/>
          <a:p>
            <a:fld id="{9E260BC5-5BF3-8746-862B-DC45E9CAA88B}" type="slidenum">
              <a:rPr lang="en-US" smtClean="0"/>
              <a:pPr/>
              <a:t>34</a:t>
            </a:fld>
            <a:r>
              <a:rPr lang="en-US" altLang="zh-CN" dirty="0"/>
              <a:t>/38</a:t>
            </a:r>
            <a:endParaRPr lang="en-US" dirty="0"/>
          </a:p>
        </p:txBody>
      </p:sp>
      <p:pic>
        <p:nvPicPr>
          <p:cNvPr id="6" name="内容占位符 4">
            <a:extLst>
              <a:ext uri="{FF2B5EF4-FFF2-40B4-BE49-F238E27FC236}">
                <a16:creationId xmlns:a16="http://schemas.microsoft.com/office/drawing/2014/main" id="{39225F1C-9903-6ACA-309F-9C4810529DB2}"/>
              </a:ext>
            </a:extLst>
          </p:cNvPr>
          <p:cNvPicPr>
            <a:picLocks noGrp="1" noChangeAspect="1"/>
          </p:cNvPicPr>
          <p:nvPr>
            <p:ph idx="1"/>
          </p:nvPr>
        </p:nvPicPr>
        <p:blipFill rotWithShape="1">
          <a:blip r:embed="rId2"/>
          <a:srcRect t="10021"/>
          <a:stretch/>
        </p:blipFill>
        <p:spPr>
          <a:xfrm>
            <a:off x="0" y="510639"/>
            <a:ext cx="9906001" cy="5320274"/>
          </a:xfrm>
        </p:spPr>
      </p:pic>
      <p:sp>
        <p:nvSpPr>
          <p:cNvPr id="7" name="文本框 6">
            <a:extLst>
              <a:ext uri="{FF2B5EF4-FFF2-40B4-BE49-F238E27FC236}">
                <a16:creationId xmlns:a16="http://schemas.microsoft.com/office/drawing/2014/main" id="{8F402ACA-8654-CBDB-8381-7DD5F8746B0A}"/>
              </a:ext>
            </a:extLst>
          </p:cNvPr>
          <p:cNvSpPr txBox="1"/>
          <p:nvPr/>
        </p:nvSpPr>
        <p:spPr>
          <a:xfrm>
            <a:off x="247163" y="5763087"/>
            <a:ext cx="9539457" cy="584775"/>
          </a:xfrm>
          <a:prstGeom prst="rect">
            <a:avLst/>
          </a:prstGeom>
          <a:solidFill>
            <a:schemeClr val="accent1">
              <a:lumMod val="20000"/>
              <a:lumOff val="80000"/>
            </a:schemeClr>
          </a:solidFill>
          <a:ln>
            <a:solidFill>
              <a:schemeClr val="accent1">
                <a:lumMod val="50000"/>
              </a:schemeClr>
            </a:solidFill>
          </a:ln>
        </p:spPr>
        <p:txBody>
          <a:bodyPr wrap="square" rtlCol="0">
            <a:spAutoFit/>
          </a:bodyPr>
          <a:lstStyle/>
          <a:p>
            <a:r>
              <a:rPr kumimoji="1" lang="zh-CN" altLang="en-US" sz="1600" b="1" dirty="0">
                <a:latin typeface="Microsoft YaHei" panose="020B0503020204020204" pitchFamily="34" charset="-122"/>
                <a:ea typeface="Microsoft YaHei" panose="020B0503020204020204" pitchFamily="34" charset="-122"/>
              </a:rPr>
              <a:t>低电平有效</a:t>
            </a:r>
            <a:r>
              <a:rPr kumimoji="1" lang="zh-CN" altLang="en-US" sz="1600" dirty="0">
                <a:latin typeface="Microsoft YaHei" panose="020B0503020204020204" pitchFamily="34" charset="-122"/>
                <a:ea typeface="Microsoft YaHei" panose="020B0503020204020204" pitchFamily="34" charset="-122"/>
              </a:rPr>
              <a:t>，默认状态下拉高（接电源），靠外部上拉电阻供电；有效时低电平，</a:t>
            </a:r>
            <a:r>
              <a:rPr kumimoji="1" lang="zh-CN" altLang="en-US" sz="1600" b="1" dirty="0">
                <a:latin typeface="Microsoft YaHei" panose="020B0503020204020204" pitchFamily="34" charset="-122"/>
                <a:ea typeface="Microsoft YaHei" panose="020B0503020204020204" pitchFamily="34" charset="-122"/>
              </a:rPr>
              <a:t>驱动能力强</a:t>
            </a:r>
            <a:r>
              <a:rPr kumimoji="1" lang="zh-CN" altLang="en-US" sz="1600" dirty="0">
                <a:latin typeface="Microsoft YaHei" panose="020B0503020204020204" pitchFamily="34" charset="-122"/>
                <a:ea typeface="Microsoft YaHei" panose="020B0503020204020204" pitchFamily="34" charset="-122"/>
              </a:rPr>
              <a:t>（</a:t>
            </a:r>
            <a:r>
              <a:rPr kumimoji="1" lang="en-US" altLang="zh-CN" sz="1600" dirty="0">
                <a:latin typeface="Microsoft YaHei" panose="020B0503020204020204" pitchFamily="34" charset="-122"/>
                <a:ea typeface="Microsoft YaHei" panose="020B0503020204020204" pitchFamily="34" charset="-122"/>
              </a:rPr>
              <a:t>20mA</a:t>
            </a:r>
            <a:r>
              <a:rPr kumimoji="1" lang="zh-CN" altLang="en-US" sz="1600" dirty="0">
                <a:latin typeface="Microsoft YaHei" panose="020B0503020204020204" pitchFamily="34" charset="-122"/>
                <a:ea typeface="Microsoft YaHei" panose="020B0503020204020204" pitchFamily="34" charset="-122"/>
              </a:rPr>
              <a:t>）</a:t>
            </a:r>
            <a:endParaRPr kumimoji="1" lang="en-US" altLang="zh-CN" sz="1600" dirty="0">
              <a:latin typeface="Microsoft YaHei" panose="020B0503020204020204" pitchFamily="34" charset="-122"/>
              <a:ea typeface="Microsoft YaHei" panose="020B0503020204020204" pitchFamily="34" charset="-122"/>
            </a:endParaRPr>
          </a:p>
          <a:p>
            <a:r>
              <a:rPr kumimoji="1" lang="zh-CN" altLang="en-US" sz="1600" dirty="0">
                <a:latin typeface="Microsoft YaHei" panose="020B0503020204020204" pitchFamily="34" charset="-122"/>
                <a:ea typeface="Microsoft YaHei" panose="020B0503020204020204" pitchFamily="34" charset="-122"/>
              </a:rPr>
              <a:t>高电平有效，默认状态下拉低（接地），靠外部下拉电阻；有效时高电平，驱动能力低（</a:t>
            </a:r>
            <a:r>
              <a:rPr kumimoji="1" lang="en-US" altLang="zh-CN" sz="1600" dirty="0">
                <a:latin typeface="Microsoft YaHei" panose="020B0503020204020204" pitchFamily="34" charset="-122"/>
                <a:ea typeface="Microsoft YaHei" panose="020B0503020204020204" pitchFamily="34" charset="-122"/>
              </a:rPr>
              <a:t>1mA</a:t>
            </a:r>
            <a:r>
              <a:rPr kumimoji="1" lang="zh-CN" altLang="en-US" sz="1600" dirty="0">
                <a:latin typeface="Microsoft YaHei" panose="020B0503020204020204" pitchFamily="34" charset="-122"/>
                <a:ea typeface="Microsoft YaHei" panose="020B0503020204020204" pitchFamily="34" charset="-122"/>
              </a:rPr>
              <a:t>）</a:t>
            </a:r>
          </a:p>
        </p:txBody>
      </p:sp>
      <p:sp>
        <p:nvSpPr>
          <p:cNvPr id="8" name="圆角矩形 7">
            <a:extLst>
              <a:ext uri="{FF2B5EF4-FFF2-40B4-BE49-F238E27FC236}">
                <a16:creationId xmlns:a16="http://schemas.microsoft.com/office/drawing/2014/main" id="{441B6A96-0050-E703-4869-D635F4C8AEA3}"/>
              </a:ext>
            </a:extLst>
          </p:cNvPr>
          <p:cNvSpPr/>
          <p:nvPr/>
        </p:nvSpPr>
        <p:spPr>
          <a:xfrm>
            <a:off x="485138" y="4972833"/>
            <a:ext cx="9238852" cy="438411"/>
          </a:xfrm>
          <a:prstGeom prst="roundRect">
            <a:avLst/>
          </a:prstGeom>
          <a:noFill/>
          <a:ln w="190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14866379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453B90-EB4C-24B9-3B10-1F1EF44A1D93}"/>
              </a:ext>
            </a:extLst>
          </p:cNvPr>
          <p:cNvSpPr>
            <a:spLocks noGrp="1"/>
          </p:cNvSpPr>
          <p:nvPr>
            <p:ph type="title"/>
          </p:nvPr>
        </p:nvSpPr>
        <p:spPr/>
        <p:txBody>
          <a:bodyPr>
            <a:normAutofit fontScale="90000"/>
          </a:bodyPr>
          <a:lstStyle/>
          <a:p>
            <a:r>
              <a:rPr kumimoji="1" lang="zh-CN" altLang="en-US" dirty="0"/>
              <a:t>抗噪声方法</a:t>
            </a:r>
            <a:r>
              <a:rPr kumimoji="1" lang="en-US" altLang="zh-CN" dirty="0"/>
              <a:t>2</a:t>
            </a:r>
            <a:r>
              <a:rPr kumimoji="1" lang="zh-CN" altLang="en-US" dirty="0"/>
              <a:t>：选择更稳定的参考电平</a:t>
            </a:r>
          </a:p>
        </p:txBody>
      </p:sp>
      <p:sp>
        <p:nvSpPr>
          <p:cNvPr id="3" name="内容占位符 2">
            <a:extLst>
              <a:ext uri="{FF2B5EF4-FFF2-40B4-BE49-F238E27FC236}">
                <a16:creationId xmlns:a16="http://schemas.microsoft.com/office/drawing/2014/main" id="{D19DBCE8-DBC8-460C-3B87-3F973FFBDB67}"/>
              </a:ext>
            </a:extLst>
          </p:cNvPr>
          <p:cNvSpPr>
            <a:spLocks noGrp="1"/>
          </p:cNvSpPr>
          <p:nvPr>
            <p:ph idx="1"/>
          </p:nvPr>
        </p:nvSpPr>
        <p:spPr/>
        <p:txBody>
          <a:bodyPr/>
          <a:lstStyle/>
          <a:p>
            <a:r>
              <a:rPr kumimoji="1" lang="zh-CN" altLang="en-US" dirty="0"/>
              <a:t>低电平有效，默认状态下拉高（接电源）</a:t>
            </a:r>
            <a:endParaRPr kumimoji="1" lang="en-US" altLang="zh-CN" dirty="0"/>
          </a:p>
          <a:p>
            <a:pPr lvl="1"/>
            <a:r>
              <a:rPr kumimoji="1" lang="zh-CN" altLang="en-US" dirty="0"/>
              <a:t>比较稳定（专用电源，有电容拉稳）</a:t>
            </a:r>
            <a:endParaRPr kumimoji="1" lang="en-US" altLang="zh-CN" dirty="0"/>
          </a:p>
          <a:p>
            <a:r>
              <a:rPr kumimoji="1" lang="zh-CN" altLang="en-US" dirty="0"/>
              <a:t>高电平有效，默认状态下拉低（接地）</a:t>
            </a:r>
            <a:endParaRPr kumimoji="1" lang="en-US" altLang="zh-CN" dirty="0"/>
          </a:p>
          <a:p>
            <a:pPr lvl="1"/>
            <a:r>
              <a:rPr kumimoji="1" lang="zh-CN" altLang="en-US" dirty="0"/>
              <a:t>比较脏（所有电流都通过地，有地反弹）</a:t>
            </a:r>
          </a:p>
          <a:p>
            <a:endParaRPr kumimoji="1" lang="zh-CN" altLang="en-US" dirty="0"/>
          </a:p>
        </p:txBody>
      </p:sp>
      <p:sp>
        <p:nvSpPr>
          <p:cNvPr id="4" name="页脚占位符 3">
            <a:extLst>
              <a:ext uri="{FF2B5EF4-FFF2-40B4-BE49-F238E27FC236}">
                <a16:creationId xmlns:a16="http://schemas.microsoft.com/office/drawing/2014/main" id="{B85298CD-46AC-1806-0971-991DA6180343}"/>
              </a:ext>
            </a:extLst>
          </p:cNvPr>
          <p:cNvSpPr>
            <a:spLocks noGrp="1"/>
          </p:cNvSpPr>
          <p:nvPr>
            <p:ph type="ftr" sz="quarter" idx="11"/>
          </p:nvPr>
        </p:nvSpPr>
        <p:spPr/>
        <p:txBody>
          <a:bodyPr/>
          <a:lstStyle/>
          <a:p>
            <a:r>
              <a:rPr lang="zh-CN" altLang="en-US"/>
              <a:t>模拟与数字电路：</a:t>
            </a:r>
            <a:r>
              <a:rPr lang="en-US" altLang="zh-CN"/>
              <a:t>6. </a:t>
            </a:r>
            <a:r>
              <a:rPr lang="zh-CN" altLang="en-US"/>
              <a:t>组合逻辑电路</a:t>
            </a:r>
            <a:r>
              <a:rPr lang="en-US" altLang="zh-CN"/>
              <a:t>2</a:t>
            </a:r>
            <a:endParaRPr lang="en-US" dirty="0"/>
          </a:p>
        </p:txBody>
      </p:sp>
      <p:sp>
        <p:nvSpPr>
          <p:cNvPr id="5" name="灯片编号占位符 4">
            <a:extLst>
              <a:ext uri="{FF2B5EF4-FFF2-40B4-BE49-F238E27FC236}">
                <a16:creationId xmlns:a16="http://schemas.microsoft.com/office/drawing/2014/main" id="{3D4E1123-2405-EA7C-295E-707A17B9EFAE}"/>
              </a:ext>
            </a:extLst>
          </p:cNvPr>
          <p:cNvSpPr>
            <a:spLocks noGrp="1"/>
          </p:cNvSpPr>
          <p:nvPr>
            <p:ph type="sldNum" sz="quarter" idx="12"/>
          </p:nvPr>
        </p:nvSpPr>
        <p:spPr/>
        <p:txBody>
          <a:bodyPr/>
          <a:lstStyle/>
          <a:p>
            <a:fld id="{9E260BC5-5BF3-8746-862B-DC45E9CAA88B}" type="slidenum">
              <a:rPr lang="en-US" smtClean="0"/>
              <a:pPr/>
              <a:t>35</a:t>
            </a:fld>
            <a:r>
              <a:rPr lang="en-US" altLang="zh-CN" dirty="0"/>
              <a:t>/38</a:t>
            </a:r>
            <a:endParaRPr lang="en-US" dirty="0"/>
          </a:p>
        </p:txBody>
      </p:sp>
      <p:pic>
        <p:nvPicPr>
          <p:cNvPr id="6" name="Picture 2">
            <a:extLst>
              <a:ext uri="{FF2B5EF4-FFF2-40B4-BE49-F238E27FC236}">
                <a16:creationId xmlns:a16="http://schemas.microsoft.com/office/drawing/2014/main" id="{973D8232-352B-D342-32E2-81474D1B41C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945" t="5233" r="45027"/>
          <a:stretch/>
        </p:blipFill>
        <p:spPr bwMode="auto">
          <a:xfrm>
            <a:off x="5499463" y="2633958"/>
            <a:ext cx="3631064" cy="36382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82611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2FB54C-C0F6-B5CA-4378-3B52F0FCD5EF}"/>
              </a:ext>
            </a:extLst>
          </p:cNvPr>
          <p:cNvSpPr>
            <a:spLocks noGrp="1"/>
          </p:cNvSpPr>
          <p:nvPr>
            <p:ph type="title"/>
          </p:nvPr>
        </p:nvSpPr>
        <p:spPr/>
        <p:txBody>
          <a:bodyPr>
            <a:normAutofit fontScale="90000"/>
          </a:bodyPr>
          <a:lstStyle/>
          <a:p>
            <a:r>
              <a:rPr kumimoji="1" lang="zh-CN" altLang="en-US" dirty="0"/>
              <a:t>本地的“地”经常是脏的，不可控的</a:t>
            </a:r>
          </a:p>
        </p:txBody>
      </p:sp>
      <p:sp>
        <p:nvSpPr>
          <p:cNvPr id="3" name="内容占位符 2">
            <a:extLst>
              <a:ext uri="{FF2B5EF4-FFF2-40B4-BE49-F238E27FC236}">
                <a16:creationId xmlns:a16="http://schemas.microsoft.com/office/drawing/2014/main" id="{46A0FBBC-467D-8710-D1F6-4533E208BCC1}"/>
              </a:ext>
            </a:extLst>
          </p:cNvPr>
          <p:cNvSpPr>
            <a:spLocks noGrp="1"/>
          </p:cNvSpPr>
          <p:nvPr>
            <p:ph idx="1"/>
          </p:nvPr>
        </p:nvSpPr>
        <p:spPr/>
        <p:txBody>
          <a:bodyPr/>
          <a:lstStyle/>
          <a:p>
            <a:r>
              <a:rPr kumimoji="1" lang="zh-CN" altLang="en-US" dirty="0"/>
              <a:t>“地反弹”噪声：</a:t>
            </a:r>
            <a:endParaRPr kumimoji="1" lang="en-US" altLang="zh-CN" dirty="0"/>
          </a:p>
          <a:p>
            <a:pPr lvl="1"/>
            <a:r>
              <a:rPr kumimoji="1" lang="zh-CN" altLang="en-US" sz="2000" dirty="0"/>
              <a:t>由于芯片到自己的地，以及芯片间地上不可确定的电流，造成芯片看见的“地”不是实际的零电平，且差值难以预计</a:t>
            </a:r>
          </a:p>
        </p:txBody>
      </p:sp>
      <p:sp>
        <p:nvSpPr>
          <p:cNvPr id="4" name="页脚占位符 3">
            <a:extLst>
              <a:ext uri="{FF2B5EF4-FFF2-40B4-BE49-F238E27FC236}">
                <a16:creationId xmlns:a16="http://schemas.microsoft.com/office/drawing/2014/main" id="{893B70AE-7D20-742D-F6CC-B09283EE1922}"/>
              </a:ext>
            </a:extLst>
          </p:cNvPr>
          <p:cNvSpPr>
            <a:spLocks noGrp="1"/>
          </p:cNvSpPr>
          <p:nvPr>
            <p:ph type="ftr" sz="quarter" idx="11"/>
          </p:nvPr>
        </p:nvSpPr>
        <p:spPr/>
        <p:txBody>
          <a:bodyPr/>
          <a:lstStyle/>
          <a:p>
            <a:r>
              <a:rPr lang="zh-CN" altLang="en-US"/>
              <a:t>模拟与数字电路：</a:t>
            </a:r>
            <a:r>
              <a:rPr lang="en-US" altLang="zh-CN"/>
              <a:t>6. </a:t>
            </a:r>
            <a:r>
              <a:rPr lang="zh-CN" altLang="en-US"/>
              <a:t>组合逻辑电路</a:t>
            </a:r>
            <a:r>
              <a:rPr lang="en-US" altLang="zh-CN"/>
              <a:t>2</a:t>
            </a:r>
            <a:endParaRPr lang="en-US" dirty="0"/>
          </a:p>
        </p:txBody>
      </p:sp>
      <p:sp>
        <p:nvSpPr>
          <p:cNvPr id="5" name="灯片编号占位符 4">
            <a:extLst>
              <a:ext uri="{FF2B5EF4-FFF2-40B4-BE49-F238E27FC236}">
                <a16:creationId xmlns:a16="http://schemas.microsoft.com/office/drawing/2014/main" id="{70EADB1D-F046-9FDF-05DB-89E8A8E6FA5F}"/>
              </a:ext>
            </a:extLst>
          </p:cNvPr>
          <p:cNvSpPr>
            <a:spLocks noGrp="1"/>
          </p:cNvSpPr>
          <p:nvPr>
            <p:ph type="sldNum" sz="quarter" idx="12"/>
          </p:nvPr>
        </p:nvSpPr>
        <p:spPr/>
        <p:txBody>
          <a:bodyPr/>
          <a:lstStyle/>
          <a:p>
            <a:fld id="{9E260BC5-5BF3-8746-862B-DC45E9CAA88B}" type="slidenum">
              <a:rPr lang="en-US" smtClean="0"/>
              <a:pPr/>
              <a:t>36</a:t>
            </a:fld>
            <a:r>
              <a:rPr lang="en-US" altLang="zh-CN" dirty="0"/>
              <a:t>/38</a:t>
            </a:r>
            <a:endParaRPr lang="en-US" dirty="0"/>
          </a:p>
        </p:txBody>
      </p:sp>
      <p:sp>
        <p:nvSpPr>
          <p:cNvPr id="6" name="Rectangle 4">
            <a:extLst>
              <a:ext uri="{FF2B5EF4-FFF2-40B4-BE49-F238E27FC236}">
                <a16:creationId xmlns:a16="http://schemas.microsoft.com/office/drawing/2014/main" id="{18ABB711-073B-DA5F-3D7A-434C7D910CF2}"/>
              </a:ext>
            </a:extLst>
          </p:cNvPr>
          <p:cNvSpPr>
            <a:spLocks noChangeArrowheads="1"/>
          </p:cNvSpPr>
          <p:nvPr/>
        </p:nvSpPr>
        <p:spPr bwMode="auto">
          <a:xfrm>
            <a:off x="1456945" y="3137246"/>
            <a:ext cx="3024188" cy="2376488"/>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l">
              <a:buFont typeface="Times New Roman" charset="0"/>
              <a:buNone/>
              <a:defRPr/>
            </a:pPr>
            <a:r>
              <a:rPr lang="en-US" altLang="zh-CN">
                <a:latin typeface="Arial" charset="0"/>
                <a:ea typeface="宋体" charset="0"/>
              </a:rPr>
              <a:t>Chip or sub-circuit 1</a:t>
            </a:r>
          </a:p>
        </p:txBody>
      </p:sp>
      <p:sp>
        <p:nvSpPr>
          <p:cNvPr id="7" name="Rectangle 8">
            <a:extLst>
              <a:ext uri="{FF2B5EF4-FFF2-40B4-BE49-F238E27FC236}">
                <a16:creationId xmlns:a16="http://schemas.microsoft.com/office/drawing/2014/main" id="{8AE21B55-0278-0B20-B35D-839B9F4A0E87}"/>
              </a:ext>
            </a:extLst>
          </p:cNvPr>
          <p:cNvSpPr>
            <a:spLocks noChangeArrowheads="1"/>
          </p:cNvSpPr>
          <p:nvPr/>
        </p:nvSpPr>
        <p:spPr bwMode="auto">
          <a:xfrm>
            <a:off x="1529970" y="3857972"/>
            <a:ext cx="1512888" cy="1008063"/>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buFont typeface="Times New Roman" charset="0"/>
              <a:buNone/>
              <a:defRPr/>
            </a:pPr>
            <a:r>
              <a:rPr lang="en-US" altLang="zh-CN">
                <a:latin typeface="Arial" charset="0"/>
                <a:ea typeface="宋体" charset="0"/>
              </a:rPr>
              <a:t>power </a:t>
            </a:r>
          </a:p>
          <a:p>
            <a:pPr>
              <a:buFont typeface="Times New Roman" charset="0"/>
              <a:buNone/>
              <a:defRPr/>
            </a:pPr>
            <a:r>
              <a:rPr lang="en-US" altLang="zh-CN">
                <a:latin typeface="Arial" charset="0"/>
                <a:ea typeface="宋体" charset="0"/>
              </a:rPr>
              <a:t>consumption </a:t>
            </a:r>
          </a:p>
          <a:p>
            <a:pPr>
              <a:buFont typeface="Times New Roman" charset="0"/>
              <a:buNone/>
              <a:defRPr/>
            </a:pPr>
            <a:r>
              <a:rPr lang="en-US" altLang="zh-CN">
                <a:latin typeface="Arial" charset="0"/>
                <a:ea typeface="宋体" charset="0"/>
              </a:rPr>
              <a:t>part</a:t>
            </a:r>
          </a:p>
        </p:txBody>
      </p:sp>
      <p:sp>
        <p:nvSpPr>
          <p:cNvPr id="8" name="Rectangle 10">
            <a:extLst>
              <a:ext uri="{FF2B5EF4-FFF2-40B4-BE49-F238E27FC236}">
                <a16:creationId xmlns:a16="http://schemas.microsoft.com/office/drawing/2014/main" id="{A395AFC2-938D-9507-5F72-6F43AA2D3AFE}"/>
              </a:ext>
            </a:extLst>
          </p:cNvPr>
          <p:cNvSpPr>
            <a:spLocks noChangeArrowheads="1"/>
          </p:cNvSpPr>
          <p:nvPr/>
        </p:nvSpPr>
        <p:spPr bwMode="auto">
          <a:xfrm>
            <a:off x="3401634" y="3929409"/>
            <a:ext cx="936625" cy="1008062"/>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buFont typeface="Times New Roman" charset="0"/>
              <a:buNone/>
              <a:defRPr/>
            </a:pPr>
            <a:r>
              <a:rPr lang="en-US" altLang="zh-CN">
                <a:latin typeface="Arial" charset="0"/>
                <a:ea typeface="宋体" charset="0"/>
              </a:rPr>
              <a:t>output </a:t>
            </a:r>
          </a:p>
          <a:p>
            <a:pPr>
              <a:buFont typeface="Times New Roman" charset="0"/>
              <a:buNone/>
              <a:defRPr/>
            </a:pPr>
            <a:r>
              <a:rPr lang="en-US" altLang="zh-CN">
                <a:latin typeface="Arial" charset="0"/>
                <a:ea typeface="宋体" charset="0"/>
              </a:rPr>
              <a:t>stage</a:t>
            </a:r>
          </a:p>
        </p:txBody>
      </p:sp>
      <p:sp>
        <p:nvSpPr>
          <p:cNvPr id="9" name="Rectangle 11">
            <a:extLst>
              <a:ext uri="{FF2B5EF4-FFF2-40B4-BE49-F238E27FC236}">
                <a16:creationId xmlns:a16="http://schemas.microsoft.com/office/drawing/2014/main" id="{59FF5720-16E2-8622-4EDD-DE8D7BECC4B4}"/>
              </a:ext>
            </a:extLst>
          </p:cNvPr>
          <p:cNvSpPr>
            <a:spLocks noChangeArrowheads="1"/>
          </p:cNvSpPr>
          <p:nvPr/>
        </p:nvSpPr>
        <p:spPr bwMode="auto">
          <a:xfrm>
            <a:off x="2680908" y="5802659"/>
            <a:ext cx="144462" cy="431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buFont typeface="Times New Roman" charset="0"/>
              <a:buNone/>
              <a:defRPr/>
            </a:pPr>
            <a:endParaRPr lang="en-US">
              <a:latin typeface="Arial" charset="0"/>
              <a:ea typeface="宋体" charset="0"/>
            </a:endParaRPr>
          </a:p>
        </p:txBody>
      </p:sp>
      <p:sp>
        <p:nvSpPr>
          <p:cNvPr id="10" name="Line 12">
            <a:extLst>
              <a:ext uri="{FF2B5EF4-FFF2-40B4-BE49-F238E27FC236}">
                <a16:creationId xmlns:a16="http://schemas.microsoft.com/office/drawing/2014/main" id="{F4C03EA2-C534-680A-7167-7704118F2DE2}"/>
              </a:ext>
            </a:extLst>
          </p:cNvPr>
          <p:cNvSpPr>
            <a:spLocks noChangeShapeType="1"/>
          </p:cNvSpPr>
          <p:nvPr/>
        </p:nvSpPr>
        <p:spPr bwMode="auto">
          <a:xfrm>
            <a:off x="1169609" y="2778471"/>
            <a:ext cx="1584325"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buFont typeface="Times New Roman" charset="0"/>
              <a:buNone/>
              <a:defRPr/>
            </a:pPr>
            <a:endParaRPr lang="en-US">
              <a:latin typeface="Arial" charset="0"/>
              <a:ea typeface="宋体" charset="0"/>
            </a:endParaRPr>
          </a:p>
        </p:txBody>
      </p:sp>
      <p:sp>
        <p:nvSpPr>
          <p:cNvPr id="11" name="Line 13">
            <a:extLst>
              <a:ext uri="{FF2B5EF4-FFF2-40B4-BE49-F238E27FC236}">
                <a16:creationId xmlns:a16="http://schemas.microsoft.com/office/drawing/2014/main" id="{7C0A4BF6-CBC3-53E2-2CC5-AEFA31C70097}"/>
              </a:ext>
            </a:extLst>
          </p:cNvPr>
          <p:cNvSpPr>
            <a:spLocks noChangeShapeType="1"/>
          </p:cNvSpPr>
          <p:nvPr/>
        </p:nvSpPr>
        <p:spPr bwMode="auto">
          <a:xfrm>
            <a:off x="1169608" y="6378921"/>
            <a:ext cx="6913562"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buFont typeface="Times New Roman" charset="0"/>
              <a:buNone/>
              <a:defRPr/>
            </a:pPr>
            <a:endParaRPr lang="en-US">
              <a:latin typeface="Arial" charset="0"/>
              <a:ea typeface="宋体" charset="0"/>
            </a:endParaRPr>
          </a:p>
        </p:txBody>
      </p:sp>
      <p:sp>
        <p:nvSpPr>
          <p:cNvPr id="12" name="Line 14">
            <a:extLst>
              <a:ext uri="{FF2B5EF4-FFF2-40B4-BE49-F238E27FC236}">
                <a16:creationId xmlns:a16="http://schemas.microsoft.com/office/drawing/2014/main" id="{28761499-95F7-F4FD-00AE-5F419F04C113}"/>
              </a:ext>
            </a:extLst>
          </p:cNvPr>
          <p:cNvSpPr>
            <a:spLocks noChangeShapeType="1"/>
          </p:cNvSpPr>
          <p:nvPr/>
        </p:nvSpPr>
        <p:spPr bwMode="auto">
          <a:xfrm>
            <a:off x="2753933" y="6234459"/>
            <a:ext cx="0" cy="1444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buFont typeface="Times New Roman" charset="0"/>
              <a:buNone/>
              <a:defRPr/>
            </a:pPr>
            <a:endParaRPr lang="en-US">
              <a:latin typeface="Arial" charset="0"/>
              <a:ea typeface="宋体" charset="0"/>
            </a:endParaRPr>
          </a:p>
        </p:txBody>
      </p:sp>
      <p:sp>
        <p:nvSpPr>
          <p:cNvPr id="13" name="Rectangle 15">
            <a:extLst>
              <a:ext uri="{FF2B5EF4-FFF2-40B4-BE49-F238E27FC236}">
                <a16:creationId xmlns:a16="http://schemas.microsoft.com/office/drawing/2014/main" id="{53BC828A-1963-7598-60FA-0CC5847A891A}"/>
              </a:ext>
            </a:extLst>
          </p:cNvPr>
          <p:cNvSpPr>
            <a:spLocks noChangeArrowheads="1"/>
          </p:cNvSpPr>
          <p:nvPr/>
        </p:nvSpPr>
        <p:spPr bwMode="auto">
          <a:xfrm>
            <a:off x="2325626" y="5834408"/>
            <a:ext cx="1655763"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lvl="1">
              <a:spcBef>
                <a:spcPct val="20000"/>
              </a:spcBef>
              <a:buClrTx/>
              <a:buSzTx/>
              <a:buFontTx/>
              <a:buNone/>
              <a:defRPr/>
            </a:pPr>
            <a:r>
              <a:rPr lang="en-US" altLang="zh-CN" dirty="0">
                <a:latin typeface="Arial" charset="0"/>
                <a:ea typeface="宋体" charset="0"/>
              </a:rPr>
              <a:t>R_gnd1</a:t>
            </a:r>
          </a:p>
        </p:txBody>
      </p:sp>
      <p:sp>
        <p:nvSpPr>
          <p:cNvPr id="14" name="Line 16">
            <a:extLst>
              <a:ext uri="{FF2B5EF4-FFF2-40B4-BE49-F238E27FC236}">
                <a16:creationId xmlns:a16="http://schemas.microsoft.com/office/drawing/2014/main" id="{BD524942-545E-1A10-C0ED-32BC3CFB0AE8}"/>
              </a:ext>
            </a:extLst>
          </p:cNvPr>
          <p:cNvSpPr>
            <a:spLocks noChangeShapeType="1"/>
          </p:cNvSpPr>
          <p:nvPr/>
        </p:nvSpPr>
        <p:spPr bwMode="auto">
          <a:xfrm>
            <a:off x="2753933" y="2778472"/>
            <a:ext cx="0" cy="3587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buFont typeface="Times New Roman" charset="0"/>
              <a:buNone/>
              <a:defRPr/>
            </a:pPr>
            <a:endParaRPr lang="en-US">
              <a:latin typeface="Arial" charset="0"/>
              <a:ea typeface="宋体" charset="0"/>
            </a:endParaRPr>
          </a:p>
        </p:txBody>
      </p:sp>
      <p:sp>
        <p:nvSpPr>
          <p:cNvPr id="15" name="Line 17">
            <a:extLst>
              <a:ext uri="{FF2B5EF4-FFF2-40B4-BE49-F238E27FC236}">
                <a16:creationId xmlns:a16="http://schemas.microsoft.com/office/drawing/2014/main" id="{CFB8F16C-EA8E-4059-88D8-2003BEC69CFC}"/>
              </a:ext>
            </a:extLst>
          </p:cNvPr>
          <p:cNvSpPr>
            <a:spLocks noChangeShapeType="1"/>
          </p:cNvSpPr>
          <p:nvPr/>
        </p:nvSpPr>
        <p:spPr bwMode="auto">
          <a:xfrm>
            <a:off x="2106234" y="5370859"/>
            <a:ext cx="1800225"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buFont typeface="Times New Roman" charset="0"/>
              <a:buNone/>
              <a:defRPr/>
            </a:pPr>
            <a:endParaRPr lang="en-US">
              <a:latin typeface="Arial" charset="0"/>
              <a:ea typeface="宋体" charset="0"/>
            </a:endParaRPr>
          </a:p>
        </p:txBody>
      </p:sp>
      <p:sp>
        <p:nvSpPr>
          <p:cNvPr id="16" name="Line 18">
            <a:extLst>
              <a:ext uri="{FF2B5EF4-FFF2-40B4-BE49-F238E27FC236}">
                <a16:creationId xmlns:a16="http://schemas.microsoft.com/office/drawing/2014/main" id="{B0BA7C5D-AEE8-414F-5088-9A885B36F6C6}"/>
              </a:ext>
            </a:extLst>
          </p:cNvPr>
          <p:cNvSpPr>
            <a:spLocks noChangeShapeType="1"/>
          </p:cNvSpPr>
          <p:nvPr/>
        </p:nvSpPr>
        <p:spPr bwMode="auto">
          <a:xfrm>
            <a:off x="3906458" y="4937471"/>
            <a:ext cx="0" cy="433388"/>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buFont typeface="Times New Roman" charset="0"/>
              <a:buNone/>
              <a:defRPr/>
            </a:pPr>
            <a:endParaRPr lang="en-US">
              <a:latin typeface="Arial" charset="0"/>
              <a:ea typeface="宋体" charset="0"/>
            </a:endParaRPr>
          </a:p>
        </p:txBody>
      </p:sp>
      <p:sp>
        <p:nvSpPr>
          <p:cNvPr id="17" name="Line 20">
            <a:extLst>
              <a:ext uri="{FF2B5EF4-FFF2-40B4-BE49-F238E27FC236}">
                <a16:creationId xmlns:a16="http://schemas.microsoft.com/office/drawing/2014/main" id="{6FB9D28A-DA25-640D-8C37-C62221576766}"/>
              </a:ext>
            </a:extLst>
          </p:cNvPr>
          <p:cNvSpPr>
            <a:spLocks noChangeShapeType="1"/>
          </p:cNvSpPr>
          <p:nvPr/>
        </p:nvSpPr>
        <p:spPr bwMode="auto">
          <a:xfrm>
            <a:off x="2106234" y="3570634"/>
            <a:ext cx="1800225"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buFont typeface="Times New Roman" charset="0"/>
              <a:buNone/>
              <a:defRPr/>
            </a:pPr>
            <a:endParaRPr lang="en-US">
              <a:latin typeface="Arial" charset="0"/>
              <a:ea typeface="宋体" charset="0"/>
            </a:endParaRPr>
          </a:p>
        </p:txBody>
      </p:sp>
      <p:sp>
        <p:nvSpPr>
          <p:cNvPr id="18" name="Line 21">
            <a:extLst>
              <a:ext uri="{FF2B5EF4-FFF2-40B4-BE49-F238E27FC236}">
                <a16:creationId xmlns:a16="http://schemas.microsoft.com/office/drawing/2014/main" id="{BD06DC60-CF82-1850-1072-BA541EBE8B31}"/>
              </a:ext>
            </a:extLst>
          </p:cNvPr>
          <p:cNvSpPr>
            <a:spLocks noChangeShapeType="1"/>
          </p:cNvSpPr>
          <p:nvPr/>
        </p:nvSpPr>
        <p:spPr bwMode="auto">
          <a:xfrm>
            <a:off x="3906458" y="3570635"/>
            <a:ext cx="0" cy="358775"/>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buFont typeface="Times New Roman" charset="0"/>
              <a:buNone/>
              <a:defRPr/>
            </a:pPr>
            <a:endParaRPr lang="en-US">
              <a:latin typeface="Arial" charset="0"/>
              <a:ea typeface="宋体" charset="0"/>
            </a:endParaRPr>
          </a:p>
        </p:txBody>
      </p:sp>
      <p:sp>
        <p:nvSpPr>
          <p:cNvPr id="19" name="Line 22">
            <a:extLst>
              <a:ext uri="{FF2B5EF4-FFF2-40B4-BE49-F238E27FC236}">
                <a16:creationId xmlns:a16="http://schemas.microsoft.com/office/drawing/2014/main" id="{E35B6260-EAFC-ADE7-4D19-376D4AF7C3F1}"/>
              </a:ext>
            </a:extLst>
          </p:cNvPr>
          <p:cNvSpPr>
            <a:spLocks noChangeShapeType="1"/>
          </p:cNvSpPr>
          <p:nvPr/>
        </p:nvSpPr>
        <p:spPr bwMode="auto">
          <a:xfrm>
            <a:off x="2106233" y="4866035"/>
            <a:ext cx="0" cy="504825"/>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buFont typeface="Times New Roman" charset="0"/>
              <a:buNone/>
              <a:defRPr/>
            </a:pPr>
            <a:endParaRPr lang="en-US">
              <a:latin typeface="Arial" charset="0"/>
              <a:ea typeface="宋体" charset="0"/>
            </a:endParaRPr>
          </a:p>
        </p:txBody>
      </p:sp>
      <p:sp>
        <p:nvSpPr>
          <p:cNvPr id="20" name="Line 5">
            <a:extLst>
              <a:ext uri="{FF2B5EF4-FFF2-40B4-BE49-F238E27FC236}">
                <a16:creationId xmlns:a16="http://schemas.microsoft.com/office/drawing/2014/main" id="{4CC97182-8C58-60E9-2F70-9B3C93C9FC1A}"/>
              </a:ext>
            </a:extLst>
          </p:cNvPr>
          <p:cNvSpPr>
            <a:spLocks noChangeShapeType="1"/>
          </p:cNvSpPr>
          <p:nvPr/>
        </p:nvSpPr>
        <p:spPr bwMode="auto">
          <a:xfrm>
            <a:off x="2753933" y="5370859"/>
            <a:ext cx="0" cy="4318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buFont typeface="Times New Roman" charset="0"/>
              <a:buNone/>
              <a:defRPr/>
            </a:pPr>
            <a:endParaRPr lang="en-US">
              <a:latin typeface="Arial" charset="0"/>
              <a:ea typeface="宋体" charset="0"/>
            </a:endParaRPr>
          </a:p>
        </p:txBody>
      </p:sp>
      <p:sp>
        <p:nvSpPr>
          <p:cNvPr id="21" name="Rectangle 23">
            <a:extLst>
              <a:ext uri="{FF2B5EF4-FFF2-40B4-BE49-F238E27FC236}">
                <a16:creationId xmlns:a16="http://schemas.microsoft.com/office/drawing/2014/main" id="{660C8896-8D8B-AF01-2E18-6221B1551B1D}"/>
              </a:ext>
            </a:extLst>
          </p:cNvPr>
          <p:cNvSpPr>
            <a:spLocks noChangeArrowheads="1"/>
          </p:cNvSpPr>
          <p:nvPr/>
        </p:nvSpPr>
        <p:spPr bwMode="auto">
          <a:xfrm>
            <a:off x="737808" y="2418109"/>
            <a:ext cx="1223962" cy="366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lvl="1">
              <a:spcBef>
                <a:spcPct val="20000"/>
              </a:spcBef>
              <a:buClrTx/>
              <a:buSzTx/>
              <a:buFontTx/>
              <a:buNone/>
              <a:defRPr/>
            </a:pPr>
            <a:r>
              <a:rPr lang="en-US" altLang="zh-CN">
                <a:latin typeface="Arial" charset="0"/>
                <a:ea typeface="宋体" charset="0"/>
              </a:rPr>
              <a:t>Vcc</a:t>
            </a:r>
          </a:p>
        </p:txBody>
      </p:sp>
      <p:sp>
        <p:nvSpPr>
          <p:cNvPr id="22" name="Rectangle 24">
            <a:extLst>
              <a:ext uri="{FF2B5EF4-FFF2-40B4-BE49-F238E27FC236}">
                <a16:creationId xmlns:a16="http://schemas.microsoft.com/office/drawing/2014/main" id="{2B064065-0BCB-5DD6-B6AB-A3ADAB6DA789}"/>
              </a:ext>
            </a:extLst>
          </p:cNvPr>
          <p:cNvSpPr>
            <a:spLocks noChangeArrowheads="1"/>
          </p:cNvSpPr>
          <p:nvPr/>
        </p:nvSpPr>
        <p:spPr bwMode="auto">
          <a:xfrm>
            <a:off x="593346" y="6018559"/>
            <a:ext cx="1223963" cy="366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lvl="1">
              <a:spcBef>
                <a:spcPct val="20000"/>
              </a:spcBef>
              <a:buClrTx/>
              <a:buSzTx/>
              <a:buFontTx/>
              <a:buNone/>
              <a:defRPr/>
            </a:pPr>
            <a:r>
              <a:rPr lang="en-US" altLang="zh-CN">
                <a:latin typeface="Arial" charset="0"/>
                <a:ea typeface="宋体" charset="0"/>
              </a:rPr>
              <a:t>GND</a:t>
            </a:r>
          </a:p>
        </p:txBody>
      </p:sp>
      <p:sp>
        <p:nvSpPr>
          <p:cNvPr id="23" name="Line 25">
            <a:extLst>
              <a:ext uri="{FF2B5EF4-FFF2-40B4-BE49-F238E27FC236}">
                <a16:creationId xmlns:a16="http://schemas.microsoft.com/office/drawing/2014/main" id="{4BD1D2B6-BC16-5812-FE75-7E8B13BFFB98}"/>
              </a:ext>
            </a:extLst>
          </p:cNvPr>
          <p:cNvSpPr>
            <a:spLocks noChangeShapeType="1"/>
          </p:cNvSpPr>
          <p:nvPr/>
        </p:nvSpPr>
        <p:spPr bwMode="auto">
          <a:xfrm>
            <a:off x="2753933" y="5370860"/>
            <a:ext cx="0" cy="3587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buFont typeface="Times New Roman" charset="0"/>
              <a:buNone/>
              <a:defRPr/>
            </a:pPr>
            <a:endParaRPr lang="en-US">
              <a:latin typeface="Arial" charset="0"/>
              <a:ea typeface="宋体" charset="0"/>
            </a:endParaRPr>
          </a:p>
        </p:txBody>
      </p:sp>
      <p:sp>
        <p:nvSpPr>
          <p:cNvPr id="24" name="Rectangle 26">
            <a:extLst>
              <a:ext uri="{FF2B5EF4-FFF2-40B4-BE49-F238E27FC236}">
                <a16:creationId xmlns:a16="http://schemas.microsoft.com/office/drawing/2014/main" id="{6B3D33B0-696A-8013-23E4-A1C503E1959D}"/>
              </a:ext>
            </a:extLst>
          </p:cNvPr>
          <p:cNvSpPr>
            <a:spLocks noChangeArrowheads="1"/>
          </p:cNvSpPr>
          <p:nvPr/>
        </p:nvSpPr>
        <p:spPr bwMode="auto">
          <a:xfrm>
            <a:off x="2179258" y="2778472"/>
            <a:ext cx="1223962"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lvl="1">
              <a:spcBef>
                <a:spcPct val="20000"/>
              </a:spcBef>
              <a:buClrTx/>
              <a:buSzTx/>
              <a:buFontTx/>
              <a:buNone/>
              <a:defRPr/>
            </a:pPr>
            <a:r>
              <a:rPr lang="en-US" altLang="zh-CN">
                <a:latin typeface="Arial" charset="0"/>
                <a:ea typeface="宋体" charset="0"/>
              </a:rPr>
              <a:t>Icc1</a:t>
            </a:r>
          </a:p>
        </p:txBody>
      </p:sp>
      <p:sp>
        <p:nvSpPr>
          <p:cNvPr id="25" name="Line 27">
            <a:extLst>
              <a:ext uri="{FF2B5EF4-FFF2-40B4-BE49-F238E27FC236}">
                <a16:creationId xmlns:a16="http://schemas.microsoft.com/office/drawing/2014/main" id="{A1BC9356-ED49-685C-4273-6DCC397ECCFF}"/>
              </a:ext>
            </a:extLst>
          </p:cNvPr>
          <p:cNvSpPr>
            <a:spLocks noChangeShapeType="1"/>
          </p:cNvSpPr>
          <p:nvPr/>
        </p:nvSpPr>
        <p:spPr bwMode="auto">
          <a:xfrm>
            <a:off x="2753933" y="3137246"/>
            <a:ext cx="0" cy="433388"/>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buFont typeface="Times New Roman" charset="0"/>
              <a:buNone/>
              <a:defRPr/>
            </a:pPr>
            <a:endParaRPr lang="en-US">
              <a:latin typeface="Arial" charset="0"/>
              <a:ea typeface="宋体" charset="0"/>
            </a:endParaRPr>
          </a:p>
        </p:txBody>
      </p:sp>
      <p:sp>
        <p:nvSpPr>
          <p:cNvPr id="26" name="Line 28">
            <a:extLst>
              <a:ext uri="{FF2B5EF4-FFF2-40B4-BE49-F238E27FC236}">
                <a16:creationId xmlns:a16="http://schemas.microsoft.com/office/drawing/2014/main" id="{3A185A93-98D1-D3B3-2494-43471B807DE7}"/>
              </a:ext>
            </a:extLst>
          </p:cNvPr>
          <p:cNvSpPr>
            <a:spLocks noChangeShapeType="1"/>
          </p:cNvSpPr>
          <p:nvPr/>
        </p:nvSpPr>
        <p:spPr bwMode="auto">
          <a:xfrm>
            <a:off x="2106233" y="3570635"/>
            <a:ext cx="0" cy="287337"/>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buFont typeface="Times New Roman" charset="0"/>
              <a:buNone/>
              <a:defRPr/>
            </a:pPr>
            <a:endParaRPr lang="en-US">
              <a:latin typeface="Arial" charset="0"/>
              <a:ea typeface="宋体" charset="0"/>
            </a:endParaRPr>
          </a:p>
        </p:txBody>
      </p:sp>
      <p:sp>
        <p:nvSpPr>
          <p:cNvPr id="27" name="Line 29">
            <a:extLst>
              <a:ext uri="{FF2B5EF4-FFF2-40B4-BE49-F238E27FC236}">
                <a16:creationId xmlns:a16="http://schemas.microsoft.com/office/drawing/2014/main" id="{DEB72A9D-FD4D-CCA9-C882-E9747D74C10E}"/>
              </a:ext>
            </a:extLst>
          </p:cNvPr>
          <p:cNvSpPr>
            <a:spLocks noChangeShapeType="1"/>
          </p:cNvSpPr>
          <p:nvPr/>
        </p:nvSpPr>
        <p:spPr bwMode="auto">
          <a:xfrm>
            <a:off x="3977895" y="5370859"/>
            <a:ext cx="649288" cy="0"/>
          </a:xfrm>
          <a:prstGeom prst="line">
            <a:avLst/>
          </a:prstGeom>
          <a:noFill/>
          <a:ln w="9525">
            <a:solidFill>
              <a:schemeClr val="tx1"/>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buFont typeface="Times New Roman" charset="0"/>
              <a:buNone/>
              <a:defRPr/>
            </a:pPr>
            <a:endParaRPr lang="en-US">
              <a:latin typeface="Arial" charset="0"/>
              <a:ea typeface="宋体" charset="0"/>
            </a:endParaRPr>
          </a:p>
        </p:txBody>
      </p:sp>
      <p:sp>
        <p:nvSpPr>
          <p:cNvPr id="28" name="Line 31">
            <a:extLst>
              <a:ext uri="{FF2B5EF4-FFF2-40B4-BE49-F238E27FC236}">
                <a16:creationId xmlns:a16="http://schemas.microsoft.com/office/drawing/2014/main" id="{A9E4C490-7330-8163-07EC-4BAC299EC165}"/>
              </a:ext>
            </a:extLst>
          </p:cNvPr>
          <p:cNvSpPr>
            <a:spLocks noChangeShapeType="1"/>
          </p:cNvSpPr>
          <p:nvPr/>
        </p:nvSpPr>
        <p:spPr bwMode="auto">
          <a:xfrm>
            <a:off x="4627183" y="4434235"/>
            <a:ext cx="0" cy="936625"/>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buFont typeface="Times New Roman" charset="0"/>
              <a:buNone/>
              <a:defRPr/>
            </a:pPr>
            <a:endParaRPr lang="en-US">
              <a:latin typeface="Arial" charset="0"/>
              <a:ea typeface="宋体" charset="0"/>
            </a:endParaRPr>
          </a:p>
        </p:txBody>
      </p:sp>
      <p:sp>
        <p:nvSpPr>
          <p:cNvPr id="29" name="Line 32">
            <a:extLst>
              <a:ext uri="{FF2B5EF4-FFF2-40B4-BE49-F238E27FC236}">
                <a16:creationId xmlns:a16="http://schemas.microsoft.com/office/drawing/2014/main" id="{3A217647-24F0-3070-C55C-E8443B12D465}"/>
              </a:ext>
            </a:extLst>
          </p:cNvPr>
          <p:cNvSpPr>
            <a:spLocks noChangeShapeType="1"/>
          </p:cNvSpPr>
          <p:nvPr/>
        </p:nvSpPr>
        <p:spPr bwMode="auto">
          <a:xfrm>
            <a:off x="4627183" y="5370859"/>
            <a:ext cx="0" cy="1008062"/>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buFont typeface="Times New Roman" charset="0"/>
              <a:buNone/>
              <a:defRPr/>
            </a:pPr>
            <a:endParaRPr lang="en-US">
              <a:latin typeface="Arial" charset="0"/>
              <a:ea typeface="宋体" charset="0"/>
            </a:endParaRPr>
          </a:p>
        </p:txBody>
      </p:sp>
      <p:sp>
        <p:nvSpPr>
          <p:cNvPr id="30" name="Rectangle 59">
            <a:extLst>
              <a:ext uri="{FF2B5EF4-FFF2-40B4-BE49-F238E27FC236}">
                <a16:creationId xmlns:a16="http://schemas.microsoft.com/office/drawing/2014/main" id="{B68F99E0-84C8-FBD5-5004-594B6341BBC5}"/>
              </a:ext>
            </a:extLst>
          </p:cNvPr>
          <p:cNvSpPr>
            <a:spLocks noChangeArrowheads="1"/>
          </p:cNvSpPr>
          <p:nvPr/>
        </p:nvSpPr>
        <p:spPr bwMode="auto">
          <a:xfrm>
            <a:off x="5203445" y="3137246"/>
            <a:ext cx="3024188" cy="2376488"/>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l">
              <a:buFont typeface="Times New Roman" charset="0"/>
              <a:buNone/>
              <a:defRPr/>
            </a:pPr>
            <a:r>
              <a:rPr lang="en-US" altLang="zh-CN">
                <a:latin typeface="Arial" charset="0"/>
                <a:ea typeface="宋体" charset="0"/>
              </a:rPr>
              <a:t>Chip or sub-circuit 2</a:t>
            </a:r>
          </a:p>
        </p:txBody>
      </p:sp>
      <p:sp>
        <p:nvSpPr>
          <p:cNvPr id="31" name="Rectangle 60">
            <a:extLst>
              <a:ext uri="{FF2B5EF4-FFF2-40B4-BE49-F238E27FC236}">
                <a16:creationId xmlns:a16="http://schemas.microsoft.com/office/drawing/2014/main" id="{BE002FC0-7C6D-2F91-58FF-C336088DF8C5}"/>
              </a:ext>
            </a:extLst>
          </p:cNvPr>
          <p:cNvSpPr>
            <a:spLocks noChangeArrowheads="1"/>
          </p:cNvSpPr>
          <p:nvPr/>
        </p:nvSpPr>
        <p:spPr bwMode="auto">
          <a:xfrm>
            <a:off x="6643309" y="3929409"/>
            <a:ext cx="1512887" cy="1008062"/>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buFont typeface="Times New Roman" charset="0"/>
              <a:buNone/>
              <a:defRPr/>
            </a:pPr>
            <a:r>
              <a:rPr lang="en-US" altLang="zh-CN">
                <a:latin typeface="Arial" charset="0"/>
                <a:ea typeface="宋体" charset="0"/>
              </a:rPr>
              <a:t>power </a:t>
            </a:r>
          </a:p>
          <a:p>
            <a:pPr>
              <a:buFont typeface="Times New Roman" charset="0"/>
              <a:buNone/>
              <a:defRPr/>
            </a:pPr>
            <a:r>
              <a:rPr lang="en-US" altLang="zh-CN">
                <a:latin typeface="Arial" charset="0"/>
                <a:ea typeface="宋体" charset="0"/>
              </a:rPr>
              <a:t>consumption </a:t>
            </a:r>
          </a:p>
          <a:p>
            <a:pPr>
              <a:buFont typeface="Times New Roman" charset="0"/>
              <a:buNone/>
              <a:defRPr/>
            </a:pPr>
            <a:r>
              <a:rPr lang="en-US" altLang="zh-CN">
                <a:latin typeface="Arial" charset="0"/>
                <a:ea typeface="宋体" charset="0"/>
              </a:rPr>
              <a:t>part</a:t>
            </a:r>
          </a:p>
        </p:txBody>
      </p:sp>
      <p:sp>
        <p:nvSpPr>
          <p:cNvPr id="32" name="Rectangle 61">
            <a:extLst>
              <a:ext uri="{FF2B5EF4-FFF2-40B4-BE49-F238E27FC236}">
                <a16:creationId xmlns:a16="http://schemas.microsoft.com/office/drawing/2014/main" id="{6F5B81FB-259B-ADC0-0010-DE2C19CD2256}"/>
              </a:ext>
            </a:extLst>
          </p:cNvPr>
          <p:cNvSpPr>
            <a:spLocks noChangeArrowheads="1"/>
          </p:cNvSpPr>
          <p:nvPr/>
        </p:nvSpPr>
        <p:spPr bwMode="auto">
          <a:xfrm>
            <a:off x="5419346" y="3929409"/>
            <a:ext cx="936625" cy="1008062"/>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buFont typeface="Times New Roman" charset="0"/>
              <a:buNone/>
              <a:defRPr/>
            </a:pPr>
            <a:r>
              <a:rPr lang="en-US" altLang="zh-CN">
                <a:latin typeface="Arial" charset="0"/>
                <a:ea typeface="宋体" charset="0"/>
              </a:rPr>
              <a:t>input </a:t>
            </a:r>
          </a:p>
          <a:p>
            <a:pPr>
              <a:buFont typeface="Times New Roman" charset="0"/>
              <a:buNone/>
              <a:defRPr/>
            </a:pPr>
            <a:r>
              <a:rPr lang="en-US" altLang="zh-CN">
                <a:latin typeface="Arial" charset="0"/>
                <a:ea typeface="宋体" charset="0"/>
              </a:rPr>
              <a:t>stage</a:t>
            </a:r>
          </a:p>
        </p:txBody>
      </p:sp>
      <p:sp>
        <p:nvSpPr>
          <p:cNvPr id="33" name="Rectangle 62">
            <a:extLst>
              <a:ext uri="{FF2B5EF4-FFF2-40B4-BE49-F238E27FC236}">
                <a16:creationId xmlns:a16="http://schemas.microsoft.com/office/drawing/2014/main" id="{F7669C1F-F93A-A7A5-0451-B1BD1A10EAD0}"/>
              </a:ext>
            </a:extLst>
          </p:cNvPr>
          <p:cNvSpPr>
            <a:spLocks noChangeArrowheads="1"/>
          </p:cNvSpPr>
          <p:nvPr/>
        </p:nvSpPr>
        <p:spPr bwMode="auto">
          <a:xfrm>
            <a:off x="6427408" y="5802659"/>
            <a:ext cx="144462" cy="431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buFont typeface="Times New Roman" charset="0"/>
              <a:buNone/>
              <a:defRPr/>
            </a:pPr>
            <a:endParaRPr lang="en-US">
              <a:latin typeface="Arial" charset="0"/>
              <a:ea typeface="宋体" charset="0"/>
            </a:endParaRPr>
          </a:p>
        </p:txBody>
      </p:sp>
      <p:sp>
        <p:nvSpPr>
          <p:cNvPr id="34" name="Line 63">
            <a:extLst>
              <a:ext uri="{FF2B5EF4-FFF2-40B4-BE49-F238E27FC236}">
                <a16:creationId xmlns:a16="http://schemas.microsoft.com/office/drawing/2014/main" id="{C7FF41DE-1B95-82C0-3045-935BA11FB9AF}"/>
              </a:ext>
            </a:extLst>
          </p:cNvPr>
          <p:cNvSpPr>
            <a:spLocks noChangeShapeType="1"/>
          </p:cNvSpPr>
          <p:nvPr/>
        </p:nvSpPr>
        <p:spPr bwMode="auto">
          <a:xfrm>
            <a:off x="6500433" y="6234459"/>
            <a:ext cx="0" cy="1444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buFont typeface="Times New Roman" charset="0"/>
              <a:buNone/>
              <a:defRPr/>
            </a:pPr>
            <a:endParaRPr lang="en-US">
              <a:latin typeface="Arial" charset="0"/>
              <a:ea typeface="宋体" charset="0"/>
            </a:endParaRPr>
          </a:p>
        </p:txBody>
      </p:sp>
      <p:sp>
        <p:nvSpPr>
          <p:cNvPr id="35" name="Rectangle 64">
            <a:extLst>
              <a:ext uri="{FF2B5EF4-FFF2-40B4-BE49-F238E27FC236}">
                <a16:creationId xmlns:a16="http://schemas.microsoft.com/office/drawing/2014/main" id="{BEAD1B9D-767C-EDCB-5D32-071C1DDFA953}"/>
              </a:ext>
            </a:extLst>
          </p:cNvPr>
          <p:cNvSpPr>
            <a:spLocks noChangeArrowheads="1"/>
          </p:cNvSpPr>
          <p:nvPr/>
        </p:nvSpPr>
        <p:spPr bwMode="auto">
          <a:xfrm>
            <a:off x="6084825" y="5828852"/>
            <a:ext cx="1655763"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lvl="1">
              <a:spcBef>
                <a:spcPct val="20000"/>
              </a:spcBef>
              <a:buClrTx/>
              <a:buSzTx/>
              <a:buFontTx/>
              <a:buNone/>
              <a:defRPr/>
            </a:pPr>
            <a:r>
              <a:rPr lang="en-US" altLang="zh-CN" dirty="0">
                <a:latin typeface="Arial" charset="0"/>
                <a:ea typeface="宋体" charset="0"/>
              </a:rPr>
              <a:t>R_gnd2</a:t>
            </a:r>
          </a:p>
        </p:txBody>
      </p:sp>
      <p:sp>
        <p:nvSpPr>
          <p:cNvPr id="36" name="Line 65">
            <a:extLst>
              <a:ext uri="{FF2B5EF4-FFF2-40B4-BE49-F238E27FC236}">
                <a16:creationId xmlns:a16="http://schemas.microsoft.com/office/drawing/2014/main" id="{6DEF6F22-E4FF-1A39-F8F0-DD885E468B17}"/>
              </a:ext>
            </a:extLst>
          </p:cNvPr>
          <p:cNvSpPr>
            <a:spLocks noChangeShapeType="1"/>
          </p:cNvSpPr>
          <p:nvPr/>
        </p:nvSpPr>
        <p:spPr bwMode="auto">
          <a:xfrm>
            <a:off x="6500433" y="2778472"/>
            <a:ext cx="0" cy="3587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buFont typeface="Times New Roman" charset="0"/>
              <a:buNone/>
              <a:defRPr/>
            </a:pPr>
            <a:endParaRPr lang="en-US">
              <a:latin typeface="Arial" charset="0"/>
              <a:ea typeface="宋体" charset="0"/>
            </a:endParaRPr>
          </a:p>
        </p:txBody>
      </p:sp>
      <p:sp>
        <p:nvSpPr>
          <p:cNvPr id="37" name="Line 66">
            <a:extLst>
              <a:ext uri="{FF2B5EF4-FFF2-40B4-BE49-F238E27FC236}">
                <a16:creationId xmlns:a16="http://schemas.microsoft.com/office/drawing/2014/main" id="{2DB61816-448F-208E-29D6-9626CCCFB812}"/>
              </a:ext>
            </a:extLst>
          </p:cNvPr>
          <p:cNvSpPr>
            <a:spLocks noChangeShapeType="1"/>
          </p:cNvSpPr>
          <p:nvPr/>
        </p:nvSpPr>
        <p:spPr bwMode="auto">
          <a:xfrm>
            <a:off x="5852733" y="5370859"/>
            <a:ext cx="1509712"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buFont typeface="Times New Roman" charset="0"/>
              <a:buNone/>
              <a:defRPr/>
            </a:pPr>
            <a:endParaRPr lang="en-US">
              <a:latin typeface="Arial" charset="0"/>
              <a:ea typeface="宋体" charset="0"/>
            </a:endParaRPr>
          </a:p>
        </p:txBody>
      </p:sp>
      <p:sp>
        <p:nvSpPr>
          <p:cNvPr id="38" name="Line 67">
            <a:extLst>
              <a:ext uri="{FF2B5EF4-FFF2-40B4-BE49-F238E27FC236}">
                <a16:creationId xmlns:a16="http://schemas.microsoft.com/office/drawing/2014/main" id="{5B862BBF-58EF-F32E-FD11-7C18C3641761}"/>
              </a:ext>
            </a:extLst>
          </p:cNvPr>
          <p:cNvSpPr>
            <a:spLocks noChangeShapeType="1"/>
          </p:cNvSpPr>
          <p:nvPr/>
        </p:nvSpPr>
        <p:spPr bwMode="auto">
          <a:xfrm>
            <a:off x="7362445" y="4937471"/>
            <a:ext cx="0" cy="433388"/>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buFont typeface="Times New Roman" charset="0"/>
              <a:buNone/>
              <a:defRPr/>
            </a:pPr>
            <a:endParaRPr lang="en-US">
              <a:latin typeface="Arial" charset="0"/>
              <a:ea typeface="宋体" charset="0"/>
            </a:endParaRPr>
          </a:p>
        </p:txBody>
      </p:sp>
      <p:sp>
        <p:nvSpPr>
          <p:cNvPr id="39" name="Line 69">
            <a:extLst>
              <a:ext uri="{FF2B5EF4-FFF2-40B4-BE49-F238E27FC236}">
                <a16:creationId xmlns:a16="http://schemas.microsoft.com/office/drawing/2014/main" id="{1C119459-2B7D-1471-6948-39AF2E497EB5}"/>
              </a:ext>
            </a:extLst>
          </p:cNvPr>
          <p:cNvSpPr>
            <a:spLocks noChangeShapeType="1"/>
          </p:cNvSpPr>
          <p:nvPr/>
        </p:nvSpPr>
        <p:spPr bwMode="auto">
          <a:xfrm>
            <a:off x="5852734" y="3570634"/>
            <a:ext cx="1582737"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buFont typeface="Times New Roman" charset="0"/>
              <a:buNone/>
              <a:defRPr/>
            </a:pPr>
            <a:endParaRPr lang="en-US">
              <a:latin typeface="Arial" charset="0"/>
              <a:ea typeface="宋体" charset="0"/>
            </a:endParaRPr>
          </a:p>
        </p:txBody>
      </p:sp>
      <p:sp>
        <p:nvSpPr>
          <p:cNvPr id="40" name="Line 70">
            <a:extLst>
              <a:ext uri="{FF2B5EF4-FFF2-40B4-BE49-F238E27FC236}">
                <a16:creationId xmlns:a16="http://schemas.microsoft.com/office/drawing/2014/main" id="{318251E4-728B-3DC0-E1E9-40F53878119C}"/>
              </a:ext>
            </a:extLst>
          </p:cNvPr>
          <p:cNvSpPr>
            <a:spLocks noChangeShapeType="1"/>
          </p:cNvSpPr>
          <p:nvPr/>
        </p:nvSpPr>
        <p:spPr bwMode="auto">
          <a:xfrm>
            <a:off x="7435470" y="3570635"/>
            <a:ext cx="0" cy="358775"/>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buFont typeface="Times New Roman" charset="0"/>
              <a:buNone/>
              <a:defRPr/>
            </a:pPr>
            <a:endParaRPr lang="en-US">
              <a:latin typeface="Arial" charset="0"/>
              <a:ea typeface="宋体" charset="0"/>
            </a:endParaRPr>
          </a:p>
        </p:txBody>
      </p:sp>
      <p:sp>
        <p:nvSpPr>
          <p:cNvPr id="41" name="Line 71">
            <a:extLst>
              <a:ext uri="{FF2B5EF4-FFF2-40B4-BE49-F238E27FC236}">
                <a16:creationId xmlns:a16="http://schemas.microsoft.com/office/drawing/2014/main" id="{767F0C52-DCD7-E39C-7A84-CED8F4063989}"/>
              </a:ext>
            </a:extLst>
          </p:cNvPr>
          <p:cNvSpPr>
            <a:spLocks noChangeShapeType="1"/>
          </p:cNvSpPr>
          <p:nvPr/>
        </p:nvSpPr>
        <p:spPr bwMode="auto">
          <a:xfrm>
            <a:off x="5851145" y="4937471"/>
            <a:ext cx="1588" cy="433388"/>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buFont typeface="Times New Roman" charset="0"/>
              <a:buNone/>
              <a:defRPr/>
            </a:pPr>
            <a:endParaRPr lang="en-US">
              <a:latin typeface="Arial" charset="0"/>
              <a:ea typeface="宋体" charset="0"/>
            </a:endParaRPr>
          </a:p>
        </p:txBody>
      </p:sp>
      <p:sp>
        <p:nvSpPr>
          <p:cNvPr id="42" name="Line 72">
            <a:extLst>
              <a:ext uri="{FF2B5EF4-FFF2-40B4-BE49-F238E27FC236}">
                <a16:creationId xmlns:a16="http://schemas.microsoft.com/office/drawing/2014/main" id="{0E1428C1-3F1D-859F-0BA9-00F570604779}"/>
              </a:ext>
            </a:extLst>
          </p:cNvPr>
          <p:cNvSpPr>
            <a:spLocks noChangeShapeType="1"/>
          </p:cNvSpPr>
          <p:nvPr/>
        </p:nvSpPr>
        <p:spPr bwMode="auto">
          <a:xfrm>
            <a:off x="6500433" y="5370859"/>
            <a:ext cx="0" cy="4318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buFont typeface="Times New Roman" charset="0"/>
              <a:buNone/>
              <a:defRPr/>
            </a:pPr>
            <a:endParaRPr lang="en-US">
              <a:latin typeface="Arial" charset="0"/>
              <a:ea typeface="宋体" charset="0"/>
            </a:endParaRPr>
          </a:p>
        </p:txBody>
      </p:sp>
      <p:sp>
        <p:nvSpPr>
          <p:cNvPr id="43" name="Line 73">
            <a:extLst>
              <a:ext uri="{FF2B5EF4-FFF2-40B4-BE49-F238E27FC236}">
                <a16:creationId xmlns:a16="http://schemas.microsoft.com/office/drawing/2014/main" id="{000248DA-98E1-5AD5-9804-00859B1839F5}"/>
              </a:ext>
            </a:extLst>
          </p:cNvPr>
          <p:cNvSpPr>
            <a:spLocks noChangeShapeType="1"/>
          </p:cNvSpPr>
          <p:nvPr/>
        </p:nvSpPr>
        <p:spPr bwMode="auto">
          <a:xfrm>
            <a:off x="6500433" y="5370860"/>
            <a:ext cx="0" cy="3587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buFont typeface="Times New Roman" charset="0"/>
              <a:buNone/>
              <a:defRPr/>
            </a:pPr>
            <a:endParaRPr lang="en-US">
              <a:latin typeface="Arial" charset="0"/>
              <a:ea typeface="宋体" charset="0"/>
            </a:endParaRPr>
          </a:p>
        </p:txBody>
      </p:sp>
      <p:sp>
        <p:nvSpPr>
          <p:cNvPr id="44" name="Rectangle 74">
            <a:extLst>
              <a:ext uri="{FF2B5EF4-FFF2-40B4-BE49-F238E27FC236}">
                <a16:creationId xmlns:a16="http://schemas.microsoft.com/office/drawing/2014/main" id="{0C8A3AAB-9424-7FA8-C200-18C721D07183}"/>
              </a:ext>
            </a:extLst>
          </p:cNvPr>
          <p:cNvSpPr>
            <a:spLocks noChangeArrowheads="1"/>
          </p:cNvSpPr>
          <p:nvPr/>
        </p:nvSpPr>
        <p:spPr bwMode="auto">
          <a:xfrm>
            <a:off x="5922583" y="2778472"/>
            <a:ext cx="1223962"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lvl="1">
              <a:spcBef>
                <a:spcPct val="20000"/>
              </a:spcBef>
              <a:buClrTx/>
              <a:buSzTx/>
              <a:buFontTx/>
              <a:buNone/>
              <a:defRPr/>
            </a:pPr>
            <a:r>
              <a:rPr lang="en-US" altLang="zh-CN">
                <a:latin typeface="Arial" charset="0"/>
                <a:ea typeface="宋体" charset="0"/>
              </a:rPr>
              <a:t>Icc2</a:t>
            </a:r>
          </a:p>
        </p:txBody>
      </p:sp>
      <p:sp>
        <p:nvSpPr>
          <p:cNvPr id="45" name="Line 75">
            <a:extLst>
              <a:ext uri="{FF2B5EF4-FFF2-40B4-BE49-F238E27FC236}">
                <a16:creationId xmlns:a16="http://schemas.microsoft.com/office/drawing/2014/main" id="{7733F8B2-A406-D2AE-D551-02D6FD055747}"/>
              </a:ext>
            </a:extLst>
          </p:cNvPr>
          <p:cNvSpPr>
            <a:spLocks noChangeShapeType="1"/>
          </p:cNvSpPr>
          <p:nvPr/>
        </p:nvSpPr>
        <p:spPr bwMode="auto">
          <a:xfrm>
            <a:off x="6500433" y="3137246"/>
            <a:ext cx="0" cy="433388"/>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buFont typeface="Times New Roman" charset="0"/>
              <a:buNone/>
              <a:defRPr/>
            </a:pPr>
            <a:endParaRPr lang="en-US">
              <a:latin typeface="Arial" charset="0"/>
              <a:ea typeface="宋体" charset="0"/>
            </a:endParaRPr>
          </a:p>
        </p:txBody>
      </p:sp>
      <p:sp>
        <p:nvSpPr>
          <p:cNvPr id="46" name="Line 76">
            <a:extLst>
              <a:ext uri="{FF2B5EF4-FFF2-40B4-BE49-F238E27FC236}">
                <a16:creationId xmlns:a16="http://schemas.microsoft.com/office/drawing/2014/main" id="{F6F9E30F-DCD4-10F3-BE25-7B7C8ADCF74E}"/>
              </a:ext>
            </a:extLst>
          </p:cNvPr>
          <p:cNvSpPr>
            <a:spLocks noChangeShapeType="1"/>
          </p:cNvSpPr>
          <p:nvPr/>
        </p:nvSpPr>
        <p:spPr bwMode="auto">
          <a:xfrm flipH="1">
            <a:off x="5851145" y="3570635"/>
            <a:ext cx="1588" cy="358775"/>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buFont typeface="Times New Roman" charset="0"/>
              <a:buNone/>
              <a:defRPr/>
            </a:pPr>
            <a:endParaRPr lang="en-US">
              <a:latin typeface="Arial" charset="0"/>
              <a:ea typeface="宋体" charset="0"/>
            </a:endParaRPr>
          </a:p>
        </p:txBody>
      </p:sp>
      <p:sp>
        <p:nvSpPr>
          <p:cNvPr id="47" name="Line 82">
            <a:extLst>
              <a:ext uri="{FF2B5EF4-FFF2-40B4-BE49-F238E27FC236}">
                <a16:creationId xmlns:a16="http://schemas.microsoft.com/office/drawing/2014/main" id="{329F7662-7620-EBB5-FD7C-694D9390663E}"/>
              </a:ext>
            </a:extLst>
          </p:cNvPr>
          <p:cNvSpPr>
            <a:spLocks noChangeShapeType="1"/>
          </p:cNvSpPr>
          <p:nvPr/>
        </p:nvSpPr>
        <p:spPr bwMode="auto">
          <a:xfrm>
            <a:off x="2753934" y="2778471"/>
            <a:ext cx="5400675"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buFont typeface="Times New Roman" charset="0"/>
              <a:buNone/>
              <a:defRPr/>
            </a:pPr>
            <a:endParaRPr lang="en-US">
              <a:latin typeface="Arial" charset="0"/>
              <a:ea typeface="宋体" charset="0"/>
            </a:endParaRPr>
          </a:p>
        </p:txBody>
      </p:sp>
      <p:sp>
        <p:nvSpPr>
          <p:cNvPr id="48" name="Line 83">
            <a:extLst>
              <a:ext uri="{FF2B5EF4-FFF2-40B4-BE49-F238E27FC236}">
                <a16:creationId xmlns:a16="http://schemas.microsoft.com/office/drawing/2014/main" id="{4DE5DDBA-0122-C2A0-3FBA-8400FD544C67}"/>
              </a:ext>
            </a:extLst>
          </p:cNvPr>
          <p:cNvSpPr>
            <a:spLocks noChangeShapeType="1"/>
          </p:cNvSpPr>
          <p:nvPr/>
        </p:nvSpPr>
        <p:spPr bwMode="auto">
          <a:xfrm>
            <a:off x="4985958" y="5370859"/>
            <a:ext cx="793750" cy="0"/>
          </a:xfrm>
          <a:prstGeom prst="line">
            <a:avLst/>
          </a:prstGeom>
          <a:noFill/>
          <a:ln w="9525">
            <a:solidFill>
              <a:schemeClr val="tx1"/>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buFont typeface="Times New Roman" charset="0"/>
              <a:buNone/>
              <a:defRPr/>
            </a:pPr>
            <a:endParaRPr lang="en-US">
              <a:latin typeface="Arial" charset="0"/>
              <a:ea typeface="宋体" charset="0"/>
            </a:endParaRPr>
          </a:p>
        </p:txBody>
      </p:sp>
      <p:sp>
        <p:nvSpPr>
          <p:cNvPr id="49" name="Line 84">
            <a:extLst>
              <a:ext uri="{FF2B5EF4-FFF2-40B4-BE49-F238E27FC236}">
                <a16:creationId xmlns:a16="http://schemas.microsoft.com/office/drawing/2014/main" id="{9B458AE6-A1DF-9FB7-A685-F74BA88FA301}"/>
              </a:ext>
            </a:extLst>
          </p:cNvPr>
          <p:cNvSpPr>
            <a:spLocks noChangeShapeType="1"/>
          </p:cNvSpPr>
          <p:nvPr/>
        </p:nvSpPr>
        <p:spPr bwMode="auto">
          <a:xfrm>
            <a:off x="5058983" y="4434235"/>
            <a:ext cx="0" cy="936625"/>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buFont typeface="Times New Roman" charset="0"/>
              <a:buNone/>
              <a:defRPr/>
            </a:pPr>
            <a:endParaRPr lang="en-US">
              <a:latin typeface="Arial" charset="0"/>
              <a:ea typeface="宋体" charset="0"/>
            </a:endParaRPr>
          </a:p>
        </p:txBody>
      </p:sp>
      <p:sp>
        <p:nvSpPr>
          <p:cNvPr id="50" name="Line 85">
            <a:extLst>
              <a:ext uri="{FF2B5EF4-FFF2-40B4-BE49-F238E27FC236}">
                <a16:creationId xmlns:a16="http://schemas.microsoft.com/office/drawing/2014/main" id="{72147585-DC72-CA8E-D953-698D3EBBD8ED}"/>
              </a:ext>
            </a:extLst>
          </p:cNvPr>
          <p:cNvSpPr>
            <a:spLocks noChangeShapeType="1"/>
          </p:cNvSpPr>
          <p:nvPr/>
        </p:nvSpPr>
        <p:spPr bwMode="auto">
          <a:xfrm>
            <a:off x="5058983" y="5370859"/>
            <a:ext cx="0" cy="1008062"/>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buFont typeface="Times New Roman" charset="0"/>
              <a:buNone/>
              <a:defRPr/>
            </a:pPr>
            <a:endParaRPr lang="en-US">
              <a:latin typeface="Arial" charset="0"/>
              <a:ea typeface="宋体" charset="0"/>
            </a:endParaRPr>
          </a:p>
        </p:txBody>
      </p:sp>
      <p:sp>
        <p:nvSpPr>
          <p:cNvPr id="51" name="Rectangle 86">
            <a:extLst>
              <a:ext uri="{FF2B5EF4-FFF2-40B4-BE49-F238E27FC236}">
                <a16:creationId xmlns:a16="http://schemas.microsoft.com/office/drawing/2014/main" id="{009D7679-B964-5012-C001-48FE57B839EE}"/>
              </a:ext>
            </a:extLst>
          </p:cNvPr>
          <p:cNvSpPr>
            <a:spLocks noChangeArrowheads="1"/>
          </p:cNvSpPr>
          <p:nvPr/>
        </p:nvSpPr>
        <p:spPr bwMode="auto">
          <a:xfrm>
            <a:off x="3114295" y="4937471"/>
            <a:ext cx="1728788"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lvl="1">
              <a:spcBef>
                <a:spcPct val="20000"/>
              </a:spcBef>
              <a:buClrTx/>
              <a:buSzTx/>
              <a:buFontTx/>
              <a:buNone/>
              <a:defRPr/>
            </a:pPr>
            <a:r>
              <a:rPr lang="en-US" altLang="zh-CN" sz="1600">
                <a:solidFill>
                  <a:srgbClr val="0000FF"/>
                </a:solidFill>
                <a:latin typeface="Arial" charset="0"/>
                <a:ea typeface="宋体" charset="0"/>
              </a:rPr>
              <a:t>Vo_ideal</a:t>
            </a:r>
          </a:p>
        </p:txBody>
      </p:sp>
      <p:sp>
        <p:nvSpPr>
          <p:cNvPr id="52" name="Rectangle 88">
            <a:extLst>
              <a:ext uri="{FF2B5EF4-FFF2-40B4-BE49-F238E27FC236}">
                <a16:creationId xmlns:a16="http://schemas.microsoft.com/office/drawing/2014/main" id="{F4C39640-2E7E-13F6-A2DF-26ED270F793F}"/>
              </a:ext>
            </a:extLst>
          </p:cNvPr>
          <p:cNvSpPr>
            <a:spLocks noChangeArrowheads="1"/>
          </p:cNvSpPr>
          <p:nvPr/>
        </p:nvSpPr>
        <p:spPr bwMode="auto">
          <a:xfrm>
            <a:off x="4193796" y="4937471"/>
            <a:ext cx="936625"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lvl="1">
              <a:spcBef>
                <a:spcPct val="20000"/>
              </a:spcBef>
              <a:buClrTx/>
              <a:buSzTx/>
              <a:buFontTx/>
              <a:buNone/>
              <a:defRPr/>
            </a:pPr>
            <a:r>
              <a:rPr lang="en-US" altLang="zh-CN" sz="1600">
                <a:solidFill>
                  <a:srgbClr val="0000FF"/>
                </a:solidFill>
                <a:latin typeface="Arial" charset="0"/>
                <a:ea typeface="宋体" charset="0"/>
              </a:rPr>
              <a:t>Vi</a:t>
            </a:r>
          </a:p>
        </p:txBody>
      </p:sp>
      <p:sp>
        <p:nvSpPr>
          <p:cNvPr id="53" name="Rectangle 89">
            <a:extLst>
              <a:ext uri="{FF2B5EF4-FFF2-40B4-BE49-F238E27FC236}">
                <a16:creationId xmlns:a16="http://schemas.microsoft.com/office/drawing/2014/main" id="{5DD8F912-3E3C-E848-8242-F4089DBEA5BB}"/>
              </a:ext>
            </a:extLst>
          </p:cNvPr>
          <p:cNvSpPr>
            <a:spLocks noChangeArrowheads="1"/>
          </p:cNvSpPr>
          <p:nvPr/>
        </p:nvSpPr>
        <p:spPr bwMode="auto">
          <a:xfrm>
            <a:off x="3328608" y="5802659"/>
            <a:ext cx="144145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lvl="1">
              <a:spcBef>
                <a:spcPct val="20000"/>
              </a:spcBef>
              <a:buClrTx/>
              <a:buSzTx/>
              <a:buFontTx/>
              <a:buNone/>
              <a:defRPr/>
            </a:pPr>
            <a:r>
              <a:rPr lang="en-US" altLang="zh-CN" sz="1600">
                <a:solidFill>
                  <a:srgbClr val="0000FF"/>
                </a:solidFill>
                <a:latin typeface="Arial" charset="0"/>
                <a:ea typeface="宋体" charset="0"/>
              </a:rPr>
              <a:t>V_gnd1</a:t>
            </a:r>
          </a:p>
        </p:txBody>
      </p:sp>
      <p:sp>
        <p:nvSpPr>
          <p:cNvPr id="54" name="Rectangle 90">
            <a:extLst>
              <a:ext uri="{FF2B5EF4-FFF2-40B4-BE49-F238E27FC236}">
                <a16:creationId xmlns:a16="http://schemas.microsoft.com/office/drawing/2014/main" id="{8B5DE587-DDEB-BB5B-BD59-A2027BBB8AD6}"/>
              </a:ext>
            </a:extLst>
          </p:cNvPr>
          <p:cNvSpPr>
            <a:spLocks noChangeArrowheads="1"/>
          </p:cNvSpPr>
          <p:nvPr/>
        </p:nvSpPr>
        <p:spPr bwMode="auto">
          <a:xfrm>
            <a:off x="4552571" y="5813771"/>
            <a:ext cx="144145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lvl="1">
              <a:spcBef>
                <a:spcPct val="20000"/>
              </a:spcBef>
              <a:buClrTx/>
              <a:buSzTx/>
              <a:buFontTx/>
              <a:buNone/>
              <a:defRPr/>
            </a:pPr>
            <a:r>
              <a:rPr lang="en-US" altLang="zh-CN" sz="1600" dirty="0">
                <a:solidFill>
                  <a:srgbClr val="0000FF"/>
                </a:solidFill>
                <a:latin typeface="Arial" charset="0"/>
                <a:ea typeface="宋体" charset="0"/>
              </a:rPr>
              <a:t>V_gnd2</a:t>
            </a:r>
          </a:p>
        </p:txBody>
      </p:sp>
      <p:sp>
        <p:nvSpPr>
          <p:cNvPr id="55" name="Rectangle 91">
            <a:extLst>
              <a:ext uri="{FF2B5EF4-FFF2-40B4-BE49-F238E27FC236}">
                <a16:creationId xmlns:a16="http://schemas.microsoft.com/office/drawing/2014/main" id="{A97BBDDB-E5CD-BA79-2B96-F5A6DC572672}"/>
              </a:ext>
            </a:extLst>
          </p:cNvPr>
          <p:cNvSpPr>
            <a:spLocks noChangeArrowheads="1"/>
          </p:cNvSpPr>
          <p:nvPr/>
        </p:nvSpPr>
        <p:spPr bwMode="auto">
          <a:xfrm>
            <a:off x="3606593" y="1829539"/>
            <a:ext cx="6180027" cy="92948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lvl="1" algn="l">
              <a:spcBef>
                <a:spcPct val="20000"/>
              </a:spcBef>
              <a:buClrTx/>
              <a:buSzTx/>
              <a:buFontTx/>
              <a:buNone/>
              <a:defRPr/>
            </a:pPr>
            <a:r>
              <a:rPr lang="en-US" altLang="zh-CN" sz="1600" dirty="0" err="1">
                <a:solidFill>
                  <a:srgbClr val="0000FF"/>
                </a:solidFill>
                <a:latin typeface="Arial" charset="0"/>
                <a:ea typeface="宋体" charset="0"/>
              </a:rPr>
              <a:t>Vi_ideal</a:t>
            </a:r>
            <a:r>
              <a:rPr lang="en-US" altLang="zh-CN" sz="1600" dirty="0">
                <a:solidFill>
                  <a:srgbClr val="0000FF"/>
                </a:solidFill>
                <a:latin typeface="Arial" charset="0"/>
                <a:ea typeface="宋体" charset="0"/>
              </a:rPr>
              <a:t> = </a:t>
            </a:r>
            <a:r>
              <a:rPr lang="en-US" altLang="zh-CN" sz="1600" dirty="0" err="1">
                <a:solidFill>
                  <a:srgbClr val="0000FF"/>
                </a:solidFill>
                <a:latin typeface="Arial" charset="0"/>
                <a:ea typeface="宋体" charset="0"/>
              </a:rPr>
              <a:t>Vo_ideal</a:t>
            </a:r>
            <a:endParaRPr lang="en-US" altLang="zh-CN" sz="1600" dirty="0">
              <a:solidFill>
                <a:srgbClr val="0000FF"/>
              </a:solidFill>
              <a:latin typeface="Arial" charset="0"/>
              <a:ea typeface="宋体" charset="0"/>
            </a:endParaRPr>
          </a:p>
          <a:p>
            <a:pPr lvl="1" algn="l">
              <a:spcBef>
                <a:spcPct val="20000"/>
              </a:spcBef>
              <a:buClrTx/>
              <a:buSzTx/>
              <a:buFontTx/>
              <a:buNone/>
              <a:defRPr/>
            </a:pPr>
            <a:r>
              <a:rPr lang="en-US" altLang="zh-CN" sz="1600" dirty="0" err="1">
                <a:solidFill>
                  <a:srgbClr val="0000FF"/>
                </a:solidFill>
                <a:latin typeface="Arial" charset="0"/>
                <a:ea typeface="宋体" charset="0"/>
              </a:rPr>
              <a:t>Vi_real</a:t>
            </a:r>
            <a:r>
              <a:rPr lang="en-US" altLang="zh-CN" sz="1600" dirty="0">
                <a:solidFill>
                  <a:srgbClr val="0000FF"/>
                </a:solidFill>
                <a:latin typeface="Arial" charset="0"/>
                <a:ea typeface="宋体" charset="0"/>
              </a:rPr>
              <a:t> = Vo_ideal+V_gnd1-V_gnd2</a:t>
            </a:r>
          </a:p>
          <a:p>
            <a:pPr lvl="1" algn="l">
              <a:spcBef>
                <a:spcPct val="20000"/>
              </a:spcBef>
              <a:buClrTx/>
              <a:buSzTx/>
              <a:buFontTx/>
              <a:buNone/>
              <a:defRPr/>
            </a:pPr>
            <a:r>
              <a:rPr lang="zh-CN" altLang="en-US" sz="1600" dirty="0">
                <a:solidFill>
                  <a:srgbClr val="0000FF"/>
                </a:solidFill>
                <a:latin typeface="Arial" charset="0"/>
                <a:ea typeface="宋体" charset="0"/>
              </a:rPr>
              <a:t>	 	     </a:t>
            </a:r>
            <a:r>
              <a:rPr lang="en-US" altLang="zh-CN" sz="1600" dirty="0">
                <a:solidFill>
                  <a:srgbClr val="0000FF"/>
                </a:solidFill>
                <a:latin typeface="Arial" charset="0"/>
                <a:ea typeface="宋体" charset="0"/>
              </a:rPr>
              <a:t>= Vo_ideal+Icc1*R_gnd1-Icc2*R_gnd2</a:t>
            </a:r>
            <a:endParaRPr lang="zh-CN" altLang="en-US" sz="1600" dirty="0">
              <a:solidFill>
                <a:srgbClr val="0000FF"/>
              </a:solidFill>
              <a:latin typeface="Arial" charset="0"/>
              <a:ea typeface="宋体" charset="0"/>
            </a:endParaRPr>
          </a:p>
        </p:txBody>
      </p:sp>
      <p:sp>
        <p:nvSpPr>
          <p:cNvPr id="56" name="Line 19">
            <a:extLst>
              <a:ext uri="{FF2B5EF4-FFF2-40B4-BE49-F238E27FC236}">
                <a16:creationId xmlns:a16="http://schemas.microsoft.com/office/drawing/2014/main" id="{F383A720-6766-E495-E170-C1359484650C}"/>
              </a:ext>
            </a:extLst>
          </p:cNvPr>
          <p:cNvSpPr>
            <a:spLocks noChangeShapeType="1"/>
          </p:cNvSpPr>
          <p:nvPr/>
        </p:nvSpPr>
        <p:spPr bwMode="auto">
          <a:xfrm>
            <a:off x="4338258" y="4434234"/>
            <a:ext cx="10795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buFont typeface="Times New Roman" charset="0"/>
              <a:buNone/>
              <a:defRPr/>
            </a:pPr>
            <a:endParaRPr lang="en-US">
              <a:latin typeface="Arial" charset="0"/>
              <a:ea typeface="宋体" charset="0"/>
            </a:endParaRPr>
          </a:p>
        </p:txBody>
      </p:sp>
    </p:spTree>
    <p:extLst>
      <p:ext uri="{BB962C8B-B14F-4D97-AF65-F5344CB8AC3E}">
        <p14:creationId xmlns:p14="http://schemas.microsoft.com/office/powerpoint/2010/main" val="35900313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E2119A-5E13-CE17-BF40-EBDD825BFCF5}"/>
              </a:ext>
            </a:extLst>
          </p:cNvPr>
          <p:cNvSpPr>
            <a:spLocks noGrp="1"/>
          </p:cNvSpPr>
          <p:nvPr>
            <p:ph type="title"/>
          </p:nvPr>
        </p:nvSpPr>
        <p:spPr/>
        <p:txBody>
          <a:bodyPr>
            <a:normAutofit fontScale="90000"/>
          </a:bodyPr>
          <a:lstStyle/>
          <a:p>
            <a:r>
              <a:rPr kumimoji="1" lang="zh-CN" altLang="en-US" dirty="0"/>
              <a:t>电源（高电平）相对来说较为“干净”</a:t>
            </a:r>
          </a:p>
        </p:txBody>
      </p:sp>
      <p:sp>
        <p:nvSpPr>
          <p:cNvPr id="3" name="内容占位符 2">
            <a:extLst>
              <a:ext uri="{FF2B5EF4-FFF2-40B4-BE49-F238E27FC236}">
                <a16:creationId xmlns:a16="http://schemas.microsoft.com/office/drawing/2014/main" id="{3E240858-4AEA-9823-D04A-A09B1F16ABEF}"/>
              </a:ext>
            </a:extLst>
          </p:cNvPr>
          <p:cNvSpPr>
            <a:spLocks noGrp="1"/>
          </p:cNvSpPr>
          <p:nvPr>
            <p:ph idx="1"/>
          </p:nvPr>
        </p:nvSpPr>
        <p:spPr>
          <a:xfrm>
            <a:off x="17780" y="585760"/>
            <a:ext cx="8925803" cy="5947119"/>
          </a:xfrm>
        </p:spPr>
        <p:txBody>
          <a:bodyPr/>
          <a:lstStyle/>
          <a:p>
            <a:r>
              <a:rPr kumimoji="1" lang="zh-CN" altLang="en-US" sz="2400" dirty="0"/>
              <a:t>逐层加大大小小的电容（就像水库</a:t>
            </a:r>
            <a:r>
              <a:rPr kumimoji="1" lang="en-US" altLang="zh-CN" sz="2400" dirty="0"/>
              <a:t>/</a:t>
            </a:r>
            <a:r>
              <a:rPr kumimoji="1" lang="zh-CN" altLang="en-US" sz="2400" dirty="0"/>
              <a:t>水塔</a:t>
            </a:r>
            <a:r>
              <a:rPr kumimoji="1" lang="en-US" altLang="zh-CN" sz="2400" dirty="0"/>
              <a:t>/</a:t>
            </a:r>
            <a:r>
              <a:rPr kumimoji="1" lang="zh-CN" altLang="en-US" sz="2400" dirty="0"/>
              <a:t>二次供水</a:t>
            </a:r>
            <a:r>
              <a:rPr kumimoji="1" lang="en-US" altLang="zh-CN" sz="2400" dirty="0"/>
              <a:t>/</a:t>
            </a:r>
            <a:r>
              <a:rPr kumimoji="1" lang="zh-CN" altLang="en-US" sz="2400" dirty="0"/>
              <a:t>家里的热水瓶）来保证电源电压（供水）稳定</a:t>
            </a:r>
            <a:endParaRPr kumimoji="1" lang="en-US" altLang="zh-CN" sz="2400" dirty="0"/>
          </a:p>
          <a:p>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endParaRPr kumimoji="1" lang="zh-CN" altLang="en-US" dirty="0"/>
          </a:p>
        </p:txBody>
      </p:sp>
      <p:sp>
        <p:nvSpPr>
          <p:cNvPr id="4" name="页脚占位符 3">
            <a:extLst>
              <a:ext uri="{FF2B5EF4-FFF2-40B4-BE49-F238E27FC236}">
                <a16:creationId xmlns:a16="http://schemas.microsoft.com/office/drawing/2014/main" id="{589562E1-468E-E5B1-4637-4C4C03305606}"/>
              </a:ext>
            </a:extLst>
          </p:cNvPr>
          <p:cNvSpPr>
            <a:spLocks noGrp="1"/>
          </p:cNvSpPr>
          <p:nvPr>
            <p:ph type="ftr" sz="quarter" idx="11"/>
          </p:nvPr>
        </p:nvSpPr>
        <p:spPr/>
        <p:txBody>
          <a:bodyPr/>
          <a:lstStyle/>
          <a:p>
            <a:r>
              <a:rPr lang="zh-CN" altLang="en-US"/>
              <a:t>模拟与数字电路：</a:t>
            </a:r>
            <a:r>
              <a:rPr lang="en-US" altLang="zh-CN"/>
              <a:t>6. </a:t>
            </a:r>
            <a:r>
              <a:rPr lang="zh-CN" altLang="en-US"/>
              <a:t>组合逻辑电路</a:t>
            </a:r>
            <a:r>
              <a:rPr lang="en-US" altLang="zh-CN"/>
              <a:t>2</a:t>
            </a:r>
            <a:endParaRPr lang="en-US" dirty="0"/>
          </a:p>
        </p:txBody>
      </p:sp>
      <p:sp>
        <p:nvSpPr>
          <p:cNvPr id="5" name="灯片编号占位符 4">
            <a:extLst>
              <a:ext uri="{FF2B5EF4-FFF2-40B4-BE49-F238E27FC236}">
                <a16:creationId xmlns:a16="http://schemas.microsoft.com/office/drawing/2014/main" id="{4E0E7538-1365-266E-7D05-9DAA3E2AF247}"/>
              </a:ext>
            </a:extLst>
          </p:cNvPr>
          <p:cNvSpPr>
            <a:spLocks noGrp="1"/>
          </p:cNvSpPr>
          <p:nvPr>
            <p:ph type="sldNum" sz="quarter" idx="12"/>
          </p:nvPr>
        </p:nvSpPr>
        <p:spPr/>
        <p:txBody>
          <a:bodyPr/>
          <a:lstStyle/>
          <a:p>
            <a:fld id="{9E260BC5-5BF3-8746-862B-DC45E9CAA88B}" type="slidenum">
              <a:rPr lang="en-US" smtClean="0"/>
              <a:pPr/>
              <a:t>37</a:t>
            </a:fld>
            <a:r>
              <a:rPr lang="en-US" altLang="zh-CN" dirty="0"/>
              <a:t>/38</a:t>
            </a:r>
            <a:endParaRPr lang="en-US" dirty="0"/>
          </a:p>
        </p:txBody>
      </p:sp>
      <p:pic>
        <p:nvPicPr>
          <p:cNvPr id="6" name="Picture 52">
            <a:extLst>
              <a:ext uri="{FF2B5EF4-FFF2-40B4-BE49-F238E27FC236}">
                <a16:creationId xmlns:a16="http://schemas.microsoft.com/office/drawing/2014/main" id="{2F65AB6D-3D59-E9F8-B25A-51785DC1E1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25008" y="1203234"/>
            <a:ext cx="3104693" cy="154907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pic>
        <p:nvPicPr>
          <p:cNvPr id="7" name="Picture 46">
            <a:extLst>
              <a:ext uri="{FF2B5EF4-FFF2-40B4-BE49-F238E27FC236}">
                <a16:creationId xmlns:a16="http://schemas.microsoft.com/office/drawing/2014/main" id="{BAFDFF5E-6E7A-A9B5-981D-2B69BC8F0A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3411" y="1954592"/>
            <a:ext cx="3373437" cy="34978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47">
            <a:extLst>
              <a:ext uri="{FF2B5EF4-FFF2-40B4-BE49-F238E27FC236}">
                <a16:creationId xmlns:a16="http://schemas.microsoft.com/office/drawing/2014/main" id="{555A8F59-0C4D-6112-FDD9-D644B02C9429}"/>
              </a:ext>
            </a:extLst>
          </p:cNvPr>
          <p:cNvSpPr>
            <a:spLocks noChangeArrowheads="1"/>
          </p:cNvSpPr>
          <p:nvPr/>
        </p:nvSpPr>
        <p:spPr bwMode="auto">
          <a:xfrm>
            <a:off x="303411" y="5504862"/>
            <a:ext cx="3635375" cy="6969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lvl="1" algn="l">
              <a:spcBef>
                <a:spcPct val="20000"/>
              </a:spcBef>
              <a:buClrTx/>
              <a:buSzTx/>
              <a:buFontTx/>
              <a:buNone/>
              <a:defRPr/>
            </a:pPr>
            <a:r>
              <a:rPr lang="en-US" altLang="zh-CN" dirty="0">
                <a:latin typeface="Arial" charset="0"/>
                <a:ea typeface="宋体" charset="0"/>
              </a:rPr>
              <a:t>Linear Technology LT1763</a:t>
            </a:r>
          </a:p>
          <a:p>
            <a:pPr lvl="1" algn="l">
              <a:spcBef>
                <a:spcPct val="20000"/>
              </a:spcBef>
              <a:buClrTx/>
              <a:buSzTx/>
              <a:buFontTx/>
              <a:buNone/>
              <a:defRPr/>
            </a:pPr>
            <a:r>
              <a:rPr lang="en-US" altLang="zh-CN" dirty="0">
                <a:latin typeface="Arial" charset="0"/>
                <a:ea typeface="宋体" charset="0"/>
              </a:rPr>
              <a:t>LDO (Low Dropout Regulator)</a:t>
            </a:r>
            <a:endParaRPr lang="zh-CN" altLang="en-US" dirty="0">
              <a:latin typeface="Arial" charset="0"/>
              <a:ea typeface="宋体" charset="0"/>
            </a:endParaRPr>
          </a:p>
        </p:txBody>
      </p:sp>
      <p:sp>
        <p:nvSpPr>
          <p:cNvPr id="9" name="文本框 8">
            <a:extLst>
              <a:ext uri="{FF2B5EF4-FFF2-40B4-BE49-F238E27FC236}">
                <a16:creationId xmlns:a16="http://schemas.microsoft.com/office/drawing/2014/main" id="{BEB535A8-B9AF-9168-A922-4EF7B5C03A37}"/>
              </a:ext>
            </a:extLst>
          </p:cNvPr>
          <p:cNvSpPr txBox="1"/>
          <p:nvPr/>
        </p:nvSpPr>
        <p:spPr>
          <a:xfrm>
            <a:off x="1125030" y="1474266"/>
            <a:ext cx="2154477" cy="369332"/>
          </a:xfrm>
          <a:prstGeom prst="rect">
            <a:avLst/>
          </a:prstGeom>
          <a:noFill/>
        </p:spPr>
        <p:txBody>
          <a:bodyPr wrap="square" rtlCol="0">
            <a:spAutoFit/>
          </a:bodyPr>
          <a:lstStyle/>
          <a:p>
            <a:pPr algn="ctr"/>
            <a:r>
              <a:rPr kumimoji="1" lang="zh-CN" altLang="en-US" dirty="0">
                <a:latin typeface="Microsoft YaHei" panose="020B0503020204020204" pitchFamily="34" charset="-122"/>
                <a:ea typeface="Microsoft YaHei" panose="020B0503020204020204" pitchFamily="34" charset="-122"/>
              </a:rPr>
              <a:t>加电容降低噪声</a:t>
            </a:r>
          </a:p>
        </p:txBody>
      </p:sp>
      <p:pic>
        <p:nvPicPr>
          <p:cNvPr id="10" name="图片 2">
            <a:extLst>
              <a:ext uri="{FF2B5EF4-FFF2-40B4-BE49-F238E27FC236}">
                <a16:creationId xmlns:a16="http://schemas.microsoft.com/office/drawing/2014/main" id="{1719B202-ABA6-B918-8547-514024F7CC7E}"/>
              </a:ext>
            </a:extLst>
          </p:cNvPr>
          <p:cNvPicPr>
            <a:picLocks noChangeAspect="1"/>
          </p:cNvPicPr>
          <p:nvPr/>
        </p:nvPicPr>
        <p:blipFill rotWithShape="1">
          <a:blip r:embed="rId4">
            <a:extLst>
              <a:ext uri="{28A0092B-C50C-407E-A947-70E740481C1C}">
                <a14:useLocalDpi xmlns:a14="http://schemas.microsoft.com/office/drawing/2010/main" val="0"/>
              </a:ext>
            </a:extLst>
          </a:blip>
          <a:srcRect l="32993" t="30558" r="26940" b="37953"/>
          <a:stretch/>
        </p:blipFill>
        <p:spPr bwMode="auto">
          <a:xfrm>
            <a:off x="5023928" y="2812541"/>
            <a:ext cx="4281369" cy="3040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圆角矩形 11">
            <a:extLst>
              <a:ext uri="{FF2B5EF4-FFF2-40B4-BE49-F238E27FC236}">
                <a16:creationId xmlns:a16="http://schemas.microsoft.com/office/drawing/2014/main" id="{AA0F106B-348B-F994-BD1B-46DE3C9337B5}"/>
              </a:ext>
            </a:extLst>
          </p:cNvPr>
          <p:cNvSpPr/>
          <p:nvPr/>
        </p:nvSpPr>
        <p:spPr>
          <a:xfrm>
            <a:off x="6193130" y="3796158"/>
            <a:ext cx="1929008" cy="642732"/>
          </a:xfrm>
          <a:prstGeom prst="roundRect">
            <a:avLst/>
          </a:prstGeom>
          <a:noFill/>
          <a:ln w="19050">
            <a:solidFill>
              <a:srgbClr val="FF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13" name="圆角矩形 12">
            <a:extLst>
              <a:ext uri="{FF2B5EF4-FFF2-40B4-BE49-F238E27FC236}">
                <a16:creationId xmlns:a16="http://schemas.microsoft.com/office/drawing/2014/main" id="{F8237EA1-D23B-1F3C-AF95-E7176B2CB5ED}"/>
              </a:ext>
            </a:extLst>
          </p:cNvPr>
          <p:cNvSpPr/>
          <p:nvPr/>
        </p:nvSpPr>
        <p:spPr>
          <a:xfrm>
            <a:off x="7014575" y="2094688"/>
            <a:ext cx="1929008" cy="642732"/>
          </a:xfrm>
          <a:prstGeom prst="roundRect">
            <a:avLst/>
          </a:prstGeom>
          <a:noFill/>
          <a:ln w="19050">
            <a:solidFill>
              <a:srgbClr val="FF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14" name="文本框 13">
            <a:extLst>
              <a:ext uri="{FF2B5EF4-FFF2-40B4-BE49-F238E27FC236}">
                <a16:creationId xmlns:a16="http://schemas.microsoft.com/office/drawing/2014/main" id="{5447A3A2-3A13-B644-6E80-15D029FEE7E3}"/>
              </a:ext>
            </a:extLst>
          </p:cNvPr>
          <p:cNvSpPr txBox="1"/>
          <p:nvPr/>
        </p:nvSpPr>
        <p:spPr>
          <a:xfrm>
            <a:off x="6193130" y="3416665"/>
            <a:ext cx="646331" cy="369332"/>
          </a:xfrm>
          <a:prstGeom prst="rect">
            <a:avLst/>
          </a:prstGeom>
          <a:noFill/>
        </p:spPr>
        <p:txBody>
          <a:bodyPr wrap="none" rtlCol="0">
            <a:spAutoFit/>
          </a:bodyPr>
          <a:lstStyle/>
          <a:p>
            <a:r>
              <a:rPr kumimoji="1" lang="zh-CN" altLang="en-US" dirty="0">
                <a:solidFill>
                  <a:srgbClr val="FFFF00"/>
                </a:solidFill>
              </a:rPr>
              <a:t>电容</a:t>
            </a:r>
          </a:p>
        </p:txBody>
      </p:sp>
    </p:spTree>
    <p:extLst>
      <p:ext uri="{BB962C8B-B14F-4D97-AF65-F5344CB8AC3E}">
        <p14:creationId xmlns:p14="http://schemas.microsoft.com/office/powerpoint/2010/main" val="1104309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8D0C86-027C-BE1D-C04E-FDCD386387FB}"/>
              </a:ext>
            </a:extLst>
          </p:cNvPr>
          <p:cNvSpPr>
            <a:spLocks noGrp="1"/>
          </p:cNvSpPr>
          <p:nvPr>
            <p:ph type="title"/>
          </p:nvPr>
        </p:nvSpPr>
        <p:spPr/>
        <p:txBody>
          <a:bodyPr>
            <a:normAutofit fontScale="90000"/>
          </a:bodyPr>
          <a:lstStyle/>
          <a:p>
            <a:r>
              <a:rPr kumimoji="1" lang="zh-CN" altLang="en-US" dirty="0"/>
              <a:t>常见低电平有效信号</a:t>
            </a:r>
          </a:p>
        </p:txBody>
      </p:sp>
      <p:sp>
        <p:nvSpPr>
          <p:cNvPr id="3" name="内容占位符 2">
            <a:extLst>
              <a:ext uri="{FF2B5EF4-FFF2-40B4-BE49-F238E27FC236}">
                <a16:creationId xmlns:a16="http://schemas.microsoft.com/office/drawing/2014/main" id="{71814F90-6B2C-5ED0-A8FF-261AB68DE89E}"/>
              </a:ext>
            </a:extLst>
          </p:cNvPr>
          <p:cNvSpPr>
            <a:spLocks noGrp="1"/>
          </p:cNvSpPr>
          <p:nvPr>
            <p:ph idx="1"/>
          </p:nvPr>
        </p:nvSpPr>
        <p:spPr>
          <a:xfrm>
            <a:off x="17780" y="585760"/>
            <a:ext cx="8917673" cy="5947119"/>
          </a:xfrm>
        </p:spPr>
        <p:txBody>
          <a:bodyPr/>
          <a:lstStyle/>
          <a:p>
            <a:r>
              <a:rPr kumimoji="1" lang="en-US" altLang="zh-CN" dirty="0" err="1"/>
              <a:t>nCS</a:t>
            </a:r>
            <a:r>
              <a:rPr kumimoji="1" lang="zh-CN" altLang="en-US" dirty="0"/>
              <a:t>（片选），</a:t>
            </a:r>
            <a:r>
              <a:rPr kumimoji="1" lang="en-US" altLang="zh-CN" dirty="0" err="1"/>
              <a:t>nRST</a:t>
            </a:r>
            <a:r>
              <a:rPr kumimoji="1" lang="zh-CN" altLang="en-US" dirty="0"/>
              <a:t>（复位）</a:t>
            </a:r>
            <a:r>
              <a:rPr kumimoji="1" lang="en-US" altLang="zh-CN" dirty="0"/>
              <a:t>,  </a:t>
            </a:r>
            <a:r>
              <a:rPr kumimoji="1" lang="en-US" altLang="zh-CN" dirty="0" err="1"/>
              <a:t>nInterrupt</a:t>
            </a:r>
            <a:r>
              <a:rPr kumimoji="1" lang="zh-CN" altLang="en-US" dirty="0"/>
              <a:t>（中断）</a:t>
            </a:r>
            <a:r>
              <a:rPr kumimoji="1" lang="en-US" altLang="zh-CN" dirty="0"/>
              <a:t>, </a:t>
            </a:r>
            <a:r>
              <a:rPr kumimoji="1" lang="zh-CN" altLang="en-US" dirty="0"/>
              <a:t>译码器输出，串行通讯</a:t>
            </a:r>
            <a:r>
              <a:rPr kumimoji="1" lang="en-US" altLang="zh-CN" dirty="0"/>
              <a:t>……</a:t>
            </a:r>
          </a:p>
          <a:p>
            <a:endParaRPr kumimoji="1" lang="en-US" altLang="zh-CN" dirty="0"/>
          </a:p>
          <a:p>
            <a:r>
              <a:rPr kumimoji="1" lang="zh-CN" altLang="en-US" dirty="0"/>
              <a:t>归纳起来</a:t>
            </a:r>
          </a:p>
          <a:p>
            <a:pPr lvl="1"/>
            <a:r>
              <a:rPr kumimoji="1" lang="zh-CN" altLang="en-US" dirty="0"/>
              <a:t>一旦出错会发生大事的地方</a:t>
            </a:r>
            <a:endParaRPr kumimoji="1" lang="en-US" altLang="zh-CN" dirty="0"/>
          </a:p>
          <a:p>
            <a:pPr lvl="1"/>
            <a:r>
              <a:rPr kumimoji="1" lang="zh-CN" altLang="en-US" dirty="0"/>
              <a:t>特别容易受到干扰</a:t>
            </a:r>
          </a:p>
        </p:txBody>
      </p:sp>
      <p:sp>
        <p:nvSpPr>
          <p:cNvPr id="4" name="页脚占位符 3">
            <a:extLst>
              <a:ext uri="{FF2B5EF4-FFF2-40B4-BE49-F238E27FC236}">
                <a16:creationId xmlns:a16="http://schemas.microsoft.com/office/drawing/2014/main" id="{631E90A6-A3AF-3FE2-261A-42D46424AE80}"/>
              </a:ext>
            </a:extLst>
          </p:cNvPr>
          <p:cNvSpPr>
            <a:spLocks noGrp="1"/>
          </p:cNvSpPr>
          <p:nvPr>
            <p:ph type="ftr" sz="quarter" idx="11"/>
          </p:nvPr>
        </p:nvSpPr>
        <p:spPr/>
        <p:txBody>
          <a:bodyPr/>
          <a:lstStyle/>
          <a:p>
            <a:r>
              <a:rPr lang="zh-CN" altLang="en-US"/>
              <a:t>模拟与数字电路：</a:t>
            </a:r>
            <a:r>
              <a:rPr lang="en-US" altLang="zh-CN"/>
              <a:t>6. </a:t>
            </a:r>
            <a:r>
              <a:rPr lang="zh-CN" altLang="en-US"/>
              <a:t>组合逻辑电路</a:t>
            </a:r>
            <a:r>
              <a:rPr lang="en-US" altLang="zh-CN"/>
              <a:t>2</a:t>
            </a:r>
            <a:endParaRPr lang="en-US" dirty="0"/>
          </a:p>
        </p:txBody>
      </p:sp>
      <p:sp>
        <p:nvSpPr>
          <p:cNvPr id="5" name="灯片编号占位符 4">
            <a:extLst>
              <a:ext uri="{FF2B5EF4-FFF2-40B4-BE49-F238E27FC236}">
                <a16:creationId xmlns:a16="http://schemas.microsoft.com/office/drawing/2014/main" id="{014232F3-12A2-B5F2-7779-BB7845654998}"/>
              </a:ext>
            </a:extLst>
          </p:cNvPr>
          <p:cNvSpPr>
            <a:spLocks noGrp="1"/>
          </p:cNvSpPr>
          <p:nvPr>
            <p:ph type="sldNum" sz="quarter" idx="12"/>
          </p:nvPr>
        </p:nvSpPr>
        <p:spPr/>
        <p:txBody>
          <a:bodyPr/>
          <a:lstStyle/>
          <a:p>
            <a:fld id="{9E260BC5-5BF3-8746-862B-DC45E9CAA88B}" type="slidenum">
              <a:rPr lang="en-US" smtClean="0"/>
              <a:pPr/>
              <a:t>38</a:t>
            </a:fld>
            <a:r>
              <a:rPr lang="en-US" altLang="zh-CN" dirty="0"/>
              <a:t>/38</a:t>
            </a:r>
            <a:endParaRPr lang="en-US" dirty="0"/>
          </a:p>
        </p:txBody>
      </p:sp>
    </p:spTree>
    <p:extLst>
      <p:ext uri="{BB962C8B-B14F-4D97-AF65-F5344CB8AC3E}">
        <p14:creationId xmlns:p14="http://schemas.microsoft.com/office/powerpoint/2010/main" val="4119829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8CEDB2-9D8F-C43D-48CB-106745E4FDCD}"/>
              </a:ext>
            </a:extLst>
          </p:cNvPr>
          <p:cNvSpPr>
            <a:spLocks noGrp="1"/>
          </p:cNvSpPr>
          <p:nvPr>
            <p:ph type="title"/>
          </p:nvPr>
        </p:nvSpPr>
        <p:spPr/>
        <p:txBody>
          <a:bodyPr>
            <a:normAutofit fontScale="90000"/>
          </a:bodyPr>
          <a:lstStyle/>
          <a:p>
            <a:r>
              <a:rPr kumimoji="1" lang="zh-CN" altLang="en-US" dirty="0"/>
              <a:t>补充：作业</a:t>
            </a:r>
            <a:r>
              <a:rPr kumimoji="1" lang="en-US" altLang="zh-CN" dirty="0"/>
              <a:t>4.4.7</a:t>
            </a:r>
            <a:endParaRPr kumimoji="1" lang="zh-CN" altLang="en-US" dirty="0"/>
          </a:p>
        </p:txBody>
      </p:sp>
      <p:pic>
        <p:nvPicPr>
          <p:cNvPr id="7" name="内容占位符 6">
            <a:extLst>
              <a:ext uri="{FF2B5EF4-FFF2-40B4-BE49-F238E27FC236}">
                <a16:creationId xmlns:a16="http://schemas.microsoft.com/office/drawing/2014/main" id="{6712101D-D857-1AC1-B888-D5F8137D6A0B}"/>
              </a:ext>
            </a:extLst>
          </p:cNvPr>
          <p:cNvPicPr>
            <a:picLocks noGrp="1" noChangeAspect="1"/>
          </p:cNvPicPr>
          <p:nvPr>
            <p:ph idx="1"/>
          </p:nvPr>
        </p:nvPicPr>
        <p:blipFill rotWithShape="1">
          <a:blip r:embed="rId3"/>
          <a:srcRect b="5093"/>
          <a:stretch/>
        </p:blipFill>
        <p:spPr>
          <a:xfrm>
            <a:off x="17463" y="510639"/>
            <a:ext cx="9888537" cy="1470561"/>
          </a:xfrm>
        </p:spPr>
      </p:pic>
      <p:sp>
        <p:nvSpPr>
          <p:cNvPr id="4" name="页脚占位符 3">
            <a:extLst>
              <a:ext uri="{FF2B5EF4-FFF2-40B4-BE49-F238E27FC236}">
                <a16:creationId xmlns:a16="http://schemas.microsoft.com/office/drawing/2014/main" id="{B0849687-DA40-AED2-41BF-93BCF4EDDD6D}"/>
              </a:ext>
            </a:extLst>
          </p:cNvPr>
          <p:cNvSpPr>
            <a:spLocks noGrp="1"/>
          </p:cNvSpPr>
          <p:nvPr>
            <p:ph type="ftr" sz="quarter" idx="11"/>
          </p:nvPr>
        </p:nvSpPr>
        <p:spPr/>
        <p:txBody>
          <a:bodyPr/>
          <a:lstStyle/>
          <a:p>
            <a:r>
              <a:rPr lang="zh-CN" altLang="en-US"/>
              <a:t>模拟与数字电路：</a:t>
            </a:r>
            <a:r>
              <a:rPr lang="en-US" altLang="zh-CN"/>
              <a:t>6. </a:t>
            </a:r>
            <a:r>
              <a:rPr lang="zh-CN" altLang="en-US"/>
              <a:t>组合逻辑电路</a:t>
            </a:r>
            <a:r>
              <a:rPr lang="en-US" altLang="zh-CN"/>
              <a:t>2</a:t>
            </a:r>
            <a:endParaRPr lang="en-US" dirty="0"/>
          </a:p>
        </p:txBody>
      </p:sp>
      <p:sp>
        <p:nvSpPr>
          <p:cNvPr id="5" name="灯片编号占位符 4">
            <a:extLst>
              <a:ext uri="{FF2B5EF4-FFF2-40B4-BE49-F238E27FC236}">
                <a16:creationId xmlns:a16="http://schemas.microsoft.com/office/drawing/2014/main" id="{F1632DDA-1EB6-4FB9-6299-55AE1B9DE5E1}"/>
              </a:ext>
            </a:extLst>
          </p:cNvPr>
          <p:cNvSpPr>
            <a:spLocks noGrp="1"/>
          </p:cNvSpPr>
          <p:nvPr>
            <p:ph type="sldNum" sz="quarter" idx="12"/>
          </p:nvPr>
        </p:nvSpPr>
        <p:spPr/>
        <p:txBody>
          <a:bodyPr/>
          <a:lstStyle/>
          <a:p>
            <a:fld id="{9E260BC5-5BF3-8746-862B-DC45E9CAA88B}" type="slidenum">
              <a:rPr lang="en-US" smtClean="0"/>
              <a:pPr/>
              <a:t>39</a:t>
            </a:fld>
            <a:r>
              <a:rPr lang="en-US" altLang="zh-CN"/>
              <a:t>/</a:t>
            </a:r>
            <a:endParaRPr lang="en-US" dirty="0"/>
          </a:p>
        </p:txBody>
      </p:sp>
      <p:pic>
        <p:nvPicPr>
          <p:cNvPr id="9" name="图片 8">
            <a:extLst>
              <a:ext uri="{FF2B5EF4-FFF2-40B4-BE49-F238E27FC236}">
                <a16:creationId xmlns:a16="http://schemas.microsoft.com/office/drawing/2014/main" id="{D99281B0-DD03-821F-872D-913FECF1478C}"/>
              </a:ext>
            </a:extLst>
          </p:cNvPr>
          <p:cNvPicPr>
            <a:picLocks noChangeAspect="1"/>
          </p:cNvPicPr>
          <p:nvPr/>
        </p:nvPicPr>
        <p:blipFill>
          <a:blip r:embed="rId4"/>
          <a:stretch>
            <a:fillRect/>
          </a:stretch>
        </p:blipFill>
        <p:spPr>
          <a:xfrm>
            <a:off x="879528" y="2002533"/>
            <a:ext cx="8578013" cy="4344828"/>
          </a:xfrm>
          <a:prstGeom prst="rect">
            <a:avLst/>
          </a:prstGeom>
        </p:spPr>
      </p:pic>
    </p:spTree>
    <p:extLst>
      <p:ext uri="{BB962C8B-B14F-4D97-AF65-F5344CB8AC3E}">
        <p14:creationId xmlns:p14="http://schemas.microsoft.com/office/powerpoint/2010/main" val="1042604546"/>
      </p:ext>
    </p:extLst>
  </p:cSld>
  <p:clrMapOvr>
    <a:masterClrMapping/>
  </p:clrMapOvr>
</p:sld>
</file>

<file path=ppt/theme/theme1.xml><?xml version="1.0" encoding="utf-8"?>
<a:theme xmlns:a="http://schemas.openxmlformats.org/drawingml/2006/main" name="Office-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19584</TotalTime>
  <Words>4854</Words>
  <Application>Microsoft Macintosh PowerPoint</Application>
  <PresentationFormat>A4 纸张(210x297 毫米)</PresentationFormat>
  <Paragraphs>1647</Paragraphs>
  <Slides>39</Slides>
  <Notes>18</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3</vt:i4>
      </vt:variant>
      <vt:variant>
        <vt:lpstr>幻灯片标题</vt:lpstr>
      </vt:variant>
      <vt:variant>
        <vt:i4>39</vt:i4>
      </vt:variant>
    </vt:vector>
  </HeadingPairs>
  <TitlesOfParts>
    <vt:vector size="54" baseType="lpstr">
      <vt:lpstr>等线</vt:lpstr>
      <vt:lpstr>黑体</vt:lpstr>
      <vt:lpstr>宋体</vt:lpstr>
      <vt:lpstr>Microsoft YaHei</vt:lpstr>
      <vt:lpstr>Microsoft YaHei</vt:lpstr>
      <vt:lpstr>Dotum</vt:lpstr>
      <vt:lpstr>Arial</vt:lpstr>
      <vt:lpstr>Arial Black</vt:lpstr>
      <vt:lpstr>Tahoma</vt:lpstr>
      <vt:lpstr>Times New Roman</vt:lpstr>
      <vt:lpstr>Wingdings</vt:lpstr>
      <vt:lpstr>Office-Design</vt:lpstr>
      <vt:lpstr>公式</vt:lpstr>
      <vt:lpstr>图片</vt:lpstr>
      <vt:lpstr>Picture</vt:lpstr>
      <vt:lpstr>  模拟与数字电路 Analog and Digital Circuits</vt:lpstr>
      <vt:lpstr>内容提纲</vt:lpstr>
      <vt:lpstr>编码器</vt:lpstr>
      <vt:lpstr>普通编码器</vt:lpstr>
      <vt:lpstr>4线-2线普通编码器</vt:lpstr>
      <vt:lpstr>4线-2线普通编码器(续1)</vt:lpstr>
      <vt:lpstr>优先编码器</vt:lpstr>
      <vt:lpstr>4线-2线优先编码器</vt:lpstr>
      <vt:lpstr>4线-2线优先编码器(续)</vt:lpstr>
      <vt:lpstr>8线-3线优先编码器74x148</vt:lpstr>
      <vt:lpstr>74x148真值表</vt:lpstr>
      <vt:lpstr>74x148逻辑图</vt:lpstr>
      <vt:lpstr>74x148扩展应用</vt:lpstr>
      <vt:lpstr>译码器</vt:lpstr>
      <vt:lpstr>2线–4线译码器</vt:lpstr>
      <vt:lpstr>双2线–4线译码器74x139</vt:lpstr>
      <vt:lpstr>3线–8线译码器74x138</vt:lpstr>
      <vt:lpstr>74x138真值表</vt:lpstr>
      <vt:lpstr>74x138逻辑图</vt:lpstr>
      <vt:lpstr>译码器应用</vt:lpstr>
      <vt:lpstr>译码器实现组合逻辑函数</vt:lpstr>
      <vt:lpstr>二-十进制译码器74x42</vt:lpstr>
      <vt:lpstr>显示译码器</vt:lpstr>
      <vt:lpstr>七段显示译码器真值表</vt:lpstr>
      <vt:lpstr>74x4511功能表</vt:lpstr>
      <vt:lpstr>74x4511功能表(续)</vt:lpstr>
      <vt:lpstr>74x4511应用(1)</vt:lpstr>
      <vt:lpstr>74x4511应用(2)</vt:lpstr>
      <vt:lpstr>作业</vt:lpstr>
      <vt:lpstr>补充：“逻辑零”- 低电平 - 负 有效</vt:lpstr>
      <vt:lpstr>74148不是孤例</vt:lpstr>
      <vt:lpstr>74148不是孤例</vt:lpstr>
      <vt:lpstr>选择负电平有效背后原因：抗噪声</vt:lpstr>
      <vt:lpstr>抗噪声方法1：选择高驱动能力</vt:lpstr>
      <vt:lpstr>抗噪声方法2：选择更稳定的参考电平</vt:lpstr>
      <vt:lpstr>本地的“地”经常是脏的，不可控的</vt:lpstr>
      <vt:lpstr>电源（高电平）相对来说较为“干净”</vt:lpstr>
      <vt:lpstr>常见低电平有效信号</vt:lpstr>
      <vt:lpstr>补充：作业4.4.7</vt:lpstr>
    </vt:vector>
  </TitlesOfParts>
  <Company>DFKI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从本科到硕士到博士</dc:title>
  <dc:creator>jingyuan cheng</dc:creator>
  <cp:lastModifiedBy>Microsoft Office User</cp:lastModifiedBy>
  <cp:revision>2547</cp:revision>
  <cp:lastPrinted>2020-05-26T13:24:01Z</cp:lastPrinted>
  <dcterms:created xsi:type="dcterms:W3CDTF">2020-04-07T12:23:01Z</dcterms:created>
  <dcterms:modified xsi:type="dcterms:W3CDTF">2024-09-26T14:05:18Z</dcterms:modified>
</cp:coreProperties>
</file>