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handoutMasterIdLst>
    <p:handoutMasterId r:id="rId38"/>
  </p:handoutMasterIdLst>
  <p:sldIdLst>
    <p:sldId id="256" r:id="rId2"/>
    <p:sldId id="444" r:id="rId3"/>
    <p:sldId id="512" r:id="rId4"/>
    <p:sldId id="513" r:id="rId5"/>
    <p:sldId id="514" r:id="rId6"/>
    <p:sldId id="515" r:id="rId7"/>
    <p:sldId id="516" r:id="rId8"/>
    <p:sldId id="517" r:id="rId9"/>
    <p:sldId id="518" r:id="rId10"/>
    <p:sldId id="519" r:id="rId11"/>
    <p:sldId id="543" r:id="rId12"/>
    <p:sldId id="520" r:id="rId13"/>
    <p:sldId id="521" r:id="rId14"/>
    <p:sldId id="522" r:id="rId15"/>
    <p:sldId id="523" r:id="rId16"/>
    <p:sldId id="524" r:id="rId17"/>
    <p:sldId id="525" r:id="rId18"/>
    <p:sldId id="526" r:id="rId19"/>
    <p:sldId id="527" r:id="rId20"/>
    <p:sldId id="528" r:id="rId21"/>
    <p:sldId id="529" r:id="rId22"/>
    <p:sldId id="530" r:id="rId23"/>
    <p:sldId id="531" r:id="rId24"/>
    <p:sldId id="532" r:id="rId25"/>
    <p:sldId id="533" r:id="rId26"/>
    <p:sldId id="534" r:id="rId27"/>
    <p:sldId id="535" r:id="rId28"/>
    <p:sldId id="536" r:id="rId29"/>
    <p:sldId id="537" r:id="rId30"/>
    <p:sldId id="538" r:id="rId31"/>
    <p:sldId id="539" r:id="rId32"/>
    <p:sldId id="540" r:id="rId33"/>
    <p:sldId id="511" r:id="rId34"/>
    <p:sldId id="541" r:id="rId35"/>
    <p:sldId id="542" r:id="rId36"/>
  </p:sldIdLst>
  <p:sldSz cx="9906000" cy="6858000" type="A4"/>
  <p:notesSz cx="9144000" cy="6858000"/>
  <p:defaultTex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04"/>
    <p:restoredTop sz="76187"/>
  </p:normalViewPr>
  <p:slideViewPr>
    <p:cSldViewPr snapToGrid="0" snapToObjects="1">
      <p:cViewPr varScale="1">
        <p:scale>
          <a:sx n="77" d="100"/>
          <a:sy n="77" d="100"/>
        </p:scale>
        <p:origin x="1968" y="184"/>
      </p:cViewPr>
      <p:guideLst>
        <p:guide orient="horz" pos="2160"/>
        <p:guide pos="2880"/>
        <p:guide pos="3120"/>
      </p:guideLst>
    </p:cSldViewPr>
  </p:slideViewPr>
  <p:notesTextViewPr>
    <p:cViewPr>
      <p:scale>
        <a:sx n="100" d="100"/>
        <a:sy n="100" d="100"/>
      </p:scale>
      <p:origin x="0" y="0"/>
    </p:cViewPr>
  </p:notesTextViewPr>
  <p:notesViewPr>
    <p:cSldViewPr snapToGrid="0" snapToObjects="1">
      <p:cViewPr varScale="1">
        <p:scale>
          <a:sx n="111" d="100"/>
          <a:sy n="111" d="100"/>
        </p:scale>
        <p:origin x="1600"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31B8FAB7-9DA6-42E2-BB80-6EB4D83E2AE8}" type="datetimeFigureOut">
              <a:rPr lang="zh-CN" altLang="en-US" smtClean="0"/>
              <a:t>2024/10/29</a:t>
            </a:fld>
            <a:endParaRPr lang="zh-CN" altLang="en-US"/>
          </a:p>
        </p:txBody>
      </p:sp>
      <p:sp>
        <p:nvSpPr>
          <p:cNvPr id="4" name="页脚占位符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342D08B7-D15B-4122-BED5-76961CE891DF}" type="slidenum">
              <a:rPr lang="zh-CN" altLang="en-US" smtClean="0"/>
              <a:t>‹#›</a:t>
            </a:fld>
            <a:endParaRPr lang="zh-CN" altLang="en-US"/>
          </a:p>
        </p:txBody>
      </p:sp>
    </p:spTree>
    <p:extLst>
      <p:ext uri="{BB962C8B-B14F-4D97-AF65-F5344CB8AC3E}">
        <p14:creationId xmlns:p14="http://schemas.microsoft.com/office/powerpoint/2010/main" val="3735715930"/>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4T00:28:34.636"/>
    </inkml:context>
    <inkml:brush xml:id="br0">
      <inkml:brushProperty name="width" value="0.05292" units="cm"/>
      <inkml:brushProperty name="height" value="0.05292" units="cm"/>
      <inkml:brushProperty name="color" value="#FF0000"/>
    </inkml:brush>
  </inkml:definitions>
  <inkml:trace contextRef="#ctx0" brushRef="#br0">13253 6200 24575,'-13'-3'0,"-2"1"0,-4 2 0,-1 0 0,3-2 0,-2 1 0,6-2 0,1 3 0,3 0 0,1 0 0,2 0 0,0 5 0,3 1 0,3 2 0,0 4 0,0-3 0,-2 6 0,-2 4 0,-2-3 0,0-1 0,-1 0 0,2-5 0,-2 5 0,-2 1 0,2 0 0,-6 8 0,2-3 0,-3 7 0,3 1 0,-3 1 0,2 8 0,-3-4 0,3 5 0,0 0 0,4 1 0,1-6 0,-1 4 0,4-12 0,0 6 0,4-11 0,-3 3 0,3-4 0,-3 0 0,3-1 0,0 1 0,0 4 0,0-3 0,0 7 0,0-3 0,0 0 0,0 2 0,0-6 0,0 0 0,0-2 0,0-6 0,0-1 0,0 0 0,0-6 0,2 5 0,1-5 0,3 6 0,0 0 0,1 1 0,-1 3 0,0-4 0,0 0 0,0 0 0,0 0 0,0 0 0,3 0 0,0 0 0,3 0 0,0 0 0,0 0 0,5 5 0,-4-4 0,7 4 0,-7-5 0,6 1 0,-7-1 0,7 1 0,-6-3 0,3 2 0,-4-6 0,0 3 0,4-3 0,-3 1 0,2-1 0,-6 0 0,2 0 0,-4-3 0,1-1 0,-3-2 0,1 0 0,-1 0 0,1 0 0,-1-2 0,-2-4 0,2 0 0,-5-6 0,3 0 0,-3-1 0,3-6 0,-2 6 0,2-6 0,-3 2 0,0-3 0,0 0 0,2 0 0,-1-4 0,6-16 0,-3 8 0,4-17 0,-3 9 0,2-11-633,-2 0 633,3-5 0,-3 5 0,2 1 0,-6 4 0,3 2 0,-4 5 0,0 5 0,0-4 0,0 8 0,0-8 633,0 8-633,0-8 0,0 8 0,0-4 0,0 5 0,0 0 0,-3 4 0,-1-3 0,-6 8 0,3-4 0,-3 4 0,4 3 0,-3 2 0,-1 2 0,-2 1 0,0 0 0,0 3 0,-1 0 0,1 3 0,0 0 0,-3 2 0,2-1 0,-6 4 0,6-4 0,-7 4 0,7-4 0,-6 4 0,6-4 0,-2 1 0,6-2 0,-3-2 0,6 1 0,-6-1 0,9 2 0,-5 3 0,7 0 0,-1 3 0</inkml:trace>
  <inkml:trace contextRef="#ctx0" brushRef="#br0" timeOffset="1968">16173 6104 24575,'-14'24'0,"2"4"0,-7 3 0,4 7 0,0 9 0,2 0 0,2 6 0,-1-4 0,3-9 0,1 9-555,-5 8 555,11-13 0,-6 11 0,8-10 0,-4-3 0,4-12 0,-1 0 0,-2 12 0,3 12 0,0 4 0,0-10 0,0 4 137,0-14-137,0-8 0,0-1 0,0-5 0,0 0 0,0-3 418,0 3-418,0-5 0,0 1 0,0 0 0,0 0 0,0 0 0,3 0 0,0-4 0,4 0 0,-1-1 0,0-2 0,0 2 0,0-5 0,3 1 0,-3-2 0,8 9 0,-4-5 0,2 4 0,0-5 0,1-2 0,0-1 0,2-3 0,1 0 0,-3-2 0,5-1 0,-5-3 0,3 0 0,-4 0 0,-3 0 0,0-6 0,-3 0 0,0-6 0,0-4 0,-3-1 0,3-2 0,-5-1 0,2 0 0,-3 0 0,0 0 0,3 0 0,-3-4 0,7-5 0,-3-6 0,4-15 0,1-2-500,-5 18 0,1-1 500,4-24 0,-5 25 0,1 0 0,-1 2 0,1 1 0,4-28 0,-5 24 0,1 2-111,3-14 111,-3-2 0,-2 9 0,-3 6 0,0 0 0,0 1 0,0-2 0,0 1 994,0 0-994,-3 5 117,-4 4-117,-1 1 0,-4 5 0,5 2 0,-5 2 0,2 5 0,1-1 0,-3 1 0,3-2 0,-1 0 0,-1 0 0,4-4 0,-2 3 0,0-3 0,5 7 0,-4-2 0,5 5 0,-3-3 0,0 4 0,1-1 0,-1 3 0,1-2 0,-1 4 0,3-4 0,-2 5 0,2-3 0,-2 3 0,-1 0 0,3 0 0,1 0 0</inkml:trace>
  <inkml:trace contextRef="#ctx0" brushRef="#br0" timeOffset="3875">19334 6195 24575,'0'11'0,"0"5"0,0 11 0,-4 32 0,-3-23 0,-1 2-1193,1 6 1,-1 1 1192,-4 3 0,-2 1-750,1-3 1,1 2 749,3 9 0,0 1 0,-4 2 0,0-3 0,7-10 0,1-2-556,-3 4 1,1-3 555,2 13-319,0-24 1,1-1 318,3 18 1444,-3-7-1444,4-15 2030,0-6-2030,0-8 1315,0 0-1315,0-4 843,0 0-843,0 3 0,0-2 0,0 6 0,0-6 0,0 6 0,0-6 0,0-1 0,0 0 0,0-6 0,0 2 0,0-2 0,3-1 0,-3 1 0,3-1 0,-1 0 0,1 1 0,3-1 0,-1 1 0,3 2 0,-2-2 0,2-1 0,1-2 0,0-3 0,3 0 0,-3 0 0,2 0 0,-2-6 0,0 2 0,0-7 0,-3 2 0,0-3 0,3-1 0,-2-2 0,1 2 0,-1-15 0,3 6 0,7-21 0,3 2 0,-7 14 0,0-2-711,0-2 0,1-1 711,0-6 0,0-2 0,4-1 0,-1-3 0,-3-5 0,-1 0 0,1 11 0,0 1 0,-3-11 0,-2 2 0,-2 15 0,0 2-383,0-9 0,0 0 383,2-20-318,-1 7 318,-3 12 0,-2 6 0,-3 8 1342,0 1-1342,-3 4 808,-6 3-808,-3-2 356,-3 5-356,-2-6 0,4 7 0,-8-8 0,4 8 0,-4-8 0,-3 6 0,-8-11 0,6 10 0,-13-11 0,9 12 0,-6-8 0,1 3 0,9 1 0,1 1 0,9 5 0,0 3 0,7 4 0,0 4 0,6 2 0,1 0 0</inkml:trace>
  <inkml:trace contextRef="#ctx0" brushRef="#br0" timeOffset="6068">22393 6222 8191,'-9'-3'0,"-1"1"5063,-9 2-5063,6 0 2818,-5 0-2818,6 0 1719,3 0-1719,1 0 6784,-1 0-6784,3 0 0,-9 3 0,0 11 0,-11 3 0,-7 23 0,-2 1-285,12-16 0,2 0 285,-11 18 0,11-20 0,0 1 0,-11 20 0,1 3 0,7-6 0,9-11 0,4-3 0,2-9 0,5 1 0,1-7 0,3 0 570,0 4-570,0 0 0,0 8 0,0 1 0,0 0 0,0 2 0,0-2 0,0 0 0,0 3 0,0-7 0,0 7 0,4-4 0,4 20 0,4-6 0,6 16 0,-3-13 0,2 8 0,3-4 0,-3 0 0,3-1 0,-8-13 0,2 1 0,-4-14 0,0 1 0,-1-7 0,-1-2 0,2-2 0,-1-2 0,2 0 0,-2 0 0,4-3 0,-1 0 0,0-3 0,-3 0 0,2 0 0,-2 0 0,0 0 0,-1 0 0,-3 0 0,1-3 0,-1 0 0,0-2 0,1-1 0,0-2 0,-1 2 0,-2-3 0,2 4 0,-4-4 0,4 3 0,-5-3 0,5 4 0,-4-1 0,4-2 0,-2 2 0,0-6 0,2 3 0,-1-3 0,2-12 0,8-3 0,4-23-877,-3 22 1,1-2 876,-1-11 0,0-3 0,4 1 0,0 1 0,-3 1 0,-2 1 0,3 0 0,0 1 0,-4 9 0,0 1 0,-1-6 0,0 1 0,8-18 0,-7 7 0,-2 15 0,-7 10 0,-1 4 0,-3 4 0,0 3 1753,0-2-1753,0 4 0,0-4 0,-6 4 0,2-4 0,-4 1 0,-1-2 0,2 0 0,-5 0 0,3 0 0,-7-5 0,2 4 0,-3-7 0,1 3 0,2 0 0,-6-3 0,6 7 0,-6-4 0,7 4 0,-2 1 0,3 2 0,0 1 0,-1 3 0,4 0 0,1 1 0,-1-1 0,3 0 0,-2 3 0,2 1 0,1-1 0,-1 2 0,1-1 0,-1 2 0,1 0 0,-1 0 0,1 0 0,0 0 0,-1 0 0,0 0 0,3 0 0,1 0 0</inkml:trace>
  <inkml:trace contextRef="#ctx0" brushRef="#br0" timeOffset="53076">16289 7832 24575,'-7'0'0,"-1"0"0,3 0 0,-1 0 0,1 0 0,-4 0 0,3 0 0,-9 0 0,5 0 0,-3 0 0,2 0 0,2 0 0,-4 0 0,1 0 0,3 0 0,-6 0 0,8 0 0,-11 0 0,8 0 0,-3 0 0,2 0 0,-2 0 0,3 0 0,-5 0 0,6 0 0,0 0 0,-2 0 0,4 0 0,-1 0 0,2 0 0,1 2 0,2 1 0,1 2 0,2 1 0,0-1 0,0 0 0,0 1 0,0-1 0,0 1 0,0-1 0,0 1 0,0-1 0,0 6 0,0-2 0,0 3 0,0-1 0,0-2 0,0 3 0,0 4 0,0-3 0,0 2 0,0 0 0,-3 2 0,2 2 0,-5 5 0,5-3 0,-6 11 0,6-6 0,-6 12 0,3-4 0,-4 5 0,0 5 0,0-4 0,0 4 0,4-5 0,-3 0 0,3-8 0,0 1 0,-2-11 0,5 3 0,-2-8 0,3 3 0,0-6 0,0 2 0,0 1 0,0-3 0,0 6 0,0-6 0,0 11 0,0-6 0,0 3 0,0-5 0,0-4 0,0 0 0,0-3 0,3 2 0,0-1 0,0-1 0,3 2 0,-3-5 0,0 3 0,2-1 0,-2-2 0,1 3 0,0-4 0,-1 1 0,3-1 0,-1 0 0,0 0 0,1-2 0,-3 2 0,2-2 0,-2 3 0,2-1 0,0 0 0,1 1 0,-1-1 0,1 1 0,-3-1 0,1 0 0,0 4 0,1-3 0,1 2 0,-1-2 0,-2-1 0,2 1 0,-2-1 0,3 1 0,-3-1 0,2 1 0,-2-1 0,2 0 0,0 1 0,-2-1 0,2 1 0,-2-1 0,3 1 0,-1-1 0,1 1 0,-1-1 0,1 0 0,-1 1 0,0-1 0,1 1 0,-1-1 0,1 1 0,-1 2 0,4-2 0,0 3 0,3-3 0,0 3 0,0-2 0,1 1 0,-1-2 0,-3 0 0,2 0 0,-2 0 0,3-3 0,-3 2 0,3-4 0,-3 1 0,0-2 0,2 0 0,-2 0 0,1 0 0,1 0 0,-5 0 0,5 0 0,-4 0 0,1-5 0,-2 1 0,0-7 0,-1 1 0,1 1 0,0-2 0,0 2 0,0-3 0,0-1 0,0 4 0,-3-2 0,2 4 0,-4-1 0,6-3 0,-6 4 0,7-4 0,-5 3 0,3-1 0,0-4 0,3-2 0,-2 2 0,9-7 0,1-9 0,6 0 0,2-6 0,-6 6 0,-2 7 0,-3-2 0,-4 4 0,3 0 0,-6 4 0,2 0 0,-3 1 0,1-2 0,-1-3 0,-2 0 0,2-4 0,-5 3 0,6-11 0,-3 6 0,0-12 0,-1 3 0,1-4 0,-4 0 0,7 5 0,-6-4 0,2 8 0,-3-4 0,0 10 0,0 0 0,0 7 0,0 2 0,0 2 0,0 4 0,0 1 0,0 2 0,0 1 0,0-1 0,-2 3 0,-1-2 0,-3 2 0,0-2 0,-2-1 0,2 0 0,-3-2 0,0 1 0,0-4 0,0 1 0,-3-5 0,-1 1 0,-1-5 0,-3 2 0,5 1 0,-1-3 0,0 6 0,0-6 0,1 6 0,-1-7 0,-3 7 0,2-6 0,-2 5 0,0-2 0,3 4 0,-3-1 0,4 1 0,-3-1 0,2 4 0,-3-1 0,4 4 0,-4 0 0,3 0 0,-6-1 0,3 1 0,-1-1 0,-2 4 0,6-3 0,0 3 0,2 0 0,5 0 0,-3 3 0,4 0 0,-1 0 0,3 0 0,1 0 0</inkml:trace>
  <inkml:trace contextRef="#ctx0" brushRef="#br0" timeOffset="55527">22478 7734 8191,'-6'0'0,"1"0"5063,-3 0-5063,-5 0 2818,0 0-2818,-6 0 1719,6 0-1719,-6 0 6784,-2 0-6784,4 0 0,-3 0 0,5 0 0,2 0 0,0 0 0,5 0 0,2 0 0,1 0 0,0 2 0,-1 4 0,-2 3 0,1 11 0,-10 2 0,5 7 0,-7 1 0,1 4 0,-1-7 0,3 10 0,-1-11 0,5 8 0,1-5 0,0 4 0,4-3 0,-1 8 0,0-4 0,4 10 0,-3-3 0,6 8 0,-6-4 0,6 0 0,-3 5 0,1-15 0,2 4 0,-2-10 0,3-5 0,0 0 0,0-4 0,0-3 0,0-2 0,0-3 0,3 0 0,0 0 0,3 0 0,0 4 0,0-3 0,1 6 0,-1-3 0,1 4 0,3 0 0,-3 4 0,6-3 0,-3 2 0,4 1 0,-4-6 0,3 4 0,-6-9 0,5 6 0,-5-6 0,5 3 0,-5-4 0,4 0 0,2 0 0,0 1 0,6-3 0,-3 2 0,8-5 0,1 6 0,3-5 0,1 3 0,-4-7 0,3-1 0,-3-3 0,0 0 0,-5 0 0,-1 0 0,-6-5 0,0-6 0,-4-5 0,-2-4 0,-1 0 0,1 0 0,-3 0 0,-2 0 0,1 0 0,-2-4 0,5 3 0,-5-6 0,5 2 0,-5 0 0,5-3 0,-5 3 0,5-4 0,-5 0 0,2 0 0,1-4 0,-3-2 0,5-4 0,-5 0 0,3 0 0,-4-6 0,3 5 0,-2-4 0,3 5 0,-4 4 0,0-2 0,0 6 0,0-2 0,0 4 0,0 0 0,0 0 0,0 1 0,0-1 0,0 0 0,0 0 0,0 4 0,0-3 0,-3 7 0,2-3 0,-2 4 0,0 0 0,2 4 0,-2 0 0,0 4 0,3 3 0,-5 0 0,4 4 0,-4-1 0,2 1 0,0-1 0,-2 3 0,5-1 0,-5 3 0,4-4 0,-4 2 0,2 0 0,-2-2 0,-1 4 0,-2-4 0,-2 4 0,-5-4 0,2 1 0,-10 1 0,5-3 0,-10 2 0,4-6 0,-10 1 0,4-1 0,-3-1 0,4 3 0,4 1 0,1 1 0,4 5 0,3-2 0,2 3 0,6 0 0,0 0 0,4 0 0,1 0 0,2 0 0</inkml:trace>
  <inkml:trace contextRef="#ctx0" brushRef="#br0" timeOffset="63483">2502 8297 24575,'3'23'0,"-1"8"0,-2 15 0,0-16 0,0 2-1254,0 0 0,0 1 1254,0 8 0,0 1 0,0 0 0,0 1 0,0 3 0,0 0 0,0-12 0,0 0 0,0 3 0,0-1 297,0 22-297,0-4 0,0-23 0,0-1 0,0 1 530,0 7-530,0-21 0,0 3 0,0-8 1269,0-3-1269,0-1 412,0-2-412,0-1 0,0 1 0,0-1 0,0-2 0,0-1 0</inkml:trace>
  <inkml:trace contextRef="#ctx0" brushRef="#br0" timeOffset="100289">3318 15069 24575,'32'0'0,"12"0"0,14 0-1965,-21 0 0,3 0 1965,5 0 0,2 0 0,6 0 0,2 0 0,-1 0 0,1 0 0,-1 0 0,0 0 0,2 0 0,-2 0 0,-13 0 0,-1 0 0,-1 0 0,-2 0 1218,13 0-1218,-7 0 642,-11 0-642,-3 0 0,-14 0 0,-6 0 0,-3 0 0,-3 0 0</inkml:trace>
  <inkml:trace contextRef="#ctx0" brushRef="#br0" timeOffset="-191551.73">3385 15885 24575,'37'0'0,"-1"0"0,7 0 0,5 0-2163,-15 0 0,3 0 2163,21 0 0,4 0-705,-19 0 1,0 0-1,1 0 705,0 0 0,1 0 0,3 0 0,4 0 0,6 0 0,-1 0 0,-4 0 0,-7 0 0,-4 0 0,5 0-369,5 0 1,5 0-1,0 0 1,-5 0 368,-2 0 0,-5 0 0,-2 0 0,6 0 0,-1 0-487,1 0 0,2 0 0,-6 0 487,11 0 94,2 0 0,0 0-94,-5 0 1566,5 0-1566,-1 0 0,-6 0 0,-19 1 0,1-2 0,8-4 0,1-1 0,-4 1 0,0-1 869,13-7 1,-2-1-870,-11 6 0,-1 0 0,5-7 0,1-2 0,-3 7 0,-2-1 719,-6-2 0,-2-1-719,5 0 0,-1 1 0,19-9 0,-7 5 0,1-1 0,-16 4 0,-1 1 0,11-2 0,-2 0 0,1-4 1629,-5 4-1629,0 0 621,-1 0-621,-2-4 0,-3 8 0,0-1 0,8-13 0,15 2 0,-17 1 0,-3 2 1493,7-3-1493,-7 4 595,3 0-595,-9 5 106,4-5-106,-12 8 0,2-7 0,-11 12 0,1-6 0,-3 0 0,6-1 0,-1-10 0,8-8 0,1-4 0,1-4 0,1 1 0,-2 3 0,0-9 0,3 4 0,-6-9 0,-3 20 0,-2 0 0,3-19 0,3-9 0,-11 23 0,1-4 0,-4 4 0,0-1 0,-4 2 0,0-1 0,-7-9 0,-5 6 0,-8 2 0,-4 2 0,4 11 0,-3 0 0,-7-6 0,-5-3 0,0 3-411,-5 1 1,-2 0 410,-5-3 0,-5-1 0,3 2 0,-2 3 0,-1 0 0,12 6 0,-3-2 0,-1 1 0,3 3-1112,-14-4 1,2 2 1111,10 1 0,0-1 0,2 3 0,-9-1 0,3 3 0,0 0 0,1 0 0,1 0 0,-3 1 0,0 3 0,-5 1 0,5-1 0,0-2 0,-2 0 0,-2 2 0,-8 0 0,-1 0 0,7 2 0,10 2 0,3 1 0,-4 0 0,-4-1 0,-6-2 0,-4 1 0,3 0 0,4 1 0,-3 2 0,4 0 0,-2 1-765,4-1 1,-2 1-1,0-1 1,3 2 764,2 0 0,2 1 0,1 1 0,2 1 0,0 0 0,-2 0 0,-13 0 0,-3 0 0,2 0 0,11 0 0,1 0 0,-1 0 0,-11 0 0,-2 0 0,3 0 0,13 0 0,2-1 0,1 2-726,-20 6 0,3 1 726,10-4 0,-2 3 0,-2 7 0,-4 5 0,4-1 0,4-2 0,-1 2 0,4 0 0,-7 3 0,1 0 0,5-1 0,-7 5 0,1 2 0,10-5 0,-4 2 0,0 0 0,4 0 0,2 0 0,4-1 0,-1 1-477,-10 3 0,-2 1 0,3 1 477,12-4 0,2 0 0,1 1 0,-2-1 0,1 1 0,1 0 0,-12 15 0,2 0 0,12-12 0,0 0 0,2 1 0,-8 14 0,2 3 0,5-2 0,0 3 0,3-1 0,6-9 0,3-2 0,0 4 0,-2 11 0,0 4 0,4-3 0,3 7 0,5-1 0,2-17 0,1 1 0,1 0 0,1-1 0,-1 1 0,2 0 0,3 2 0,1 1 0,2-1 0,3-1 0,1 0 0,4 0-581,4 3 0,3 0 0,5 1 581,3-2 0,5 2 0,1-1 0,-1-3 0,0-3 0,-1-3 0,3 2 0,2 3 0,4 2 0,0-1 0,-2-5 0,-3-7 0,-1-4 0,3 1 0,6 4 0,5 1 0,1 0 0,-3-2 0,0-3 0,-2-1 0,4-2-105,-6-4 0,4 0 0,2-1 0,-2-2 0,-7-2 105,11 0 0,-3-3-70,9-1 1,5-1-1,-10-4 70,-19-3 0,-2-3 309,26 2 0,-4-1 1,-17-2-1,2 0 1</inkml:trace>
  <inkml:trace contextRef="#ctx0" brushRef="#br0" timeOffset="-189514.73">11918 15738 8191,'-48'0'0,"9"0"2472,-1 0 0,-6 0-2472,-9-4 0,0-1 0,8-3 0,-1-1 190,5 1 1,-4-1 0,3-1-191,-11-8 0,2-1 0,0 0 0,-1 0 0,15 4 0,1 0 0,-1 1 0,-16-8 0,1 0 0,17 5 0,0-1 0,0-1 0,0 3 0,1-1 0,0-1 0,-14-14 0,1 0 0,-3 4 0,0 0 312,3-3 1,2-1-313,7 6 0,2 2 2252,3 2 1,4 0-2253,-8-14 97,6 16-97,13-9 2547,0 8-2547,10 0 2337,4 0-2337,-2 8 757,6-6-757,-3 6 0,5-15 0,0 5 0,0-11 0,0 5 0,-4-4 0,3-2 0,-5 1 0,-1 0 0,-12-16 0,-2 6 0,3 12 0,-1 0 0,1 5 0,0 2 0,-17-15 0,10 14 0,2 1 0,2 3 0,-6-3 0,-1-1 0,2 1 0,1 3 0,0 1 0,1-6 0,-2 4 0,16 7 0,4 4 0,1-4 0,4 3 0,-2-2 0,3-6 0,0 6 0,14-12 0,-2 13 0,14-5 0,-7 9 0,5-3 0,11 1 0,1 0 0,18-4-812,-22 11 1,1 0 811,8-4 0,4-1 0,8 1 0,6 0 0,1-1 0,-16 2 0,-1 0 0,2-1 0,2 0-888,5 0 0,3 0 0,2-1 0,-1 0 0,-2 1 888,2-2 0,-3 0 0,0 1 0,1-1 0,4 1 0,1 1 0,-1-1 0,-2 1 0,4-2 0,-3 1 0,1-1 0,-2 2 0,1 1 0,2 0 0,-4 1 0,3 1 0,0-1 0,-3 2 0,2 0 0,-2 0 0,3 1 0,-6 0 0,6 1 0,0-1 0,-3 1 0,-7 1 0,11 1 0,-2 1 0,-5-2 0,6 1 0,-1-1 0,-10 1-66,-10 1 0,-2 0 66,12 0 0,6 0 0,-7 0 0,-13 2 0,-3 0 0,14 3 0,-2 1 0,10 8 0,-22-4 0,-2 3 0,24 13 0,-21-11 0,0 2-493,0 3 0,1 2 493,8 3 0,-1 0 0,-10-4 0,0 2 0,4 5 0,3 3 0,-4-2 0,-5-3 0,-1 1 0,11 14 0,5 7 0,-7-6 0,-13-15 0,-1 1 0,6 14 0,3 6 0,-5-5 0,-9-14 0,-2 0 0,9 20 0,-2 5 0,-6-5 0,-2 0 0,-3-4 0,0 0 0,0 8 0,-2 0 0,-5-7 0,-1-2 0,1-5 0,-2 0 0,0 7 0,-2-2 0,2-13 0,-2 0 0,0 5 0,-2 1 830,-6 21-830,1-29 0,-1 1 0,-1 4 0,0-1 0,-13 14 0,7-13 0,-2 0 0,-13 12 0,7-16 0,-2 0 1517,1-3 0,-3-3-1517,-6 1 0,-6 1 0,0-4 0,-7 3 0,-1 0 0,1-2 0,-5-1 0,2-2 0,-8 0-797,15-5 0,-4 2 0,-4 0 0,-2 0 0,-1 0 0,1-2 0,1-1 797,-6-1 0,-1-3 0,1 0 0,0-1 0,0 0 0,0 0-544,3 1 0,1 0 0,0 0 1,-1 0-1,0-2 0,-2 0 544,1-2 0,-3-1 0,-2-1 0,1 0 0,1-1 0,4 0 0,5 0-658,-3-1 0,7-1 0,0 1 0,-4-2 658,1 1 0,-4-1 0,-2 0 0,0 0 0,1-1 0,5 1-243,-7 1 0,5-1 1,0 0-1,0-1 243,1 0 0,0-1 0,-1 0 0,0-2 215,-6-1 1,-3-1-1,3-2 1,7-1-216,1-3 0,2-3 773,-4 1 0,-3 0 1,10 0-774,3-7 978,10 4 0,25 11 1,6 4-1</inkml:trace>
  <inkml:trace contextRef="#ctx0" brushRef="#br0" timeOffset="-187430.73">15695 15655 24575,'48'0'0,"12"-4"0,-17 3 0,6 1-2450,-7 1 1,3 2 0,2 0 2449,4 0 0,2-1 0,3 2-927,-2 0 0,3 2 1,2-1-1,-1 0 927,1-1 0,1-1 0,-1 1 0,-2-1 0,-5 1 0,-2-1 0,2 0 0,2 1 0,-4-1 0,4-1 0,1 1 0,0-1 0,-3 1 0,-5 0 0,8 1 0,-6 0 0,5 0 0,0-1 0,6 1 0,2-1 0,-1 0 0,-6-1-272,4 1 0,-4-1 0,0 0 272,-7 0 0,1-1 0,1 1 0,-1-1 0,3-1 0,-1 0 0,1 0 0,0 0 0,0 0 0,0 0 0,0 0 0,-1 0 0,10 0 0,-1 0 0,-3 0-344,-6 0 0,-3 0 0,-3 0 344,5 0 0,-7 0 1586,14 0-1586,-25 0 0,-2 0 0,17 0 3931,2 0-3931,-5 0 0,-3-4 0,2 0 0,-4-4 0,13-6 0,-14 4 0,8-7 4310,-21 9-4310,12-7 0,-3 2 0,2-2 0,-2 0 0,2-1-415,9-5 0,5-3 1,-4 0 414,2-2 0,0-3 0,-8 4 0,5-1 0,-1-2 0,-4 1 0,-5 2 0,-2 0 0,0-1 0,9-7 0,1-3 0,-4 1-885,1-8 0,-4 0 885,-1 0 0,-1-1 0,-11 7 0,-1-2 0,0 2 0,5-7 0,-1 0-537,-5 3 1,-1-3-1,-2 5 537,-2 3 0,-2 1-213,4-8 1,-3 2 212,-2-4 2656,3 1-2656,-8 9 2397,3 2-2397,-7 8 2249,-1-8-2249,-3 11 677,0-12-677,-5 16 146,-6-7-146,-10 10 0,-9-6 0,-5 1 0,-9-4-1079,17 13 0,-3 0 1079,-14-5 0,-6-2-1452,0 2 1,-5 1-1,0 0 1452,4 1 0,-1 1 0,0 0 0,8 2 0,-2 1 0,0 0 0,1 1 0,1 0 0,0 1 0,0 1 0,-4 0 0,0 1 0,-2 1 0,-3 0 0,1 1 0,0-2 0,0-1 0,0-1 0,1 0 0,-1 1 0,0 1 0,0 1 0,0 1 0,0 0 0,0 1 0,2-1 0,-7-1 0,1 0 0,2 0 0,3 1 0,-1 3 0,3 1 0,-1-1 0,-7-2 0,-2-2 0,2 2-574,7 2 1,1 2 0,-4-2 573,4-2 0,-6 0 0,-1-2 0,1 1 0,6 1 0,-2 1 0,4-1 0,-6 1 0,4-2 0,-8 1 0,-3-1 0,-1-1 0,5 1 0,8-1 0,-1-1 0,7 0 0,-6 0 0,-4 1 0,-7 1 0,-4-1 0,3 0 0,7 0 0,0-1 0,5 0 0,-4 0 0,4 1 0,-5 0 0,-1 1 0,2 0 0,6 0 0,1-1 0,4 2 0,-1-2 0,-11-1 0,-1-1 0,5 0 0,-3 1 0,6 1 0,12-2 0,0 0 0,-18-1 0,4 1-350,4-3 350,0 2 0,1 1 0,1 3 0,6 0 0,-1 0 0,-13 3 0,-7-2 1401,23 3-1401,10 0 4146,-13 0-4146,5 0 2450,-3 6-2450,3 1 586,6 15-586,0-3 0,-4 11 0,6 1 0,-3 4 0,10-10 0,0 2 0,-15 22 0,5-4 0,0 3 0,8-12 0,2 1 0,1-1 0,-1 3 0,2-3-783,0 1 1,2-1 782,-2 15 0,2-2 0,-5 9 0,8-8 0,0 0 0,0 7 0,3-14 0,0 3 0,4-5 0,1-1 0,-1-4 0,1 1 0,2 22 0,0-3 0,0-3-230,2 0 0,3-1 230,8-11 0,3-1 0,3 1 0,14 9 0,-13-22 0,3-1 0,-1-2 0,0-2 0,7 6 0,9 8 0,2 0 0,6 0 0,-15-14 0,5 3 0,-3-4 0,-4-4 0,-1-3 0,11 2 0,0-1 0,13 4 0,-1-6 0,-2 1 0,-9-6 0,4 3 0,12-1 0,-12-6 0,-12 0 0,0 0 0,5-1 0,6 0 0,-22 0 0,0-4 0,-12 0 381,0 0 1,-6 0 0,-1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4T00:33:52.613"/>
    </inkml:context>
    <inkml:brush xml:id="br0">
      <inkml:brushProperty name="width" value="0.05292" units="cm"/>
      <inkml:brushProperty name="height" value="0.05292" units="cm"/>
      <inkml:brushProperty name="color" value="#FF0000"/>
    </inkml:brush>
  </inkml:definitions>
  <inkml:trace contextRef="#ctx0" brushRef="#br0">2777 8639 24575,'12'0'0,"1"0"0,3 0 0,5 0 0,18 0 0,-4 0 0,4 0-1622,5 0 0,3 0 1622,-6 0 0,1 0 0,0 0 0,13 0 0,0 0 0,-13 0 0,0 0 0,4 0 0,-3 0 0,3 0 0,1 0 0,0 0 0,4 0 0,0 0 0,2 0 0,-1 0 0,3 0 0,2 0 0,-2 0 0,-2 0 0,3 0 0,-2 0 0,-3 0 0,-5 0 0,-1 0 0,-7 0 0,19 0 224,-15 0 0,-4 0-224,-6 0 0,17 0 0,-17 0 0,1 0 0,-9 0 0,-7 0 2441,3 0-2441,-11 0 88,-1 0 1,-5 0 0,-1 0 0</inkml:trace>
  <inkml:trace contextRef="#ctx0" brushRef="#br0" timeOffset="12633">3538 11490 24575,'-38'-3'0,"-16"-20"0,5 3 0,-1-2 0,10-3 0,1-1-841,3 3 0,2-1 841,9 3 0,4 0 0,-6-17 0,8 13 0,-2 0 0,2-5 0,1 0 0,-2-19 0,6 15 0,3 0 0,8-20 0,-5 4 0,7 13 0,2 3 0,-1 2 272,-1 0 1,2-2-273,13-20 278,2 1-278,12 2 0,-7 20 0,-4 16 0,-5 6 859,-3 3-859,3 3 0,-3-2 0,6-2 0,6 0 0,8-7 0,11-2 0,11-6 0,-17 7 0,4-3 0,0 1-1045,10-3 0,0 0 1045,-10 3 0,1-1 0,0 0 0,1-1 0,0 0 0,-2 1-543,-1-1 1,-1 0 542,6-3 0,-2 2 0,3-1 0,-28 17 0,-6 2 0,-3 6 491,-3 10 1,-3-6 0,0 5-1</inkml:trace>
  <inkml:trace contextRef="#ctx0" brushRef="#br0" timeOffset="13467">3646 10067 8191,'8'3'0,"0"0"5063,-3-3-5063,1 0 2818,6 0-2818,-2 0 1719,22 0-1719,-13 0 6784,18 3-6784,-16 1 0,11 0 0,-6 5 0,12-4 0,-8 5 0,3-2 0,-4-1 0,-8 0 0,-1-1 0,-11-2 0,2 1 0,-7-2 0,2 3 0,-6-1 0,0 0 0,0 1 0,-3 2 0,-3 4 0,-7-2 0,0 4 0,-2-4 0,6-1 0,-3 3 0,6-6 0,-5 2 0,4-2 0,-1 0 0,2-1 0,1-2 0,0 0 0,-1-3 0,3 0 0,1 0 0</inkml:trace>
  <inkml:trace contextRef="#ctx0" brushRef="#br0" timeOffset="27938">9968 9717 24575,'0'8'0,"-3"2"0,5-4 0,-2 6 0,9-3 0,0 3 0,3 0 0,0 0 0,1-3 0,-1 3 0,3-5 0,3 4 0,5-4 0,-2 2 0,-2-6 0,-4 0 0,0-3 0,1 0 0,1 0 0,2 0 0,-3 0 0,-2 0 0,0 0 0,1-11 0,-1-6 0,3-12 0,-7 6 0,-1 5 0,-3 7 0,-3 2 0,0-1 0,-3 2 0,0 2 0,0 1 0,0-1 0,0 1 0,0-1 0,0 1 0,0 0 0,0 2 0,0 0 0</inkml:trace>
  <inkml:trace contextRef="#ctx0" brushRef="#br0" timeOffset="29988">10777 9760 8191,'-3'-9'0,"1"-1"5063,2 4-5063,0-2 2818,0-1-2818,0 0 1719,0-7-1719,-3 3 6784,-1-6-6784,-15-8 0,-12-10 0,10 16 0,-2 1 0,-20-22 0,8 16 0,5 1 0,4 10 0,-3-4 0,4 5 0,1 3 0,4 5 0,-4 0 0,3 5 0,-7-2 0,7 3 0,-3 0 0,4 0 0,0 0 0,-5 0 0,-5 0 0,-3 0 0,3 0 0,5 2 0,5 2 0,0 3 0,0 2 0,-4 2 0,3 2 0,-8 6 0,7-1 0,-14 15 0,6 0-484,8-9 0,0 0 484,3 0 0,-2 1 0,-15 20 0,-1 1 0,10-11 0,0 0-795,2-1 0,-2 3 0,3-3 795,5-8 0,1 0 0,-11 20 0,2-2-680,3-5 680,0 1 0,-1 3 0,10-12 0,1-1 0,-1 3 0,1 2 0,-1 6 0,1 0 0,6-8 0,2-2 0,-7 28 0,6-22 0,0-2 0,1 10 0,1-11 0,1-1 0,4 12-102,0 1 102,0-2 811,0-5-811,0 0 1194,9-6 1,3 3-1195,1 0 0,1 1 0,5 6 0,0 1-541,3-2 0,-1-3 541,5 14 0,-10-22 0,0 0-275,9 16 275,-10-19 0,0 1 0,12 22 0,2-4 0,-5-3 0,-1-8 0,4-2 0,7 8 0,-1-9 0,-12-9 0,1 0 0,17 15 0,-10-16 0,4 1 0,7 5 0,5 0 0,6-3 0,2-1 0,-7-1 0,-1-3-393,0-5 0,-3-5 393,10 2 0,4-5 0,-6-3 0,-4-1 0,3-4 0,-9 0 0,9-4 0,3-14 0,2-6 0,-24 6 0,-1-1 0,12-15-188,-1 1 0,1-4 188,-8-2 0,-1-3 0,4 1 0,2-4 0,-2 0 101,-10 10 0,-1 0 0,-2-1-101,1-1 0,-2-1 0,-1 4 0,-2 2 0,-1 2 0,1-6 0,-1-1-220,-2 10 1,-1-1 219,2-7 0,0 0 0,-1 2 0,0 1 0,-5 3 0,0 1 485,10-28-485,-8 5 0,-1 1 0,-7 5 0,-1 5 384,-4 2-384,0 8 0,-6-28 0,-3 19 0,-2 4 0,-2-1 1475,-13-7-1475,-2-5 0,1 8 0,-1-2 0,12 14 0,-1-1-379,-12-17 1,-1 0 378,9 15 0,1 2 0,-1-1 0,0 1 0,-2-2 0,0 1 0,-4-5 0,0 1 0,2 0 0,1 0 0,-4-1 0,2 1-209,7 7 0,1 0 209,-4-3 0,0 1 0,-10-18 0,15 21 0,-1 0 0,-11-21 0,13 20 0,1 0 0,-11-15 0,3 6 0,8 11 0,9 16 1642,0-2-1642,3 4 779,-2-1-779,4 2 0,-1 1 0,2-4 0,0 3 0,0-2 0,0 5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C526F516-474B-49E6-8B3A-4C2D69386E26}" type="datetimeFigureOut">
              <a:rPr lang="zh-CN" altLang="en-US" smtClean="0"/>
              <a:t>2024/10/29</a:t>
            </a:fld>
            <a:endParaRPr lang="zh-CN" altLang="en-US"/>
          </a:p>
        </p:txBody>
      </p:sp>
      <p:sp>
        <p:nvSpPr>
          <p:cNvPr id="4" name="幻灯片图像占位符 3"/>
          <p:cNvSpPr>
            <a:spLocks noGrp="1" noRot="1" noChangeAspect="1"/>
          </p:cNvSpPr>
          <p:nvPr>
            <p:ph type="sldImg" idx="2"/>
          </p:nvPr>
        </p:nvSpPr>
        <p:spPr>
          <a:xfrm>
            <a:off x="2900363" y="857250"/>
            <a:ext cx="3343275"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6BB7EB77-94AC-4128-8DFB-759E46F1AD99}" type="slidenum">
              <a:rPr lang="zh-CN" altLang="en-US" smtClean="0"/>
              <a:t>‹#›</a:t>
            </a:fld>
            <a:endParaRPr lang="zh-CN" altLang="en-US"/>
          </a:p>
        </p:txBody>
      </p:sp>
    </p:spTree>
    <p:extLst>
      <p:ext uri="{BB962C8B-B14F-4D97-AF65-F5344CB8AC3E}">
        <p14:creationId xmlns:p14="http://schemas.microsoft.com/office/powerpoint/2010/main" val="1500672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7EB77-94AC-4128-8DFB-759E46F1AD99}" type="slidenum">
              <a:rPr lang="zh-CN" altLang="en-US" smtClean="0"/>
              <a:t>1</a:t>
            </a:fld>
            <a:endParaRPr lang="zh-CN" altLang="en-US"/>
          </a:p>
        </p:txBody>
      </p:sp>
    </p:spTree>
    <p:extLst>
      <p:ext uri="{BB962C8B-B14F-4D97-AF65-F5344CB8AC3E}">
        <p14:creationId xmlns:p14="http://schemas.microsoft.com/office/powerpoint/2010/main" val="2559023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r>
              <a:rPr lang="zh-CN" altLang="en-US" dirty="0">
                <a:solidFill>
                  <a:srgbClr val="FF0066"/>
                </a:solidFill>
                <a:latin typeface="宋体" panose="02010600030101010101" pitchFamily="2" charset="-122"/>
              </a:rPr>
              <a:t>同步计数器</a:t>
            </a:r>
            <a:r>
              <a:rPr lang="zh-CN" altLang="en-US" dirty="0">
                <a:latin typeface="宋体" panose="02010600030101010101" pitchFamily="2" charset="-122"/>
              </a:rPr>
              <a:t>：有一个公共时钟脉冲，各个触发器的状态转换是在该公共输入计数脉冲作用下同时发生的，即各个触发器状态的翻转与输入脉冲同步。</a:t>
            </a:r>
            <a:endParaRPr lang="zh-CN" altLang="en-US" dirty="0"/>
          </a:p>
          <a:p>
            <a:pPr eaLnBrk="1" hangingPunct="1"/>
            <a:r>
              <a:rPr lang="zh-CN" altLang="en-US" dirty="0">
                <a:solidFill>
                  <a:srgbClr val="FF0066"/>
                </a:solidFill>
                <a:latin typeface="宋体" panose="02010600030101010101" pitchFamily="2" charset="-122"/>
              </a:rPr>
              <a:t>异步计数器</a:t>
            </a:r>
            <a:r>
              <a:rPr lang="zh-CN" altLang="en-US" dirty="0">
                <a:latin typeface="宋体" panose="02010600030101010101" pitchFamily="2" charset="-122"/>
              </a:rPr>
              <a:t>：没有公共时钟脉冲，输入计数脉冲只作用于某些触发器的</a:t>
            </a:r>
            <a:r>
              <a:rPr lang="en-US" altLang="zh-CN" i="1" dirty="0">
                <a:solidFill>
                  <a:srgbClr val="0000FF"/>
                </a:solidFill>
                <a:latin typeface="宋体" panose="02010600030101010101" pitchFamily="2" charset="-122"/>
              </a:rPr>
              <a:t>CP</a:t>
            </a:r>
            <a:r>
              <a:rPr lang="zh-CN" altLang="en-US" dirty="0">
                <a:latin typeface="宋体" panose="02010600030101010101" pitchFamily="2" charset="-122"/>
              </a:rPr>
              <a:t>端，而其它触发器的翻转是靠低位的进位信号。因此，组成计数器的各个触发器的状态变化不是同时发生的。</a:t>
            </a:r>
          </a:p>
          <a:p>
            <a:pPr eaLnBrk="1" hangingPunct="1"/>
            <a:endParaRPr lang="zh-CN" altLang="en-US" dirty="0">
              <a:latin typeface="宋体" panose="02010600030101010101" pitchFamily="2" charset="-122"/>
            </a:endParaRPr>
          </a:p>
          <a:p>
            <a:pPr algn="just" eaLnBrk="1" hangingPunct="1"/>
            <a:r>
              <a:rPr lang="zh-CN" altLang="en-US" dirty="0">
                <a:solidFill>
                  <a:srgbClr val="FF0066"/>
                </a:solidFill>
                <a:latin typeface="宋体" panose="02010600030101010101" pitchFamily="2" charset="-122"/>
              </a:rPr>
              <a:t>二进制计数器</a:t>
            </a:r>
            <a:r>
              <a:rPr lang="zh-CN" altLang="en-US" dirty="0">
                <a:latin typeface="宋体" panose="02010600030101010101" pitchFamily="2" charset="-122"/>
              </a:rPr>
              <a:t>：按二进制数运算规律进行计数。</a:t>
            </a:r>
            <a:endParaRPr lang="zh-CN" altLang="en-US" dirty="0"/>
          </a:p>
          <a:p>
            <a:pPr algn="just" eaLnBrk="1" hangingPunct="1"/>
            <a:r>
              <a:rPr lang="zh-CN" altLang="en-US" dirty="0">
                <a:solidFill>
                  <a:srgbClr val="FF0066"/>
                </a:solidFill>
                <a:latin typeface="宋体" panose="02010600030101010101" pitchFamily="2" charset="-122"/>
              </a:rPr>
              <a:t>十进制计数器</a:t>
            </a:r>
            <a:r>
              <a:rPr lang="zh-CN" altLang="en-US" dirty="0">
                <a:latin typeface="宋体" panose="02010600030101010101" pitchFamily="2" charset="-122"/>
              </a:rPr>
              <a:t>：按十进制数运算规律进行计数。</a:t>
            </a:r>
            <a:endParaRPr lang="zh-CN" altLang="en-US" dirty="0"/>
          </a:p>
          <a:p>
            <a:pPr eaLnBrk="1" hangingPunct="1"/>
            <a:r>
              <a:rPr lang="zh-CN" altLang="en-US" dirty="0">
                <a:solidFill>
                  <a:srgbClr val="FF0066"/>
                </a:solidFill>
                <a:latin typeface="宋体" panose="02010600030101010101" pitchFamily="2" charset="-122"/>
              </a:rPr>
              <a:t>任意进制计数器</a:t>
            </a:r>
            <a:r>
              <a:rPr lang="zh-CN" altLang="en-US" dirty="0">
                <a:latin typeface="宋体" panose="02010600030101010101" pitchFamily="2" charset="-122"/>
              </a:rPr>
              <a:t>：二进制计数器和十进制计数器之外的其它进制计数器，如三进制计数器、六进制计数器等。</a:t>
            </a:r>
          </a:p>
          <a:p>
            <a:pPr eaLnBrk="1" hangingPunct="1"/>
            <a:endParaRPr lang="zh-CN" altLang="en-US" dirty="0">
              <a:latin typeface="宋体" panose="02010600030101010101" pitchFamily="2" charset="-122"/>
            </a:endParaRPr>
          </a:p>
          <a:p>
            <a:pPr algn="just" eaLnBrk="1" hangingPunct="1"/>
            <a:r>
              <a:rPr lang="zh-CN" altLang="en-US" dirty="0">
                <a:solidFill>
                  <a:srgbClr val="FF0066"/>
                </a:solidFill>
                <a:latin typeface="宋体" panose="02010600030101010101" pitchFamily="2" charset="-122"/>
              </a:rPr>
              <a:t>递增计数器</a:t>
            </a:r>
            <a:r>
              <a:rPr lang="zh-CN" altLang="en-US" dirty="0">
                <a:latin typeface="宋体" panose="02010600030101010101" pitchFamily="2" charset="-122"/>
              </a:rPr>
              <a:t>：随着计数脉冲的输入，计数器的数是递增的，则为递增计数器。</a:t>
            </a:r>
            <a:endParaRPr lang="zh-CN" altLang="en-US" dirty="0"/>
          </a:p>
          <a:p>
            <a:pPr algn="just" eaLnBrk="1" hangingPunct="1"/>
            <a:r>
              <a:rPr lang="zh-CN" altLang="en-US" dirty="0">
                <a:solidFill>
                  <a:srgbClr val="FF0066"/>
                </a:solidFill>
                <a:latin typeface="宋体" panose="02010600030101010101" pitchFamily="2" charset="-122"/>
              </a:rPr>
              <a:t>递减计数器</a:t>
            </a:r>
            <a:r>
              <a:rPr lang="zh-CN" altLang="en-US" dirty="0">
                <a:latin typeface="宋体" panose="02010600030101010101" pitchFamily="2" charset="-122"/>
              </a:rPr>
              <a:t>：随着计数脉冲的输入，计数器的数是递减的，则为递减计数器。</a:t>
            </a:r>
            <a:endParaRPr lang="zh-CN" altLang="en-US" dirty="0"/>
          </a:p>
          <a:p>
            <a:pPr eaLnBrk="1" hangingPunct="1"/>
            <a:r>
              <a:rPr lang="zh-CN" altLang="en-US" dirty="0">
                <a:solidFill>
                  <a:srgbClr val="FF0066"/>
                </a:solidFill>
                <a:latin typeface="宋体" panose="02010600030101010101" pitchFamily="2" charset="-122"/>
              </a:rPr>
              <a:t>可逆计数器</a:t>
            </a:r>
            <a:r>
              <a:rPr lang="zh-CN" altLang="en-US" dirty="0">
                <a:latin typeface="宋体" panose="02010600030101010101" pitchFamily="2" charset="-122"/>
              </a:rPr>
              <a:t>：随着计数脉冲的输入，计数器的数是可增可减的则为可逆计数器。</a:t>
            </a:r>
            <a:r>
              <a:rPr lang="zh-CN" altLang="en-US" dirty="0"/>
              <a:t> </a:t>
            </a:r>
          </a:p>
          <a:p>
            <a:pPr eaLnBrk="1" hangingPunct="1"/>
            <a:endParaRPr lang="zh-CN" altLang="en-US" dirty="0">
              <a:latin typeface="宋体" panose="02010600030101010101" pitchFamily="2" charset="-122"/>
            </a:endParaRP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3</a:t>
            </a:fld>
            <a:endParaRPr lang="zh-CN" altLang="en-US"/>
          </a:p>
        </p:txBody>
      </p:sp>
    </p:spTree>
    <p:extLst>
      <p:ext uri="{BB962C8B-B14F-4D97-AF65-F5344CB8AC3E}">
        <p14:creationId xmlns:p14="http://schemas.microsoft.com/office/powerpoint/2010/main" val="18325989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t>计数器不仅可以计数，还可以作为分频器。</a:t>
            </a:r>
            <a:endParaRPr kumimoji="1" lang="en-US" altLang="zh-CN" dirty="0"/>
          </a:p>
          <a:p>
            <a:pPr eaLnBrk="1" hangingPunct="1"/>
            <a:r>
              <a:rPr kumimoji="1" lang="zh-CN" altLang="en-US" dirty="0"/>
              <a:t>若</a:t>
            </a:r>
            <a:r>
              <a:rPr kumimoji="1" lang="en-US" altLang="zh-CN" dirty="0"/>
              <a:t>CP</a:t>
            </a:r>
            <a:r>
              <a:rPr kumimoji="1" lang="zh-CN" altLang="en-US" dirty="0"/>
              <a:t>的频率为</a:t>
            </a:r>
            <a:r>
              <a:rPr kumimoji="1" lang="en-US" altLang="zh-CN" dirty="0"/>
              <a:t>f</a:t>
            </a:r>
            <a:r>
              <a:rPr kumimoji="1" lang="zh-CN" altLang="en-US" dirty="0"/>
              <a:t>，</a:t>
            </a:r>
            <a:r>
              <a:rPr kumimoji="1" lang="zh-CN" altLang="en-US" dirty="0">
                <a:solidFill>
                  <a:schemeClr val="folHlink"/>
                </a:solidFill>
              </a:rPr>
              <a:t>则，</a:t>
            </a:r>
            <a:r>
              <a:rPr kumimoji="1" lang="en-US" altLang="zh-CN" dirty="0">
                <a:solidFill>
                  <a:schemeClr val="folHlink"/>
                </a:solidFill>
              </a:rPr>
              <a:t>Q0</a:t>
            </a:r>
            <a:r>
              <a:rPr kumimoji="1" lang="zh-CN" altLang="en-US" dirty="0">
                <a:solidFill>
                  <a:schemeClr val="folHlink"/>
                </a:solidFill>
              </a:rPr>
              <a:t>端输出脉冲的频率为</a:t>
            </a:r>
            <a:r>
              <a:rPr kumimoji="1" lang="en-US" altLang="zh-CN" dirty="0">
                <a:solidFill>
                  <a:schemeClr val="folHlink"/>
                </a:solidFill>
              </a:rPr>
              <a:t>1/2f</a:t>
            </a:r>
            <a:r>
              <a:rPr kumimoji="1" lang="zh-CN" altLang="en-US" dirty="0">
                <a:solidFill>
                  <a:schemeClr val="folHlink"/>
                </a:solidFill>
              </a:rPr>
              <a:t>， </a:t>
            </a:r>
            <a:r>
              <a:rPr kumimoji="1" lang="en-US" altLang="zh-CN" dirty="0">
                <a:solidFill>
                  <a:schemeClr val="folHlink"/>
                </a:solidFill>
              </a:rPr>
              <a:t>Q0</a:t>
            </a:r>
            <a:r>
              <a:rPr kumimoji="1" lang="zh-CN" altLang="en-US" dirty="0">
                <a:solidFill>
                  <a:schemeClr val="folHlink"/>
                </a:solidFill>
              </a:rPr>
              <a:t>端为二分频端</a:t>
            </a:r>
            <a:r>
              <a:rPr kumimoji="1" lang="zh-CN" altLang="en-US" dirty="0"/>
              <a:t>，</a:t>
            </a:r>
            <a:r>
              <a:rPr kumimoji="1" lang="en-US" altLang="zh-CN" dirty="0"/>
              <a:t>Q1</a:t>
            </a:r>
            <a:r>
              <a:rPr kumimoji="1" lang="zh-CN" altLang="en-US" dirty="0"/>
              <a:t>、</a:t>
            </a:r>
            <a:r>
              <a:rPr kumimoji="1" lang="en-US" altLang="zh-CN" dirty="0"/>
              <a:t>Q2</a:t>
            </a:r>
            <a:r>
              <a:rPr kumimoji="1" lang="zh-CN" altLang="en-US" dirty="0"/>
              <a:t>、</a:t>
            </a:r>
            <a:r>
              <a:rPr kumimoji="1" lang="en-US" altLang="zh-CN" dirty="0"/>
              <a:t>Q3 </a:t>
            </a:r>
            <a:r>
              <a:rPr kumimoji="1" lang="zh-CN" altLang="en-US" dirty="0"/>
              <a:t>端分别为四分频、八分频和十六分频端。</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5</a:t>
            </a:fld>
            <a:endParaRPr lang="zh-CN" altLang="en-US"/>
          </a:p>
        </p:txBody>
      </p:sp>
    </p:spTree>
    <p:extLst>
      <p:ext uri="{BB962C8B-B14F-4D97-AF65-F5344CB8AC3E}">
        <p14:creationId xmlns:p14="http://schemas.microsoft.com/office/powerpoint/2010/main" val="3610283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8</a:t>
            </a:fld>
            <a:endParaRPr lang="zh-CN" altLang="en-US"/>
          </a:p>
        </p:txBody>
      </p:sp>
    </p:spTree>
    <p:extLst>
      <p:ext uri="{BB962C8B-B14F-4D97-AF65-F5344CB8AC3E}">
        <p14:creationId xmlns:p14="http://schemas.microsoft.com/office/powerpoint/2010/main" val="2930308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t>存在一个极短的过渡状态；</a:t>
            </a:r>
            <a:endParaRPr kumimoji="1" lang="en-US" altLang="zh-CN" dirty="0"/>
          </a:p>
          <a:p>
            <a:pPr eaLnBrk="1" hangingPunct="1"/>
            <a:r>
              <a:rPr kumimoji="1" lang="zh-CN" altLang="en-US" dirty="0"/>
              <a:t>清零的可靠性较差。</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17</a:t>
            </a:fld>
            <a:endParaRPr lang="zh-CN" altLang="en-US"/>
          </a:p>
        </p:txBody>
      </p:sp>
    </p:spTree>
    <p:extLst>
      <p:ext uri="{BB962C8B-B14F-4D97-AF65-F5344CB8AC3E}">
        <p14:creationId xmlns:p14="http://schemas.microsoft.com/office/powerpoint/2010/main" val="3944924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Arial" pitchFamily="34" charset="0"/>
                <a:ea typeface="宋体" pitchFamily="2" charset="-122"/>
                <a:cs typeface="宋体" charset="0"/>
              </a:rPr>
              <a:t>左上角为</a:t>
            </a:r>
            <a:r>
              <a:rPr lang="en-US" altLang="zh-CN" sz="1200" kern="1200" dirty="0">
                <a:solidFill>
                  <a:schemeClr val="tx1"/>
                </a:solidFill>
                <a:effectLst/>
                <a:latin typeface="Arial" pitchFamily="34" charset="0"/>
                <a:ea typeface="宋体" pitchFamily="2" charset="-122"/>
                <a:cs typeface="宋体" charset="0"/>
              </a:rPr>
              <a:t>RS</a:t>
            </a:r>
            <a:r>
              <a:rPr lang="zh-CN" altLang="zh-CN" sz="1200" kern="1200" dirty="0">
                <a:solidFill>
                  <a:schemeClr val="tx1"/>
                </a:solidFill>
                <a:effectLst/>
                <a:latin typeface="Arial" pitchFamily="34" charset="0"/>
                <a:ea typeface="宋体" pitchFamily="2" charset="-122"/>
                <a:cs typeface="宋体" charset="0"/>
              </a:rPr>
              <a:t>锁存器（</a:t>
            </a:r>
            <a:r>
              <a:rPr lang="en-US" altLang="zh-CN" sz="1200" kern="1200" dirty="0">
                <a:solidFill>
                  <a:schemeClr val="tx1"/>
                </a:solidFill>
                <a:effectLst/>
                <a:latin typeface="Arial" pitchFamily="34" charset="0"/>
                <a:ea typeface="宋体" pitchFamily="2" charset="-122"/>
                <a:cs typeface="宋体" charset="0"/>
              </a:rPr>
              <a:t>PPT11 P10</a:t>
            </a:r>
            <a:r>
              <a:rPr lang="zh-CN" altLang="zh-CN" sz="1200" kern="1200" dirty="0">
                <a:solidFill>
                  <a:schemeClr val="tx1"/>
                </a:solidFill>
                <a:effectLst/>
                <a:latin typeface="Arial" pitchFamily="34" charset="0"/>
                <a:ea typeface="宋体" pitchFamily="2" charset="-122"/>
                <a:cs typeface="宋体" charset="0"/>
              </a:rPr>
              <a:t>），这里相当于</a:t>
            </a:r>
            <a:r>
              <a:rPr lang="en-US" altLang="zh-CN" sz="1200" kern="1200" dirty="0">
                <a:solidFill>
                  <a:schemeClr val="tx1"/>
                </a:solidFill>
                <a:effectLst/>
                <a:latin typeface="Arial" pitchFamily="34" charset="0"/>
                <a:ea typeface="宋体" pitchFamily="2" charset="-122"/>
                <a:cs typeface="宋体" charset="0"/>
              </a:rPr>
              <a:t>G2</a:t>
            </a:r>
            <a:r>
              <a:rPr lang="zh-CN" altLang="zh-CN" sz="1200" kern="1200" dirty="0">
                <a:solidFill>
                  <a:schemeClr val="tx1"/>
                </a:solidFill>
                <a:effectLst/>
                <a:latin typeface="Arial" pitchFamily="34" charset="0"/>
                <a:ea typeface="宋体" pitchFamily="2" charset="-122"/>
                <a:cs typeface="宋体" charset="0"/>
              </a:rPr>
              <a:t>输出接</a:t>
            </a:r>
            <a:r>
              <a:rPr lang="en-US" altLang="zh-CN" sz="1200" kern="1200" dirty="0">
                <a:solidFill>
                  <a:schemeClr val="tx1"/>
                </a:solidFill>
                <a:effectLst/>
                <a:latin typeface="Arial" pitchFamily="34" charset="0"/>
                <a:ea typeface="宋体" pitchFamily="2" charset="-122"/>
                <a:cs typeface="宋体" charset="0"/>
              </a:rPr>
              <a:t>/R</a:t>
            </a:r>
            <a:r>
              <a:rPr lang="zh-CN" altLang="zh-CN" sz="1200" kern="1200" dirty="0">
                <a:solidFill>
                  <a:schemeClr val="tx1"/>
                </a:solidFill>
                <a:effectLst/>
                <a:latin typeface="Arial" pitchFamily="34" charset="0"/>
                <a:ea typeface="宋体" pitchFamily="2" charset="-122"/>
                <a:cs typeface="宋体" charset="0"/>
              </a:rPr>
              <a:t>段，</a:t>
            </a:r>
            <a:r>
              <a:rPr lang="en-US" altLang="zh-CN" sz="1200" kern="1200" dirty="0">
                <a:solidFill>
                  <a:schemeClr val="tx1"/>
                </a:solidFill>
                <a:effectLst/>
                <a:latin typeface="Arial" pitchFamily="34" charset="0"/>
                <a:ea typeface="宋体" pitchFamily="2" charset="-122"/>
                <a:cs typeface="宋体" charset="0"/>
              </a:rPr>
              <a:t>RD</a:t>
            </a:r>
            <a:r>
              <a:rPr lang="zh-CN" altLang="zh-CN" sz="1200" kern="1200" dirty="0">
                <a:solidFill>
                  <a:schemeClr val="tx1"/>
                </a:solidFill>
                <a:effectLst/>
                <a:latin typeface="Arial" pitchFamily="34" charset="0"/>
                <a:ea typeface="宋体" pitchFamily="2" charset="-122"/>
                <a:cs typeface="宋体" charset="0"/>
              </a:rPr>
              <a:t>为</a:t>
            </a:r>
            <a:r>
              <a:rPr lang="en-US" altLang="zh-CN" sz="1200" kern="1200" dirty="0">
                <a:solidFill>
                  <a:schemeClr val="tx1"/>
                </a:solidFill>
                <a:effectLst/>
                <a:latin typeface="Arial" pitchFamily="34" charset="0"/>
                <a:ea typeface="宋体" pitchFamily="2" charset="-122"/>
                <a:cs typeface="宋体" charset="0"/>
              </a:rPr>
              <a:t>Q</a:t>
            </a:r>
            <a:r>
              <a:rPr lang="zh-CN" altLang="zh-CN" sz="1200" kern="1200" dirty="0">
                <a:solidFill>
                  <a:schemeClr val="tx1"/>
                </a:solidFill>
                <a:effectLst/>
                <a:latin typeface="Arial" pitchFamily="34" charset="0"/>
                <a:ea typeface="宋体" pitchFamily="2" charset="-122"/>
                <a:cs typeface="宋体" charset="0"/>
              </a:rPr>
              <a:t>段。</a:t>
            </a:r>
          </a:p>
          <a:p>
            <a:r>
              <a:rPr lang="zh-CN" altLang="zh-CN" sz="1200" kern="1200" dirty="0">
                <a:solidFill>
                  <a:schemeClr val="tx1"/>
                </a:solidFill>
                <a:effectLst/>
                <a:latin typeface="Arial" pitchFamily="34" charset="0"/>
                <a:ea typeface="宋体" pitchFamily="2" charset="-122"/>
                <a:cs typeface="宋体" charset="0"/>
              </a:rPr>
              <a:t>当</a:t>
            </a:r>
            <a:r>
              <a:rPr lang="en-US" altLang="zh-CN" sz="1200" kern="1200" dirty="0">
                <a:solidFill>
                  <a:schemeClr val="tx1"/>
                </a:solidFill>
                <a:effectLst/>
                <a:latin typeface="Arial" pitchFamily="34" charset="0"/>
                <a:ea typeface="宋体" pitchFamily="2" charset="-122"/>
                <a:cs typeface="宋体" charset="0"/>
              </a:rPr>
              <a:t>Q2Q1Q0</a:t>
            </a:r>
            <a:r>
              <a:rPr lang="zh-CN" altLang="zh-CN" sz="1200" kern="1200" dirty="0">
                <a:solidFill>
                  <a:schemeClr val="tx1"/>
                </a:solidFill>
                <a:effectLst/>
                <a:latin typeface="Arial" pitchFamily="34" charset="0"/>
                <a:ea typeface="宋体" pitchFamily="2" charset="-122"/>
                <a:cs typeface="宋体" charset="0"/>
              </a:rPr>
              <a:t>不等于</a:t>
            </a:r>
            <a:r>
              <a:rPr lang="en-US" altLang="zh-CN" sz="1200" kern="1200" dirty="0">
                <a:solidFill>
                  <a:schemeClr val="tx1"/>
                </a:solidFill>
                <a:effectLst/>
                <a:latin typeface="Arial" pitchFamily="34" charset="0"/>
                <a:ea typeface="宋体" pitchFamily="2" charset="-122"/>
                <a:cs typeface="宋体" charset="0"/>
              </a:rPr>
              <a:t>110</a:t>
            </a:r>
            <a:r>
              <a:rPr lang="zh-CN" altLang="zh-CN" sz="1200" kern="1200" dirty="0">
                <a:solidFill>
                  <a:schemeClr val="tx1"/>
                </a:solidFill>
                <a:effectLst/>
                <a:latin typeface="Arial" pitchFamily="34" charset="0"/>
                <a:ea typeface="宋体" pitchFamily="2" charset="-122"/>
                <a:cs typeface="宋体" charset="0"/>
              </a:rPr>
              <a:t>，</a:t>
            </a:r>
            <a:r>
              <a:rPr lang="en-US" altLang="zh-CN" sz="1200" kern="1200" dirty="0">
                <a:solidFill>
                  <a:schemeClr val="tx1"/>
                </a:solidFill>
                <a:effectLst/>
                <a:latin typeface="Arial" pitchFamily="34" charset="0"/>
                <a:ea typeface="宋体" pitchFamily="2" charset="-122"/>
                <a:cs typeface="宋体" charset="0"/>
              </a:rPr>
              <a:t>G2</a:t>
            </a:r>
            <a:r>
              <a:rPr lang="zh-CN" altLang="zh-CN" sz="1200" kern="1200" dirty="0">
                <a:solidFill>
                  <a:schemeClr val="tx1"/>
                </a:solidFill>
                <a:effectLst/>
                <a:latin typeface="Arial" pitchFamily="34" charset="0"/>
                <a:ea typeface="宋体" pitchFamily="2" charset="-122"/>
                <a:cs typeface="宋体" charset="0"/>
              </a:rPr>
              <a:t>输出为</a:t>
            </a:r>
            <a:r>
              <a:rPr lang="en-US" altLang="zh-CN" sz="1200" kern="1200" dirty="0">
                <a:solidFill>
                  <a:schemeClr val="tx1"/>
                </a:solidFill>
                <a:effectLst/>
                <a:latin typeface="Arial" pitchFamily="34" charset="0"/>
                <a:ea typeface="宋体" pitchFamily="2" charset="-122"/>
                <a:cs typeface="宋体" charset="0"/>
              </a:rPr>
              <a:t>1</a:t>
            </a:r>
            <a:r>
              <a:rPr lang="zh-CN" altLang="zh-CN" sz="1200" kern="1200" dirty="0">
                <a:solidFill>
                  <a:schemeClr val="tx1"/>
                </a:solidFill>
                <a:effectLst/>
                <a:latin typeface="Arial" pitchFamily="34" charset="0"/>
                <a:ea typeface="宋体" pitchFamily="2" charset="-122"/>
                <a:cs typeface="宋体" charset="0"/>
              </a:rPr>
              <a:t>，当时钟低电平时，</a:t>
            </a:r>
            <a:r>
              <a:rPr lang="en-US" altLang="zh-CN" sz="1200" kern="1200" dirty="0">
                <a:solidFill>
                  <a:schemeClr val="tx1"/>
                </a:solidFill>
                <a:effectLst/>
                <a:latin typeface="Arial" pitchFamily="34" charset="0"/>
                <a:ea typeface="宋体" pitchFamily="2" charset="-122"/>
                <a:cs typeface="宋体" charset="0"/>
              </a:rPr>
              <a:t>RD</a:t>
            </a:r>
            <a:r>
              <a:rPr lang="zh-CN" altLang="zh-CN" sz="1200" kern="1200" dirty="0">
                <a:solidFill>
                  <a:schemeClr val="tx1"/>
                </a:solidFill>
                <a:effectLst/>
                <a:latin typeface="Arial" pitchFamily="34" charset="0"/>
                <a:ea typeface="宋体" pitchFamily="2" charset="-122"/>
                <a:cs typeface="宋体" charset="0"/>
              </a:rPr>
              <a:t>被设置为</a:t>
            </a:r>
            <a:r>
              <a:rPr lang="en-US" altLang="zh-CN" sz="1200" kern="1200" dirty="0">
                <a:solidFill>
                  <a:schemeClr val="tx1"/>
                </a:solidFill>
                <a:effectLst/>
                <a:latin typeface="Arial" pitchFamily="34" charset="0"/>
                <a:ea typeface="宋体" pitchFamily="2" charset="-122"/>
                <a:cs typeface="宋体" charset="0"/>
              </a:rPr>
              <a:t>1</a:t>
            </a:r>
            <a:endParaRPr lang="zh-CN" altLang="zh-CN" sz="1200" kern="1200" dirty="0">
              <a:solidFill>
                <a:schemeClr val="tx1"/>
              </a:solidFill>
              <a:effectLst/>
              <a:latin typeface="Arial" pitchFamily="34" charset="0"/>
              <a:ea typeface="宋体" pitchFamily="2" charset="-122"/>
              <a:cs typeface="宋体" charset="0"/>
            </a:endParaRPr>
          </a:p>
          <a:p>
            <a:r>
              <a:rPr lang="zh-CN" altLang="zh-CN" sz="1200" kern="1200" dirty="0">
                <a:solidFill>
                  <a:schemeClr val="tx1"/>
                </a:solidFill>
                <a:effectLst/>
                <a:latin typeface="Arial" pitchFamily="34" charset="0"/>
                <a:ea typeface="宋体" pitchFamily="2" charset="-122"/>
                <a:cs typeface="宋体" charset="0"/>
              </a:rPr>
              <a:t>当</a:t>
            </a:r>
            <a:r>
              <a:rPr lang="en-US" altLang="zh-CN" sz="1200" kern="1200" dirty="0">
                <a:solidFill>
                  <a:schemeClr val="tx1"/>
                </a:solidFill>
                <a:effectLst/>
                <a:latin typeface="Arial" pitchFamily="34" charset="0"/>
                <a:ea typeface="宋体" pitchFamily="2" charset="-122"/>
                <a:cs typeface="宋体" charset="0"/>
              </a:rPr>
              <a:t>Q2Q1Q0</a:t>
            </a:r>
            <a:r>
              <a:rPr lang="zh-CN" altLang="zh-CN" sz="1200" kern="1200" dirty="0">
                <a:solidFill>
                  <a:schemeClr val="tx1"/>
                </a:solidFill>
                <a:effectLst/>
                <a:latin typeface="Arial" pitchFamily="34" charset="0"/>
                <a:ea typeface="宋体" pitchFamily="2" charset="-122"/>
                <a:cs typeface="宋体" charset="0"/>
              </a:rPr>
              <a:t>变为</a:t>
            </a:r>
            <a:r>
              <a:rPr lang="en-US" altLang="zh-CN" sz="1200" kern="1200" dirty="0">
                <a:solidFill>
                  <a:schemeClr val="tx1"/>
                </a:solidFill>
                <a:effectLst/>
                <a:latin typeface="Arial" pitchFamily="34" charset="0"/>
                <a:ea typeface="宋体" pitchFamily="2" charset="-122"/>
                <a:cs typeface="宋体" charset="0"/>
              </a:rPr>
              <a:t>110(</a:t>
            </a:r>
            <a:r>
              <a:rPr lang="zh-CN" altLang="zh-CN" sz="1200" kern="1200" dirty="0">
                <a:solidFill>
                  <a:schemeClr val="tx1"/>
                </a:solidFill>
                <a:effectLst/>
                <a:latin typeface="Arial" pitchFamily="34" charset="0"/>
                <a:ea typeface="宋体" pitchFamily="2" charset="-122"/>
                <a:cs typeface="宋体" charset="0"/>
              </a:rPr>
              <a:t>此时时钟上升沿刚刚过去，为高</a:t>
            </a:r>
            <a:r>
              <a:rPr lang="en-US" altLang="zh-CN" sz="1200" kern="1200" dirty="0">
                <a:solidFill>
                  <a:schemeClr val="tx1"/>
                </a:solidFill>
                <a:effectLst/>
                <a:latin typeface="Arial" pitchFamily="34" charset="0"/>
                <a:ea typeface="宋体" pitchFamily="2" charset="-122"/>
                <a:cs typeface="宋体" charset="0"/>
              </a:rPr>
              <a:t>)</a:t>
            </a:r>
            <a:r>
              <a:rPr lang="zh-CN" altLang="zh-CN" sz="1200" kern="1200" dirty="0">
                <a:solidFill>
                  <a:schemeClr val="tx1"/>
                </a:solidFill>
                <a:effectLst/>
                <a:latin typeface="Arial" pitchFamily="34" charset="0"/>
                <a:ea typeface="宋体" pitchFamily="2" charset="-122"/>
                <a:cs typeface="宋体" charset="0"/>
              </a:rPr>
              <a:t>，</a:t>
            </a:r>
            <a:r>
              <a:rPr lang="en-US" altLang="zh-CN" sz="1200" kern="1200" dirty="0">
                <a:solidFill>
                  <a:schemeClr val="tx1"/>
                </a:solidFill>
                <a:effectLst/>
                <a:latin typeface="Arial" pitchFamily="34" charset="0"/>
                <a:ea typeface="宋体" pitchFamily="2" charset="-122"/>
                <a:cs typeface="宋体" charset="0"/>
              </a:rPr>
              <a:t>G2</a:t>
            </a:r>
            <a:r>
              <a:rPr lang="zh-CN" altLang="zh-CN" sz="1200" kern="1200" dirty="0">
                <a:solidFill>
                  <a:schemeClr val="tx1"/>
                </a:solidFill>
                <a:effectLst/>
                <a:latin typeface="Arial" pitchFamily="34" charset="0"/>
                <a:ea typeface="宋体" pitchFamily="2" charset="-122"/>
                <a:cs typeface="宋体" charset="0"/>
              </a:rPr>
              <a:t>输出为</a:t>
            </a:r>
            <a:r>
              <a:rPr lang="en-US" altLang="zh-CN" sz="1200" kern="1200" dirty="0">
                <a:solidFill>
                  <a:schemeClr val="tx1"/>
                </a:solidFill>
                <a:effectLst/>
                <a:latin typeface="Arial" pitchFamily="34" charset="0"/>
                <a:ea typeface="宋体" pitchFamily="2" charset="-122"/>
                <a:cs typeface="宋体" charset="0"/>
              </a:rPr>
              <a:t>0</a:t>
            </a:r>
            <a:r>
              <a:rPr lang="zh-CN" altLang="zh-CN" sz="1200" kern="1200" dirty="0">
                <a:solidFill>
                  <a:schemeClr val="tx1"/>
                </a:solidFill>
                <a:effectLst/>
                <a:latin typeface="Arial" pitchFamily="34" charset="0"/>
                <a:ea typeface="宋体" pitchFamily="2" charset="-122"/>
                <a:cs typeface="宋体" charset="0"/>
              </a:rPr>
              <a:t>，</a:t>
            </a:r>
            <a:r>
              <a:rPr lang="en-US" altLang="zh-CN" sz="1200" kern="1200" dirty="0">
                <a:solidFill>
                  <a:schemeClr val="tx1"/>
                </a:solidFill>
                <a:effectLst/>
                <a:latin typeface="Arial" pitchFamily="34" charset="0"/>
                <a:ea typeface="宋体" pitchFamily="2" charset="-122"/>
                <a:cs typeface="宋体" charset="0"/>
              </a:rPr>
              <a:t>Rd-&gt;0</a:t>
            </a:r>
            <a:r>
              <a:rPr lang="zh-CN" altLang="zh-CN" sz="1200" kern="1200" dirty="0">
                <a:solidFill>
                  <a:schemeClr val="tx1"/>
                </a:solidFill>
                <a:effectLst/>
                <a:latin typeface="Arial" pitchFamily="34" charset="0"/>
                <a:ea typeface="宋体" pitchFamily="2" charset="-122"/>
                <a:cs typeface="宋体" charset="0"/>
              </a:rPr>
              <a:t>，对</a:t>
            </a:r>
            <a:r>
              <a:rPr lang="en-US" altLang="zh-CN" sz="1200" kern="1200" dirty="0">
                <a:solidFill>
                  <a:schemeClr val="tx1"/>
                </a:solidFill>
                <a:effectLst/>
                <a:latin typeface="Arial" pitchFamily="34" charset="0"/>
                <a:ea typeface="宋体" pitchFamily="2" charset="-122"/>
                <a:cs typeface="宋体" charset="0"/>
              </a:rPr>
              <a:t>74x161</a:t>
            </a:r>
            <a:r>
              <a:rPr lang="zh-CN" altLang="zh-CN" sz="1200" kern="1200" dirty="0">
                <a:solidFill>
                  <a:schemeClr val="tx1"/>
                </a:solidFill>
                <a:effectLst/>
                <a:latin typeface="Arial" pitchFamily="34" charset="0"/>
                <a:ea typeface="宋体" pitchFamily="2" charset="-122"/>
                <a:cs typeface="宋体" charset="0"/>
              </a:rPr>
              <a:t>复位，</a:t>
            </a:r>
            <a:r>
              <a:rPr lang="en-US" altLang="zh-CN" sz="1200" kern="1200" dirty="0">
                <a:solidFill>
                  <a:schemeClr val="tx1"/>
                </a:solidFill>
                <a:effectLst/>
                <a:latin typeface="Arial" pitchFamily="34" charset="0"/>
                <a:ea typeface="宋体" pitchFamily="2" charset="-122"/>
                <a:cs typeface="宋体" charset="0"/>
              </a:rPr>
              <a:t>G2</a:t>
            </a:r>
            <a:r>
              <a:rPr lang="zh-CN" altLang="zh-CN" sz="1200" kern="1200" dirty="0">
                <a:solidFill>
                  <a:schemeClr val="tx1"/>
                </a:solidFill>
                <a:effectLst/>
                <a:latin typeface="Arial" pitchFamily="34" charset="0"/>
                <a:ea typeface="宋体" pitchFamily="2" charset="-122"/>
                <a:cs typeface="宋体" charset="0"/>
              </a:rPr>
              <a:t>的输出变为</a:t>
            </a:r>
            <a:r>
              <a:rPr lang="en-US" altLang="zh-CN" sz="1200" kern="1200" dirty="0">
                <a:solidFill>
                  <a:schemeClr val="tx1"/>
                </a:solidFill>
                <a:effectLst/>
                <a:latin typeface="Arial" pitchFamily="34" charset="0"/>
                <a:ea typeface="宋体" pitchFamily="2" charset="-122"/>
                <a:cs typeface="宋体" charset="0"/>
              </a:rPr>
              <a:t>1</a:t>
            </a:r>
            <a:r>
              <a:rPr lang="zh-CN" altLang="zh-CN" sz="1200" kern="1200" dirty="0">
                <a:solidFill>
                  <a:schemeClr val="tx1"/>
                </a:solidFill>
                <a:effectLst/>
                <a:latin typeface="Arial" pitchFamily="34" charset="0"/>
                <a:ea typeface="宋体" pitchFamily="2" charset="-122"/>
                <a:cs typeface="宋体" charset="0"/>
              </a:rPr>
              <a:t>，当时钟下降沿到来，</a:t>
            </a:r>
            <a:r>
              <a:rPr lang="en-US" altLang="zh-CN" sz="1200" kern="1200" dirty="0">
                <a:solidFill>
                  <a:schemeClr val="tx1"/>
                </a:solidFill>
                <a:effectLst/>
                <a:latin typeface="Arial" pitchFamily="34" charset="0"/>
                <a:ea typeface="宋体" pitchFamily="2" charset="-122"/>
                <a:cs typeface="宋体" charset="0"/>
              </a:rPr>
              <a:t>/S-&gt;0,Rd</a:t>
            </a:r>
            <a:r>
              <a:rPr lang="zh-CN" altLang="zh-CN" sz="1200" kern="1200" dirty="0">
                <a:solidFill>
                  <a:schemeClr val="tx1"/>
                </a:solidFill>
                <a:effectLst/>
                <a:latin typeface="Arial" pitchFamily="34" charset="0"/>
                <a:ea typeface="宋体" pitchFamily="2" charset="-122"/>
                <a:cs typeface="宋体" charset="0"/>
              </a:rPr>
              <a:t>被置为</a:t>
            </a:r>
            <a:r>
              <a:rPr lang="en-US" altLang="zh-CN" sz="1200" kern="1200" dirty="0">
                <a:solidFill>
                  <a:schemeClr val="tx1"/>
                </a:solidFill>
                <a:effectLst/>
                <a:latin typeface="Arial" pitchFamily="34" charset="0"/>
                <a:ea typeface="宋体" pitchFamily="2" charset="-122"/>
                <a:cs typeface="宋体" charset="0"/>
              </a:rPr>
              <a:t>1</a:t>
            </a:r>
            <a:r>
              <a:rPr lang="zh-CN" altLang="zh-CN" sz="1200" kern="1200" dirty="0">
                <a:solidFill>
                  <a:schemeClr val="tx1"/>
                </a:solidFill>
                <a:effectLst/>
                <a:latin typeface="Arial" pitchFamily="34" charset="0"/>
                <a:ea typeface="宋体" pitchFamily="2" charset="-122"/>
                <a:cs typeface="宋体" charset="0"/>
              </a:rPr>
              <a:t>，所以低电平持续时间为（时钟上升沿到来时间</a:t>
            </a:r>
            <a:r>
              <a:rPr lang="en-US" altLang="zh-CN" sz="1200" kern="1200" dirty="0">
                <a:solidFill>
                  <a:schemeClr val="tx1"/>
                </a:solidFill>
                <a:effectLst/>
                <a:latin typeface="Arial" pitchFamily="34" charset="0"/>
                <a:ea typeface="宋体" pitchFamily="2" charset="-122"/>
                <a:cs typeface="宋体" charset="0"/>
              </a:rPr>
              <a:t>+74x161</a:t>
            </a:r>
            <a:r>
              <a:rPr lang="zh-CN" altLang="zh-CN" sz="1200" kern="1200" dirty="0">
                <a:solidFill>
                  <a:schemeClr val="tx1"/>
                </a:solidFill>
                <a:effectLst/>
                <a:latin typeface="Arial" pitchFamily="34" charset="0"/>
                <a:ea typeface="宋体" pitchFamily="2" charset="-122"/>
                <a:cs typeface="宋体" charset="0"/>
              </a:rPr>
              <a:t>翻转时间</a:t>
            </a:r>
            <a:r>
              <a:rPr lang="en-US" altLang="zh-CN" sz="1200" kern="1200" dirty="0">
                <a:solidFill>
                  <a:schemeClr val="tx1"/>
                </a:solidFill>
                <a:effectLst/>
                <a:latin typeface="Arial" pitchFamily="34" charset="0"/>
                <a:ea typeface="宋体" pitchFamily="2" charset="-122"/>
                <a:cs typeface="宋体" charset="0"/>
              </a:rPr>
              <a:t>+G2</a:t>
            </a:r>
            <a:r>
              <a:rPr lang="zh-CN" altLang="zh-CN" sz="1200" kern="1200" dirty="0">
                <a:solidFill>
                  <a:schemeClr val="tx1"/>
                </a:solidFill>
                <a:effectLst/>
                <a:latin typeface="Arial" pitchFamily="34" charset="0"/>
                <a:ea typeface="宋体" pitchFamily="2" charset="-122"/>
                <a:cs typeface="宋体" charset="0"/>
              </a:rPr>
              <a:t>门延迟</a:t>
            </a:r>
            <a:r>
              <a:rPr lang="en-US" altLang="zh-CN" sz="1200" kern="1200" dirty="0">
                <a:solidFill>
                  <a:schemeClr val="tx1"/>
                </a:solidFill>
                <a:effectLst/>
                <a:latin typeface="Arial" pitchFamily="34" charset="0"/>
                <a:ea typeface="宋体" pitchFamily="2" charset="-122"/>
                <a:cs typeface="宋体" charset="0"/>
              </a:rPr>
              <a:t>+RS</a:t>
            </a:r>
            <a:r>
              <a:rPr lang="zh-CN" altLang="zh-CN" sz="1200" kern="1200" dirty="0">
                <a:solidFill>
                  <a:schemeClr val="tx1"/>
                </a:solidFill>
                <a:effectLst/>
                <a:latin typeface="Arial" pitchFamily="34" charset="0"/>
                <a:ea typeface="宋体" pitchFamily="2" charset="-122"/>
                <a:cs typeface="宋体" charset="0"/>
              </a:rPr>
              <a:t>触发器延迟）到（时钟下降沿到来时间</a:t>
            </a:r>
            <a:r>
              <a:rPr lang="en-US" altLang="zh-CN" sz="1200" kern="1200" dirty="0">
                <a:solidFill>
                  <a:schemeClr val="tx1"/>
                </a:solidFill>
                <a:effectLst/>
                <a:latin typeface="Arial" pitchFamily="34" charset="0"/>
                <a:ea typeface="宋体" pitchFamily="2" charset="-122"/>
                <a:cs typeface="宋体" charset="0"/>
              </a:rPr>
              <a:t>+RS</a:t>
            </a:r>
            <a:r>
              <a:rPr lang="zh-CN" altLang="zh-CN" sz="1200" kern="1200" dirty="0">
                <a:solidFill>
                  <a:schemeClr val="tx1"/>
                </a:solidFill>
                <a:effectLst/>
                <a:latin typeface="Arial" pitchFamily="34" charset="0"/>
                <a:ea typeface="宋体" pitchFamily="2" charset="-122"/>
                <a:cs typeface="宋体" charset="0"/>
              </a:rPr>
              <a:t>触发器延迟），大约等于半个时钟周期</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18</a:t>
            </a:fld>
            <a:endParaRPr lang="zh-CN" altLang="en-US"/>
          </a:p>
        </p:txBody>
      </p:sp>
    </p:spTree>
    <p:extLst>
      <p:ext uri="{BB962C8B-B14F-4D97-AF65-F5344CB8AC3E}">
        <p14:creationId xmlns:p14="http://schemas.microsoft.com/office/powerpoint/2010/main" val="20680385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Arial" pitchFamily="34" charset="0"/>
                <a:ea typeface="宋体" pitchFamily="2" charset="-122"/>
                <a:cs typeface="宋体" charset="0"/>
              </a:rPr>
              <a:t>左上角为</a:t>
            </a:r>
            <a:r>
              <a:rPr lang="en-US" altLang="zh-CN" sz="1200" kern="1200" dirty="0">
                <a:solidFill>
                  <a:schemeClr val="tx1"/>
                </a:solidFill>
                <a:effectLst/>
                <a:latin typeface="Arial" pitchFamily="34" charset="0"/>
                <a:ea typeface="宋体" pitchFamily="2" charset="-122"/>
                <a:cs typeface="宋体" charset="0"/>
              </a:rPr>
              <a:t>RS</a:t>
            </a:r>
            <a:r>
              <a:rPr lang="zh-CN" altLang="zh-CN" sz="1200" kern="1200" dirty="0">
                <a:solidFill>
                  <a:schemeClr val="tx1"/>
                </a:solidFill>
                <a:effectLst/>
                <a:latin typeface="Arial" pitchFamily="34" charset="0"/>
                <a:ea typeface="宋体" pitchFamily="2" charset="-122"/>
                <a:cs typeface="宋体" charset="0"/>
              </a:rPr>
              <a:t>锁存器（</a:t>
            </a:r>
            <a:r>
              <a:rPr lang="en-US" altLang="zh-CN" sz="1200" kern="1200" dirty="0">
                <a:solidFill>
                  <a:schemeClr val="tx1"/>
                </a:solidFill>
                <a:effectLst/>
                <a:latin typeface="Arial" pitchFamily="34" charset="0"/>
                <a:ea typeface="宋体" pitchFamily="2" charset="-122"/>
                <a:cs typeface="宋体" charset="0"/>
              </a:rPr>
              <a:t>PPT11 P10</a:t>
            </a:r>
            <a:r>
              <a:rPr lang="zh-CN" altLang="zh-CN" sz="1200" kern="1200" dirty="0">
                <a:solidFill>
                  <a:schemeClr val="tx1"/>
                </a:solidFill>
                <a:effectLst/>
                <a:latin typeface="Arial" pitchFamily="34" charset="0"/>
                <a:ea typeface="宋体" pitchFamily="2" charset="-122"/>
                <a:cs typeface="宋体" charset="0"/>
              </a:rPr>
              <a:t>），这里相当于</a:t>
            </a:r>
            <a:r>
              <a:rPr lang="en-US" altLang="zh-CN" sz="1200" kern="1200" dirty="0">
                <a:solidFill>
                  <a:schemeClr val="tx1"/>
                </a:solidFill>
                <a:effectLst/>
                <a:latin typeface="Arial" pitchFamily="34" charset="0"/>
                <a:ea typeface="宋体" pitchFamily="2" charset="-122"/>
                <a:cs typeface="宋体" charset="0"/>
              </a:rPr>
              <a:t>G2</a:t>
            </a:r>
            <a:r>
              <a:rPr lang="zh-CN" altLang="zh-CN" sz="1200" kern="1200" dirty="0">
                <a:solidFill>
                  <a:schemeClr val="tx1"/>
                </a:solidFill>
                <a:effectLst/>
                <a:latin typeface="Arial" pitchFamily="34" charset="0"/>
                <a:ea typeface="宋体" pitchFamily="2" charset="-122"/>
                <a:cs typeface="宋体" charset="0"/>
              </a:rPr>
              <a:t>输出接</a:t>
            </a:r>
            <a:r>
              <a:rPr lang="en-US" altLang="zh-CN" sz="1200" kern="1200" dirty="0">
                <a:solidFill>
                  <a:schemeClr val="tx1"/>
                </a:solidFill>
                <a:effectLst/>
                <a:latin typeface="Arial" pitchFamily="34" charset="0"/>
                <a:ea typeface="宋体" pitchFamily="2" charset="-122"/>
                <a:cs typeface="宋体" charset="0"/>
              </a:rPr>
              <a:t>/R</a:t>
            </a:r>
            <a:r>
              <a:rPr lang="zh-CN" altLang="zh-CN" sz="1200" kern="1200" dirty="0">
                <a:solidFill>
                  <a:schemeClr val="tx1"/>
                </a:solidFill>
                <a:effectLst/>
                <a:latin typeface="Arial" pitchFamily="34" charset="0"/>
                <a:ea typeface="宋体" pitchFamily="2" charset="-122"/>
                <a:cs typeface="宋体" charset="0"/>
              </a:rPr>
              <a:t>段，</a:t>
            </a:r>
            <a:r>
              <a:rPr lang="en-US" altLang="zh-CN" sz="1200" kern="1200" dirty="0">
                <a:solidFill>
                  <a:schemeClr val="tx1"/>
                </a:solidFill>
                <a:effectLst/>
                <a:latin typeface="Arial" pitchFamily="34" charset="0"/>
                <a:ea typeface="宋体" pitchFamily="2" charset="-122"/>
                <a:cs typeface="宋体" charset="0"/>
              </a:rPr>
              <a:t>RD</a:t>
            </a:r>
            <a:r>
              <a:rPr lang="zh-CN" altLang="zh-CN" sz="1200" kern="1200" dirty="0">
                <a:solidFill>
                  <a:schemeClr val="tx1"/>
                </a:solidFill>
                <a:effectLst/>
                <a:latin typeface="Arial" pitchFamily="34" charset="0"/>
                <a:ea typeface="宋体" pitchFamily="2" charset="-122"/>
                <a:cs typeface="宋体" charset="0"/>
              </a:rPr>
              <a:t>为</a:t>
            </a:r>
            <a:r>
              <a:rPr lang="en-US" altLang="zh-CN" sz="1200" kern="1200" dirty="0">
                <a:solidFill>
                  <a:schemeClr val="tx1"/>
                </a:solidFill>
                <a:effectLst/>
                <a:latin typeface="Arial" pitchFamily="34" charset="0"/>
                <a:ea typeface="宋体" pitchFamily="2" charset="-122"/>
                <a:cs typeface="宋体" charset="0"/>
              </a:rPr>
              <a:t>Q</a:t>
            </a:r>
            <a:r>
              <a:rPr lang="zh-CN" altLang="zh-CN" sz="1200" kern="1200" dirty="0">
                <a:solidFill>
                  <a:schemeClr val="tx1"/>
                </a:solidFill>
                <a:effectLst/>
                <a:latin typeface="Arial" pitchFamily="34" charset="0"/>
                <a:ea typeface="宋体" pitchFamily="2" charset="-122"/>
                <a:cs typeface="宋体" charset="0"/>
              </a:rPr>
              <a:t>段。</a:t>
            </a:r>
          </a:p>
          <a:p>
            <a:r>
              <a:rPr lang="zh-CN" altLang="zh-CN" sz="1200" kern="1200" dirty="0">
                <a:solidFill>
                  <a:schemeClr val="tx1"/>
                </a:solidFill>
                <a:effectLst/>
                <a:latin typeface="Arial" pitchFamily="34" charset="0"/>
                <a:ea typeface="宋体" pitchFamily="2" charset="-122"/>
                <a:cs typeface="宋体" charset="0"/>
              </a:rPr>
              <a:t>当</a:t>
            </a:r>
            <a:r>
              <a:rPr lang="en-US" altLang="zh-CN" sz="1200" kern="1200" dirty="0">
                <a:solidFill>
                  <a:schemeClr val="tx1"/>
                </a:solidFill>
                <a:effectLst/>
                <a:latin typeface="Arial" pitchFamily="34" charset="0"/>
                <a:ea typeface="宋体" pitchFamily="2" charset="-122"/>
                <a:cs typeface="宋体" charset="0"/>
              </a:rPr>
              <a:t>Q2Q1Q0</a:t>
            </a:r>
            <a:r>
              <a:rPr lang="zh-CN" altLang="zh-CN" sz="1200" kern="1200" dirty="0">
                <a:solidFill>
                  <a:schemeClr val="tx1"/>
                </a:solidFill>
                <a:effectLst/>
                <a:latin typeface="Arial" pitchFamily="34" charset="0"/>
                <a:ea typeface="宋体" pitchFamily="2" charset="-122"/>
                <a:cs typeface="宋体" charset="0"/>
              </a:rPr>
              <a:t>不等于</a:t>
            </a:r>
            <a:r>
              <a:rPr lang="en-US" altLang="zh-CN" sz="1200" kern="1200" dirty="0">
                <a:solidFill>
                  <a:schemeClr val="tx1"/>
                </a:solidFill>
                <a:effectLst/>
                <a:latin typeface="Arial" pitchFamily="34" charset="0"/>
                <a:ea typeface="宋体" pitchFamily="2" charset="-122"/>
                <a:cs typeface="宋体" charset="0"/>
              </a:rPr>
              <a:t>110</a:t>
            </a:r>
            <a:r>
              <a:rPr lang="zh-CN" altLang="zh-CN" sz="1200" kern="1200" dirty="0">
                <a:solidFill>
                  <a:schemeClr val="tx1"/>
                </a:solidFill>
                <a:effectLst/>
                <a:latin typeface="Arial" pitchFamily="34" charset="0"/>
                <a:ea typeface="宋体" pitchFamily="2" charset="-122"/>
                <a:cs typeface="宋体" charset="0"/>
              </a:rPr>
              <a:t>，</a:t>
            </a:r>
            <a:r>
              <a:rPr lang="en-US" altLang="zh-CN" sz="1200" kern="1200" dirty="0">
                <a:solidFill>
                  <a:schemeClr val="tx1"/>
                </a:solidFill>
                <a:effectLst/>
                <a:latin typeface="Arial" pitchFamily="34" charset="0"/>
                <a:ea typeface="宋体" pitchFamily="2" charset="-122"/>
                <a:cs typeface="宋体" charset="0"/>
              </a:rPr>
              <a:t>G2</a:t>
            </a:r>
            <a:r>
              <a:rPr lang="zh-CN" altLang="zh-CN" sz="1200" kern="1200" dirty="0">
                <a:solidFill>
                  <a:schemeClr val="tx1"/>
                </a:solidFill>
                <a:effectLst/>
                <a:latin typeface="Arial" pitchFamily="34" charset="0"/>
                <a:ea typeface="宋体" pitchFamily="2" charset="-122"/>
                <a:cs typeface="宋体" charset="0"/>
              </a:rPr>
              <a:t>输出为</a:t>
            </a:r>
            <a:r>
              <a:rPr lang="en-US" altLang="zh-CN" sz="1200" kern="1200" dirty="0">
                <a:solidFill>
                  <a:schemeClr val="tx1"/>
                </a:solidFill>
                <a:effectLst/>
                <a:latin typeface="Arial" pitchFamily="34" charset="0"/>
                <a:ea typeface="宋体" pitchFamily="2" charset="-122"/>
                <a:cs typeface="宋体" charset="0"/>
              </a:rPr>
              <a:t>1</a:t>
            </a:r>
            <a:r>
              <a:rPr lang="zh-CN" altLang="zh-CN" sz="1200" kern="1200" dirty="0">
                <a:solidFill>
                  <a:schemeClr val="tx1"/>
                </a:solidFill>
                <a:effectLst/>
                <a:latin typeface="Arial" pitchFamily="34" charset="0"/>
                <a:ea typeface="宋体" pitchFamily="2" charset="-122"/>
                <a:cs typeface="宋体" charset="0"/>
              </a:rPr>
              <a:t>，当时钟低电平时，</a:t>
            </a:r>
            <a:r>
              <a:rPr lang="en-US" altLang="zh-CN" sz="1200" kern="1200" dirty="0">
                <a:solidFill>
                  <a:schemeClr val="tx1"/>
                </a:solidFill>
                <a:effectLst/>
                <a:latin typeface="Arial" pitchFamily="34" charset="0"/>
                <a:ea typeface="宋体" pitchFamily="2" charset="-122"/>
                <a:cs typeface="宋体" charset="0"/>
              </a:rPr>
              <a:t>RD</a:t>
            </a:r>
            <a:r>
              <a:rPr lang="zh-CN" altLang="zh-CN" sz="1200" kern="1200" dirty="0">
                <a:solidFill>
                  <a:schemeClr val="tx1"/>
                </a:solidFill>
                <a:effectLst/>
                <a:latin typeface="Arial" pitchFamily="34" charset="0"/>
                <a:ea typeface="宋体" pitchFamily="2" charset="-122"/>
                <a:cs typeface="宋体" charset="0"/>
              </a:rPr>
              <a:t>被设置为</a:t>
            </a:r>
            <a:r>
              <a:rPr lang="en-US" altLang="zh-CN" sz="1200" kern="1200" dirty="0">
                <a:solidFill>
                  <a:schemeClr val="tx1"/>
                </a:solidFill>
                <a:effectLst/>
                <a:latin typeface="Arial" pitchFamily="34" charset="0"/>
                <a:ea typeface="宋体" pitchFamily="2" charset="-122"/>
                <a:cs typeface="宋体" charset="0"/>
              </a:rPr>
              <a:t>1</a:t>
            </a:r>
            <a:endParaRPr lang="zh-CN" altLang="zh-CN" sz="1200" kern="1200" dirty="0">
              <a:solidFill>
                <a:schemeClr val="tx1"/>
              </a:solidFill>
              <a:effectLst/>
              <a:latin typeface="Arial" pitchFamily="34" charset="0"/>
              <a:ea typeface="宋体" pitchFamily="2" charset="-122"/>
              <a:cs typeface="宋体" charset="0"/>
            </a:endParaRPr>
          </a:p>
          <a:p>
            <a:r>
              <a:rPr lang="zh-CN" altLang="zh-CN" sz="1200" kern="1200" dirty="0">
                <a:solidFill>
                  <a:schemeClr val="tx1"/>
                </a:solidFill>
                <a:effectLst/>
                <a:latin typeface="Arial" pitchFamily="34" charset="0"/>
                <a:ea typeface="宋体" pitchFamily="2" charset="-122"/>
                <a:cs typeface="宋体" charset="0"/>
              </a:rPr>
              <a:t>当</a:t>
            </a:r>
            <a:r>
              <a:rPr lang="en-US" altLang="zh-CN" sz="1200" kern="1200" dirty="0">
                <a:solidFill>
                  <a:schemeClr val="tx1"/>
                </a:solidFill>
                <a:effectLst/>
                <a:latin typeface="Arial" pitchFamily="34" charset="0"/>
                <a:ea typeface="宋体" pitchFamily="2" charset="-122"/>
                <a:cs typeface="宋体" charset="0"/>
              </a:rPr>
              <a:t>Q2Q1Q0</a:t>
            </a:r>
            <a:r>
              <a:rPr lang="zh-CN" altLang="zh-CN" sz="1200" kern="1200" dirty="0">
                <a:solidFill>
                  <a:schemeClr val="tx1"/>
                </a:solidFill>
                <a:effectLst/>
                <a:latin typeface="Arial" pitchFamily="34" charset="0"/>
                <a:ea typeface="宋体" pitchFamily="2" charset="-122"/>
                <a:cs typeface="宋体" charset="0"/>
              </a:rPr>
              <a:t>变为</a:t>
            </a:r>
            <a:r>
              <a:rPr lang="en-US" altLang="zh-CN" sz="1200" kern="1200" dirty="0">
                <a:solidFill>
                  <a:schemeClr val="tx1"/>
                </a:solidFill>
                <a:effectLst/>
                <a:latin typeface="Arial" pitchFamily="34" charset="0"/>
                <a:ea typeface="宋体" pitchFamily="2" charset="-122"/>
                <a:cs typeface="宋体" charset="0"/>
              </a:rPr>
              <a:t>110(</a:t>
            </a:r>
            <a:r>
              <a:rPr lang="zh-CN" altLang="zh-CN" sz="1200" kern="1200" dirty="0">
                <a:solidFill>
                  <a:schemeClr val="tx1"/>
                </a:solidFill>
                <a:effectLst/>
                <a:latin typeface="Arial" pitchFamily="34" charset="0"/>
                <a:ea typeface="宋体" pitchFamily="2" charset="-122"/>
                <a:cs typeface="宋体" charset="0"/>
              </a:rPr>
              <a:t>此时时钟上升沿刚刚过去，为高</a:t>
            </a:r>
            <a:r>
              <a:rPr lang="en-US" altLang="zh-CN" sz="1200" kern="1200" dirty="0">
                <a:solidFill>
                  <a:schemeClr val="tx1"/>
                </a:solidFill>
                <a:effectLst/>
                <a:latin typeface="Arial" pitchFamily="34" charset="0"/>
                <a:ea typeface="宋体" pitchFamily="2" charset="-122"/>
                <a:cs typeface="宋体" charset="0"/>
              </a:rPr>
              <a:t>)</a:t>
            </a:r>
            <a:r>
              <a:rPr lang="zh-CN" altLang="zh-CN" sz="1200" kern="1200" dirty="0">
                <a:solidFill>
                  <a:schemeClr val="tx1"/>
                </a:solidFill>
                <a:effectLst/>
                <a:latin typeface="Arial" pitchFamily="34" charset="0"/>
                <a:ea typeface="宋体" pitchFamily="2" charset="-122"/>
                <a:cs typeface="宋体" charset="0"/>
              </a:rPr>
              <a:t>，</a:t>
            </a:r>
            <a:r>
              <a:rPr lang="en-US" altLang="zh-CN" sz="1200" kern="1200" dirty="0">
                <a:solidFill>
                  <a:schemeClr val="tx1"/>
                </a:solidFill>
                <a:effectLst/>
                <a:latin typeface="Arial" pitchFamily="34" charset="0"/>
                <a:ea typeface="宋体" pitchFamily="2" charset="-122"/>
                <a:cs typeface="宋体" charset="0"/>
              </a:rPr>
              <a:t>G2</a:t>
            </a:r>
            <a:r>
              <a:rPr lang="zh-CN" altLang="zh-CN" sz="1200" kern="1200" dirty="0">
                <a:solidFill>
                  <a:schemeClr val="tx1"/>
                </a:solidFill>
                <a:effectLst/>
                <a:latin typeface="Arial" pitchFamily="34" charset="0"/>
                <a:ea typeface="宋体" pitchFamily="2" charset="-122"/>
                <a:cs typeface="宋体" charset="0"/>
              </a:rPr>
              <a:t>输出为</a:t>
            </a:r>
            <a:r>
              <a:rPr lang="en-US" altLang="zh-CN" sz="1200" kern="1200" dirty="0">
                <a:solidFill>
                  <a:schemeClr val="tx1"/>
                </a:solidFill>
                <a:effectLst/>
                <a:latin typeface="Arial" pitchFamily="34" charset="0"/>
                <a:ea typeface="宋体" pitchFamily="2" charset="-122"/>
                <a:cs typeface="宋体" charset="0"/>
              </a:rPr>
              <a:t>0</a:t>
            </a:r>
            <a:r>
              <a:rPr lang="zh-CN" altLang="zh-CN" sz="1200" kern="1200" dirty="0">
                <a:solidFill>
                  <a:schemeClr val="tx1"/>
                </a:solidFill>
                <a:effectLst/>
                <a:latin typeface="Arial" pitchFamily="34" charset="0"/>
                <a:ea typeface="宋体" pitchFamily="2" charset="-122"/>
                <a:cs typeface="宋体" charset="0"/>
              </a:rPr>
              <a:t>，</a:t>
            </a:r>
            <a:r>
              <a:rPr lang="en-US" altLang="zh-CN" sz="1200" kern="1200" dirty="0">
                <a:solidFill>
                  <a:schemeClr val="tx1"/>
                </a:solidFill>
                <a:effectLst/>
                <a:latin typeface="Arial" pitchFamily="34" charset="0"/>
                <a:ea typeface="宋体" pitchFamily="2" charset="-122"/>
                <a:cs typeface="宋体" charset="0"/>
              </a:rPr>
              <a:t>Rd-&gt;0</a:t>
            </a:r>
            <a:r>
              <a:rPr lang="zh-CN" altLang="zh-CN" sz="1200" kern="1200" dirty="0">
                <a:solidFill>
                  <a:schemeClr val="tx1"/>
                </a:solidFill>
                <a:effectLst/>
                <a:latin typeface="Arial" pitchFamily="34" charset="0"/>
                <a:ea typeface="宋体" pitchFamily="2" charset="-122"/>
                <a:cs typeface="宋体" charset="0"/>
              </a:rPr>
              <a:t>，对</a:t>
            </a:r>
            <a:r>
              <a:rPr lang="en-US" altLang="zh-CN" sz="1200" kern="1200" dirty="0">
                <a:solidFill>
                  <a:schemeClr val="tx1"/>
                </a:solidFill>
                <a:effectLst/>
                <a:latin typeface="Arial" pitchFamily="34" charset="0"/>
                <a:ea typeface="宋体" pitchFamily="2" charset="-122"/>
                <a:cs typeface="宋体" charset="0"/>
              </a:rPr>
              <a:t>74x161</a:t>
            </a:r>
            <a:r>
              <a:rPr lang="zh-CN" altLang="zh-CN" sz="1200" kern="1200" dirty="0">
                <a:solidFill>
                  <a:schemeClr val="tx1"/>
                </a:solidFill>
                <a:effectLst/>
                <a:latin typeface="Arial" pitchFamily="34" charset="0"/>
                <a:ea typeface="宋体" pitchFamily="2" charset="-122"/>
                <a:cs typeface="宋体" charset="0"/>
              </a:rPr>
              <a:t>复位，</a:t>
            </a:r>
            <a:r>
              <a:rPr lang="en-US" altLang="zh-CN" sz="1200" kern="1200" dirty="0">
                <a:solidFill>
                  <a:schemeClr val="tx1"/>
                </a:solidFill>
                <a:effectLst/>
                <a:latin typeface="Arial" pitchFamily="34" charset="0"/>
                <a:ea typeface="宋体" pitchFamily="2" charset="-122"/>
                <a:cs typeface="宋体" charset="0"/>
              </a:rPr>
              <a:t>G2</a:t>
            </a:r>
            <a:r>
              <a:rPr lang="zh-CN" altLang="zh-CN" sz="1200" kern="1200" dirty="0">
                <a:solidFill>
                  <a:schemeClr val="tx1"/>
                </a:solidFill>
                <a:effectLst/>
                <a:latin typeface="Arial" pitchFamily="34" charset="0"/>
                <a:ea typeface="宋体" pitchFamily="2" charset="-122"/>
                <a:cs typeface="宋体" charset="0"/>
              </a:rPr>
              <a:t>的输出变为</a:t>
            </a:r>
            <a:r>
              <a:rPr lang="en-US" altLang="zh-CN" sz="1200" kern="1200" dirty="0">
                <a:solidFill>
                  <a:schemeClr val="tx1"/>
                </a:solidFill>
                <a:effectLst/>
                <a:latin typeface="Arial" pitchFamily="34" charset="0"/>
                <a:ea typeface="宋体" pitchFamily="2" charset="-122"/>
                <a:cs typeface="宋体" charset="0"/>
              </a:rPr>
              <a:t>1</a:t>
            </a:r>
            <a:r>
              <a:rPr lang="zh-CN" altLang="zh-CN" sz="1200" kern="1200" dirty="0">
                <a:solidFill>
                  <a:schemeClr val="tx1"/>
                </a:solidFill>
                <a:effectLst/>
                <a:latin typeface="Arial" pitchFamily="34" charset="0"/>
                <a:ea typeface="宋体" pitchFamily="2" charset="-122"/>
                <a:cs typeface="宋体" charset="0"/>
              </a:rPr>
              <a:t>，当时钟下降沿到来，</a:t>
            </a:r>
            <a:r>
              <a:rPr lang="en-US" altLang="zh-CN" sz="1200" kern="1200" dirty="0">
                <a:solidFill>
                  <a:schemeClr val="tx1"/>
                </a:solidFill>
                <a:effectLst/>
                <a:latin typeface="Arial" pitchFamily="34" charset="0"/>
                <a:ea typeface="宋体" pitchFamily="2" charset="-122"/>
                <a:cs typeface="宋体" charset="0"/>
              </a:rPr>
              <a:t>/S-&gt;0,Rd</a:t>
            </a:r>
            <a:r>
              <a:rPr lang="zh-CN" altLang="zh-CN" sz="1200" kern="1200" dirty="0">
                <a:solidFill>
                  <a:schemeClr val="tx1"/>
                </a:solidFill>
                <a:effectLst/>
                <a:latin typeface="Arial" pitchFamily="34" charset="0"/>
                <a:ea typeface="宋体" pitchFamily="2" charset="-122"/>
                <a:cs typeface="宋体" charset="0"/>
              </a:rPr>
              <a:t>被置为</a:t>
            </a:r>
            <a:r>
              <a:rPr lang="en-US" altLang="zh-CN" sz="1200" kern="1200" dirty="0">
                <a:solidFill>
                  <a:schemeClr val="tx1"/>
                </a:solidFill>
                <a:effectLst/>
                <a:latin typeface="Arial" pitchFamily="34" charset="0"/>
                <a:ea typeface="宋体" pitchFamily="2" charset="-122"/>
                <a:cs typeface="宋体" charset="0"/>
              </a:rPr>
              <a:t>1</a:t>
            </a:r>
            <a:r>
              <a:rPr lang="zh-CN" altLang="zh-CN" sz="1200" kern="1200" dirty="0">
                <a:solidFill>
                  <a:schemeClr val="tx1"/>
                </a:solidFill>
                <a:effectLst/>
                <a:latin typeface="Arial" pitchFamily="34" charset="0"/>
                <a:ea typeface="宋体" pitchFamily="2" charset="-122"/>
                <a:cs typeface="宋体" charset="0"/>
              </a:rPr>
              <a:t>，所以低电平持续时间为（时钟上升沿到来时间</a:t>
            </a:r>
            <a:r>
              <a:rPr lang="en-US" altLang="zh-CN" sz="1200" kern="1200" dirty="0">
                <a:solidFill>
                  <a:schemeClr val="tx1"/>
                </a:solidFill>
                <a:effectLst/>
                <a:latin typeface="Arial" pitchFamily="34" charset="0"/>
                <a:ea typeface="宋体" pitchFamily="2" charset="-122"/>
                <a:cs typeface="宋体" charset="0"/>
              </a:rPr>
              <a:t>+74x161</a:t>
            </a:r>
            <a:r>
              <a:rPr lang="zh-CN" altLang="zh-CN" sz="1200" kern="1200" dirty="0">
                <a:solidFill>
                  <a:schemeClr val="tx1"/>
                </a:solidFill>
                <a:effectLst/>
                <a:latin typeface="Arial" pitchFamily="34" charset="0"/>
                <a:ea typeface="宋体" pitchFamily="2" charset="-122"/>
                <a:cs typeface="宋体" charset="0"/>
              </a:rPr>
              <a:t>翻转时间</a:t>
            </a:r>
            <a:r>
              <a:rPr lang="en-US" altLang="zh-CN" sz="1200" kern="1200" dirty="0">
                <a:solidFill>
                  <a:schemeClr val="tx1"/>
                </a:solidFill>
                <a:effectLst/>
                <a:latin typeface="Arial" pitchFamily="34" charset="0"/>
                <a:ea typeface="宋体" pitchFamily="2" charset="-122"/>
                <a:cs typeface="宋体" charset="0"/>
              </a:rPr>
              <a:t>+G2</a:t>
            </a:r>
            <a:r>
              <a:rPr lang="zh-CN" altLang="zh-CN" sz="1200" kern="1200" dirty="0">
                <a:solidFill>
                  <a:schemeClr val="tx1"/>
                </a:solidFill>
                <a:effectLst/>
                <a:latin typeface="Arial" pitchFamily="34" charset="0"/>
                <a:ea typeface="宋体" pitchFamily="2" charset="-122"/>
                <a:cs typeface="宋体" charset="0"/>
              </a:rPr>
              <a:t>门延迟</a:t>
            </a:r>
            <a:r>
              <a:rPr lang="en-US" altLang="zh-CN" sz="1200" kern="1200" dirty="0">
                <a:solidFill>
                  <a:schemeClr val="tx1"/>
                </a:solidFill>
                <a:effectLst/>
                <a:latin typeface="Arial" pitchFamily="34" charset="0"/>
                <a:ea typeface="宋体" pitchFamily="2" charset="-122"/>
                <a:cs typeface="宋体" charset="0"/>
              </a:rPr>
              <a:t>+RS</a:t>
            </a:r>
            <a:r>
              <a:rPr lang="zh-CN" altLang="zh-CN" sz="1200" kern="1200" dirty="0">
                <a:solidFill>
                  <a:schemeClr val="tx1"/>
                </a:solidFill>
                <a:effectLst/>
                <a:latin typeface="Arial" pitchFamily="34" charset="0"/>
                <a:ea typeface="宋体" pitchFamily="2" charset="-122"/>
                <a:cs typeface="宋体" charset="0"/>
              </a:rPr>
              <a:t>触发器延迟）到（时钟下降沿到来时间</a:t>
            </a:r>
            <a:r>
              <a:rPr lang="en-US" altLang="zh-CN" sz="1200" kern="1200" dirty="0">
                <a:solidFill>
                  <a:schemeClr val="tx1"/>
                </a:solidFill>
                <a:effectLst/>
                <a:latin typeface="Arial" pitchFamily="34" charset="0"/>
                <a:ea typeface="宋体" pitchFamily="2" charset="-122"/>
                <a:cs typeface="宋体" charset="0"/>
              </a:rPr>
              <a:t>+RS</a:t>
            </a:r>
            <a:r>
              <a:rPr lang="zh-CN" altLang="zh-CN" sz="1200" kern="1200" dirty="0">
                <a:solidFill>
                  <a:schemeClr val="tx1"/>
                </a:solidFill>
                <a:effectLst/>
                <a:latin typeface="Arial" pitchFamily="34" charset="0"/>
                <a:ea typeface="宋体" pitchFamily="2" charset="-122"/>
                <a:cs typeface="宋体" charset="0"/>
              </a:rPr>
              <a:t>触发器延迟），大约等于半个时钟周期</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19</a:t>
            </a:fld>
            <a:endParaRPr lang="zh-CN" altLang="en-US"/>
          </a:p>
        </p:txBody>
      </p:sp>
    </p:spTree>
    <p:extLst>
      <p:ext uri="{BB962C8B-B14F-4D97-AF65-F5344CB8AC3E}">
        <p14:creationId xmlns:p14="http://schemas.microsoft.com/office/powerpoint/2010/main" val="38188738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最后一个状态为</a:t>
            </a:r>
            <a:r>
              <a:rPr lang="en-US" altLang="zh-CN" dirty="0"/>
              <a:t>1111</a:t>
            </a:r>
            <a:r>
              <a:rPr lang="zh-CN" altLang="en-US" dirty="0"/>
              <a:t>，好处是可以直接利用</a:t>
            </a:r>
            <a:r>
              <a:rPr lang="en-US" altLang="zh-CN" dirty="0"/>
              <a:t>TC</a:t>
            </a:r>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20</a:t>
            </a:fld>
            <a:endParaRPr lang="zh-CN" altLang="en-US"/>
          </a:p>
        </p:txBody>
      </p:sp>
    </p:spTree>
    <p:extLst>
      <p:ext uri="{BB962C8B-B14F-4D97-AF65-F5344CB8AC3E}">
        <p14:creationId xmlns:p14="http://schemas.microsoft.com/office/powerpoint/2010/main" val="17583197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Arial" pitchFamily="34" charset="0"/>
                <a:ea typeface="宋体" pitchFamily="2" charset="-122"/>
                <a:cs typeface="宋体" charset="0"/>
              </a:rPr>
              <a:t>置零条件：某个时钟周期后，左边</a:t>
            </a:r>
            <a:r>
              <a:rPr lang="en-US" altLang="zh-CN" sz="1200" kern="1200" dirty="0">
                <a:solidFill>
                  <a:schemeClr val="tx1"/>
                </a:solidFill>
                <a:effectLst/>
                <a:latin typeface="Arial" pitchFamily="34" charset="0"/>
                <a:ea typeface="宋体" pitchFamily="2" charset="-122"/>
                <a:cs typeface="宋体" charset="0"/>
              </a:rPr>
              <a:t>Q</a:t>
            </a:r>
            <a:r>
              <a:rPr lang="en-US" altLang="zh-CN" sz="1200" kern="1200" baseline="-25000" dirty="0">
                <a:solidFill>
                  <a:schemeClr val="tx1"/>
                </a:solidFill>
                <a:effectLst/>
                <a:latin typeface="Arial" pitchFamily="34" charset="0"/>
                <a:ea typeface="宋体" pitchFamily="2" charset="-122"/>
                <a:cs typeface="宋体" charset="0"/>
              </a:rPr>
              <a:t>3</a:t>
            </a:r>
            <a:r>
              <a:rPr lang="en-US" altLang="zh-CN" sz="1200" kern="1200" dirty="0">
                <a:solidFill>
                  <a:schemeClr val="tx1"/>
                </a:solidFill>
                <a:effectLst/>
                <a:latin typeface="Arial" pitchFamily="34" charset="0"/>
                <a:ea typeface="宋体" pitchFamily="2" charset="-122"/>
                <a:cs typeface="宋体" charset="0"/>
              </a:rPr>
              <a:t>-Q</a:t>
            </a:r>
            <a:r>
              <a:rPr lang="en-US" altLang="zh-CN" sz="1200" kern="1200" baseline="-25000" dirty="0">
                <a:solidFill>
                  <a:schemeClr val="tx1"/>
                </a:solidFill>
                <a:effectLst/>
                <a:latin typeface="Arial" pitchFamily="34" charset="0"/>
                <a:ea typeface="宋体" pitchFamily="2" charset="-122"/>
                <a:cs typeface="宋体" charset="0"/>
              </a:rPr>
              <a:t>0</a:t>
            </a:r>
            <a:r>
              <a:rPr lang="en-US" altLang="zh-CN" sz="1200" kern="1200" dirty="0">
                <a:solidFill>
                  <a:schemeClr val="tx1"/>
                </a:solidFill>
                <a:effectLst/>
                <a:latin typeface="Arial" pitchFamily="34" charset="0"/>
                <a:ea typeface="宋体" pitchFamily="2" charset="-122"/>
                <a:cs typeface="宋体" charset="0"/>
              </a:rPr>
              <a:t>=0101</a:t>
            </a:r>
            <a:r>
              <a:rPr lang="zh-CN" altLang="zh-CN" sz="1200" kern="1200" dirty="0">
                <a:solidFill>
                  <a:schemeClr val="tx1"/>
                </a:solidFill>
                <a:effectLst/>
                <a:latin typeface="Arial" pitchFamily="34" charset="0"/>
                <a:ea typeface="宋体" pitchFamily="2" charset="-122"/>
                <a:cs typeface="宋体" charset="0"/>
              </a:rPr>
              <a:t>，计算到</a:t>
            </a:r>
            <a:r>
              <a:rPr lang="en-US" altLang="zh-CN" sz="1200" kern="1200" dirty="0">
                <a:solidFill>
                  <a:schemeClr val="tx1"/>
                </a:solidFill>
                <a:effectLst/>
                <a:latin typeface="Arial" pitchFamily="34" charset="0"/>
                <a:ea typeface="宋体" pitchFamily="2" charset="-122"/>
                <a:cs typeface="宋体" charset="0"/>
              </a:rPr>
              <a:t>5</a:t>
            </a:r>
            <a:r>
              <a:rPr lang="zh-CN" altLang="zh-CN" sz="1200" kern="1200" dirty="0">
                <a:solidFill>
                  <a:schemeClr val="tx1"/>
                </a:solidFill>
                <a:effectLst/>
                <a:latin typeface="Arial" pitchFamily="34" charset="0"/>
                <a:ea typeface="宋体" pitchFamily="2" charset="-122"/>
                <a:cs typeface="宋体" charset="0"/>
              </a:rPr>
              <a:t>，右边</a:t>
            </a:r>
            <a:r>
              <a:rPr lang="en-US" altLang="zh-CN" sz="1200" kern="1200" dirty="0">
                <a:solidFill>
                  <a:schemeClr val="tx1"/>
                </a:solidFill>
                <a:effectLst/>
                <a:latin typeface="Arial" pitchFamily="34" charset="0"/>
                <a:ea typeface="宋体" pitchFamily="2" charset="-122"/>
                <a:cs typeface="宋体" charset="0"/>
              </a:rPr>
              <a:t>TC=1</a:t>
            </a:r>
            <a:r>
              <a:rPr lang="zh-CN" altLang="zh-CN" sz="1200" kern="1200" dirty="0">
                <a:solidFill>
                  <a:schemeClr val="tx1"/>
                </a:solidFill>
                <a:effectLst/>
                <a:latin typeface="Arial" pitchFamily="34" charset="0"/>
                <a:ea typeface="宋体" pitchFamily="2" charset="-122"/>
                <a:cs typeface="宋体" charset="0"/>
              </a:rPr>
              <a:t>，计算到</a:t>
            </a:r>
            <a:r>
              <a:rPr lang="en-US" altLang="zh-CN" sz="1200" kern="1200" dirty="0">
                <a:solidFill>
                  <a:schemeClr val="tx1"/>
                </a:solidFill>
                <a:effectLst/>
                <a:latin typeface="Arial" pitchFamily="34" charset="0"/>
                <a:ea typeface="宋体" pitchFamily="2" charset="-122"/>
                <a:cs typeface="宋体" charset="0"/>
              </a:rPr>
              <a:t>9</a:t>
            </a:r>
            <a:r>
              <a:rPr lang="zh-CN" altLang="zh-CN" sz="1200" kern="1200" dirty="0">
                <a:solidFill>
                  <a:schemeClr val="tx1"/>
                </a:solidFill>
                <a:effectLst/>
                <a:latin typeface="Arial" pitchFamily="34" charset="0"/>
                <a:ea typeface="宋体" pitchFamily="2" charset="-122"/>
                <a:cs typeface="宋体" charset="0"/>
              </a:rPr>
              <a:t>，此时与非输出为</a:t>
            </a:r>
            <a:r>
              <a:rPr lang="en-US" altLang="zh-CN" sz="1200" kern="1200" dirty="0">
                <a:solidFill>
                  <a:schemeClr val="tx1"/>
                </a:solidFill>
                <a:effectLst/>
                <a:latin typeface="Arial" pitchFamily="34" charset="0"/>
                <a:ea typeface="宋体" pitchFamily="2" charset="-122"/>
                <a:cs typeface="宋体" charset="0"/>
              </a:rPr>
              <a:t>1</a:t>
            </a:r>
            <a:r>
              <a:rPr lang="zh-CN" altLang="zh-CN" sz="1200" kern="1200" dirty="0">
                <a:solidFill>
                  <a:schemeClr val="tx1"/>
                </a:solidFill>
                <a:effectLst/>
                <a:latin typeface="Arial" pitchFamily="34" charset="0"/>
                <a:ea typeface="宋体" pitchFamily="2" charset="-122"/>
                <a:cs typeface="宋体" charset="0"/>
              </a:rPr>
              <a:t>，等到下一个时钟周期，</a:t>
            </a:r>
            <a:r>
              <a:rPr lang="en-US" altLang="zh-CN" sz="1200" kern="1200" dirty="0">
                <a:solidFill>
                  <a:schemeClr val="tx1"/>
                </a:solidFill>
                <a:effectLst/>
                <a:latin typeface="Arial" pitchFamily="34" charset="0"/>
                <a:ea typeface="宋体" pitchFamily="2" charset="-122"/>
                <a:cs typeface="宋体" charset="0"/>
              </a:rPr>
              <a:t>PE</a:t>
            </a:r>
            <a:r>
              <a:rPr lang="zh-CN" altLang="zh-CN" sz="1200" kern="1200" dirty="0">
                <a:solidFill>
                  <a:schemeClr val="tx1"/>
                </a:solidFill>
                <a:effectLst/>
                <a:latin typeface="Arial" pitchFamily="34" charset="0"/>
                <a:ea typeface="宋体" pitchFamily="2" charset="-122"/>
                <a:cs typeface="宋体" charset="0"/>
              </a:rPr>
              <a:t>把左边</a:t>
            </a:r>
            <a:r>
              <a:rPr lang="en-US" altLang="zh-CN" sz="1200" kern="1200" dirty="0">
                <a:solidFill>
                  <a:schemeClr val="tx1"/>
                </a:solidFill>
                <a:effectLst/>
                <a:latin typeface="Arial" pitchFamily="34" charset="0"/>
                <a:ea typeface="宋体" pitchFamily="2" charset="-122"/>
                <a:cs typeface="宋体" charset="0"/>
              </a:rPr>
              <a:t>74x160</a:t>
            </a:r>
            <a:r>
              <a:rPr lang="zh-CN" altLang="zh-CN" sz="1200" kern="1200" dirty="0">
                <a:solidFill>
                  <a:schemeClr val="tx1"/>
                </a:solidFill>
                <a:effectLst/>
                <a:latin typeface="Arial" pitchFamily="34" charset="0"/>
                <a:ea typeface="宋体" pitchFamily="2" charset="-122"/>
                <a:cs typeface="宋体" charset="0"/>
              </a:rPr>
              <a:t>清零，同时右边从</a:t>
            </a:r>
            <a:r>
              <a:rPr lang="en-US" altLang="zh-CN" sz="1200" kern="1200" dirty="0">
                <a:solidFill>
                  <a:schemeClr val="tx1"/>
                </a:solidFill>
                <a:effectLst/>
                <a:latin typeface="Arial" pitchFamily="34" charset="0"/>
                <a:ea typeface="宋体" pitchFamily="2" charset="-122"/>
                <a:cs typeface="宋体" charset="0"/>
              </a:rPr>
              <a:t>9</a:t>
            </a:r>
            <a:r>
              <a:rPr lang="zh-CN" altLang="zh-CN" sz="1200" kern="1200" dirty="0">
                <a:solidFill>
                  <a:schemeClr val="tx1"/>
                </a:solidFill>
                <a:effectLst/>
                <a:latin typeface="Arial" pitchFamily="34" charset="0"/>
                <a:ea typeface="宋体" pitchFamily="2" charset="-122"/>
                <a:cs typeface="宋体" charset="0"/>
              </a:rPr>
              <a:t>翻到</a:t>
            </a:r>
            <a:r>
              <a:rPr lang="en-US" altLang="zh-CN" sz="1200" kern="1200" dirty="0">
                <a:solidFill>
                  <a:schemeClr val="tx1"/>
                </a:solidFill>
                <a:effectLst/>
                <a:latin typeface="Arial" pitchFamily="34" charset="0"/>
                <a:ea typeface="宋体" pitchFamily="2" charset="-122"/>
                <a:cs typeface="宋体" charset="0"/>
              </a:rPr>
              <a:t>0</a:t>
            </a:r>
            <a:r>
              <a:rPr lang="zh-CN" altLang="zh-CN" sz="1200" kern="1200" dirty="0">
                <a:solidFill>
                  <a:schemeClr val="tx1"/>
                </a:solidFill>
                <a:effectLst/>
                <a:latin typeface="Arial" pitchFamily="34" charset="0"/>
                <a:ea typeface="宋体" pitchFamily="2" charset="-122"/>
                <a:cs typeface="宋体" charset="0"/>
              </a:rPr>
              <a:t>，因此正好完成</a:t>
            </a:r>
            <a:r>
              <a:rPr lang="en-US" altLang="zh-CN" sz="1200" kern="1200" dirty="0">
                <a:solidFill>
                  <a:schemeClr val="tx1"/>
                </a:solidFill>
                <a:effectLst/>
                <a:latin typeface="Arial" pitchFamily="34" charset="0"/>
                <a:ea typeface="宋体" pitchFamily="2" charset="-122"/>
                <a:cs typeface="宋体" charset="0"/>
              </a:rPr>
              <a:t>60</a:t>
            </a:r>
            <a:r>
              <a:rPr lang="zh-CN" altLang="zh-CN" sz="1200" kern="1200" dirty="0">
                <a:solidFill>
                  <a:schemeClr val="tx1"/>
                </a:solidFill>
                <a:effectLst/>
                <a:latin typeface="Arial" pitchFamily="34" charset="0"/>
                <a:ea typeface="宋体" pitchFamily="2" charset="-122"/>
                <a:cs typeface="宋体" charset="0"/>
              </a:rPr>
              <a:t>个周期（</a:t>
            </a:r>
            <a:r>
              <a:rPr lang="en-US" altLang="zh-CN" sz="1200" kern="1200" dirty="0">
                <a:solidFill>
                  <a:schemeClr val="tx1"/>
                </a:solidFill>
                <a:effectLst/>
                <a:latin typeface="Arial" pitchFamily="34" charset="0"/>
                <a:ea typeface="宋体" pitchFamily="2" charset="-122"/>
                <a:cs typeface="宋体" charset="0"/>
              </a:rPr>
              <a:t>0-59</a:t>
            </a:r>
            <a:r>
              <a:rPr lang="zh-CN" altLang="zh-CN" sz="1200" kern="1200" dirty="0">
                <a:solidFill>
                  <a:schemeClr val="tx1"/>
                </a:solidFill>
                <a:effectLst/>
                <a:latin typeface="Arial" pitchFamily="34" charset="0"/>
                <a:ea typeface="宋体" pitchFamily="2" charset="-122"/>
                <a:cs typeface="宋体" charset="0"/>
              </a:rPr>
              <a:t>，且</a:t>
            </a:r>
            <a:r>
              <a:rPr lang="en-US" altLang="zh-CN" sz="1200" kern="1200" dirty="0">
                <a:solidFill>
                  <a:schemeClr val="tx1"/>
                </a:solidFill>
                <a:effectLst/>
                <a:latin typeface="Arial" pitchFamily="34" charset="0"/>
                <a:ea typeface="宋体" pitchFamily="2" charset="-122"/>
                <a:cs typeface="宋体" charset="0"/>
              </a:rPr>
              <a:t>59</a:t>
            </a:r>
            <a:r>
              <a:rPr lang="zh-CN" altLang="zh-CN" sz="1200" kern="1200" dirty="0">
                <a:solidFill>
                  <a:schemeClr val="tx1"/>
                </a:solidFill>
                <a:effectLst/>
                <a:latin typeface="Arial" pitchFamily="34" charset="0"/>
                <a:ea typeface="宋体" pitchFamily="2" charset="-122"/>
                <a:cs typeface="宋体" charset="0"/>
              </a:rPr>
              <a:t>持续一个周期）。</a:t>
            </a:r>
            <a:r>
              <a:rPr lang="zh-CN" altLang="zh-CN" dirty="0">
                <a:effectLst/>
              </a:rPr>
              <a:t> </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22</a:t>
            </a:fld>
            <a:endParaRPr lang="zh-CN" altLang="en-US"/>
          </a:p>
        </p:txBody>
      </p:sp>
    </p:spTree>
    <p:extLst>
      <p:ext uri="{BB962C8B-B14F-4D97-AF65-F5344CB8AC3E}">
        <p14:creationId xmlns:p14="http://schemas.microsoft.com/office/powerpoint/2010/main" val="463084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Arial" pitchFamily="34" charset="0"/>
                <a:ea typeface="宋体" pitchFamily="2" charset="-122"/>
                <a:cs typeface="宋体" charset="0"/>
              </a:rPr>
              <a:t>如果是异步清零：在组合信号成立时立刻成立，就必须等到第</a:t>
            </a:r>
            <a:r>
              <a:rPr lang="en-US" altLang="zh-CN" sz="1200" kern="1200" dirty="0">
                <a:solidFill>
                  <a:schemeClr val="tx1"/>
                </a:solidFill>
                <a:effectLst/>
                <a:latin typeface="Arial" pitchFamily="34" charset="0"/>
                <a:ea typeface="宋体" pitchFamily="2" charset="-122"/>
                <a:cs typeface="宋体" charset="0"/>
              </a:rPr>
              <a:t>60</a:t>
            </a:r>
            <a:r>
              <a:rPr lang="zh-CN" altLang="zh-CN" sz="1200" kern="1200" dirty="0">
                <a:solidFill>
                  <a:schemeClr val="tx1"/>
                </a:solidFill>
                <a:effectLst/>
                <a:latin typeface="Arial" pitchFamily="34" charset="0"/>
                <a:ea typeface="宋体" pitchFamily="2" charset="-122"/>
                <a:cs typeface="宋体" charset="0"/>
              </a:rPr>
              <a:t>个周期（</a:t>
            </a:r>
            <a:r>
              <a:rPr lang="en-US" altLang="zh-CN" sz="1200" kern="1200" dirty="0">
                <a:solidFill>
                  <a:schemeClr val="tx1"/>
                </a:solidFill>
                <a:effectLst/>
                <a:latin typeface="Arial" pitchFamily="34" charset="0"/>
                <a:ea typeface="宋体" pitchFamily="2" charset="-122"/>
                <a:cs typeface="宋体" charset="0"/>
              </a:rPr>
              <a:t>0-60</a:t>
            </a:r>
            <a:r>
              <a:rPr lang="zh-CN" altLang="zh-CN" sz="1200" kern="1200" dirty="0">
                <a:solidFill>
                  <a:schemeClr val="tx1"/>
                </a:solidFill>
                <a:effectLst/>
                <a:latin typeface="Arial" pitchFamily="34" charset="0"/>
                <a:ea typeface="宋体" pitchFamily="2" charset="-122"/>
                <a:cs typeface="宋体" charset="0"/>
              </a:rPr>
              <a:t>，且</a:t>
            </a:r>
            <a:r>
              <a:rPr lang="en-US" altLang="zh-CN" sz="1200" kern="1200" dirty="0">
                <a:solidFill>
                  <a:schemeClr val="tx1"/>
                </a:solidFill>
                <a:effectLst/>
                <a:latin typeface="Arial" pitchFamily="34" charset="0"/>
                <a:ea typeface="宋体" pitchFamily="2" charset="-122"/>
                <a:cs typeface="宋体" charset="0"/>
              </a:rPr>
              <a:t>60</a:t>
            </a:r>
            <a:r>
              <a:rPr lang="zh-CN" altLang="zh-CN" sz="1200" kern="1200" dirty="0">
                <a:solidFill>
                  <a:schemeClr val="tx1"/>
                </a:solidFill>
                <a:effectLst/>
                <a:latin typeface="Arial" pitchFamily="34" charset="0"/>
                <a:ea typeface="宋体" pitchFamily="2" charset="-122"/>
                <a:cs typeface="宋体" charset="0"/>
              </a:rPr>
              <a:t>只持续一瞬间），因此取左边</a:t>
            </a:r>
            <a:r>
              <a:rPr lang="en-US" altLang="zh-CN" sz="1200" kern="1200" dirty="0">
                <a:solidFill>
                  <a:schemeClr val="tx1"/>
                </a:solidFill>
                <a:effectLst/>
                <a:latin typeface="Arial" pitchFamily="34" charset="0"/>
                <a:ea typeface="宋体" pitchFamily="2" charset="-122"/>
                <a:cs typeface="宋体" charset="0"/>
              </a:rPr>
              <a:t>Q</a:t>
            </a:r>
            <a:r>
              <a:rPr lang="en-US" altLang="zh-CN" sz="1200" kern="1200" baseline="-25000" dirty="0">
                <a:solidFill>
                  <a:schemeClr val="tx1"/>
                </a:solidFill>
                <a:effectLst/>
                <a:latin typeface="Arial" pitchFamily="34" charset="0"/>
                <a:ea typeface="宋体" pitchFamily="2" charset="-122"/>
                <a:cs typeface="宋体" charset="0"/>
              </a:rPr>
              <a:t>3-0</a:t>
            </a:r>
            <a:r>
              <a:rPr lang="en-US" altLang="zh-CN" sz="1200" kern="1200" dirty="0">
                <a:solidFill>
                  <a:schemeClr val="tx1"/>
                </a:solidFill>
                <a:effectLst/>
                <a:latin typeface="Arial" pitchFamily="34" charset="0"/>
                <a:ea typeface="宋体" pitchFamily="2" charset="-122"/>
                <a:cs typeface="宋体" charset="0"/>
              </a:rPr>
              <a:t>=0110</a:t>
            </a:r>
            <a:r>
              <a:rPr lang="zh-CN" altLang="zh-CN" sz="1200" kern="1200" dirty="0">
                <a:solidFill>
                  <a:schemeClr val="tx1"/>
                </a:solidFill>
                <a:effectLst/>
                <a:latin typeface="Arial" pitchFamily="34" charset="0"/>
                <a:ea typeface="宋体" pitchFamily="2" charset="-122"/>
                <a:cs typeface="宋体" charset="0"/>
              </a:rPr>
              <a:t>，</a:t>
            </a:r>
            <a:r>
              <a:rPr lang="en-US" altLang="zh-CN" sz="1200" kern="1200" dirty="0">
                <a:solidFill>
                  <a:schemeClr val="tx1"/>
                </a:solidFill>
                <a:effectLst/>
                <a:latin typeface="Arial" pitchFamily="34" charset="0"/>
                <a:ea typeface="宋体" pitchFamily="2" charset="-122"/>
                <a:cs typeface="宋体" charset="0"/>
              </a:rPr>
              <a:t>C</a:t>
            </a:r>
            <a:r>
              <a:rPr lang="zh-CN" altLang="zh-CN" sz="1200" kern="1200" dirty="0">
                <a:solidFill>
                  <a:schemeClr val="tx1"/>
                </a:solidFill>
                <a:effectLst/>
                <a:latin typeface="Arial" pitchFamily="34" charset="0"/>
                <a:ea typeface="宋体" pitchFamily="2" charset="-122"/>
                <a:cs typeface="宋体" charset="0"/>
              </a:rPr>
              <a:t>必须在</a:t>
            </a:r>
            <a:r>
              <a:rPr lang="en-US" altLang="zh-CN" sz="1200" kern="1200" dirty="0">
                <a:solidFill>
                  <a:schemeClr val="tx1"/>
                </a:solidFill>
                <a:effectLst/>
                <a:latin typeface="Arial" pitchFamily="34" charset="0"/>
                <a:ea typeface="宋体" pitchFamily="2" charset="-122"/>
                <a:cs typeface="宋体" charset="0"/>
              </a:rPr>
              <a:t>59</a:t>
            </a:r>
            <a:r>
              <a:rPr lang="zh-CN" altLang="zh-CN" sz="1200" kern="1200" dirty="0">
                <a:solidFill>
                  <a:schemeClr val="tx1"/>
                </a:solidFill>
                <a:effectLst/>
                <a:latin typeface="Arial" pitchFamily="34" charset="0"/>
                <a:ea typeface="宋体" pitchFamily="2" charset="-122"/>
                <a:cs typeface="宋体" charset="0"/>
              </a:rPr>
              <a:t>时就给出，且只持续一个时钟周期，因此取左边</a:t>
            </a:r>
            <a:r>
              <a:rPr lang="en-US" altLang="zh-CN" sz="1200" kern="1200" dirty="0">
                <a:solidFill>
                  <a:schemeClr val="tx1"/>
                </a:solidFill>
                <a:effectLst/>
                <a:latin typeface="Arial" pitchFamily="34" charset="0"/>
                <a:ea typeface="宋体" pitchFamily="2" charset="-122"/>
                <a:cs typeface="宋体" charset="0"/>
              </a:rPr>
              <a:t>Q</a:t>
            </a:r>
            <a:r>
              <a:rPr lang="en-US" altLang="zh-CN" sz="1200" kern="1200" baseline="-25000" dirty="0">
                <a:solidFill>
                  <a:schemeClr val="tx1"/>
                </a:solidFill>
                <a:effectLst/>
                <a:latin typeface="Arial" pitchFamily="34" charset="0"/>
                <a:ea typeface="宋体" pitchFamily="2" charset="-122"/>
                <a:cs typeface="宋体" charset="0"/>
              </a:rPr>
              <a:t>3-0</a:t>
            </a:r>
            <a:r>
              <a:rPr lang="en-US" altLang="zh-CN" sz="1200" kern="1200" dirty="0">
                <a:solidFill>
                  <a:schemeClr val="tx1"/>
                </a:solidFill>
                <a:effectLst/>
                <a:latin typeface="Arial" pitchFamily="34" charset="0"/>
                <a:ea typeface="宋体" pitchFamily="2" charset="-122"/>
                <a:cs typeface="宋体" charset="0"/>
              </a:rPr>
              <a:t>=0101,</a:t>
            </a:r>
            <a:r>
              <a:rPr lang="zh-CN" altLang="zh-CN" sz="1200" kern="1200" dirty="0">
                <a:solidFill>
                  <a:schemeClr val="tx1"/>
                </a:solidFill>
                <a:effectLst/>
                <a:latin typeface="Arial" pitchFamily="34" charset="0"/>
                <a:ea typeface="宋体" pitchFamily="2" charset="-122"/>
                <a:cs typeface="宋体" charset="0"/>
              </a:rPr>
              <a:t>且右边</a:t>
            </a:r>
            <a:r>
              <a:rPr lang="en-US" altLang="zh-CN" sz="1200" kern="1200" dirty="0">
                <a:solidFill>
                  <a:schemeClr val="tx1"/>
                </a:solidFill>
                <a:effectLst/>
                <a:latin typeface="Arial" pitchFamily="34" charset="0"/>
                <a:ea typeface="宋体" pitchFamily="2" charset="-122"/>
                <a:cs typeface="宋体" charset="0"/>
              </a:rPr>
              <a:t>C</a:t>
            </a:r>
            <a:r>
              <a:rPr lang="zh-CN" altLang="zh-CN" sz="1200" kern="1200" dirty="0">
                <a:solidFill>
                  <a:schemeClr val="tx1"/>
                </a:solidFill>
                <a:effectLst/>
                <a:latin typeface="Arial" pitchFamily="34" charset="0"/>
                <a:ea typeface="宋体" pitchFamily="2" charset="-122"/>
                <a:cs typeface="宋体" charset="0"/>
              </a:rPr>
              <a:t>有效</a:t>
            </a:r>
            <a:r>
              <a:rPr lang="en-US" altLang="zh-CN" sz="1200" kern="1200" dirty="0">
                <a:solidFill>
                  <a:schemeClr val="tx1"/>
                </a:solidFill>
                <a:effectLst/>
                <a:latin typeface="Arial" pitchFamily="34" charset="0"/>
                <a:ea typeface="宋体" pitchFamily="2" charset="-122"/>
                <a:cs typeface="宋体" charset="0"/>
              </a:rPr>
              <a:t>(Q</a:t>
            </a:r>
            <a:r>
              <a:rPr lang="en-US" altLang="zh-CN" sz="1200" kern="1200" baseline="-25000" dirty="0">
                <a:solidFill>
                  <a:schemeClr val="tx1"/>
                </a:solidFill>
                <a:effectLst/>
                <a:latin typeface="Arial" pitchFamily="34" charset="0"/>
                <a:ea typeface="宋体" pitchFamily="2" charset="-122"/>
                <a:cs typeface="宋体" charset="0"/>
              </a:rPr>
              <a:t>3</a:t>
            </a:r>
            <a:r>
              <a:rPr lang="en-US" altLang="zh-CN" sz="1200" kern="1200" dirty="0">
                <a:solidFill>
                  <a:schemeClr val="tx1"/>
                </a:solidFill>
                <a:effectLst/>
                <a:latin typeface="Arial" pitchFamily="34" charset="0"/>
                <a:ea typeface="宋体" pitchFamily="2" charset="-122"/>
                <a:cs typeface="宋体" charset="0"/>
              </a:rPr>
              <a:t>-Q</a:t>
            </a:r>
            <a:r>
              <a:rPr lang="en-US" altLang="zh-CN" sz="1200" kern="1200" baseline="-25000" dirty="0">
                <a:solidFill>
                  <a:schemeClr val="tx1"/>
                </a:solidFill>
                <a:effectLst/>
                <a:latin typeface="Arial" pitchFamily="34" charset="0"/>
                <a:ea typeface="宋体" pitchFamily="2" charset="-122"/>
                <a:cs typeface="宋体" charset="0"/>
              </a:rPr>
              <a:t>0</a:t>
            </a:r>
            <a:r>
              <a:rPr lang="en-US" altLang="zh-CN" sz="1200" kern="1200" dirty="0">
                <a:solidFill>
                  <a:schemeClr val="tx1"/>
                </a:solidFill>
                <a:effectLst/>
                <a:latin typeface="Arial" pitchFamily="34" charset="0"/>
                <a:ea typeface="宋体" pitchFamily="2" charset="-122"/>
                <a:cs typeface="宋体" charset="0"/>
              </a:rPr>
              <a:t>=9)</a:t>
            </a:r>
            <a:r>
              <a:rPr lang="zh-CN" altLang="zh-CN" sz="1200" kern="1200" dirty="0">
                <a:solidFill>
                  <a:schemeClr val="tx1"/>
                </a:solidFill>
                <a:effectLst/>
                <a:latin typeface="Arial" pitchFamily="34" charset="0"/>
                <a:ea typeface="宋体" pitchFamily="2" charset="-122"/>
                <a:cs typeface="宋体" charset="0"/>
              </a:rPr>
              <a:t>。</a:t>
            </a:r>
            <a:r>
              <a:rPr lang="zh-CN" altLang="zh-CN" dirty="0">
                <a:effectLst/>
              </a:rPr>
              <a:t> </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23</a:t>
            </a:fld>
            <a:endParaRPr lang="zh-CN" altLang="en-US"/>
          </a:p>
        </p:txBody>
      </p:sp>
    </p:spTree>
    <p:extLst>
      <p:ext uri="{BB962C8B-B14F-4D97-AF65-F5344CB8AC3E}">
        <p14:creationId xmlns:p14="http://schemas.microsoft.com/office/powerpoint/2010/main" val="3853593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a:t>
            </a:r>
            <a:r>
              <a:rPr lang="en-US" altLang="zh-CN" dirty="0"/>
              <a:t>74</a:t>
            </a:r>
            <a:r>
              <a:rPr lang="zh-CN" altLang="en-US" dirty="0"/>
              <a:t>1</a:t>
            </a:r>
            <a:r>
              <a:rPr lang="en-US" altLang="zh-CN" dirty="0"/>
              <a:t>60</a:t>
            </a:r>
            <a:r>
              <a:rPr lang="zh-CN" altLang="en-US" dirty="0"/>
              <a:t>为</a:t>
            </a:r>
            <a:r>
              <a:rPr lang="en-US" altLang="zh-CN" dirty="0"/>
              <a:t>10</a:t>
            </a:r>
            <a:r>
              <a:rPr lang="zh-CN" altLang="en-US" dirty="0"/>
              <a:t>进制计数器，因此计数周期为</a:t>
            </a:r>
            <a:r>
              <a:rPr lang="en-US" altLang="zh-CN" dirty="0"/>
              <a:t> 0b'10 * 10 + 0b'1000 +1 = 2*10 + 8 +1 =29</a:t>
            </a:r>
          </a:p>
          <a:p>
            <a:r>
              <a:rPr lang="zh-CN" altLang="en-US" dirty="0"/>
              <a:t>所以是</a:t>
            </a:r>
            <a:r>
              <a:rPr lang="en-US" altLang="zh-CN" dirty="0"/>
              <a:t>29</a:t>
            </a:r>
            <a:r>
              <a:rPr lang="zh-CN" altLang="en-US" dirty="0"/>
              <a:t>进制计数器。</a:t>
            </a:r>
            <a:endParaRPr lang="en-US" altLang="zh-CN"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24</a:t>
            </a:fld>
            <a:endParaRPr lang="zh-CN" altLang="en-US"/>
          </a:p>
        </p:txBody>
      </p:sp>
    </p:spTree>
    <p:extLst>
      <p:ext uri="{BB962C8B-B14F-4D97-AF65-F5344CB8AC3E}">
        <p14:creationId xmlns:p14="http://schemas.microsoft.com/office/powerpoint/2010/main" val="25948978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sz="1000" dirty="0"/>
              <a:t>将移位寄存器的串行输出和串行输入直接相连。</a:t>
            </a:r>
          </a:p>
          <a:p>
            <a:pPr eaLnBrk="1" hangingPunct="1"/>
            <a:r>
              <a:rPr lang="zh-CN" altLang="en-US" dirty="0"/>
              <a:t>从状态转换图知，此电路不能自启动；</a:t>
            </a:r>
          </a:p>
          <a:p>
            <a:pPr eaLnBrk="1" hangingPunct="1"/>
            <a:r>
              <a:rPr lang="zh-CN" altLang="en-US" dirty="0"/>
              <a:t>对于包含</a:t>
            </a:r>
            <a:r>
              <a:rPr lang="en-US" altLang="zh-CN" dirty="0"/>
              <a:t>n</a:t>
            </a:r>
            <a:r>
              <a:rPr lang="zh-CN" altLang="en-US" dirty="0"/>
              <a:t>个触发器的环形计数器，共有</a:t>
            </a:r>
            <a:r>
              <a:rPr lang="en-US" altLang="zh-CN" dirty="0"/>
              <a:t>2^n</a:t>
            </a:r>
            <a:r>
              <a:rPr lang="zh-CN" altLang="en-US" dirty="0"/>
              <a:t>个状态，但是只有</a:t>
            </a:r>
            <a:r>
              <a:rPr lang="en-US" altLang="zh-CN" dirty="0"/>
              <a:t>n</a:t>
            </a:r>
            <a:r>
              <a:rPr lang="zh-CN" altLang="en-US" dirty="0"/>
              <a:t>个有效的计数状态，状态利用率低。</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26</a:t>
            </a:fld>
            <a:endParaRPr lang="zh-CN" altLang="en-US"/>
          </a:p>
        </p:txBody>
      </p:sp>
    </p:spTree>
    <p:extLst>
      <p:ext uri="{BB962C8B-B14F-4D97-AF65-F5344CB8AC3E}">
        <p14:creationId xmlns:p14="http://schemas.microsoft.com/office/powerpoint/2010/main" val="2797771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Arial" pitchFamily="34" charset="0"/>
                <a:ea typeface="宋体" pitchFamily="2" charset="-122"/>
                <a:cs typeface="宋体" charset="0"/>
              </a:rPr>
              <a:t>把有效状态填入（蓝色），剩下的状态填入‘</a:t>
            </a:r>
            <a:r>
              <a:rPr lang="en-US" altLang="zh-CN" sz="1200" kern="1200" dirty="0" err="1">
                <a:solidFill>
                  <a:schemeClr val="tx1"/>
                </a:solidFill>
                <a:effectLst/>
                <a:latin typeface="Arial" pitchFamily="34" charset="0"/>
                <a:ea typeface="宋体" pitchFamily="2" charset="-122"/>
                <a:cs typeface="宋体" charset="0"/>
              </a:rPr>
              <a:t>xxxx</a:t>
            </a:r>
            <a:r>
              <a:rPr lang="en-US" altLang="zh-CN" sz="1200" kern="1200" dirty="0">
                <a:solidFill>
                  <a:schemeClr val="tx1"/>
                </a:solidFill>
                <a:effectLst/>
                <a:latin typeface="Arial" pitchFamily="34" charset="0"/>
                <a:ea typeface="宋体" pitchFamily="2" charset="-122"/>
                <a:cs typeface="宋体" charset="0"/>
              </a:rPr>
              <a:t>’</a:t>
            </a:r>
            <a:r>
              <a:rPr lang="zh-CN" altLang="zh-CN" sz="1200" kern="1200" dirty="0">
                <a:solidFill>
                  <a:schemeClr val="tx1"/>
                </a:solidFill>
                <a:effectLst/>
                <a:latin typeface="Arial" pitchFamily="34" charset="0"/>
                <a:ea typeface="宋体" pitchFamily="2" charset="-122"/>
                <a:cs typeface="宋体" charset="0"/>
              </a:rPr>
              <a:t>，得到</a:t>
            </a:r>
            <a:r>
              <a:rPr lang="zh-CN" altLang="en-US" sz="1200" kern="1200" dirty="0">
                <a:solidFill>
                  <a:schemeClr val="tx1"/>
                </a:solidFill>
                <a:effectLst/>
                <a:latin typeface="Arial" pitchFamily="34" charset="0"/>
                <a:ea typeface="宋体" pitchFamily="2" charset="-122"/>
                <a:cs typeface="宋体" charset="0"/>
              </a:rPr>
              <a:t>状态表，从而得到</a:t>
            </a:r>
            <a:r>
              <a:rPr lang="en-US" altLang="zh-CN" sz="1200" kern="1200" dirty="0">
                <a:solidFill>
                  <a:schemeClr val="tx1"/>
                </a:solidFill>
                <a:effectLst/>
                <a:latin typeface="Arial" pitchFamily="34" charset="0"/>
                <a:ea typeface="宋体" pitchFamily="2" charset="-122"/>
                <a:cs typeface="宋体" charset="0"/>
              </a:rPr>
              <a:t>D0=/Q3</a:t>
            </a:r>
            <a:r>
              <a:rPr lang="zh-CN" altLang="zh-CN" dirty="0">
                <a:effectLst/>
              </a:rPr>
              <a:t> </a:t>
            </a:r>
            <a:endParaRPr lang="en-US" altLang="zh-CN"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29</a:t>
            </a:fld>
            <a:endParaRPr lang="zh-CN" altLang="en-US"/>
          </a:p>
        </p:txBody>
      </p:sp>
    </p:spTree>
    <p:extLst>
      <p:ext uri="{BB962C8B-B14F-4D97-AF65-F5344CB8AC3E}">
        <p14:creationId xmlns:p14="http://schemas.microsoft.com/office/powerpoint/2010/main" val="31305866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为了达到自启动性能，将无效循环拆分，保证任何无效循转状态在若干时钟周期后并入有效循环状态，选择将</a:t>
            </a:r>
            <a:r>
              <a:rPr lang="zh-CN" altLang="ja-JP" dirty="0"/>
              <a:t>0</a:t>
            </a:r>
            <a:r>
              <a:rPr lang="en-US" altLang="zh-CN" dirty="0"/>
              <a:t>101-&gt;1010, 1101-&gt;1110</a:t>
            </a:r>
            <a:r>
              <a:rPr lang="zh-CN" altLang="en-US" dirty="0"/>
              <a:t>，则</a:t>
            </a:r>
            <a:r>
              <a:rPr lang="zh-CN" altLang="ja-JP" dirty="0"/>
              <a:t>0</a:t>
            </a:r>
            <a:r>
              <a:rPr lang="en-US" altLang="zh-CN" dirty="0"/>
              <a:t>101</a:t>
            </a:r>
            <a:r>
              <a:rPr lang="zh-CN" altLang="en-US" dirty="0"/>
              <a:t>和</a:t>
            </a:r>
            <a:r>
              <a:rPr lang="en-US" altLang="zh-CN" dirty="0"/>
              <a:t>1101</a:t>
            </a:r>
            <a:r>
              <a:rPr lang="zh-CN" altLang="en-US" dirty="0"/>
              <a:t>两格内数值</a:t>
            </a:r>
            <a:r>
              <a:rPr lang="en-US" altLang="zh-CN" dirty="0"/>
              <a:t>x-&gt;1</a:t>
            </a:r>
            <a:r>
              <a:rPr lang="zh-CN" altLang="en-US" dirty="0"/>
              <a:t>，按左上图框，获得新的</a:t>
            </a:r>
            <a:r>
              <a:rPr lang="en-US" altLang="zh-CN" dirty="0"/>
              <a:t>D0</a:t>
            </a:r>
            <a:r>
              <a:rPr lang="zh-CN" altLang="en-US" dirty="0"/>
              <a:t>表达方式，保证可以自启动。</a:t>
            </a:r>
            <a:endParaRPr lang="en-US" altLang="ja-JP"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31</a:t>
            </a:fld>
            <a:endParaRPr lang="zh-CN" altLang="en-US"/>
          </a:p>
        </p:txBody>
      </p:sp>
    </p:spTree>
    <p:extLst>
      <p:ext uri="{BB962C8B-B14F-4D97-AF65-F5344CB8AC3E}">
        <p14:creationId xmlns:p14="http://schemas.microsoft.com/office/powerpoint/2010/main" val="31403071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有效启动方式</a:t>
            </a:r>
            <a:r>
              <a:rPr lang="en-US" altLang="zh-CN" dirty="0"/>
              <a:t>(</a:t>
            </a:r>
            <a:r>
              <a:rPr lang="zh-CN" altLang="en-US" dirty="0"/>
              <a:t>参见最后补充的两页）：</a:t>
            </a:r>
            <a:endParaRPr lang="en-US" altLang="zh-CN" dirty="0"/>
          </a:p>
          <a:p>
            <a:r>
              <a:rPr lang="en-US" altLang="zh-CN" dirty="0"/>
              <a:t>D0=/Q3+Q1/Q2;</a:t>
            </a:r>
          </a:p>
          <a:p>
            <a:r>
              <a:rPr lang="en-US" altLang="zh-CN" dirty="0"/>
              <a:t>D0=/Q3+Q0/Q2;</a:t>
            </a:r>
          </a:p>
          <a:p>
            <a:r>
              <a:rPr lang="en-US" altLang="zh-CN" dirty="0"/>
              <a:t>D0=/Q3+Q0Q1/Q2;</a:t>
            </a:r>
          </a:p>
          <a:p>
            <a:r>
              <a:rPr lang="en-US" altLang="zh-CN" dirty="0"/>
              <a:t>D0=/Q3+Q0/Q1/Q2;</a:t>
            </a:r>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32</a:t>
            </a:fld>
            <a:endParaRPr lang="zh-CN" altLang="en-US"/>
          </a:p>
        </p:txBody>
      </p:sp>
    </p:spTree>
    <p:extLst>
      <p:ext uri="{BB962C8B-B14F-4D97-AF65-F5344CB8AC3E}">
        <p14:creationId xmlns:p14="http://schemas.microsoft.com/office/powerpoint/2010/main" val="869524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950" y="2130426"/>
            <a:ext cx="8420100" cy="1470025"/>
          </a:xfrm>
        </p:spPr>
        <p:txBody>
          <a:bodyPr/>
          <a:lstStyle/>
          <a:p>
            <a:r>
              <a:rPr lang="en-US" altLang="zh-CN" dirty="0" err="1"/>
              <a:t>Mastertitelformat</a:t>
            </a:r>
            <a:r>
              <a:rPr lang="en-US" altLang="zh-CN" dirty="0"/>
              <a:t> </a:t>
            </a:r>
            <a:r>
              <a:rPr lang="en-US" altLang="zh-CN" dirty="0" err="1"/>
              <a:t>bearbeiten</a:t>
            </a:r>
            <a:endParaRPr lang="en-US" dirty="0"/>
          </a:p>
        </p:txBody>
      </p:sp>
      <p:sp>
        <p:nvSpPr>
          <p:cNvPr id="3" name="Untertitel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a:t>Master-Untertitelformat bearbeiten</a:t>
            </a:r>
            <a:endParaRPr lang="en-US"/>
          </a:p>
        </p:txBody>
      </p:sp>
      <p:sp>
        <p:nvSpPr>
          <p:cNvPr id="7" name="Titel 1">
            <a:extLst>
              <a:ext uri="{FF2B5EF4-FFF2-40B4-BE49-F238E27FC236}">
                <a16:creationId xmlns:a16="http://schemas.microsoft.com/office/drawing/2014/main" id="{EAD0EE8D-9D56-A393-A0B6-B1D464FF8959}"/>
              </a:ext>
            </a:extLst>
          </p:cNvPr>
          <p:cNvSpPr txBox="1">
            <a:spLocks/>
          </p:cNvSpPr>
          <p:nvPr userDrawn="1"/>
        </p:nvSpPr>
        <p:spPr>
          <a:xfrm>
            <a:off x="0" y="0"/>
            <a:ext cx="9906000" cy="510639"/>
          </a:xfrm>
          <a:prstGeom prst="rect">
            <a:avLst/>
          </a:prstGeom>
          <a:solidFill>
            <a:schemeClr val="accent1"/>
          </a:solidFill>
          <a:ln>
            <a:noFill/>
          </a:ln>
        </p:spPr>
        <p:txBody>
          <a:bodyPr vert="horz" lIns="91440" tIns="45720" rIns="91440" bIns="45720" rtlCol="0" anchor="ctr">
            <a:noAutofit/>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lang="zh-CN" altLang="en-US" sz="2800" dirty="0"/>
              <a:t>计算机科学与技术学院本科课程</a:t>
            </a:r>
            <a:endParaRPr lang="en-US" altLang="zh-CN" sz="2800" dirty="0"/>
          </a:p>
        </p:txBody>
      </p:sp>
      <p:sp>
        <p:nvSpPr>
          <p:cNvPr id="8" name="Titel 1">
            <a:extLst>
              <a:ext uri="{FF2B5EF4-FFF2-40B4-BE49-F238E27FC236}">
                <a16:creationId xmlns:a16="http://schemas.microsoft.com/office/drawing/2014/main" id="{32A6DDD0-4B5B-3901-545E-2EAC257EF17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Tree>
    <p:extLst>
      <p:ext uri="{BB962C8B-B14F-4D97-AF65-F5344CB8AC3E}">
        <p14:creationId xmlns:p14="http://schemas.microsoft.com/office/powerpoint/2010/main" val="843216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p:nvPr>
        </p:nvSpPr>
        <p:spPr>
          <a:xfrm>
            <a:off x="0" y="0"/>
            <a:ext cx="9906000" cy="510639"/>
          </a:xfrm>
          <a:solidFill>
            <a:schemeClr val="accent1"/>
          </a:solidFill>
          <a:ln>
            <a:noFill/>
          </a:ln>
        </p:spPr>
        <p:txBody>
          <a:bodyPr>
            <a:normAutofit/>
          </a:bodyPr>
          <a:lstStyle>
            <a:lvl1pPr algn="ctr">
              <a:defRPr sz="3200">
                <a:solidFill>
                  <a:schemeClr val="bg1"/>
                </a:solidFill>
                <a:latin typeface="Microsoft YaHei" panose="020B0503020204020204" pitchFamily="34" charset="-122"/>
                <a:ea typeface="Microsoft YaHei" panose="020B0503020204020204" pitchFamily="34" charset="-122"/>
              </a:defRPr>
            </a:lvl1pPr>
          </a:lstStyle>
          <a:p>
            <a:r>
              <a:rPr lang="en-US" altLang="zh-CN" dirty="0" err="1"/>
              <a:t>Mastertitelformat</a:t>
            </a:r>
            <a:r>
              <a:rPr lang="en-US" altLang="zh-CN" dirty="0"/>
              <a:t> </a:t>
            </a:r>
            <a:r>
              <a:rPr lang="en-US" altLang="zh-CN" dirty="0" err="1"/>
              <a:t>bearbeiten</a:t>
            </a:r>
            <a:endParaRPr lang="en-US" dirty="0"/>
          </a:p>
        </p:txBody>
      </p:sp>
      <p:sp>
        <p:nvSpPr>
          <p:cNvPr id="3" name="Inhaltsplatzhalter 2"/>
          <p:cNvSpPr>
            <a:spLocks noGrp="1"/>
          </p:cNvSpPr>
          <p:nvPr>
            <p:ph idx="1"/>
          </p:nvPr>
        </p:nvSpPr>
        <p:spPr>
          <a:xfrm>
            <a:off x="17780" y="585760"/>
            <a:ext cx="9888220" cy="5947119"/>
          </a:xfrm>
        </p:spPr>
        <p:txBody>
          <a:bodyPr/>
          <a:lstStyle>
            <a:lvl1pPr>
              <a:defRPr sz="2800">
                <a:solidFill>
                  <a:schemeClr val="accent1">
                    <a:lumMod val="50000"/>
                  </a:schemeClr>
                </a:solidFill>
                <a:latin typeface="+mj-ea"/>
                <a:ea typeface="+mj-ea"/>
              </a:defRPr>
            </a:lvl1pPr>
            <a:lvl2pPr>
              <a:defRPr sz="2400">
                <a:solidFill>
                  <a:schemeClr val="accent1">
                    <a:lumMod val="75000"/>
                  </a:schemeClr>
                </a:solidFill>
                <a:latin typeface="+mj-ea"/>
                <a:ea typeface="+mj-ea"/>
              </a:defRPr>
            </a:lvl2pPr>
            <a:lvl3pPr>
              <a:defRPr sz="2000">
                <a:solidFill>
                  <a:schemeClr val="tx1">
                    <a:lumMod val="50000"/>
                    <a:lumOff val="50000"/>
                  </a:schemeClr>
                </a:solidFill>
                <a:latin typeface="+mj-ea"/>
                <a:ea typeface="+mj-ea"/>
              </a:defRPr>
            </a:lvl3pPr>
            <a:lvl4pPr>
              <a:defRPr>
                <a:solidFill>
                  <a:schemeClr val="tx1">
                    <a:lumMod val="50000"/>
                    <a:lumOff val="50000"/>
                  </a:schemeClr>
                </a:solidFill>
                <a:latin typeface="+mj-ea"/>
                <a:ea typeface="+mj-ea"/>
              </a:defRPr>
            </a:lvl4pPr>
            <a:lvl5pPr>
              <a:defRPr>
                <a:solidFill>
                  <a:schemeClr val="tx1">
                    <a:lumMod val="50000"/>
                    <a:lumOff val="50000"/>
                  </a:schemeClr>
                </a:solidFill>
                <a:latin typeface="+mj-ea"/>
                <a:ea typeface="+mj-ea"/>
              </a:defRPr>
            </a:lvl5pPr>
          </a:lstStyle>
          <a:p>
            <a:pPr lvl="0"/>
            <a:r>
              <a:rPr lang="en-US" altLang="zh-CN" dirty="0" err="1"/>
              <a:t>Mastertextformat</a:t>
            </a:r>
            <a:r>
              <a:rPr lang="en-US" altLang="zh-CN" dirty="0"/>
              <a:t> </a:t>
            </a:r>
            <a:r>
              <a:rPr lang="en-US" altLang="zh-CN" dirty="0" err="1"/>
              <a:t>bearbeiten</a:t>
            </a:r>
            <a:endParaRPr lang="en-US" altLang="zh-CN" dirty="0"/>
          </a:p>
          <a:p>
            <a:pPr lvl="1"/>
            <a:r>
              <a:rPr lang="en-US" altLang="zh-CN" dirty="0" err="1"/>
              <a:t>Zweite</a:t>
            </a:r>
            <a:r>
              <a:rPr lang="en-US" altLang="zh-CN" dirty="0"/>
              <a:t> Ebene</a:t>
            </a:r>
          </a:p>
          <a:p>
            <a:pPr lvl="2"/>
            <a:r>
              <a:rPr lang="en-US" altLang="zh-CN" dirty="0" err="1"/>
              <a:t>Dritte</a:t>
            </a:r>
            <a:r>
              <a:rPr lang="en-US" altLang="zh-CN" dirty="0"/>
              <a:t> Ebene</a:t>
            </a:r>
          </a:p>
          <a:p>
            <a:pPr lvl="3"/>
            <a:r>
              <a:rPr lang="en-US" altLang="zh-CN" dirty="0" err="1"/>
              <a:t>Vierte</a:t>
            </a:r>
            <a:r>
              <a:rPr lang="en-US" altLang="zh-CN" dirty="0"/>
              <a:t> Ebene</a:t>
            </a:r>
          </a:p>
          <a:p>
            <a:pPr lvl="4"/>
            <a:r>
              <a:rPr lang="en-US" altLang="zh-CN" dirty="0" err="1"/>
              <a:t>Fünfte</a:t>
            </a:r>
            <a:r>
              <a:rPr lang="en-US" altLang="zh-CN" dirty="0"/>
              <a:t> Ebene</a:t>
            </a:r>
            <a:endParaRPr lang="en-US" dirty="0"/>
          </a:p>
        </p:txBody>
      </p:sp>
      <p:sp>
        <p:nvSpPr>
          <p:cNvPr id="5" name="Fußzeilenplatzhalter 4"/>
          <p:cNvSpPr>
            <a:spLocks noGrp="1"/>
          </p:cNvSpPr>
          <p:nvPr>
            <p:ph type="ftr" sz="quarter" idx="11"/>
          </p:nvPr>
        </p:nvSpPr>
        <p:spPr>
          <a:xfrm>
            <a:off x="3384550" y="6532880"/>
            <a:ext cx="3136900" cy="188596"/>
          </a:xfrm>
        </p:spPr>
        <p:txBody>
          <a:bodyPr/>
          <a:lstStyle>
            <a:lvl1pPr>
              <a:defRPr sz="1000">
                <a:solidFill>
                  <a:srgbClr val="0070C0"/>
                </a:solidFill>
              </a:defRPr>
            </a:lvl1pPr>
          </a:lstStyle>
          <a:p>
            <a:r>
              <a:rPr lang="zh-CN" altLang="en-US"/>
              <a:t>模拟与数字电路：</a:t>
            </a:r>
            <a:r>
              <a:rPr lang="en-US" altLang="zh-CN"/>
              <a:t>18. </a:t>
            </a:r>
            <a:r>
              <a:rPr lang="zh-CN" altLang="en-US"/>
              <a:t>时序逻辑电路</a:t>
            </a:r>
            <a:r>
              <a:rPr lang="en-US" altLang="zh-CN"/>
              <a:t>5</a:t>
            </a:r>
            <a:endParaRPr lang="en-US" dirty="0"/>
          </a:p>
        </p:txBody>
      </p:sp>
      <p:sp>
        <p:nvSpPr>
          <p:cNvPr id="6" name="Foliennummernplatzhalter 5"/>
          <p:cNvSpPr>
            <a:spLocks noGrp="1"/>
          </p:cNvSpPr>
          <p:nvPr>
            <p:ph type="sldNum" sz="quarter" idx="12"/>
          </p:nvPr>
        </p:nvSpPr>
        <p:spPr>
          <a:xfrm>
            <a:off x="7475220" y="6543040"/>
            <a:ext cx="2311400" cy="188596"/>
          </a:xfrm>
        </p:spPr>
        <p:txBody>
          <a:bodyPr/>
          <a:lstStyle>
            <a:lvl1pPr>
              <a:defRPr sz="1000">
                <a:solidFill>
                  <a:srgbClr val="0070C0"/>
                </a:solidFill>
              </a:defRPr>
            </a:lvl1pPr>
          </a:lstStyle>
          <a:p>
            <a:fld id="{9E260BC5-5BF3-8746-862B-DC45E9CAA88B}" type="slidenum">
              <a:rPr lang="en-US" smtClean="0"/>
              <a:pPr/>
              <a:t>‹#›</a:t>
            </a:fld>
            <a:r>
              <a:rPr lang="en-US" altLang="zh-CN" dirty="0"/>
              <a:t>/</a:t>
            </a:r>
            <a:endParaRPr lang="en-US" dirty="0"/>
          </a:p>
        </p:txBody>
      </p:sp>
      <p:pic>
        <p:nvPicPr>
          <p:cNvPr id="7" name="Bild 3"/>
          <p:cNvPicPr>
            <a:picLocks noChangeAspect="1"/>
          </p:cNvPicPr>
          <p:nvPr userDrawn="1"/>
        </p:nvPicPr>
        <p:blipFill>
          <a:blip r:embed="rId2"/>
          <a:stretch>
            <a:fillRect/>
          </a:stretch>
        </p:blipFill>
        <p:spPr>
          <a:xfrm>
            <a:off x="9258354" y="575599"/>
            <a:ext cx="629866" cy="574907"/>
          </a:xfrm>
          <a:prstGeom prst="rect">
            <a:avLst/>
          </a:prstGeom>
        </p:spPr>
      </p:pic>
      <p:sp>
        <p:nvSpPr>
          <p:cNvPr id="11" name="Titel 1">
            <a:extLst>
              <a:ext uri="{FF2B5EF4-FFF2-40B4-BE49-F238E27FC236}">
                <a16:creationId xmlns:a16="http://schemas.microsoft.com/office/drawing/2014/main" id="{8A49508E-0CBC-36CF-BE0A-9CFE928D505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
        <p:nvSpPr>
          <p:cNvPr id="4" name="Fußzeilenplatzhalter 4">
            <a:extLst>
              <a:ext uri="{FF2B5EF4-FFF2-40B4-BE49-F238E27FC236}">
                <a16:creationId xmlns:a16="http://schemas.microsoft.com/office/drawing/2014/main" id="{6482FF6C-9411-92E7-7DED-EBDB23C92E35}"/>
              </a:ext>
            </a:extLst>
          </p:cNvPr>
          <p:cNvSpPr txBox="1">
            <a:spLocks/>
          </p:cNvSpPr>
          <p:nvPr userDrawn="1"/>
        </p:nvSpPr>
        <p:spPr>
          <a:xfrm>
            <a:off x="17780" y="6522719"/>
            <a:ext cx="1684560" cy="208917"/>
          </a:xfrm>
          <a:prstGeom prst="rect">
            <a:avLst/>
          </a:prstGeom>
        </p:spPr>
        <p:txBody>
          <a:bodyPr vert="horz" lIns="91440" tIns="45720" rIns="91440" bIns="45720" rtlCol="0" anchor="ctr"/>
          <a:lstStyle>
            <a:defPPr>
              <a:defRPr lang="de-DE"/>
            </a:defPPr>
            <a:lvl1pPr marL="0" algn="ctr" defTabSz="457200" rtl="0" eaLnBrk="1" latinLnBrk="0" hangingPunct="1">
              <a:defRPr sz="1000" kern="1200">
                <a:solidFill>
                  <a:srgbClr val="0070C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2024</a:t>
            </a:r>
            <a:r>
              <a:rPr lang="zh-CN" altLang="en-US" dirty="0"/>
              <a:t>年秋季学期</a:t>
            </a:r>
            <a:endParaRPr lang="en-US" dirty="0"/>
          </a:p>
        </p:txBody>
      </p:sp>
    </p:spTree>
    <p:extLst>
      <p:ext uri="{BB962C8B-B14F-4D97-AF65-F5344CB8AC3E}">
        <p14:creationId xmlns:p14="http://schemas.microsoft.com/office/powerpoint/2010/main" val="121293775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506" y="4406901"/>
            <a:ext cx="8420100" cy="1362075"/>
          </a:xfrm>
        </p:spPr>
        <p:txBody>
          <a:bodyPr anchor="t"/>
          <a:lstStyle>
            <a:lvl1pPr algn="l">
              <a:defRPr sz="4000" b="1" cap="all"/>
            </a:lvl1pPr>
          </a:lstStyle>
          <a:p>
            <a:r>
              <a:rPr lang="en-US" altLang="zh-CN"/>
              <a:t>Mastertitelformat bearbeiten</a:t>
            </a:r>
            <a:endParaRPr lang="en-US"/>
          </a:p>
        </p:txBody>
      </p:sp>
      <p:sp>
        <p:nvSpPr>
          <p:cNvPr id="3" name="Textplatzhalt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Mastertextformat bearbeiten</a:t>
            </a:r>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604770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Inhaltsplatzhalter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Inhaltsplatzhalter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943307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altLang="zh-CN"/>
              <a:t>Mastertitelformat bearbeiten</a:t>
            </a:r>
            <a:endParaRPr lang="en-US"/>
          </a:p>
        </p:txBody>
      </p:sp>
      <p:sp>
        <p:nvSpPr>
          <p:cNvPr id="3" name="Textplatzhalt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4" name="Inhaltsplatzhalt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Textplatzhalt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6" name="Inhaltsplatzhalt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7" name="Datumsplatzhalter 6"/>
          <p:cNvSpPr>
            <a:spLocks noGrp="1"/>
          </p:cNvSpPr>
          <p:nvPr>
            <p:ph type="dt" sz="half" idx="10"/>
          </p:nvPr>
        </p:nvSpPr>
        <p:spPr/>
        <p:txBody>
          <a:bodyPr/>
          <a:lstStyle/>
          <a:p>
            <a:endParaRPr lang="en-US"/>
          </a:p>
        </p:txBody>
      </p:sp>
      <p:sp>
        <p:nvSpPr>
          <p:cNvPr id="8" name="Fußzeilenplatzhalter 7"/>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a:p>
        </p:txBody>
      </p:sp>
      <p:sp>
        <p:nvSpPr>
          <p:cNvPr id="9" name="Foliennummernplatzhalter 8"/>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94405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Datumsplatzhalter 2"/>
          <p:cNvSpPr>
            <a:spLocks noGrp="1"/>
          </p:cNvSpPr>
          <p:nvPr>
            <p:ph type="dt" sz="half" idx="10"/>
          </p:nvPr>
        </p:nvSpPr>
        <p:spPr/>
        <p:txBody>
          <a:bodyPr/>
          <a:lstStyle/>
          <a:p>
            <a:endParaRPr lang="en-US"/>
          </a:p>
        </p:txBody>
      </p:sp>
      <p:sp>
        <p:nvSpPr>
          <p:cNvPr id="4" name="Fußzeilenplatzhalter 3"/>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a:p>
        </p:txBody>
      </p:sp>
      <p:sp>
        <p:nvSpPr>
          <p:cNvPr id="5" name="Foliennummernplatzhalter 4"/>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049821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US"/>
          </a:p>
        </p:txBody>
      </p:sp>
      <p:sp>
        <p:nvSpPr>
          <p:cNvPr id="3" name="Fußzeilenplatzhalter 2"/>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a:p>
        </p:txBody>
      </p:sp>
      <p:sp>
        <p:nvSpPr>
          <p:cNvPr id="4" name="Foliennummernplatzhalter 3"/>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3033565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300" y="273050"/>
            <a:ext cx="3259006" cy="1162050"/>
          </a:xfrm>
        </p:spPr>
        <p:txBody>
          <a:bodyPr anchor="b"/>
          <a:lstStyle>
            <a:lvl1pPr algn="l">
              <a:defRPr sz="2000" b="1"/>
            </a:lvl1pPr>
          </a:lstStyle>
          <a:p>
            <a:r>
              <a:rPr lang="en-US" altLang="zh-CN"/>
              <a:t>Mastertitelformat bearbeiten</a:t>
            </a:r>
            <a:endParaRPr lang="en-US"/>
          </a:p>
        </p:txBody>
      </p:sp>
      <p:sp>
        <p:nvSpPr>
          <p:cNvPr id="3" name="Inhaltsplatzhalt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Textplatzhalt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213735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1645" y="4800600"/>
            <a:ext cx="5943600" cy="566738"/>
          </a:xfrm>
        </p:spPr>
        <p:txBody>
          <a:bodyPr anchor="b"/>
          <a:lstStyle>
            <a:lvl1pPr algn="l">
              <a:defRPr sz="2000" b="1"/>
            </a:lvl1pPr>
          </a:lstStyle>
          <a:p>
            <a:r>
              <a:rPr lang="en-US" altLang="zh-CN"/>
              <a:t>Mastertitelformat bearbeiten</a:t>
            </a:r>
            <a:endParaRPr lang="en-US"/>
          </a:p>
        </p:txBody>
      </p:sp>
      <p:sp>
        <p:nvSpPr>
          <p:cNvPr id="3" name="Bildplatzhalt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57037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Vertikaler Textplatzhalter 2"/>
          <p:cNvSpPr>
            <a:spLocks noGrp="1"/>
          </p:cNvSpPr>
          <p:nvPr>
            <p:ph type="body" orient="vert" idx="1"/>
          </p:nvPr>
        </p:nvSpPr>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157457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181850" y="274639"/>
            <a:ext cx="2228850" cy="5851525"/>
          </a:xfrm>
        </p:spPr>
        <p:txBody>
          <a:bodyPr vert="eaVert"/>
          <a:lstStyle/>
          <a:p>
            <a:r>
              <a:rPr lang="en-US" altLang="zh-CN"/>
              <a:t>Mastertitelformat bearbeiten</a:t>
            </a:r>
            <a:endParaRPr lang="en-US"/>
          </a:p>
        </p:txBody>
      </p:sp>
      <p:sp>
        <p:nvSpPr>
          <p:cNvPr id="3" name="Vertikaler Textplatzhalter 2"/>
          <p:cNvSpPr>
            <a:spLocks noGrp="1"/>
          </p:cNvSpPr>
          <p:nvPr>
            <p:ph type="body" orient="vert" idx="1"/>
          </p:nvPr>
        </p:nvSpPr>
        <p:spPr>
          <a:xfrm>
            <a:off x="495300" y="274639"/>
            <a:ext cx="6521450" cy="5851525"/>
          </a:xfrm>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341033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altLang="zh-CN"/>
              <a:t>Mastertitelformat bearbeiten</a:t>
            </a:r>
            <a:endParaRPr lang="en-US"/>
          </a:p>
        </p:txBody>
      </p:sp>
      <p:sp>
        <p:nvSpPr>
          <p:cNvPr id="3" name="Textplatzhalt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ußzeilenplatzhalt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模拟与数字电路：</a:t>
            </a:r>
            <a:r>
              <a:rPr lang="en-US" altLang="zh-CN"/>
              <a:t>18. </a:t>
            </a:r>
            <a:r>
              <a:rPr lang="zh-CN" altLang="en-US"/>
              <a:t>时序逻辑电路</a:t>
            </a:r>
            <a:r>
              <a:rPr lang="en-US" altLang="zh-CN"/>
              <a:t>5</a:t>
            </a:r>
            <a:endParaRPr lang="en-US"/>
          </a:p>
        </p:txBody>
      </p:sp>
      <p:sp>
        <p:nvSpPr>
          <p:cNvPr id="6" name="Foliennummernplatzhalt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260BC5-5BF3-8746-862B-DC45E9CAA88B}" type="slidenum">
              <a:rPr lang="en-US" smtClean="0"/>
              <a:t>‹#›</a:t>
            </a:fld>
            <a:endParaRPr lang="en-US"/>
          </a:p>
        </p:txBody>
      </p:sp>
    </p:spTree>
    <p:extLst>
      <p:ext uri="{BB962C8B-B14F-4D97-AF65-F5344CB8AC3E}">
        <p14:creationId xmlns:p14="http://schemas.microsoft.com/office/powerpoint/2010/main" val="3382204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0.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742950" y="1077976"/>
            <a:ext cx="8420100" cy="1470025"/>
          </a:xfrm>
        </p:spPr>
        <p:txBody>
          <a:bodyPr>
            <a:normAutofit fontScale="90000"/>
          </a:bodyPr>
          <a:lstStyle/>
          <a:p>
            <a:br>
              <a:rPr lang="en-US" altLang="zh-CN" sz="2400" b="1" dirty="0">
                <a:latin typeface="黑体"/>
                <a:ea typeface="黑体"/>
                <a:cs typeface="黑体"/>
              </a:rPr>
            </a:br>
            <a:br>
              <a:rPr lang="en-US" altLang="zh-CN" b="1" dirty="0">
                <a:latin typeface="黑体"/>
                <a:ea typeface="黑体"/>
                <a:cs typeface="黑体"/>
              </a:rPr>
            </a:br>
            <a:r>
              <a:rPr lang="zh-CN" altLang="en-US" sz="2200" dirty="0">
                <a:solidFill>
                  <a:schemeClr val="accent1">
                    <a:lumMod val="50000"/>
                  </a:schemeClr>
                </a:solidFill>
              </a:rPr>
              <a:t>模拟与数字电路</a:t>
            </a:r>
            <a:br>
              <a:rPr lang="zh-CN" altLang="en-US" sz="2200" dirty="0">
                <a:solidFill>
                  <a:schemeClr val="accent1">
                    <a:lumMod val="50000"/>
                  </a:schemeClr>
                </a:solidFill>
              </a:rPr>
            </a:br>
            <a:r>
              <a:rPr lang="en-US" altLang="zh-CN" sz="2200" dirty="0">
                <a:solidFill>
                  <a:schemeClr val="accent1">
                    <a:lumMod val="50000"/>
                  </a:schemeClr>
                </a:solidFill>
                <a:latin typeface="+mj-ea"/>
              </a:rPr>
              <a:t>Analog and Digital Circuits</a:t>
            </a:r>
            <a:endParaRPr lang="en-US" sz="2200" dirty="0">
              <a:solidFill>
                <a:schemeClr val="accent1">
                  <a:lumMod val="50000"/>
                </a:schemeClr>
              </a:solidFill>
              <a:latin typeface="+mj-ea"/>
            </a:endParaRPr>
          </a:p>
        </p:txBody>
      </p:sp>
      <p:sp>
        <p:nvSpPr>
          <p:cNvPr id="3" name="Untertitel 2"/>
          <p:cNvSpPr>
            <a:spLocks noGrp="1"/>
          </p:cNvSpPr>
          <p:nvPr>
            <p:ph type="subTitle" idx="1"/>
          </p:nvPr>
        </p:nvSpPr>
        <p:spPr>
          <a:xfrm>
            <a:off x="1485900" y="2546991"/>
            <a:ext cx="6934200" cy="2269558"/>
          </a:xfrm>
        </p:spPr>
        <p:txBody>
          <a:bodyPr>
            <a:noAutofit/>
          </a:bodyPr>
          <a:lstStyle/>
          <a:p>
            <a:endParaRPr lang="en-US" altLang="zh-CN" sz="1600" b="0" dirty="0">
              <a:solidFill>
                <a:schemeClr val="accent1"/>
              </a:solidFill>
              <a:latin typeface="微软雅黑" panose="020B0503020204020204" pitchFamily="34" charset="-122"/>
              <a:ea typeface="微软雅黑" panose="020B0503020204020204" pitchFamily="34" charset="-122"/>
            </a:endParaRPr>
          </a:p>
          <a:p>
            <a:pPr algn="ctr" eaLnBrk="1" hangingPunct="1">
              <a:spcAft>
                <a:spcPct val="0"/>
              </a:spcAft>
              <a:buFontTx/>
              <a:buNone/>
            </a:pPr>
            <a:br>
              <a:rPr lang="en-US" altLang="zh-CN" sz="1600" b="0" dirty="0">
                <a:solidFill>
                  <a:schemeClr val="accent1"/>
                </a:solidFill>
                <a:latin typeface="微软雅黑" panose="020B0503020204020204" pitchFamily="34" charset="-122"/>
                <a:ea typeface="微软雅黑" panose="020B0503020204020204" pitchFamily="34" charset="-122"/>
              </a:rPr>
            </a:br>
            <a:r>
              <a:rPr lang="en-US" altLang="zh-CN" sz="3600" b="1" dirty="0">
                <a:solidFill>
                  <a:schemeClr val="tx1"/>
                </a:solidFill>
                <a:latin typeface="Microsoft YaHei" panose="020B0503020204020204" pitchFamily="34" charset="-122"/>
                <a:ea typeface="Microsoft YaHei" panose="020B0503020204020204" pitchFamily="34" charset="-122"/>
              </a:rPr>
              <a:t>18_</a:t>
            </a:r>
            <a:r>
              <a:rPr lang="zh-CN" altLang="en-US" sz="3600" b="1" dirty="0">
                <a:solidFill>
                  <a:schemeClr val="tx1"/>
                </a:solidFill>
                <a:latin typeface="Microsoft YaHei" panose="020B0503020204020204" pitchFamily="34" charset="-122"/>
                <a:ea typeface="Microsoft YaHei" panose="020B0503020204020204" pitchFamily="34" charset="-122"/>
              </a:rPr>
              <a:t>时序逻辑电路（</a:t>
            </a:r>
            <a:r>
              <a:rPr lang="en-US" altLang="zh-CN" sz="3600" b="1" dirty="0">
                <a:solidFill>
                  <a:schemeClr val="tx1"/>
                </a:solidFill>
                <a:latin typeface="Microsoft YaHei" panose="020B0503020204020204" pitchFamily="34" charset="-122"/>
                <a:ea typeface="Microsoft YaHei" panose="020B0503020204020204" pitchFamily="34" charset="-122"/>
              </a:rPr>
              <a:t>5</a:t>
            </a:r>
            <a:r>
              <a:rPr lang="zh-CN" altLang="en-US" sz="3600" b="1" dirty="0">
                <a:solidFill>
                  <a:schemeClr val="tx1"/>
                </a:solidFill>
                <a:latin typeface="Microsoft YaHei" panose="020B0503020204020204" pitchFamily="34" charset="-122"/>
                <a:ea typeface="Microsoft YaHei" panose="020B0503020204020204" pitchFamily="34" charset="-122"/>
              </a:rPr>
              <a:t>）</a:t>
            </a:r>
            <a:endParaRPr lang="en-US" altLang="zh-CN" sz="3600" b="1" dirty="0">
              <a:solidFill>
                <a:schemeClr val="tx1"/>
              </a:solidFill>
              <a:latin typeface="Microsoft YaHei" panose="020B0503020204020204" pitchFamily="34" charset="-122"/>
              <a:ea typeface="Microsoft YaHei" panose="020B0503020204020204" pitchFamily="34" charset="-122"/>
            </a:endParaRPr>
          </a:p>
          <a:p>
            <a:pPr algn="ctr" eaLnBrk="1" hangingPunct="1">
              <a:spcAft>
                <a:spcPct val="0"/>
              </a:spcAft>
              <a:buFontTx/>
              <a:buNone/>
            </a:pPr>
            <a:endParaRPr lang="en-US" altLang="zh-CN" sz="2000" dirty="0">
              <a:solidFill>
                <a:schemeClr val="tx1"/>
              </a:solidFill>
              <a:latin typeface="Microsoft YaHei" panose="020B0503020204020204" pitchFamily="34" charset="-122"/>
              <a:ea typeface="Microsoft YaHei" panose="020B0503020204020204" pitchFamily="34" charset="-122"/>
            </a:endParaRPr>
          </a:p>
          <a:p>
            <a:pPr algn="ctr" eaLnBrk="1" hangingPunct="1">
              <a:spcAft>
                <a:spcPct val="0"/>
              </a:spcAft>
              <a:buFontTx/>
              <a:buNone/>
            </a:pPr>
            <a:r>
              <a:rPr lang="zh-CN" altLang="en-US" sz="2000" dirty="0">
                <a:solidFill>
                  <a:schemeClr val="tx1"/>
                </a:solidFill>
                <a:latin typeface="Microsoft YaHei" panose="020B0503020204020204" pitchFamily="34" charset="-122"/>
                <a:ea typeface="Microsoft YaHei" panose="020B0503020204020204" pitchFamily="34" charset="-122"/>
              </a:rPr>
              <a:t>（数电</a:t>
            </a:r>
            <a:r>
              <a:rPr lang="en-US" altLang="zh-CN" sz="2000" dirty="0">
                <a:solidFill>
                  <a:schemeClr val="tx1"/>
                </a:solidFill>
                <a:latin typeface="Microsoft YaHei" panose="020B0503020204020204" pitchFamily="34" charset="-122"/>
                <a:ea typeface="Microsoft YaHei" panose="020B0503020204020204" pitchFamily="34" charset="-122"/>
              </a:rPr>
              <a:t>P295-308</a:t>
            </a:r>
            <a:r>
              <a:rPr lang="zh-CN" altLang="en-US" sz="2000" dirty="0">
                <a:solidFill>
                  <a:schemeClr val="tx1"/>
                </a:solidFill>
                <a:latin typeface="Microsoft YaHei" panose="020B0503020204020204" pitchFamily="34" charset="-122"/>
                <a:ea typeface="Microsoft YaHei" panose="020B0503020204020204" pitchFamily="34" charset="-122"/>
              </a:rPr>
              <a:t>）</a:t>
            </a:r>
            <a:endParaRPr lang="en-US" altLang="zh-CN" sz="2000" dirty="0">
              <a:solidFill>
                <a:schemeClr val="tx1"/>
              </a:solidFill>
              <a:latin typeface="Microsoft YaHei" panose="020B0503020204020204" pitchFamily="34" charset="-122"/>
              <a:ea typeface="Microsoft YaHei" panose="020B0503020204020204" pitchFamily="34" charset="-122"/>
            </a:endParaRPr>
          </a:p>
          <a:p>
            <a:br>
              <a:rPr lang="en-US" sz="2000" dirty="0">
                <a:solidFill>
                  <a:srgbClr val="0070C0"/>
                </a:solidFill>
              </a:rPr>
            </a:br>
            <a:endParaRPr lang="en-US" sz="2000" dirty="0">
              <a:solidFill>
                <a:srgbClr val="0070C0"/>
              </a:solidFill>
            </a:endParaRPr>
          </a:p>
        </p:txBody>
      </p:sp>
      <p:pic>
        <p:nvPicPr>
          <p:cNvPr id="4" name="Bild 3"/>
          <p:cNvPicPr>
            <a:picLocks noChangeAspect="1"/>
          </p:cNvPicPr>
          <p:nvPr/>
        </p:nvPicPr>
        <p:blipFill>
          <a:blip r:embed="rId3"/>
          <a:stretch>
            <a:fillRect/>
          </a:stretch>
        </p:blipFill>
        <p:spPr>
          <a:xfrm>
            <a:off x="4089004" y="5093353"/>
            <a:ext cx="1727992" cy="1577214"/>
          </a:xfrm>
          <a:prstGeom prst="rect">
            <a:avLst/>
          </a:prstGeom>
        </p:spPr>
      </p:pic>
    </p:spTree>
    <p:extLst>
      <p:ext uri="{BB962C8B-B14F-4D97-AF65-F5344CB8AC3E}">
        <p14:creationId xmlns:p14="http://schemas.microsoft.com/office/powerpoint/2010/main" val="818877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7DBC4C-9640-AD61-0F3B-5CF8739795FF}"/>
              </a:ext>
            </a:extLst>
          </p:cNvPr>
          <p:cNvSpPr>
            <a:spLocks noGrp="1"/>
          </p:cNvSpPr>
          <p:nvPr>
            <p:ph type="title"/>
          </p:nvPr>
        </p:nvSpPr>
        <p:spPr/>
        <p:txBody>
          <a:bodyPr>
            <a:normAutofit fontScale="90000"/>
          </a:bodyPr>
          <a:lstStyle/>
          <a:p>
            <a:r>
              <a:rPr kumimoji="1" lang="zh-CN" altLang="en-US" dirty="0"/>
              <a:t>内容提纲</a:t>
            </a:r>
          </a:p>
        </p:txBody>
      </p:sp>
      <p:sp>
        <p:nvSpPr>
          <p:cNvPr id="3" name="内容占位符 2">
            <a:extLst>
              <a:ext uri="{FF2B5EF4-FFF2-40B4-BE49-F238E27FC236}">
                <a16:creationId xmlns:a16="http://schemas.microsoft.com/office/drawing/2014/main" id="{F106375B-3C17-2170-48EE-3E1111080382}"/>
              </a:ext>
            </a:extLst>
          </p:cNvPr>
          <p:cNvSpPr>
            <a:spLocks noGrp="1"/>
          </p:cNvSpPr>
          <p:nvPr>
            <p:ph idx="1"/>
          </p:nvPr>
        </p:nvSpPr>
        <p:spPr/>
        <p:txBody>
          <a:bodyPr>
            <a:normAutofit/>
          </a:bodyPr>
          <a:lstStyle/>
          <a:p>
            <a:r>
              <a:rPr lang="zh-CN" altLang="en-US" sz="2800" dirty="0"/>
              <a:t>异步计数器</a:t>
            </a:r>
            <a:endParaRPr lang="en-US" altLang="zh-CN" sz="2800" dirty="0"/>
          </a:p>
          <a:p>
            <a:r>
              <a:rPr lang="zh-CN" altLang="en-US" sz="2800" dirty="0"/>
              <a:t>同步计数器</a:t>
            </a:r>
            <a:endParaRPr lang="en-US" altLang="zh-CN" sz="2800" dirty="0">
              <a:solidFill>
                <a:schemeClr val="tx2"/>
              </a:solidFill>
            </a:endParaRPr>
          </a:p>
          <a:p>
            <a:r>
              <a:rPr lang="zh-CN" altLang="en-US" sz="2800" dirty="0">
                <a:solidFill>
                  <a:schemeClr val="tx2"/>
                </a:solidFill>
              </a:rPr>
              <a:t>任意进制计数器构成方法</a:t>
            </a:r>
            <a:endParaRPr lang="zh-CN" altLang="en-US" sz="2000" dirty="0"/>
          </a:p>
          <a:p>
            <a:r>
              <a:rPr lang="zh-CN" altLang="en-US" sz="2800" dirty="0"/>
              <a:t>移位寄存器型计数器</a:t>
            </a:r>
          </a:p>
          <a:p>
            <a:pPr>
              <a:lnSpc>
                <a:spcPct val="120000"/>
              </a:lnSpc>
            </a:pPr>
            <a:endParaRPr kumimoji="1" lang="en-US" altLang="zh-CN" sz="1600" dirty="0">
              <a:solidFill>
                <a:schemeClr val="tx1">
                  <a:lumMod val="50000"/>
                  <a:lumOff val="50000"/>
                </a:schemeClr>
              </a:solidFill>
            </a:endParaRPr>
          </a:p>
        </p:txBody>
      </p:sp>
      <p:sp>
        <p:nvSpPr>
          <p:cNvPr id="4" name="页脚占位符 3">
            <a:extLst>
              <a:ext uri="{FF2B5EF4-FFF2-40B4-BE49-F238E27FC236}">
                <a16:creationId xmlns:a16="http://schemas.microsoft.com/office/drawing/2014/main" id="{64B087B8-46F4-E8D4-8B30-EF3E7278EC2E}"/>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B47B7386-9DB7-80F6-203E-055AF101294E}"/>
              </a:ext>
            </a:extLst>
          </p:cNvPr>
          <p:cNvSpPr>
            <a:spLocks noGrp="1"/>
          </p:cNvSpPr>
          <p:nvPr>
            <p:ph type="sldNum" sz="quarter" idx="12"/>
          </p:nvPr>
        </p:nvSpPr>
        <p:spPr/>
        <p:txBody>
          <a:bodyPr/>
          <a:lstStyle/>
          <a:p>
            <a:fld id="{9E260BC5-5BF3-8746-862B-DC45E9CAA88B}" type="slidenum">
              <a:rPr lang="en-US" smtClean="0"/>
              <a:pPr/>
              <a:t>2</a:t>
            </a:fld>
            <a:r>
              <a:rPr lang="en-US" altLang="zh-CN" dirty="0"/>
              <a:t>/34</a:t>
            </a:r>
            <a:endParaRPr lang="en-US" dirty="0"/>
          </a:p>
        </p:txBody>
      </p:sp>
    </p:spTree>
    <p:extLst>
      <p:ext uri="{BB962C8B-B14F-4D97-AF65-F5344CB8AC3E}">
        <p14:creationId xmlns:p14="http://schemas.microsoft.com/office/powerpoint/2010/main" val="2129300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8F0A4E-3E52-D959-23A3-4A1BFE41B16F}"/>
              </a:ext>
            </a:extLst>
          </p:cNvPr>
          <p:cNvSpPr>
            <a:spLocks noGrp="1"/>
          </p:cNvSpPr>
          <p:nvPr>
            <p:ph type="title"/>
          </p:nvPr>
        </p:nvSpPr>
        <p:spPr/>
        <p:txBody>
          <a:bodyPr>
            <a:normAutofit fontScale="90000"/>
          </a:bodyPr>
          <a:lstStyle/>
          <a:p>
            <a:r>
              <a:rPr lang="zh-CN" altLang="en-US" dirty="0"/>
              <a:t>计数器</a:t>
            </a:r>
            <a:endParaRPr kumimoji="1" lang="zh-CN" altLang="en-US" dirty="0"/>
          </a:p>
        </p:txBody>
      </p:sp>
      <p:sp>
        <p:nvSpPr>
          <p:cNvPr id="3" name="内容占位符 2">
            <a:extLst>
              <a:ext uri="{FF2B5EF4-FFF2-40B4-BE49-F238E27FC236}">
                <a16:creationId xmlns:a16="http://schemas.microsoft.com/office/drawing/2014/main" id="{CA9AF2F5-2DE9-377A-004D-ACCE7CC61DBE}"/>
              </a:ext>
            </a:extLst>
          </p:cNvPr>
          <p:cNvSpPr>
            <a:spLocks noGrp="1"/>
          </p:cNvSpPr>
          <p:nvPr>
            <p:ph idx="1"/>
          </p:nvPr>
        </p:nvSpPr>
        <p:spPr/>
        <p:txBody>
          <a:bodyPr/>
          <a:lstStyle/>
          <a:p>
            <a:r>
              <a:rPr kumimoji="1" lang="zh-CN" altLang="en-US" dirty="0"/>
              <a:t>累计时钟脉冲个数，也可</a:t>
            </a:r>
            <a:r>
              <a:rPr lang="zh-CN" altLang="en-US" dirty="0"/>
              <a:t>用于分频、定时、产生节拍脉冲等</a:t>
            </a:r>
          </a:p>
          <a:p>
            <a:r>
              <a:rPr lang="zh-CN" altLang="en-US" dirty="0"/>
              <a:t>分类</a:t>
            </a:r>
          </a:p>
          <a:p>
            <a:pPr lvl="1"/>
            <a:r>
              <a:rPr lang="zh-CN" altLang="en-US" dirty="0"/>
              <a:t>按时钟分：同步、异步计数器</a:t>
            </a:r>
          </a:p>
          <a:p>
            <a:pPr lvl="1"/>
            <a:r>
              <a:rPr lang="zh-CN" altLang="en-US" dirty="0"/>
              <a:t>按功能分：递增、递减和可逆计数器</a:t>
            </a:r>
          </a:p>
          <a:p>
            <a:pPr lvl="1"/>
            <a:r>
              <a:rPr lang="zh-CN" altLang="zh-CN" dirty="0"/>
              <a:t>按</a:t>
            </a:r>
            <a:r>
              <a:rPr lang="zh-CN" altLang="en-US" dirty="0"/>
              <a:t>编码分：二进制码、</a:t>
            </a:r>
            <a:r>
              <a:rPr lang="en-US" altLang="zh-CN" dirty="0"/>
              <a:t>BCD</a:t>
            </a:r>
            <a:r>
              <a:rPr lang="zh-CN" altLang="en-US" dirty="0"/>
              <a:t>码和循环码计数器等</a:t>
            </a:r>
            <a:endParaRPr lang="en-US" altLang="zh-CN" dirty="0"/>
          </a:p>
          <a:p>
            <a:r>
              <a:rPr lang="zh-CN" altLang="en-US" dirty="0"/>
              <a:t>计数器的模 </a:t>
            </a:r>
            <a:r>
              <a:rPr lang="en-US" altLang="zh-CN" dirty="0"/>
              <a:t>(Modulo)</a:t>
            </a:r>
          </a:p>
          <a:p>
            <a:pPr lvl="1"/>
            <a:r>
              <a:rPr lang="zh-CN" altLang="en-US" dirty="0"/>
              <a:t>计数器循环遍历的有效状态数，用</a:t>
            </a:r>
            <a:r>
              <a:rPr lang="en-US" altLang="zh-CN" dirty="0"/>
              <a:t>M</a:t>
            </a:r>
            <a:r>
              <a:rPr lang="zh-CN" altLang="en-US" dirty="0"/>
              <a:t>表示</a:t>
            </a:r>
            <a:endParaRPr lang="en-US" altLang="zh-CN" dirty="0"/>
          </a:p>
          <a:p>
            <a:pPr lvl="1"/>
            <a:r>
              <a:rPr lang="zh-CN" altLang="en-US" dirty="0"/>
              <a:t>对于</a:t>
            </a:r>
            <a:r>
              <a:rPr lang="en-US" altLang="zh-CN" dirty="0"/>
              <a:t>M=n</a:t>
            </a:r>
            <a:r>
              <a:rPr lang="zh-CN" altLang="en-US" dirty="0"/>
              <a:t>的计数器，称为模</a:t>
            </a:r>
            <a:r>
              <a:rPr lang="en-US" altLang="zh-CN" dirty="0"/>
              <a:t>n</a:t>
            </a:r>
            <a:r>
              <a:rPr lang="zh-CN" altLang="en-US" dirty="0"/>
              <a:t>计数器或</a:t>
            </a:r>
            <a:r>
              <a:rPr lang="en-US" altLang="zh-CN" dirty="0"/>
              <a:t>n</a:t>
            </a:r>
            <a:r>
              <a:rPr lang="zh-CN" altLang="en-US" dirty="0"/>
              <a:t>进制计数器</a:t>
            </a:r>
            <a:endParaRPr lang="en-US" altLang="zh-CN" dirty="0"/>
          </a:p>
          <a:p>
            <a:endParaRPr kumimoji="1" lang="zh-CN" altLang="en-US" dirty="0"/>
          </a:p>
        </p:txBody>
      </p:sp>
      <p:sp>
        <p:nvSpPr>
          <p:cNvPr id="4" name="页脚占位符 3">
            <a:extLst>
              <a:ext uri="{FF2B5EF4-FFF2-40B4-BE49-F238E27FC236}">
                <a16:creationId xmlns:a16="http://schemas.microsoft.com/office/drawing/2014/main" id="{70D81EFF-5B84-78E0-25A1-0F0F9A56D616}"/>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7B078DE5-084B-F4FF-C0E1-19AB004DD375}"/>
              </a:ext>
            </a:extLst>
          </p:cNvPr>
          <p:cNvSpPr>
            <a:spLocks noGrp="1"/>
          </p:cNvSpPr>
          <p:nvPr>
            <p:ph type="sldNum" sz="quarter" idx="12"/>
          </p:nvPr>
        </p:nvSpPr>
        <p:spPr/>
        <p:txBody>
          <a:bodyPr/>
          <a:lstStyle/>
          <a:p>
            <a:fld id="{9E260BC5-5BF3-8746-862B-DC45E9CAA88B}" type="slidenum">
              <a:rPr lang="en-US" smtClean="0"/>
              <a:pPr/>
              <a:t>3</a:t>
            </a:fld>
            <a:r>
              <a:rPr lang="en-US" altLang="zh-CN" dirty="0"/>
              <a:t>/34</a:t>
            </a:r>
            <a:endParaRPr lang="en-US" dirty="0"/>
          </a:p>
        </p:txBody>
      </p:sp>
    </p:spTree>
    <p:extLst>
      <p:ext uri="{BB962C8B-B14F-4D97-AF65-F5344CB8AC3E}">
        <p14:creationId xmlns:p14="http://schemas.microsoft.com/office/powerpoint/2010/main" val="3911337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920BED-C0DB-CF58-2E52-A6B78E322398}"/>
              </a:ext>
            </a:extLst>
          </p:cNvPr>
          <p:cNvSpPr>
            <a:spLocks noGrp="1"/>
          </p:cNvSpPr>
          <p:nvPr>
            <p:ph type="title"/>
          </p:nvPr>
        </p:nvSpPr>
        <p:spPr/>
        <p:txBody>
          <a:bodyPr>
            <a:normAutofit fontScale="90000"/>
          </a:bodyPr>
          <a:lstStyle/>
          <a:p>
            <a:r>
              <a:rPr kumimoji="1" lang="zh-CN" altLang="en-US" dirty="0"/>
              <a:t>异步二进制</a:t>
            </a:r>
            <a:r>
              <a:rPr lang="zh-CN" altLang="en-US" dirty="0"/>
              <a:t>递增</a:t>
            </a:r>
            <a:r>
              <a:rPr kumimoji="1" lang="zh-CN" altLang="en-US" dirty="0"/>
              <a:t>计数器</a:t>
            </a:r>
          </a:p>
        </p:txBody>
      </p:sp>
      <p:sp>
        <p:nvSpPr>
          <p:cNvPr id="3" name="内容占位符 2">
            <a:extLst>
              <a:ext uri="{FF2B5EF4-FFF2-40B4-BE49-F238E27FC236}">
                <a16:creationId xmlns:a16="http://schemas.microsoft.com/office/drawing/2014/main" id="{1B22C784-63EB-B095-5D7A-8F5F0BD8EA97}"/>
              </a:ext>
            </a:extLst>
          </p:cNvPr>
          <p:cNvSpPr>
            <a:spLocks noGrp="1"/>
          </p:cNvSpPr>
          <p:nvPr>
            <p:ph idx="1"/>
          </p:nvPr>
        </p:nvSpPr>
        <p:spPr/>
        <p:txBody>
          <a:bodyPr/>
          <a:lstStyle/>
          <a:p>
            <a:pPr>
              <a:spcBef>
                <a:spcPct val="30000"/>
              </a:spcBef>
            </a:pPr>
            <a:r>
              <a:rPr lang="en-US" altLang="zh-CN" dirty="0"/>
              <a:t>Q</a:t>
            </a:r>
            <a:r>
              <a:rPr lang="en-US" altLang="zh-CN" sz="2000" dirty="0"/>
              <a:t>0</a:t>
            </a:r>
            <a:r>
              <a:rPr lang="zh-CN" altLang="en-US" dirty="0"/>
              <a:t>在每个时钟都翻转一次</a:t>
            </a:r>
          </a:p>
          <a:p>
            <a:pPr>
              <a:spcBef>
                <a:spcPct val="30000"/>
              </a:spcBef>
            </a:pPr>
            <a:r>
              <a:rPr lang="en-US" altLang="zh-CN" dirty="0"/>
              <a:t>Q</a:t>
            </a:r>
            <a:r>
              <a:rPr lang="en-US" altLang="zh-CN" sz="2000" dirty="0"/>
              <a:t>1</a:t>
            </a:r>
            <a:r>
              <a:rPr lang="zh-CN" altLang="en-US" dirty="0"/>
              <a:t>在</a:t>
            </a:r>
            <a:r>
              <a:rPr lang="en-US" altLang="zh-CN" dirty="0"/>
              <a:t>Q</a:t>
            </a:r>
            <a:r>
              <a:rPr lang="en-US" altLang="zh-CN" sz="2000" dirty="0"/>
              <a:t>0</a:t>
            </a:r>
            <a:r>
              <a:rPr lang="zh-CN" altLang="en-US" dirty="0"/>
              <a:t>由</a:t>
            </a:r>
            <a:r>
              <a:rPr lang="en-US" altLang="zh-CN" dirty="0"/>
              <a:t>1</a:t>
            </a:r>
            <a:r>
              <a:rPr lang="zh-CN" altLang="en-US" dirty="0"/>
              <a:t>向</a:t>
            </a:r>
            <a:r>
              <a:rPr lang="en-US" altLang="zh-CN" dirty="0"/>
              <a:t>0</a:t>
            </a:r>
            <a:r>
              <a:rPr lang="zh-CN" altLang="en-US" dirty="0"/>
              <a:t>变化时翻转</a:t>
            </a:r>
          </a:p>
          <a:p>
            <a:pPr>
              <a:spcBef>
                <a:spcPct val="30000"/>
              </a:spcBef>
            </a:pPr>
            <a:r>
              <a:rPr lang="en-US" altLang="zh-CN" dirty="0"/>
              <a:t>Q</a:t>
            </a:r>
            <a:r>
              <a:rPr lang="en-US" altLang="zh-CN" sz="2000" dirty="0"/>
              <a:t>2</a:t>
            </a:r>
            <a:r>
              <a:rPr lang="zh-CN" altLang="en-US" dirty="0"/>
              <a:t>在</a:t>
            </a:r>
            <a:r>
              <a:rPr lang="en-US" altLang="zh-CN" dirty="0"/>
              <a:t>Q</a:t>
            </a:r>
            <a:r>
              <a:rPr lang="en-US" altLang="zh-CN" sz="2000" dirty="0"/>
              <a:t>1</a:t>
            </a:r>
            <a:r>
              <a:rPr lang="zh-CN" altLang="en-US" dirty="0"/>
              <a:t>由</a:t>
            </a:r>
            <a:r>
              <a:rPr lang="en-US" altLang="zh-CN" dirty="0"/>
              <a:t>1</a:t>
            </a:r>
            <a:r>
              <a:rPr lang="zh-CN" altLang="en-US" dirty="0"/>
              <a:t>向</a:t>
            </a:r>
            <a:r>
              <a:rPr lang="en-US" altLang="zh-CN" dirty="0"/>
              <a:t>0</a:t>
            </a:r>
            <a:r>
              <a:rPr lang="zh-CN" altLang="en-US" dirty="0"/>
              <a:t>变化时翻转</a:t>
            </a:r>
          </a:p>
          <a:p>
            <a:pPr>
              <a:spcBef>
                <a:spcPct val="30000"/>
              </a:spcBef>
            </a:pPr>
            <a:r>
              <a:rPr lang="zh-CN" altLang="en-US" dirty="0"/>
              <a:t>当</a:t>
            </a:r>
            <a:r>
              <a:rPr lang="en-US" altLang="zh-CN" dirty="0"/>
              <a:t>Q</a:t>
            </a:r>
            <a:r>
              <a:rPr lang="en-US" altLang="zh-CN" sz="2000" dirty="0"/>
              <a:t>2</a:t>
            </a:r>
            <a:r>
              <a:rPr lang="en-US" altLang="zh-CN" dirty="0"/>
              <a:t>~Q</a:t>
            </a:r>
            <a:r>
              <a:rPr lang="en-US" altLang="zh-CN" sz="2000" dirty="0"/>
              <a:t>0</a:t>
            </a:r>
            <a:r>
              <a:rPr lang="zh-CN" altLang="en-US" dirty="0"/>
              <a:t>全为</a:t>
            </a:r>
            <a:r>
              <a:rPr lang="en-US" altLang="zh-CN" dirty="0"/>
              <a:t>1</a:t>
            </a:r>
            <a:r>
              <a:rPr lang="zh-CN" altLang="en-US" dirty="0"/>
              <a:t>时，进位为</a:t>
            </a:r>
            <a:r>
              <a:rPr lang="en-US" altLang="zh-CN" dirty="0"/>
              <a:t>1</a:t>
            </a:r>
          </a:p>
          <a:p>
            <a:endParaRPr kumimoji="1" lang="zh-CN" altLang="en-US" dirty="0"/>
          </a:p>
        </p:txBody>
      </p:sp>
      <p:sp>
        <p:nvSpPr>
          <p:cNvPr id="4" name="页脚占位符 3">
            <a:extLst>
              <a:ext uri="{FF2B5EF4-FFF2-40B4-BE49-F238E27FC236}">
                <a16:creationId xmlns:a16="http://schemas.microsoft.com/office/drawing/2014/main" id="{30AA3183-6C2F-C771-9CE0-4A66DA44D0AB}"/>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F328E7C8-7FBE-3157-3769-246EDF62AB9C}"/>
              </a:ext>
            </a:extLst>
          </p:cNvPr>
          <p:cNvSpPr>
            <a:spLocks noGrp="1"/>
          </p:cNvSpPr>
          <p:nvPr>
            <p:ph type="sldNum" sz="quarter" idx="12"/>
          </p:nvPr>
        </p:nvSpPr>
        <p:spPr/>
        <p:txBody>
          <a:bodyPr/>
          <a:lstStyle/>
          <a:p>
            <a:fld id="{9E260BC5-5BF3-8746-862B-DC45E9CAA88B}" type="slidenum">
              <a:rPr lang="en-US" smtClean="0"/>
              <a:pPr/>
              <a:t>4</a:t>
            </a:fld>
            <a:r>
              <a:rPr lang="en-US" altLang="zh-CN" dirty="0"/>
              <a:t>/34</a:t>
            </a:r>
            <a:endParaRPr lang="en-US" dirty="0"/>
          </a:p>
        </p:txBody>
      </p:sp>
      <p:sp>
        <p:nvSpPr>
          <p:cNvPr id="6" name="Rectangle 4">
            <a:extLst>
              <a:ext uri="{FF2B5EF4-FFF2-40B4-BE49-F238E27FC236}">
                <a16:creationId xmlns:a16="http://schemas.microsoft.com/office/drawing/2014/main" id="{3F1F385E-4F66-A3B0-C395-40EAB153D9E5}"/>
              </a:ext>
            </a:extLst>
          </p:cNvPr>
          <p:cNvSpPr>
            <a:spLocks noChangeArrowheads="1"/>
          </p:cNvSpPr>
          <p:nvPr/>
        </p:nvSpPr>
        <p:spPr bwMode="auto">
          <a:xfrm>
            <a:off x="6723555" y="1039485"/>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2400">
                <a:latin typeface="宋体" panose="02010600030101010101" pitchFamily="2" charset="-122"/>
                <a:cs typeface="Times New Roman" panose="02020603050405020304" pitchFamily="18" charset="0"/>
              </a:rPr>
              <a:t>状态表</a:t>
            </a:r>
            <a:endParaRPr lang="zh-CN" altLang="en-US" sz="4400">
              <a:latin typeface="宋体" panose="02010600030101010101" pitchFamily="2" charset="-122"/>
              <a:cs typeface="Times New Roman" panose="02020603050405020304" pitchFamily="18" charset="0"/>
            </a:endParaRPr>
          </a:p>
        </p:txBody>
      </p:sp>
      <p:sp>
        <p:nvSpPr>
          <p:cNvPr id="7" name="Rectangle 5">
            <a:extLst>
              <a:ext uri="{FF2B5EF4-FFF2-40B4-BE49-F238E27FC236}">
                <a16:creationId xmlns:a16="http://schemas.microsoft.com/office/drawing/2014/main" id="{5116881E-397D-6341-FDB9-7991F9D5BB6E}"/>
              </a:ext>
            </a:extLst>
          </p:cNvPr>
          <p:cNvSpPr>
            <a:spLocks noChangeArrowheads="1"/>
          </p:cNvSpPr>
          <p:nvPr/>
        </p:nvSpPr>
        <p:spPr bwMode="auto">
          <a:xfrm>
            <a:off x="7853855" y="1944360"/>
            <a:ext cx="338138" cy="438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120000"/>
              </a:lnSpc>
              <a:buFontTx/>
              <a:buNone/>
            </a:pPr>
            <a:r>
              <a:rPr lang="en-US" altLang="zh-CN" sz="2400">
                <a:cs typeface="Times New Roman" panose="02020603050405020304" pitchFamily="18" charset="0"/>
              </a:rPr>
              <a:t>Q</a:t>
            </a:r>
            <a:r>
              <a:rPr lang="en-US" altLang="zh-CN" sz="2400" baseline="-30000">
                <a:cs typeface="Times New Roman" panose="02020603050405020304" pitchFamily="18" charset="0"/>
              </a:rPr>
              <a:t>0</a:t>
            </a:r>
            <a:endParaRPr lang="en-US" altLang="zh-CN" sz="2400">
              <a:cs typeface="Times New Roman" panose="02020603050405020304" pitchFamily="18" charset="0"/>
            </a:endParaRPr>
          </a:p>
        </p:txBody>
      </p:sp>
      <p:sp>
        <p:nvSpPr>
          <p:cNvPr id="8" name="Rectangle 6">
            <a:extLst>
              <a:ext uri="{FF2B5EF4-FFF2-40B4-BE49-F238E27FC236}">
                <a16:creationId xmlns:a16="http://schemas.microsoft.com/office/drawing/2014/main" id="{1FFC2790-388C-D119-ECEB-EED4B122239D}"/>
              </a:ext>
            </a:extLst>
          </p:cNvPr>
          <p:cNvSpPr>
            <a:spLocks noChangeArrowheads="1"/>
          </p:cNvSpPr>
          <p:nvPr/>
        </p:nvSpPr>
        <p:spPr bwMode="auto">
          <a:xfrm>
            <a:off x="7149005" y="1944360"/>
            <a:ext cx="338138" cy="438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120000"/>
              </a:lnSpc>
              <a:buFontTx/>
              <a:buNone/>
            </a:pPr>
            <a:r>
              <a:rPr lang="en-US" altLang="zh-CN" sz="2400">
                <a:cs typeface="Times New Roman" panose="02020603050405020304" pitchFamily="18" charset="0"/>
              </a:rPr>
              <a:t>Q</a:t>
            </a:r>
            <a:r>
              <a:rPr lang="en-US" altLang="zh-CN" sz="2400" baseline="-30000">
                <a:cs typeface="Times New Roman" panose="02020603050405020304" pitchFamily="18" charset="0"/>
              </a:rPr>
              <a:t>1</a:t>
            </a:r>
            <a:endParaRPr lang="en-US" altLang="zh-CN" sz="2400">
              <a:cs typeface="Times New Roman" panose="02020603050405020304" pitchFamily="18" charset="0"/>
            </a:endParaRPr>
          </a:p>
        </p:txBody>
      </p:sp>
      <p:sp>
        <p:nvSpPr>
          <p:cNvPr id="9" name="Rectangle 7">
            <a:extLst>
              <a:ext uri="{FF2B5EF4-FFF2-40B4-BE49-F238E27FC236}">
                <a16:creationId xmlns:a16="http://schemas.microsoft.com/office/drawing/2014/main" id="{46C04AB7-653E-3E2E-25E3-0F055D32AEC9}"/>
              </a:ext>
            </a:extLst>
          </p:cNvPr>
          <p:cNvSpPr>
            <a:spLocks noChangeArrowheads="1"/>
          </p:cNvSpPr>
          <p:nvPr/>
        </p:nvSpPr>
        <p:spPr bwMode="auto">
          <a:xfrm>
            <a:off x="6437805" y="1944360"/>
            <a:ext cx="338138" cy="438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120000"/>
              </a:lnSpc>
              <a:buFontTx/>
              <a:buNone/>
            </a:pPr>
            <a:r>
              <a:rPr lang="en-US" altLang="zh-CN" sz="2400">
                <a:cs typeface="Times New Roman" panose="02020603050405020304" pitchFamily="18" charset="0"/>
              </a:rPr>
              <a:t>Q</a:t>
            </a:r>
            <a:r>
              <a:rPr lang="en-US" altLang="zh-CN" sz="2400" baseline="-30000">
                <a:cs typeface="Times New Roman" panose="02020603050405020304" pitchFamily="18" charset="0"/>
              </a:rPr>
              <a:t>2</a:t>
            </a:r>
            <a:endParaRPr lang="en-US" altLang="zh-CN" sz="2400">
              <a:cs typeface="Times New Roman" panose="02020603050405020304" pitchFamily="18" charset="0"/>
            </a:endParaRPr>
          </a:p>
        </p:txBody>
      </p:sp>
      <p:sp>
        <p:nvSpPr>
          <p:cNvPr id="10" name="Rectangle 8">
            <a:extLst>
              <a:ext uri="{FF2B5EF4-FFF2-40B4-BE49-F238E27FC236}">
                <a16:creationId xmlns:a16="http://schemas.microsoft.com/office/drawing/2014/main" id="{DC5DA952-D8CD-C009-9D2A-04E46E6BCF27}"/>
              </a:ext>
            </a:extLst>
          </p:cNvPr>
          <p:cNvSpPr>
            <a:spLocks noChangeArrowheads="1"/>
          </p:cNvSpPr>
          <p:nvPr/>
        </p:nvSpPr>
        <p:spPr bwMode="auto">
          <a:xfrm>
            <a:off x="8733330" y="1652260"/>
            <a:ext cx="508000" cy="669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zh-CN" altLang="en-US" sz="2000">
                <a:cs typeface="Times New Roman" panose="02020603050405020304" pitchFamily="18" charset="0"/>
              </a:rPr>
              <a:t>进位</a:t>
            </a:r>
          </a:p>
          <a:p>
            <a:pPr algn="ctr">
              <a:buFontTx/>
              <a:buNone/>
            </a:pPr>
            <a:r>
              <a:rPr lang="zh-CN" altLang="en-US" sz="2000">
                <a:cs typeface="Times New Roman" panose="02020603050405020304" pitchFamily="18" charset="0"/>
              </a:rPr>
              <a:t>输出</a:t>
            </a:r>
          </a:p>
        </p:txBody>
      </p:sp>
      <p:sp>
        <p:nvSpPr>
          <p:cNvPr id="11" name="Rectangle 9">
            <a:extLst>
              <a:ext uri="{FF2B5EF4-FFF2-40B4-BE49-F238E27FC236}">
                <a16:creationId xmlns:a16="http://schemas.microsoft.com/office/drawing/2014/main" id="{B31506BE-6303-6BB3-255B-912A460D1B5E}"/>
              </a:ext>
            </a:extLst>
          </p:cNvPr>
          <p:cNvSpPr>
            <a:spLocks noChangeArrowheads="1"/>
          </p:cNvSpPr>
          <p:nvPr/>
        </p:nvSpPr>
        <p:spPr bwMode="auto">
          <a:xfrm>
            <a:off x="6420343" y="1580822"/>
            <a:ext cx="1792287" cy="434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zh-CN" altLang="en-US" sz="2000">
                <a:cs typeface="Times New Roman" panose="02020603050405020304" pitchFamily="18" charset="0"/>
              </a:rPr>
              <a:t>电路状态</a:t>
            </a:r>
          </a:p>
        </p:txBody>
      </p:sp>
      <p:sp>
        <p:nvSpPr>
          <p:cNvPr id="12" name="Rectangle 10">
            <a:extLst>
              <a:ext uri="{FF2B5EF4-FFF2-40B4-BE49-F238E27FC236}">
                <a16:creationId xmlns:a16="http://schemas.microsoft.com/office/drawing/2014/main" id="{A6D2CAEA-FBCD-BFC9-B9F5-351FE7B4B20E}"/>
              </a:ext>
            </a:extLst>
          </p:cNvPr>
          <p:cNvSpPr>
            <a:spLocks noChangeArrowheads="1"/>
          </p:cNvSpPr>
          <p:nvPr/>
        </p:nvSpPr>
        <p:spPr bwMode="auto">
          <a:xfrm>
            <a:off x="5407518" y="1652260"/>
            <a:ext cx="508000" cy="669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zh-CN" altLang="en-US" sz="2000">
                <a:cs typeface="Times New Roman" panose="02020603050405020304" pitchFamily="18" charset="0"/>
              </a:rPr>
              <a:t>计数</a:t>
            </a:r>
          </a:p>
          <a:p>
            <a:pPr algn="ctr">
              <a:buFontTx/>
              <a:buNone/>
            </a:pPr>
            <a:r>
              <a:rPr lang="zh-CN" altLang="en-US" sz="2000">
                <a:cs typeface="Times New Roman" panose="02020603050405020304" pitchFamily="18" charset="0"/>
              </a:rPr>
              <a:t>顺序</a:t>
            </a:r>
          </a:p>
        </p:txBody>
      </p:sp>
      <p:sp>
        <p:nvSpPr>
          <p:cNvPr id="13" name="Line 11">
            <a:extLst>
              <a:ext uri="{FF2B5EF4-FFF2-40B4-BE49-F238E27FC236}">
                <a16:creationId xmlns:a16="http://schemas.microsoft.com/office/drawing/2014/main" id="{031D234F-763D-79E5-9962-B1D2615DB4A5}"/>
              </a:ext>
            </a:extLst>
          </p:cNvPr>
          <p:cNvSpPr>
            <a:spLocks noChangeShapeType="1"/>
          </p:cNvSpPr>
          <p:nvPr/>
        </p:nvSpPr>
        <p:spPr bwMode="auto">
          <a:xfrm>
            <a:off x="6274293" y="2015797"/>
            <a:ext cx="2152650"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2">
            <a:extLst>
              <a:ext uri="{FF2B5EF4-FFF2-40B4-BE49-F238E27FC236}">
                <a16:creationId xmlns:a16="http://schemas.microsoft.com/office/drawing/2014/main" id="{78859579-9309-142E-BAAE-586789085699}"/>
              </a:ext>
            </a:extLst>
          </p:cNvPr>
          <p:cNvSpPr>
            <a:spLocks noChangeShapeType="1"/>
          </p:cNvSpPr>
          <p:nvPr/>
        </p:nvSpPr>
        <p:spPr bwMode="auto">
          <a:xfrm>
            <a:off x="6274293" y="1580822"/>
            <a:ext cx="0" cy="4164013"/>
          </a:xfrm>
          <a:prstGeom prst="line">
            <a:avLst/>
          </a:prstGeom>
          <a:noFill/>
          <a:ln w="2857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3">
            <a:extLst>
              <a:ext uri="{FF2B5EF4-FFF2-40B4-BE49-F238E27FC236}">
                <a16:creationId xmlns:a16="http://schemas.microsoft.com/office/drawing/2014/main" id="{40726AC2-7DB7-922D-DADE-E605568743CE}"/>
              </a:ext>
            </a:extLst>
          </p:cNvPr>
          <p:cNvSpPr>
            <a:spLocks noChangeShapeType="1"/>
          </p:cNvSpPr>
          <p:nvPr/>
        </p:nvSpPr>
        <p:spPr bwMode="auto">
          <a:xfrm>
            <a:off x="8426943" y="1580822"/>
            <a:ext cx="0" cy="4164013"/>
          </a:xfrm>
          <a:prstGeom prst="line">
            <a:avLst/>
          </a:prstGeom>
          <a:noFill/>
          <a:ln w="2857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Rectangle 14">
            <a:extLst>
              <a:ext uri="{FF2B5EF4-FFF2-40B4-BE49-F238E27FC236}">
                <a16:creationId xmlns:a16="http://schemas.microsoft.com/office/drawing/2014/main" id="{FCD01854-CAD7-8C21-FA04-2C8B7AF5C8D9}"/>
              </a:ext>
            </a:extLst>
          </p:cNvPr>
          <p:cNvSpPr>
            <a:spLocks noChangeArrowheads="1"/>
          </p:cNvSpPr>
          <p:nvPr/>
        </p:nvSpPr>
        <p:spPr bwMode="auto">
          <a:xfrm>
            <a:off x="8928593" y="53828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17" name="Rectangle 15">
            <a:extLst>
              <a:ext uri="{FF2B5EF4-FFF2-40B4-BE49-F238E27FC236}">
                <a16:creationId xmlns:a16="http://schemas.microsoft.com/office/drawing/2014/main" id="{B0DD8C14-9194-5235-8318-6C015F9E70C6}"/>
              </a:ext>
            </a:extLst>
          </p:cNvPr>
          <p:cNvSpPr>
            <a:spLocks noChangeArrowheads="1"/>
          </p:cNvSpPr>
          <p:nvPr/>
        </p:nvSpPr>
        <p:spPr bwMode="auto">
          <a:xfrm>
            <a:off x="7963393" y="53828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18" name="Rectangle 16">
            <a:extLst>
              <a:ext uri="{FF2B5EF4-FFF2-40B4-BE49-F238E27FC236}">
                <a16:creationId xmlns:a16="http://schemas.microsoft.com/office/drawing/2014/main" id="{9E50ABAF-BA01-1DBA-11F9-454A3F4E607C}"/>
              </a:ext>
            </a:extLst>
          </p:cNvPr>
          <p:cNvSpPr>
            <a:spLocks noChangeArrowheads="1"/>
          </p:cNvSpPr>
          <p:nvPr/>
        </p:nvSpPr>
        <p:spPr bwMode="auto">
          <a:xfrm>
            <a:off x="7261718" y="53828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19" name="Rectangle 17">
            <a:extLst>
              <a:ext uri="{FF2B5EF4-FFF2-40B4-BE49-F238E27FC236}">
                <a16:creationId xmlns:a16="http://schemas.microsoft.com/office/drawing/2014/main" id="{A066913D-69A5-A111-DB0F-5F71ED3C6C28}"/>
              </a:ext>
            </a:extLst>
          </p:cNvPr>
          <p:cNvSpPr>
            <a:spLocks noChangeArrowheads="1"/>
          </p:cNvSpPr>
          <p:nvPr/>
        </p:nvSpPr>
        <p:spPr bwMode="auto">
          <a:xfrm>
            <a:off x="6548930" y="53828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20" name="Rectangle 18">
            <a:extLst>
              <a:ext uri="{FF2B5EF4-FFF2-40B4-BE49-F238E27FC236}">
                <a16:creationId xmlns:a16="http://schemas.microsoft.com/office/drawing/2014/main" id="{ED40F72C-A846-2F3B-4233-4200F2877D90}"/>
              </a:ext>
            </a:extLst>
          </p:cNvPr>
          <p:cNvSpPr>
            <a:spLocks noChangeArrowheads="1"/>
          </p:cNvSpPr>
          <p:nvPr/>
        </p:nvSpPr>
        <p:spPr bwMode="auto">
          <a:xfrm>
            <a:off x="5602780" y="53828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8</a:t>
            </a:r>
          </a:p>
        </p:txBody>
      </p:sp>
      <p:sp>
        <p:nvSpPr>
          <p:cNvPr id="21" name="Rectangle 19">
            <a:extLst>
              <a:ext uri="{FF2B5EF4-FFF2-40B4-BE49-F238E27FC236}">
                <a16:creationId xmlns:a16="http://schemas.microsoft.com/office/drawing/2014/main" id="{C8D6AD7E-E4C6-A874-5C37-04481C2FF12C}"/>
              </a:ext>
            </a:extLst>
          </p:cNvPr>
          <p:cNvSpPr>
            <a:spLocks noChangeArrowheads="1"/>
          </p:cNvSpPr>
          <p:nvPr/>
        </p:nvSpPr>
        <p:spPr bwMode="auto">
          <a:xfrm>
            <a:off x="8928593" y="50272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endParaRPr lang="en-US" altLang="zh-CN" sz="1800"/>
          </a:p>
        </p:txBody>
      </p:sp>
      <p:sp>
        <p:nvSpPr>
          <p:cNvPr id="22" name="Rectangle 20">
            <a:extLst>
              <a:ext uri="{FF2B5EF4-FFF2-40B4-BE49-F238E27FC236}">
                <a16:creationId xmlns:a16="http://schemas.microsoft.com/office/drawing/2014/main" id="{1DC65537-EBF4-F9E9-A0C8-E2B1353130A8}"/>
              </a:ext>
            </a:extLst>
          </p:cNvPr>
          <p:cNvSpPr>
            <a:spLocks noChangeArrowheads="1"/>
          </p:cNvSpPr>
          <p:nvPr/>
        </p:nvSpPr>
        <p:spPr bwMode="auto">
          <a:xfrm>
            <a:off x="7963393" y="50272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23" name="Rectangle 21">
            <a:extLst>
              <a:ext uri="{FF2B5EF4-FFF2-40B4-BE49-F238E27FC236}">
                <a16:creationId xmlns:a16="http://schemas.microsoft.com/office/drawing/2014/main" id="{8B07F8BE-A245-4036-4C79-8F39E51E2C35}"/>
              </a:ext>
            </a:extLst>
          </p:cNvPr>
          <p:cNvSpPr>
            <a:spLocks noChangeArrowheads="1"/>
          </p:cNvSpPr>
          <p:nvPr/>
        </p:nvSpPr>
        <p:spPr bwMode="auto">
          <a:xfrm>
            <a:off x="7261718" y="50272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24" name="Rectangle 22">
            <a:extLst>
              <a:ext uri="{FF2B5EF4-FFF2-40B4-BE49-F238E27FC236}">
                <a16:creationId xmlns:a16="http://schemas.microsoft.com/office/drawing/2014/main" id="{C3CEB406-BD94-6FE6-870F-D60737130A55}"/>
              </a:ext>
            </a:extLst>
          </p:cNvPr>
          <p:cNvSpPr>
            <a:spLocks noChangeArrowheads="1"/>
          </p:cNvSpPr>
          <p:nvPr/>
        </p:nvSpPr>
        <p:spPr bwMode="auto">
          <a:xfrm>
            <a:off x="6548930" y="50272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25" name="Rectangle 23">
            <a:extLst>
              <a:ext uri="{FF2B5EF4-FFF2-40B4-BE49-F238E27FC236}">
                <a16:creationId xmlns:a16="http://schemas.microsoft.com/office/drawing/2014/main" id="{45A44D5D-FE1E-5C1D-0FEF-E5C329A23167}"/>
              </a:ext>
            </a:extLst>
          </p:cNvPr>
          <p:cNvSpPr>
            <a:spLocks noChangeArrowheads="1"/>
          </p:cNvSpPr>
          <p:nvPr/>
        </p:nvSpPr>
        <p:spPr bwMode="auto">
          <a:xfrm>
            <a:off x="5602780" y="50272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7</a:t>
            </a:r>
          </a:p>
        </p:txBody>
      </p:sp>
      <p:sp>
        <p:nvSpPr>
          <p:cNvPr id="26" name="Rectangle 24">
            <a:extLst>
              <a:ext uri="{FF2B5EF4-FFF2-40B4-BE49-F238E27FC236}">
                <a16:creationId xmlns:a16="http://schemas.microsoft.com/office/drawing/2014/main" id="{D0246B48-A929-CCC1-C45C-D886EFAD301D}"/>
              </a:ext>
            </a:extLst>
          </p:cNvPr>
          <p:cNvSpPr>
            <a:spLocks noChangeArrowheads="1"/>
          </p:cNvSpPr>
          <p:nvPr/>
        </p:nvSpPr>
        <p:spPr bwMode="auto">
          <a:xfrm>
            <a:off x="8928593" y="46716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27" name="Rectangle 25">
            <a:extLst>
              <a:ext uri="{FF2B5EF4-FFF2-40B4-BE49-F238E27FC236}">
                <a16:creationId xmlns:a16="http://schemas.microsoft.com/office/drawing/2014/main" id="{BB14E067-CFBC-BB8F-CE59-E01599054194}"/>
              </a:ext>
            </a:extLst>
          </p:cNvPr>
          <p:cNvSpPr>
            <a:spLocks noChangeArrowheads="1"/>
          </p:cNvSpPr>
          <p:nvPr/>
        </p:nvSpPr>
        <p:spPr bwMode="auto">
          <a:xfrm>
            <a:off x="7963393" y="46716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28" name="Rectangle 26">
            <a:extLst>
              <a:ext uri="{FF2B5EF4-FFF2-40B4-BE49-F238E27FC236}">
                <a16:creationId xmlns:a16="http://schemas.microsoft.com/office/drawing/2014/main" id="{BB4CD247-AADA-3CA1-BD34-5D8E3F5D0C54}"/>
              </a:ext>
            </a:extLst>
          </p:cNvPr>
          <p:cNvSpPr>
            <a:spLocks noChangeArrowheads="1"/>
          </p:cNvSpPr>
          <p:nvPr/>
        </p:nvSpPr>
        <p:spPr bwMode="auto">
          <a:xfrm>
            <a:off x="7261718" y="46716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29" name="Rectangle 27">
            <a:extLst>
              <a:ext uri="{FF2B5EF4-FFF2-40B4-BE49-F238E27FC236}">
                <a16:creationId xmlns:a16="http://schemas.microsoft.com/office/drawing/2014/main" id="{0ACCD2E4-1AF1-FDAB-4519-05E42BD8FA86}"/>
              </a:ext>
            </a:extLst>
          </p:cNvPr>
          <p:cNvSpPr>
            <a:spLocks noChangeArrowheads="1"/>
          </p:cNvSpPr>
          <p:nvPr/>
        </p:nvSpPr>
        <p:spPr bwMode="auto">
          <a:xfrm>
            <a:off x="6548930" y="46716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30" name="Rectangle 28">
            <a:extLst>
              <a:ext uri="{FF2B5EF4-FFF2-40B4-BE49-F238E27FC236}">
                <a16:creationId xmlns:a16="http://schemas.microsoft.com/office/drawing/2014/main" id="{057F67B7-4C57-6BD2-B590-C47098F2A47A}"/>
              </a:ext>
            </a:extLst>
          </p:cNvPr>
          <p:cNvSpPr>
            <a:spLocks noChangeArrowheads="1"/>
          </p:cNvSpPr>
          <p:nvPr/>
        </p:nvSpPr>
        <p:spPr bwMode="auto">
          <a:xfrm>
            <a:off x="5602780" y="46716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6</a:t>
            </a:r>
          </a:p>
        </p:txBody>
      </p:sp>
      <p:sp>
        <p:nvSpPr>
          <p:cNvPr id="31" name="Rectangle 29">
            <a:extLst>
              <a:ext uri="{FF2B5EF4-FFF2-40B4-BE49-F238E27FC236}">
                <a16:creationId xmlns:a16="http://schemas.microsoft.com/office/drawing/2014/main" id="{DB15449F-A955-DD35-0627-A223A6364B72}"/>
              </a:ext>
            </a:extLst>
          </p:cNvPr>
          <p:cNvSpPr>
            <a:spLocks noChangeArrowheads="1"/>
          </p:cNvSpPr>
          <p:nvPr/>
        </p:nvSpPr>
        <p:spPr bwMode="auto">
          <a:xfrm>
            <a:off x="8928593" y="4314497"/>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32" name="Rectangle 30">
            <a:extLst>
              <a:ext uri="{FF2B5EF4-FFF2-40B4-BE49-F238E27FC236}">
                <a16:creationId xmlns:a16="http://schemas.microsoft.com/office/drawing/2014/main" id="{2CE1ADBB-23CC-DC9C-51A3-F7F884110FA6}"/>
              </a:ext>
            </a:extLst>
          </p:cNvPr>
          <p:cNvSpPr>
            <a:spLocks noChangeArrowheads="1"/>
          </p:cNvSpPr>
          <p:nvPr/>
        </p:nvSpPr>
        <p:spPr bwMode="auto">
          <a:xfrm>
            <a:off x="7963393" y="4314497"/>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33" name="Rectangle 31">
            <a:extLst>
              <a:ext uri="{FF2B5EF4-FFF2-40B4-BE49-F238E27FC236}">
                <a16:creationId xmlns:a16="http://schemas.microsoft.com/office/drawing/2014/main" id="{EA3972AF-039F-9483-563B-8AE017607695}"/>
              </a:ext>
            </a:extLst>
          </p:cNvPr>
          <p:cNvSpPr>
            <a:spLocks noChangeArrowheads="1"/>
          </p:cNvSpPr>
          <p:nvPr/>
        </p:nvSpPr>
        <p:spPr bwMode="auto">
          <a:xfrm>
            <a:off x="7261718" y="4314497"/>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34" name="Rectangle 32">
            <a:extLst>
              <a:ext uri="{FF2B5EF4-FFF2-40B4-BE49-F238E27FC236}">
                <a16:creationId xmlns:a16="http://schemas.microsoft.com/office/drawing/2014/main" id="{C5285A79-E7FA-61FF-EF57-603CE2B856CC}"/>
              </a:ext>
            </a:extLst>
          </p:cNvPr>
          <p:cNvSpPr>
            <a:spLocks noChangeArrowheads="1"/>
          </p:cNvSpPr>
          <p:nvPr/>
        </p:nvSpPr>
        <p:spPr bwMode="auto">
          <a:xfrm>
            <a:off x="6548930" y="4314497"/>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35" name="Rectangle 33">
            <a:extLst>
              <a:ext uri="{FF2B5EF4-FFF2-40B4-BE49-F238E27FC236}">
                <a16:creationId xmlns:a16="http://schemas.microsoft.com/office/drawing/2014/main" id="{B454B8F8-9D29-8785-DF88-B9030622C8C1}"/>
              </a:ext>
            </a:extLst>
          </p:cNvPr>
          <p:cNvSpPr>
            <a:spLocks noChangeArrowheads="1"/>
          </p:cNvSpPr>
          <p:nvPr/>
        </p:nvSpPr>
        <p:spPr bwMode="auto">
          <a:xfrm>
            <a:off x="5602780" y="4314497"/>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5</a:t>
            </a:r>
          </a:p>
        </p:txBody>
      </p:sp>
      <p:sp>
        <p:nvSpPr>
          <p:cNvPr id="36" name="Rectangle 34">
            <a:extLst>
              <a:ext uri="{FF2B5EF4-FFF2-40B4-BE49-F238E27FC236}">
                <a16:creationId xmlns:a16="http://schemas.microsoft.com/office/drawing/2014/main" id="{19540C40-8157-3C62-553B-51124B5FA34E}"/>
              </a:ext>
            </a:extLst>
          </p:cNvPr>
          <p:cNvSpPr>
            <a:spLocks noChangeArrowheads="1"/>
          </p:cNvSpPr>
          <p:nvPr/>
        </p:nvSpPr>
        <p:spPr bwMode="auto">
          <a:xfrm>
            <a:off x="8928593" y="3958897"/>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37" name="Rectangle 35">
            <a:extLst>
              <a:ext uri="{FF2B5EF4-FFF2-40B4-BE49-F238E27FC236}">
                <a16:creationId xmlns:a16="http://schemas.microsoft.com/office/drawing/2014/main" id="{56A2947C-7A28-6680-32C5-80A474E5C207}"/>
              </a:ext>
            </a:extLst>
          </p:cNvPr>
          <p:cNvSpPr>
            <a:spLocks noChangeArrowheads="1"/>
          </p:cNvSpPr>
          <p:nvPr/>
        </p:nvSpPr>
        <p:spPr bwMode="auto">
          <a:xfrm>
            <a:off x="7963393" y="3958897"/>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38" name="Rectangle 36">
            <a:extLst>
              <a:ext uri="{FF2B5EF4-FFF2-40B4-BE49-F238E27FC236}">
                <a16:creationId xmlns:a16="http://schemas.microsoft.com/office/drawing/2014/main" id="{A483CEFA-8315-AD54-4E2A-0D849C81F9F7}"/>
              </a:ext>
            </a:extLst>
          </p:cNvPr>
          <p:cNvSpPr>
            <a:spLocks noChangeArrowheads="1"/>
          </p:cNvSpPr>
          <p:nvPr/>
        </p:nvSpPr>
        <p:spPr bwMode="auto">
          <a:xfrm>
            <a:off x="7261718" y="3958897"/>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39" name="Rectangle 37">
            <a:extLst>
              <a:ext uri="{FF2B5EF4-FFF2-40B4-BE49-F238E27FC236}">
                <a16:creationId xmlns:a16="http://schemas.microsoft.com/office/drawing/2014/main" id="{18203DB9-DEF6-C76A-35B0-BBF06115FCC1}"/>
              </a:ext>
            </a:extLst>
          </p:cNvPr>
          <p:cNvSpPr>
            <a:spLocks noChangeArrowheads="1"/>
          </p:cNvSpPr>
          <p:nvPr/>
        </p:nvSpPr>
        <p:spPr bwMode="auto">
          <a:xfrm>
            <a:off x="6548930" y="3958897"/>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40" name="Rectangle 38">
            <a:extLst>
              <a:ext uri="{FF2B5EF4-FFF2-40B4-BE49-F238E27FC236}">
                <a16:creationId xmlns:a16="http://schemas.microsoft.com/office/drawing/2014/main" id="{1316F89E-D06D-574C-BAF1-393C70C1A1A8}"/>
              </a:ext>
            </a:extLst>
          </p:cNvPr>
          <p:cNvSpPr>
            <a:spLocks noChangeArrowheads="1"/>
          </p:cNvSpPr>
          <p:nvPr/>
        </p:nvSpPr>
        <p:spPr bwMode="auto">
          <a:xfrm>
            <a:off x="5602780" y="3958897"/>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4</a:t>
            </a:r>
          </a:p>
        </p:txBody>
      </p:sp>
      <p:sp>
        <p:nvSpPr>
          <p:cNvPr id="41" name="Rectangle 39">
            <a:extLst>
              <a:ext uri="{FF2B5EF4-FFF2-40B4-BE49-F238E27FC236}">
                <a16:creationId xmlns:a16="http://schemas.microsoft.com/office/drawing/2014/main" id="{D6737589-940C-C58B-BAB8-76208BA19854}"/>
              </a:ext>
            </a:extLst>
          </p:cNvPr>
          <p:cNvSpPr>
            <a:spLocks noChangeArrowheads="1"/>
          </p:cNvSpPr>
          <p:nvPr/>
        </p:nvSpPr>
        <p:spPr bwMode="auto">
          <a:xfrm>
            <a:off x="8928593" y="36048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42" name="Rectangle 40">
            <a:extLst>
              <a:ext uri="{FF2B5EF4-FFF2-40B4-BE49-F238E27FC236}">
                <a16:creationId xmlns:a16="http://schemas.microsoft.com/office/drawing/2014/main" id="{284C2BEE-15D3-58D1-28BE-F75866C5ED22}"/>
              </a:ext>
            </a:extLst>
          </p:cNvPr>
          <p:cNvSpPr>
            <a:spLocks noChangeArrowheads="1"/>
          </p:cNvSpPr>
          <p:nvPr/>
        </p:nvSpPr>
        <p:spPr bwMode="auto">
          <a:xfrm>
            <a:off x="7963393" y="36048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43" name="Rectangle 41">
            <a:extLst>
              <a:ext uri="{FF2B5EF4-FFF2-40B4-BE49-F238E27FC236}">
                <a16:creationId xmlns:a16="http://schemas.microsoft.com/office/drawing/2014/main" id="{439494E0-A42A-C5E4-A500-D172820A3D41}"/>
              </a:ext>
            </a:extLst>
          </p:cNvPr>
          <p:cNvSpPr>
            <a:spLocks noChangeArrowheads="1"/>
          </p:cNvSpPr>
          <p:nvPr/>
        </p:nvSpPr>
        <p:spPr bwMode="auto">
          <a:xfrm>
            <a:off x="7261718" y="36048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44" name="Rectangle 42">
            <a:extLst>
              <a:ext uri="{FF2B5EF4-FFF2-40B4-BE49-F238E27FC236}">
                <a16:creationId xmlns:a16="http://schemas.microsoft.com/office/drawing/2014/main" id="{EFD7557B-CEE8-2A37-2B10-D1DC405D5162}"/>
              </a:ext>
            </a:extLst>
          </p:cNvPr>
          <p:cNvSpPr>
            <a:spLocks noChangeArrowheads="1"/>
          </p:cNvSpPr>
          <p:nvPr/>
        </p:nvSpPr>
        <p:spPr bwMode="auto">
          <a:xfrm>
            <a:off x="6548930" y="36048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45" name="Rectangle 43">
            <a:extLst>
              <a:ext uri="{FF2B5EF4-FFF2-40B4-BE49-F238E27FC236}">
                <a16:creationId xmlns:a16="http://schemas.microsoft.com/office/drawing/2014/main" id="{B0B2B34F-09D7-06B7-4476-046158758B04}"/>
              </a:ext>
            </a:extLst>
          </p:cNvPr>
          <p:cNvSpPr>
            <a:spLocks noChangeArrowheads="1"/>
          </p:cNvSpPr>
          <p:nvPr/>
        </p:nvSpPr>
        <p:spPr bwMode="auto">
          <a:xfrm>
            <a:off x="5602780" y="36048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3</a:t>
            </a:r>
          </a:p>
        </p:txBody>
      </p:sp>
      <p:sp>
        <p:nvSpPr>
          <p:cNvPr id="46" name="Rectangle 44">
            <a:extLst>
              <a:ext uri="{FF2B5EF4-FFF2-40B4-BE49-F238E27FC236}">
                <a16:creationId xmlns:a16="http://schemas.microsoft.com/office/drawing/2014/main" id="{89D3C9E9-1C6D-4F46-BDFD-B41A658ED721}"/>
              </a:ext>
            </a:extLst>
          </p:cNvPr>
          <p:cNvSpPr>
            <a:spLocks noChangeArrowheads="1"/>
          </p:cNvSpPr>
          <p:nvPr/>
        </p:nvSpPr>
        <p:spPr bwMode="auto">
          <a:xfrm>
            <a:off x="8928593" y="32492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47" name="Rectangle 45">
            <a:extLst>
              <a:ext uri="{FF2B5EF4-FFF2-40B4-BE49-F238E27FC236}">
                <a16:creationId xmlns:a16="http://schemas.microsoft.com/office/drawing/2014/main" id="{4873DE5A-71E7-7622-CC54-247F44B0037C}"/>
              </a:ext>
            </a:extLst>
          </p:cNvPr>
          <p:cNvSpPr>
            <a:spLocks noChangeArrowheads="1"/>
          </p:cNvSpPr>
          <p:nvPr/>
        </p:nvSpPr>
        <p:spPr bwMode="auto">
          <a:xfrm>
            <a:off x="7963393" y="32492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48" name="Rectangle 46">
            <a:extLst>
              <a:ext uri="{FF2B5EF4-FFF2-40B4-BE49-F238E27FC236}">
                <a16:creationId xmlns:a16="http://schemas.microsoft.com/office/drawing/2014/main" id="{2E13B4DF-F5BB-F652-F0D4-158DAA50151B}"/>
              </a:ext>
            </a:extLst>
          </p:cNvPr>
          <p:cNvSpPr>
            <a:spLocks noChangeArrowheads="1"/>
          </p:cNvSpPr>
          <p:nvPr/>
        </p:nvSpPr>
        <p:spPr bwMode="auto">
          <a:xfrm>
            <a:off x="7261718" y="32492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49" name="Rectangle 47">
            <a:extLst>
              <a:ext uri="{FF2B5EF4-FFF2-40B4-BE49-F238E27FC236}">
                <a16:creationId xmlns:a16="http://schemas.microsoft.com/office/drawing/2014/main" id="{A7943516-F8F2-FFE7-D3C7-4FD6ACDEFD81}"/>
              </a:ext>
            </a:extLst>
          </p:cNvPr>
          <p:cNvSpPr>
            <a:spLocks noChangeArrowheads="1"/>
          </p:cNvSpPr>
          <p:nvPr/>
        </p:nvSpPr>
        <p:spPr bwMode="auto">
          <a:xfrm>
            <a:off x="6548930" y="32492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50" name="Rectangle 48">
            <a:extLst>
              <a:ext uri="{FF2B5EF4-FFF2-40B4-BE49-F238E27FC236}">
                <a16:creationId xmlns:a16="http://schemas.microsoft.com/office/drawing/2014/main" id="{190567AB-0FFF-CFFF-096B-F58C50381691}"/>
              </a:ext>
            </a:extLst>
          </p:cNvPr>
          <p:cNvSpPr>
            <a:spLocks noChangeArrowheads="1"/>
          </p:cNvSpPr>
          <p:nvPr/>
        </p:nvSpPr>
        <p:spPr bwMode="auto">
          <a:xfrm>
            <a:off x="5602780" y="32492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2</a:t>
            </a:r>
          </a:p>
        </p:txBody>
      </p:sp>
      <p:sp>
        <p:nvSpPr>
          <p:cNvPr id="51" name="Rectangle 49">
            <a:extLst>
              <a:ext uri="{FF2B5EF4-FFF2-40B4-BE49-F238E27FC236}">
                <a16:creationId xmlns:a16="http://schemas.microsoft.com/office/drawing/2014/main" id="{805E3A30-F107-EE43-03F7-7F91BF4DCBD7}"/>
              </a:ext>
            </a:extLst>
          </p:cNvPr>
          <p:cNvSpPr>
            <a:spLocks noChangeArrowheads="1"/>
          </p:cNvSpPr>
          <p:nvPr/>
        </p:nvSpPr>
        <p:spPr bwMode="auto">
          <a:xfrm>
            <a:off x="8928593" y="28936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52" name="Rectangle 50">
            <a:extLst>
              <a:ext uri="{FF2B5EF4-FFF2-40B4-BE49-F238E27FC236}">
                <a16:creationId xmlns:a16="http://schemas.microsoft.com/office/drawing/2014/main" id="{FDBD0E1C-07AA-373E-32E1-8E81A7B6E656}"/>
              </a:ext>
            </a:extLst>
          </p:cNvPr>
          <p:cNvSpPr>
            <a:spLocks noChangeArrowheads="1"/>
          </p:cNvSpPr>
          <p:nvPr/>
        </p:nvSpPr>
        <p:spPr bwMode="auto">
          <a:xfrm>
            <a:off x="7963393" y="28936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53" name="Rectangle 51">
            <a:extLst>
              <a:ext uri="{FF2B5EF4-FFF2-40B4-BE49-F238E27FC236}">
                <a16:creationId xmlns:a16="http://schemas.microsoft.com/office/drawing/2014/main" id="{7F67B571-D151-4594-5537-A7FD82E0FD17}"/>
              </a:ext>
            </a:extLst>
          </p:cNvPr>
          <p:cNvSpPr>
            <a:spLocks noChangeArrowheads="1"/>
          </p:cNvSpPr>
          <p:nvPr/>
        </p:nvSpPr>
        <p:spPr bwMode="auto">
          <a:xfrm>
            <a:off x="7261718" y="28936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54" name="Rectangle 52">
            <a:extLst>
              <a:ext uri="{FF2B5EF4-FFF2-40B4-BE49-F238E27FC236}">
                <a16:creationId xmlns:a16="http://schemas.microsoft.com/office/drawing/2014/main" id="{A528CE93-34FF-BB72-30D1-AC6F4306F766}"/>
              </a:ext>
            </a:extLst>
          </p:cNvPr>
          <p:cNvSpPr>
            <a:spLocks noChangeArrowheads="1"/>
          </p:cNvSpPr>
          <p:nvPr/>
        </p:nvSpPr>
        <p:spPr bwMode="auto">
          <a:xfrm>
            <a:off x="6548930" y="28936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55" name="Rectangle 53">
            <a:extLst>
              <a:ext uri="{FF2B5EF4-FFF2-40B4-BE49-F238E27FC236}">
                <a16:creationId xmlns:a16="http://schemas.microsoft.com/office/drawing/2014/main" id="{3E0CDEA4-1415-ECA4-18E1-B79C87AA68DB}"/>
              </a:ext>
            </a:extLst>
          </p:cNvPr>
          <p:cNvSpPr>
            <a:spLocks noChangeArrowheads="1"/>
          </p:cNvSpPr>
          <p:nvPr/>
        </p:nvSpPr>
        <p:spPr bwMode="auto">
          <a:xfrm>
            <a:off x="5602780" y="289368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56" name="Rectangle 54">
            <a:extLst>
              <a:ext uri="{FF2B5EF4-FFF2-40B4-BE49-F238E27FC236}">
                <a16:creationId xmlns:a16="http://schemas.microsoft.com/office/drawing/2014/main" id="{13DDEB52-C0D1-6C6F-EAE2-68934E483FB6}"/>
              </a:ext>
            </a:extLst>
          </p:cNvPr>
          <p:cNvSpPr>
            <a:spLocks noChangeArrowheads="1"/>
          </p:cNvSpPr>
          <p:nvPr/>
        </p:nvSpPr>
        <p:spPr bwMode="auto">
          <a:xfrm>
            <a:off x="8928593" y="2541260"/>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57" name="Rectangle 55">
            <a:extLst>
              <a:ext uri="{FF2B5EF4-FFF2-40B4-BE49-F238E27FC236}">
                <a16:creationId xmlns:a16="http://schemas.microsoft.com/office/drawing/2014/main" id="{C4F82DCC-9661-E08D-6A28-FE67757326B9}"/>
              </a:ext>
            </a:extLst>
          </p:cNvPr>
          <p:cNvSpPr>
            <a:spLocks noChangeArrowheads="1"/>
          </p:cNvSpPr>
          <p:nvPr/>
        </p:nvSpPr>
        <p:spPr bwMode="auto">
          <a:xfrm>
            <a:off x="7963393" y="2541260"/>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58" name="Rectangle 56">
            <a:extLst>
              <a:ext uri="{FF2B5EF4-FFF2-40B4-BE49-F238E27FC236}">
                <a16:creationId xmlns:a16="http://schemas.microsoft.com/office/drawing/2014/main" id="{261F695E-49A8-31E2-30C3-FA7EF05C9D27}"/>
              </a:ext>
            </a:extLst>
          </p:cNvPr>
          <p:cNvSpPr>
            <a:spLocks noChangeArrowheads="1"/>
          </p:cNvSpPr>
          <p:nvPr/>
        </p:nvSpPr>
        <p:spPr bwMode="auto">
          <a:xfrm>
            <a:off x="7261718" y="2541260"/>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59" name="Rectangle 57">
            <a:extLst>
              <a:ext uri="{FF2B5EF4-FFF2-40B4-BE49-F238E27FC236}">
                <a16:creationId xmlns:a16="http://schemas.microsoft.com/office/drawing/2014/main" id="{50E66B67-0BDD-DDC2-8BB7-0A9C9F90BEB7}"/>
              </a:ext>
            </a:extLst>
          </p:cNvPr>
          <p:cNvSpPr>
            <a:spLocks noChangeArrowheads="1"/>
          </p:cNvSpPr>
          <p:nvPr/>
        </p:nvSpPr>
        <p:spPr bwMode="auto">
          <a:xfrm>
            <a:off x="6548930" y="2541260"/>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60" name="Rectangle 58">
            <a:extLst>
              <a:ext uri="{FF2B5EF4-FFF2-40B4-BE49-F238E27FC236}">
                <a16:creationId xmlns:a16="http://schemas.microsoft.com/office/drawing/2014/main" id="{28EFFA9C-EF3A-106C-1B25-88E99D11AA03}"/>
              </a:ext>
            </a:extLst>
          </p:cNvPr>
          <p:cNvSpPr>
            <a:spLocks noChangeArrowheads="1"/>
          </p:cNvSpPr>
          <p:nvPr/>
        </p:nvSpPr>
        <p:spPr bwMode="auto">
          <a:xfrm>
            <a:off x="5602780" y="2541260"/>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grpSp>
        <p:nvGrpSpPr>
          <p:cNvPr id="61" name="Group 59">
            <a:extLst>
              <a:ext uri="{FF2B5EF4-FFF2-40B4-BE49-F238E27FC236}">
                <a16:creationId xmlns:a16="http://schemas.microsoft.com/office/drawing/2014/main" id="{9A272745-1A9F-E696-F796-0DDE2F8C70E0}"/>
              </a:ext>
            </a:extLst>
          </p:cNvPr>
          <p:cNvGrpSpPr>
            <a:grpSpLocks/>
          </p:cNvGrpSpPr>
          <p:nvPr/>
        </p:nvGrpSpPr>
        <p:grpSpPr bwMode="auto">
          <a:xfrm>
            <a:off x="5139230" y="1580822"/>
            <a:ext cx="4356100" cy="4164013"/>
            <a:chOff x="2631" y="1238"/>
            <a:chExt cx="2812" cy="2623"/>
          </a:xfrm>
        </p:grpSpPr>
        <p:sp>
          <p:nvSpPr>
            <p:cNvPr id="62" name="Line 60">
              <a:extLst>
                <a:ext uri="{FF2B5EF4-FFF2-40B4-BE49-F238E27FC236}">
                  <a16:creationId xmlns:a16="http://schemas.microsoft.com/office/drawing/2014/main" id="{79D88003-FC51-D7A0-5C95-8BA370196D36}"/>
                </a:ext>
              </a:extLst>
            </p:cNvPr>
            <p:cNvSpPr>
              <a:spLocks noChangeShapeType="1"/>
            </p:cNvSpPr>
            <p:nvPr/>
          </p:nvSpPr>
          <p:spPr bwMode="auto">
            <a:xfrm>
              <a:off x="2631" y="1238"/>
              <a:ext cx="2812" cy="0"/>
            </a:xfrm>
            <a:prstGeom prst="line">
              <a:avLst/>
            </a:prstGeom>
            <a:noFill/>
            <a:ln w="254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Line 61">
              <a:extLst>
                <a:ext uri="{FF2B5EF4-FFF2-40B4-BE49-F238E27FC236}">
                  <a16:creationId xmlns:a16="http://schemas.microsoft.com/office/drawing/2014/main" id="{84C51CFA-FF6D-5B65-EFD4-67406FDBF482}"/>
                </a:ext>
              </a:extLst>
            </p:cNvPr>
            <p:cNvSpPr>
              <a:spLocks noChangeShapeType="1"/>
            </p:cNvSpPr>
            <p:nvPr/>
          </p:nvSpPr>
          <p:spPr bwMode="auto">
            <a:xfrm>
              <a:off x="2631" y="3861"/>
              <a:ext cx="2812" cy="0"/>
            </a:xfrm>
            <a:prstGeom prst="line">
              <a:avLst/>
            </a:prstGeom>
            <a:noFill/>
            <a:ln w="254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62">
              <a:extLst>
                <a:ext uri="{FF2B5EF4-FFF2-40B4-BE49-F238E27FC236}">
                  <a16:creationId xmlns:a16="http://schemas.microsoft.com/office/drawing/2014/main" id="{28BDEF95-37DF-1C42-6057-66C3F9B9535A}"/>
                </a:ext>
              </a:extLst>
            </p:cNvPr>
            <p:cNvSpPr>
              <a:spLocks noChangeShapeType="1"/>
            </p:cNvSpPr>
            <p:nvPr/>
          </p:nvSpPr>
          <p:spPr bwMode="auto">
            <a:xfrm>
              <a:off x="2631" y="2040"/>
              <a:ext cx="281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63">
              <a:extLst>
                <a:ext uri="{FF2B5EF4-FFF2-40B4-BE49-F238E27FC236}">
                  <a16:creationId xmlns:a16="http://schemas.microsoft.com/office/drawing/2014/main" id="{E0BA76D4-9AD2-8894-F4D8-6A413FA09E94}"/>
                </a:ext>
              </a:extLst>
            </p:cNvPr>
            <p:cNvSpPr>
              <a:spLocks noChangeShapeType="1"/>
            </p:cNvSpPr>
            <p:nvPr/>
          </p:nvSpPr>
          <p:spPr bwMode="auto">
            <a:xfrm>
              <a:off x="2631" y="2263"/>
              <a:ext cx="281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64">
              <a:extLst>
                <a:ext uri="{FF2B5EF4-FFF2-40B4-BE49-F238E27FC236}">
                  <a16:creationId xmlns:a16="http://schemas.microsoft.com/office/drawing/2014/main" id="{76561BFE-29A6-DDDC-F861-ECFD3D0DADEA}"/>
                </a:ext>
              </a:extLst>
            </p:cNvPr>
            <p:cNvSpPr>
              <a:spLocks noChangeShapeType="1"/>
            </p:cNvSpPr>
            <p:nvPr/>
          </p:nvSpPr>
          <p:spPr bwMode="auto">
            <a:xfrm>
              <a:off x="2631" y="2488"/>
              <a:ext cx="281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65">
              <a:extLst>
                <a:ext uri="{FF2B5EF4-FFF2-40B4-BE49-F238E27FC236}">
                  <a16:creationId xmlns:a16="http://schemas.microsoft.com/office/drawing/2014/main" id="{42629171-AA64-C5B8-F969-713647AD7768}"/>
                </a:ext>
              </a:extLst>
            </p:cNvPr>
            <p:cNvSpPr>
              <a:spLocks noChangeShapeType="1"/>
            </p:cNvSpPr>
            <p:nvPr/>
          </p:nvSpPr>
          <p:spPr bwMode="auto">
            <a:xfrm>
              <a:off x="2631" y="2711"/>
              <a:ext cx="281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66">
              <a:extLst>
                <a:ext uri="{FF2B5EF4-FFF2-40B4-BE49-F238E27FC236}">
                  <a16:creationId xmlns:a16="http://schemas.microsoft.com/office/drawing/2014/main" id="{7CB1778D-54AC-5075-EA99-7002D07C97C2}"/>
                </a:ext>
              </a:extLst>
            </p:cNvPr>
            <p:cNvSpPr>
              <a:spLocks noChangeShapeType="1"/>
            </p:cNvSpPr>
            <p:nvPr/>
          </p:nvSpPr>
          <p:spPr bwMode="auto">
            <a:xfrm>
              <a:off x="2631" y="2933"/>
              <a:ext cx="281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Line 67">
              <a:extLst>
                <a:ext uri="{FF2B5EF4-FFF2-40B4-BE49-F238E27FC236}">
                  <a16:creationId xmlns:a16="http://schemas.microsoft.com/office/drawing/2014/main" id="{C418091F-D5FB-50F9-D16D-7CC745D75DC5}"/>
                </a:ext>
              </a:extLst>
            </p:cNvPr>
            <p:cNvSpPr>
              <a:spLocks noChangeShapeType="1"/>
            </p:cNvSpPr>
            <p:nvPr/>
          </p:nvSpPr>
          <p:spPr bwMode="auto">
            <a:xfrm>
              <a:off x="2631" y="3160"/>
              <a:ext cx="281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Line 68">
              <a:extLst>
                <a:ext uri="{FF2B5EF4-FFF2-40B4-BE49-F238E27FC236}">
                  <a16:creationId xmlns:a16="http://schemas.microsoft.com/office/drawing/2014/main" id="{7A03C4B8-21FA-BD89-795C-2E4F0A70CDAC}"/>
                </a:ext>
              </a:extLst>
            </p:cNvPr>
            <p:cNvSpPr>
              <a:spLocks noChangeShapeType="1"/>
            </p:cNvSpPr>
            <p:nvPr/>
          </p:nvSpPr>
          <p:spPr bwMode="auto">
            <a:xfrm>
              <a:off x="2631" y="3384"/>
              <a:ext cx="281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69">
              <a:extLst>
                <a:ext uri="{FF2B5EF4-FFF2-40B4-BE49-F238E27FC236}">
                  <a16:creationId xmlns:a16="http://schemas.microsoft.com/office/drawing/2014/main" id="{43681859-7E56-0562-3A54-4FE4DA2CE285}"/>
                </a:ext>
              </a:extLst>
            </p:cNvPr>
            <p:cNvSpPr>
              <a:spLocks noChangeShapeType="1"/>
            </p:cNvSpPr>
            <p:nvPr/>
          </p:nvSpPr>
          <p:spPr bwMode="auto">
            <a:xfrm>
              <a:off x="2631" y="3606"/>
              <a:ext cx="281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70">
              <a:extLst>
                <a:ext uri="{FF2B5EF4-FFF2-40B4-BE49-F238E27FC236}">
                  <a16:creationId xmlns:a16="http://schemas.microsoft.com/office/drawing/2014/main" id="{4AD51C29-B505-6244-1A11-6671CBFAABC6}"/>
                </a:ext>
              </a:extLst>
            </p:cNvPr>
            <p:cNvSpPr>
              <a:spLocks noChangeShapeType="1"/>
            </p:cNvSpPr>
            <p:nvPr/>
          </p:nvSpPr>
          <p:spPr bwMode="auto">
            <a:xfrm>
              <a:off x="2631" y="1802"/>
              <a:ext cx="2812" cy="0"/>
            </a:xfrm>
            <a:prstGeom prst="line">
              <a:avLst/>
            </a:prstGeom>
            <a:noFill/>
            <a:ln w="2857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3" name="Group 71">
            <a:extLst>
              <a:ext uri="{FF2B5EF4-FFF2-40B4-BE49-F238E27FC236}">
                <a16:creationId xmlns:a16="http://schemas.microsoft.com/office/drawing/2014/main" id="{E7B2D879-FFDB-7F73-BEF1-F9FA316A7079}"/>
              </a:ext>
            </a:extLst>
          </p:cNvPr>
          <p:cNvGrpSpPr>
            <a:grpSpLocks/>
          </p:cNvGrpSpPr>
          <p:nvPr/>
        </p:nvGrpSpPr>
        <p:grpSpPr bwMode="auto">
          <a:xfrm>
            <a:off x="7463330" y="2884160"/>
            <a:ext cx="757238" cy="631825"/>
            <a:chOff x="4296" y="1587"/>
            <a:chExt cx="402" cy="272"/>
          </a:xfrm>
        </p:grpSpPr>
        <p:sp>
          <p:nvSpPr>
            <p:cNvPr id="74" name="AutoShape 72">
              <a:extLst>
                <a:ext uri="{FF2B5EF4-FFF2-40B4-BE49-F238E27FC236}">
                  <a16:creationId xmlns:a16="http://schemas.microsoft.com/office/drawing/2014/main" id="{5A4F5778-8BB3-CD42-7CF2-FB0DCC79AFEF}"/>
                </a:ext>
              </a:extLst>
            </p:cNvPr>
            <p:cNvSpPr>
              <a:spLocks noChangeArrowheads="1"/>
            </p:cNvSpPr>
            <p:nvPr/>
          </p:nvSpPr>
          <p:spPr bwMode="auto">
            <a:xfrm>
              <a:off x="4496" y="1587"/>
              <a:ext cx="202" cy="272"/>
            </a:xfrm>
            <a:prstGeom prst="roundRect">
              <a:avLst>
                <a:gd name="adj" fmla="val 16667"/>
              </a:avLst>
            </a:prstGeom>
            <a:noFill/>
            <a:ln w="28575">
              <a:solidFill>
                <a:srgbClr val="0066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75" name="Line 73">
              <a:extLst>
                <a:ext uri="{FF2B5EF4-FFF2-40B4-BE49-F238E27FC236}">
                  <a16:creationId xmlns:a16="http://schemas.microsoft.com/office/drawing/2014/main" id="{6FD36742-27A6-6E6F-6969-08DADD6CC942}"/>
                </a:ext>
              </a:extLst>
            </p:cNvPr>
            <p:cNvSpPr>
              <a:spLocks noChangeShapeType="1"/>
            </p:cNvSpPr>
            <p:nvPr/>
          </p:nvSpPr>
          <p:spPr bwMode="auto">
            <a:xfrm flipH="1">
              <a:off x="4296" y="1723"/>
              <a:ext cx="201" cy="0"/>
            </a:xfrm>
            <a:prstGeom prst="line">
              <a:avLst/>
            </a:prstGeom>
            <a:noFill/>
            <a:ln w="28575">
              <a:solidFill>
                <a:srgbClr val="0066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grpSp>
        <p:nvGrpSpPr>
          <p:cNvPr id="76" name="Group 74">
            <a:extLst>
              <a:ext uri="{FF2B5EF4-FFF2-40B4-BE49-F238E27FC236}">
                <a16:creationId xmlns:a16="http://schemas.microsoft.com/office/drawing/2014/main" id="{2954D44F-5234-651B-8E02-42F7D3D71AA1}"/>
              </a:ext>
            </a:extLst>
          </p:cNvPr>
          <p:cNvGrpSpPr>
            <a:grpSpLocks/>
          </p:cNvGrpSpPr>
          <p:nvPr/>
        </p:nvGrpSpPr>
        <p:grpSpPr bwMode="auto">
          <a:xfrm>
            <a:off x="6760068" y="3609647"/>
            <a:ext cx="757237" cy="631825"/>
            <a:chOff x="3923" y="1899"/>
            <a:chExt cx="402" cy="272"/>
          </a:xfrm>
        </p:grpSpPr>
        <p:sp>
          <p:nvSpPr>
            <p:cNvPr id="77" name="AutoShape 75">
              <a:extLst>
                <a:ext uri="{FF2B5EF4-FFF2-40B4-BE49-F238E27FC236}">
                  <a16:creationId xmlns:a16="http://schemas.microsoft.com/office/drawing/2014/main" id="{DC19B838-F854-A09F-2CFB-DD9B08FA570F}"/>
                </a:ext>
              </a:extLst>
            </p:cNvPr>
            <p:cNvSpPr>
              <a:spLocks noChangeArrowheads="1"/>
            </p:cNvSpPr>
            <p:nvPr/>
          </p:nvSpPr>
          <p:spPr bwMode="auto">
            <a:xfrm>
              <a:off x="4122" y="1899"/>
              <a:ext cx="203" cy="272"/>
            </a:xfrm>
            <a:prstGeom prst="roundRect">
              <a:avLst>
                <a:gd name="adj" fmla="val 16667"/>
              </a:avLst>
            </a:prstGeom>
            <a:noFill/>
            <a:ln w="28575">
              <a:solidFill>
                <a:srgbClr val="0066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78" name="Line 76">
              <a:extLst>
                <a:ext uri="{FF2B5EF4-FFF2-40B4-BE49-F238E27FC236}">
                  <a16:creationId xmlns:a16="http://schemas.microsoft.com/office/drawing/2014/main" id="{C0D52DC4-61AC-B1E4-ACEB-3792A63A5C64}"/>
                </a:ext>
              </a:extLst>
            </p:cNvPr>
            <p:cNvSpPr>
              <a:spLocks noChangeShapeType="1"/>
            </p:cNvSpPr>
            <p:nvPr/>
          </p:nvSpPr>
          <p:spPr bwMode="auto">
            <a:xfrm flipH="1">
              <a:off x="3923" y="2035"/>
              <a:ext cx="201" cy="0"/>
            </a:xfrm>
            <a:prstGeom prst="line">
              <a:avLst/>
            </a:prstGeom>
            <a:noFill/>
            <a:ln w="28575">
              <a:solidFill>
                <a:srgbClr val="0066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grpSp>
        <p:nvGrpSpPr>
          <p:cNvPr id="79" name="Group 77">
            <a:extLst>
              <a:ext uri="{FF2B5EF4-FFF2-40B4-BE49-F238E27FC236}">
                <a16:creationId xmlns:a16="http://schemas.microsoft.com/office/drawing/2014/main" id="{AF743297-1966-A2EF-B1C9-07394A0944A9}"/>
              </a:ext>
            </a:extLst>
          </p:cNvPr>
          <p:cNvGrpSpPr>
            <a:grpSpLocks/>
          </p:cNvGrpSpPr>
          <p:nvPr/>
        </p:nvGrpSpPr>
        <p:grpSpPr bwMode="auto">
          <a:xfrm>
            <a:off x="6420343" y="4987597"/>
            <a:ext cx="2306637" cy="341313"/>
            <a:chOff x="3369" y="3464"/>
            <a:chExt cx="1453" cy="215"/>
          </a:xfrm>
        </p:grpSpPr>
        <p:sp>
          <p:nvSpPr>
            <p:cNvPr id="80" name="AutoShape 78">
              <a:extLst>
                <a:ext uri="{FF2B5EF4-FFF2-40B4-BE49-F238E27FC236}">
                  <a16:creationId xmlns:a16="http://schemas.microsoft.com/office/drawing/2014/main" id="{357A4DF7-6B75-91F1-9A02-179F20228A21}"/>
                </a:ext>
              </a:extLst>
            </p:cNvPr>
            <p:cNvSpPr>
              <a:spLocks noChangeArrowheads="1"/>
            </p:cNvSpPr>
            <p:nvPr/>
          </p:nvSpPr>
          <p:spPr bwMode="auto">
            <a:xfrm>
              <a:off x="3369" y="3464"/>
              <a:ext cx="1129" cy="215"/>
            </a:xfrm>
            <a:prstGeom prst="roundRect">
              <a:avLst>
                <a:gd name="adj" fmla="val 16667"/>
              </a:avLst>
            </a:prstGeom>
            <a:noFill/>
            <a:ln w="28575">
              <a:solidFill>
                <a:srgbClr val="0066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81" name="Line 79">
              <a:extLst>
                <a:ext uri="{FF2B5EF4-FFF2-40B4-BE49-F238E27FC236}">
                  <a16:creationId xmlns:a16="http://schemas.microsoft.com/office/drawing/2014/main" id="{40B1FB8A-373F-B54F-9701-7E2B5A628F66}"/>
                </a:ext>
              </a:extLst>
            </p:cNvPr>
            <p:cNvSpPr>
              <a:spLocks noChangeShapeType="1"/>
            </p:cNvSpPr>
            <p:nvPr/>
          </p:nvSpPr>
          <p:spPr bwMode="auto">
            <a:xfrm flipH="1">
              <a:off x="4498" y="3575"/>
              <a:ext cx="324" cy="2"/>
            </a:xfrm>
            <a:prstGeom prst="line">
              <a:avLst/>
            </a:prstGeom>
            <a:noFill/>
            <a:ln w="28575">
              <a:solidFill>
                <a:srgbClr val="0066FF"/>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1691286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445679-77DD-7CE8-2116-8EECC543D7C4}"/>
              </a:ext>
            </a:extLst>
          </p:cNvPr>
          <p:cNvSpPr>
            <a:spLocks noGrp="1"/>
          </p:cNvSpPr>
          <p:nvPr>
            <p:ph type="title"/>
          </p:nvPr>
        </p:nvSpPr>
        <p:spPr/>
        <p:txBody>
          <a:bodyPr>
            <a:normAutofit fontScale="90000"/>
          </a:bodyPr>
          <a:lstStyle/>
          <a:p>
            <a:r>
              <a:rPr kumimoji="1" lang="zh-CN" altLang="en-US" dirty="0"/>
              <a:t>异步二进制递增计数器</a:t>
            </a:r>
            <a:r>
              <a:rPr kumimoji="1" lang="en-US" altLang="zh-CN" dirty="0"/>
              <a:t>(</a:t>
            </a:r>
            <a:r>
              <a:rPr kumimoji="1" lang="zh-CN" altLang="en-US" dirty="0"/>
              <a:t>续</a:t>
            </a:r>
            <a:r>
              <a:rPr kumimoji="1" lang="en-US" altLang="zh-CN" dirty="0"/>
              <a:t>1)</a:t>
            </a:r>
            <a:endParaRPr kumimoji="1" lang="zh-CN" altLang="en-US" dirty="0"/>
          </a:p>
        </p:txBody>
      </p:sp>
      <p:sp>
        <p:nvSpPr>
          <p:cNvPr id="4" name="页脚占位符 3">
            <a:extLst>
              <a:ext uri="{FF2B5EF4-FFF2-40B4-BE49-F238E27FC236}">
                <a16:creationId xmlns:a16="http://schemas.microsoft.com/office/drawing/2014/main" id="{27DA8C02-2C1D-AE7A-181F-5D7B94DA12DF}"/>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D8DD466F-CA71-4357-AA63-26F2D1AF9AE8}"/>
              </a:ext>
            </a:extLst>
          </p:cNvPr>
          <p:cNvSpPr>
            <a:spLocks noGrp="1"/>
          </p:cNvSpPr>
          <p:nvPr>
            <p:ph type="sldNum" sz="quarter" idx="12"/>
          </p:nvPr>
        </p:nvSpPr>
        <p:spPr/>
        <p:txBody>
          <a:bodyPr/>
          <a:lstStyle/>
          <a:p>
            <a:fld id="{9E260BC5-5BF3-8746-862B-DC45E9CAA88B}" type="slidenum">
              <a:rPr lang="en-US" smtClean="0"/>
              <a:pPr/>
              <a:t>5</a:t>
            </a:fld>
            <a:r>
              <a:rPr lang="en-US" altLang="zh-CN" dirty="0"/>
              <a:t>/34</a:t>
            </a:r>
            <a:endParaRPr lang="en-US" dirty="0"/>
          </a:p>
        </p:txBody>
      </p:sp>
      <p:sp>
        <p:nvSpPr>
          <p:cNvPr id="6" name="Text Box 3">
            <a:extLst>
              <a:ext uri="{FF2B5EF4-FFF2-40B4-BE49-F238E27FC236}">
                <a16:creationId xmlns:a16="http://schemas.microsoft.com/office/drawing/2014/main" id="{AB4713B7-6A47-05F3-ED50-F4FFF40376CF}"/>
              </a:ext>
            </a:extLst>
          </p:cNvPr>
          <p:cNvSpPr txBox="1">
            <a:spLocks noChangeArrowheads="1"/>
          </p:cNvSpPr>
          <p:nvPr/>
        </p:nvSpPr>
        <p:spPr bwMode="auto">
          <a:xfrm>
            <a:off x="2925873" y="1505497"/>
            <a:ext cx="735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CLK</a:t>
            </a:r>
          </a:p>
        </p:txBody>
      </p:sp>
      <p:sp>
        <p:nvSpPr>
          <p:cNvPr id="7" name="Text Box 4">
            <a:extLst>
              <a:ext uri="{FF2B5EF4-FFF2-40B4-BE49-F238E27FC236}">
                <a16:creationId xmlns:a16="http://schemas.microsoft.com/office/drawing/2014/main" id="{E5C511F5-7D5B-A793-5CDB-A202BAE2D2B4}"/>
              </a:ext>
            </a:extLst>
          </p:cNvPr>
          <p:cNvSpPr txBox="1">
            <a:spLocks noChangeArrowheads="1"/>
          </p:cNvSpPr>
          <p:nvPr/>
        </p:nvSpPr>
        <p:spPr bwMode="auto">
          <a:xfrm>
            <a:off x="3068748" y="1981747"/>
            <a:ext cx="48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Q</a:t>
            </a:r>
            <a:r>
              <a:rPr kumimoji="1" lang="en-US" altLang="zh-CN" sz="1600">
                <a:ea typeface="楷体_GB2312" pitchFamily="49" charset="-122"/>
              </a:rPr>
              <a:t>0</a:t>
            </a:r>
          </a:p>
        </p:txBody>
      </p:sp>
      <p:sp>
        <p:nvSpPr>
          <p:cNvPr id="8" name="Text Box 5">
            <a:extLst>
              <a:ext uri="{FF2B5EF4-FFF2-40B4-BE49-F238E27FC236}">
                <a16:creationId xmlns:a16="http://schemas.microsoft.com/office/drawing/2014/main" id="{39A1C8C8-AC97-2E25-6D07-57BA44581B02}"/>
              </a:ext>
            </a:extLst>
          </p:cNvPr>
          <p:cNvSpPr txBox="1">
            <a:spLocks noChangeArrowheads="1"/>
          </p:cNvSpPr>
          <p:nvPr/>
        </p:nvSpPr>
        <p:spPr bwMode="auto">
          <a:xfrm>
            <a:off x="3068748" y="2459585"/>
            <a:ext cx="48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Q</a:t>
            </a:r>
            <a:r>
              <a:rPr kumimoji="1" lang="en-US" altLang="zh-CN" sz="1600">
                <a:ea typeface="楷体_GB2312" pitchFamily="49" charset="-122"/>
              </a:rPr>
              <a:t>1</a:t>
            </a:r>
          </a:p>
        </p:txBody>
      </p:sp>
      <p:sp>
        <p:nvSpPr>
          <p:cNvPr id="9" name="Text Box 6">
            <a:extLst>
              <a:ext uri="{FF2B5EF4-FFF2-40B4-BE49-F238E27FC236}">
                <a16:creationId xmlns:a16="http://schemas.microsoft.com/office/drawing/2014/main" id="{6CC52AED-3DC8-194E-5245-61729CC5130A}"/>
              </a:ext>
            </a:extLst>
          </p:cNvPr>
          <p:cNvSpPr txBox="1">
            <a:spLocks noChangeArrowheads="1"/>
          </p:cNvSpPr>
          <p:nvPr/>
        </p:nvSpPr>
        <p:spPr bwMode="auto">
          <a:xfrm>
            <a:off x="3068748" y="2967585"/>
            <a:ext cx="48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Q</a:t>
            </a:r>
            <a:r>
              <a:rPr kumimoji="1" lang="en-US" altLang="zh-CN" sz="1600">
                <a:ea typeface="楷体_GB2312" pitchFamily="49" charset="-122"/>
              </a:rPr>
              <a:t>2</a:t>
            </a:r>
          </a:p>
        </p:txBody>
      </p:sp>
      <p:grpSp>
        <p:nvGrpSpPr>
          <p:cNvPr id="10" name="Group 7">
            <a:extLst>
              <a:ext uri="{FF2B5EF4-FFF2-40B4-BE49-F238E27FC236}">
                <a16:creationId xmlns:a16="http://schemas.microsoft.com/office/drawing/2014/main" id="{D558AF2E-F8E6-0352-D85E-35F3F9D91387}"/>
              </a:ext>
            </a:extLst>
          </p:cNvPr>
          <p:cNvGrpSpPr>
            <a:grpSpLocks/>
          </p:cNvGrpSpPr>
          <p:nvPr/>
        </p:nvGrpSpPr>
        <p:grpSpPr bwMode="auto">
          <a:xfrm>
            <a:off x="3622785" y="1616622"/>
            <a:ext cx="5243513" cy="298450"/>
            <a:chOff x="2004" y="2593"/>
            <a:chExt cx="3303" cy="188"/>
          </a:xfrm>
        </p:grpSpPr>
        <p:sp>
          <p:nvSpPr>
            <p:cNvPr id="11" name="Line 8">
              <a:extLst>
                <a:ext uri="{FF2B5EF4-FFF2-40B4-BE49-F238E27FC236}">
                  <a16:creationId xmlns:a16="http://schemas.microsoft.com/office/drawing/2014/main" id="{B0016BAF-6972-2510-8297-370AED83EF0E}"/>
                </a:ext>
              </a:extLst>
            </p:cNvPr>
            <p:cNvSpPr>
              <a:spLocks noChangeShapeType="1"/>
            </p:cNvSpPr>
            <p:nvPr/>
          </p:nvSpPr>
          <p:spPr bwMode="auto">
            <a:xfrm>
              <a:off x="2177" y="2593"/>
              <a:ext cx="1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9">
              <a:extLst>
                <a:ext uri="{FF2B5EF4-FFF2-40B4-BE49-F238E27FC236}">
                  <a16:creationId xmlns:a16="http://schemas.microsoft.com/office/drawing/2014/main" id="{FDAB39E7-ABB5-1841-696B-9CD16B4D4D0B}"/>
                </a:ext>
              </a:extLst>
            </p:cNvPr>
            <p:cNvSpPr>
              <a:spLocks noChangeShapeType="1"/>
            </p:cNvSpPr>
            <p:nvPr/>
          </p:nvSpPr>
          <p:spPr bwMode="auto">
            <a:xfrm flipV="1">
              <a:off x="2177" y="2593"/>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10">
              <a:extLst>
                <a:ext uri="{FF2B5EF4-FFF2-40B4-BE49-F238E27FC236}">
                  <a16:creationId xmlns:a16="http://schemas.microsoft.com/office/drawing/2014/main" id="{DF95FD57-7501-49AE-F407-F5F5E7384CE2}"/>
                </a:ext>
              </a:extLst>
            </p:cNvPr>
            <p:cNvSpPr>
              <a:spLocks noChangeShapeType="1"/>
            </p:cNvSpPr>
            <p:nvPr/>
          </p:nvSpPr>
          <p:spPr bwMode="auto">
            <a:xfrm>
              <a:off x="2352" y="2781"/>
              <a:ext cx="17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1">
              <a:extLst>
                <a:ext uri="{FF2B5EF4-FFF2-40B4-BE49-F238E27FC236}">
                  <a16:creationId xmlns:a16="http://schemas.microsoft.com/office/drawing/2014/main" id="{2E3F662F-C9D0-272B-0D83-B498AEA7D6E2}"/>
                </a:ext>
              </a:extLst>
            </p:cNvPr>
            <p:cNvSpPr>
              <a:spLocks noChangeShapeType="1"/>
            </p:cNvSpPr>
            <p:nvPr/>
          </p:nvSpPr>
          <p:spPr bwMode="auto">
            <a:xfrm flipV="1">
              <a:off x="2352" y="2593"/>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2">
              <a:extLst>
                <a:ext uri="{FF2B5EF4-FFF2-40B4-BE49-F238E27FC236}">
                  <a16:creationId xmlns:a16="http://schemas.microsoft.com/office/drawing/2014/main" id="{A563C379-4F2D-0D7D-61F8-E0DBE68F1982}"/>
                </a:ext>
              </a:extLst>
            </p:cNvPr>
            <p:cNvSpPr>
              <a:spLocks noChangeShapeType="1"/>
            </p:cNvSpPr>
            <p:nvPr/>
          </p:nvSpPr>
          <p:spPr bwMode="auto">
            <a:xfrm>
              <a:off x="2525" y="2593"/>
              <a:ext cx="17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13">
              <a:extLst>
                <a:ext uri="{FF2B5EF4-FFF2-40B4-BE49-F238E27FC236}">
                  <a16:creationId xmlns:a16="http://schemas.microsoft.com/office/drawing/2014/main" id="{0F893110-2533-5B7C-CFC6-96415AFBB9B1}"/>
                </a:ext>
              </a:extLst>
            </p:cNvPr>
            <p:cNvSpPr>
              <a:spLocks noChangeShapeType="1"/>
            </p:cNvSpPr>
            <p:nvPr/>
          </p:nvSpPr>
          <p:spPr bwMode="auto">
            <a:xfrm flipV="1">
              <a:off x="2525" y="2593"/>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4">
              <a:extLst>
                <a:ext uri="{FF2B5EF4-FFF2-40B4-BE49-F238E27FC236}">
                  <a16:creationId xmlns:a16="http://schemas.microsoft.com/office/drawing/2014/main" id="{9FEEE042-AD00-EF7E-A6B4-CA3B12399689}"/>
                </a:ext>
              </a:extLst>
            </p:cNvPr>
            <p:cNvSpPr>
              <a:spLocks noChangeShapeType="1"/>
            </p:cNvSpPr>
            <p:nvPr/>
          </p:nvSpPr>
          <p:spPr bwMode="auto">
            <a:xfrm>
              <a:off x="2699" y="2781"/>
              <a:ext cx="1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5">
              <a:extLst>
                <a:ext uri="{FF2B5EF4-FFF2-40B4-BE49-F238E27FC236}">
                  <a16:creationId xmlns:a16="http://schemas.microsoft.com/office/drawing/2014/main" id="{9B24E5C7-030C-3439-060B-8E251212CE5D}"/>
                </a:ext>
              </a:extLst>
            </p:cNvPr>
            <p:cNvSpPr>
              <a:spLocks noChangeShapeType="1"/>
            </p:cNvSpPr>
            <p:nvPr/>
          </p:nvSpPr>
          <p:spPr bwMode="auto">
            <a:xfrm flipV="1">
              <a:off x="2699" y="2593"/>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6">
              <a:extLst>
                <a:ext uri="{FF2B5EF4-FFF2-40B4-BE49-F238E27FC236}">
                  <a16:creationId xmlns:a16="http://schemas.microsoft.com/office/drawing/2014/main" id="{A8AA01A5-D38C-C6ED-7D23-561CD97B334A}"/>
                </a:ext>
              </a:extLst>
            </p:cNvPr>
            <p:cNvSpPr>
              <a:spLocks noChangeShapeType="1"/>
            </p:cNvSpPr>
            <p:nvPr/>
          </p:nvSpPr>
          <p:spPr bwMode="auto">
            <a:xfrm>
              <a:off x="2872" y="2593"/>
              <a:ext cx="17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17">
              <a:extLst>
                <a:ext uri="{FF2B5EF4-FFF2-40B4-BE49-F238E27FC236}">
                  <a16:creationId xmlns:a16="http://schemas.microsoft.com/office/drawing/2014/main" id="{B794BB6E-5B13-95E9-24DA-1D4D178A1981}"/>
                </a:ext>
              </a:extLst>
            </p:cNvPr>
            <p:cNvSpPr>
              <a:spLocks noChangeShapeType="1"/>
            </p:cNvSpPr>
            <p:nvPr/>
          </p:nvSpPr>
          <p:spPr bwMode="auto">
            <a:xfrm flipV="1">
              <a:off x="2872" y="2593"/>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18">
              <a:extLst>
                <a:ext uri="{FF2B5EF4-FFF2-40B4-BE49-F238E27FC236}">
                  <a16:creationId xmlns:a16="http://schemas.microsoft.com/office/drawing/2014/main" id="{7181AF66-0EA7-2612-05C7-D195108F70E4}"/>
                </a:ext>
              </a:extLst>
            </p:cNvPr>
            <p:cNvSpPr>
              <a:spLocks noChangeShapeType="1"/>
            </p:cNvSpPr>
            <p:nvPr/>
          </p:nvSpPr>
          <p:spPr bwMode="auto">
            <a:xfrm>
              <a:off x="3046" y="2781"/>
              <a:ext cx="1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19">
              <a:extLst>
                <a:ext uri="{FF2B5EF4-FFF2-40B4-BE49-F238E27FC236}">
                  <a16:creationId xmlns:a16="http://schemas.microsoft.com/office/drawing/2014/main" id="{84210751-90F9-15DE-5438-A3611CDC44EB}"/>
                </a:ext>
              </a:extLst>
            </p:cNvPr>
            <p:cNvSpPr>
              <a:spLocks noChangeShapeType="1"/>
            </p:cNvSpPr>
            <p:nvPr/>
          </p:nvSpPr>
          <p:spPr bwMode="auto">
            <a:xfrm flipV="1">
              <a:off x="3046" y="2593"/>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20">
              <a:extLst>
                <a:ext uri="{FF2B5EF4-FFF2-40B4-BE49-F238E27FC236}">
                  <a16:creationId xmlns:a16="http://schemas.microsoft.com/office/drawing/2014/main" id="{39C8A787-D6B8-9D13-5EAC-431928E00648}"/>
                </a:ext>
              </a:extLst>
            </p:cNvPr>
            <p:cNvSpPr>
              <a:spLocks noChangeShapeType="1"/>
            </p:cNvSpPr>
            <p:nvPr/>
          </p:nvSpPr>
          <p:spPr bwMode="auto">
            <a:xfrm>
              <a:off x="3221" y="2593"/>
              <a:ext cx="17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21">
              <a:extLst>
                <a:ext uri="{FF2B5EF4-FFF2-40B4-BE49-F238E27FC236}">
                  <a16:creationId xmlns:a16="http://schemas.microsoft.com/office/drawing/2014/main" id="{E901AF71-478A-B219-D5EB-EBE878DBAEA1}"/>
                </a:ext>
              </a:extLst>
            </p:cNvPr>
            <p:cNvSpPr>
              <a:spLocks noChangeShapeType="1"/>
            </p:cNvSpPr>
            <p:nvPr/>
          </p:nvSpPr>
          <p:spPr bwMode="auto">
            <a:xfrm flipV="1">
              <a:off x="3221" y="2593"/>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22">
              <a:extLst>
                <a:ext uri="{FF2B5EF4-FFF2-40B4-BE49-F238E27FC236}">
                  <a16:creationId xmlns:a16="http://schemas.microsoft.com/office/drawing/2014/main" id="{7FB09432-4655-40D5-D6FD-57E68B6A164B}"/>
                </a:ext>
              </a:extLst>
            </p:cNvPr>
            <p:cNvSpPr>
              <a:spLocks noChangeShapeType="1"/>
            </p:cNvSpPr>
            <p:nvPr/>
          </p:nvSpPr>
          <p:spPr bwMode="auto">
            <a:xfrm>
              <a:off x="3395" y="2781"/>
              <a:ext cx="17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3">
              <a:extLst>
                <a:ext uri="{FF2B5EF4-FFF2-40B4-BE49-F238E27FC236}">
                  <a16:creationId xmlns:a16="http://schemas.microsoft.com/office/drawing/2014/main" id="{196F245A-B685-9766-920D-D211509602B2}"/>
                </a:ext>
              </a:extLst>
            </p:cNvPr>
            <p:cNvSpPr>
              <a:spLocks noChangeShapeType="1"/>
            </p:cNvSpPr>
            <p:nvPr/>
          </p:nvSpPr>
          <p:spPr bwMode="auto">
            <a:xfrm flipV="1">
              <a:off x="3395" y="2593"/>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24">
              <a:extLst>
                <a:ext uri="{FF2B5EF4-FFF2-40B4-BE49-F238E27FC236}">
                  <a16:creationId xmlns:a16="http://schemas.microsoft.com/office/drawing/2014/main" id="{9BBBE523-3CC6-A8AF-27B6-9D10F1A572A7}"/>
                </a:ext>
              </a:extLst>
            </p:cNvPr>
            <p:cNvSpPr>
              <a:spLocks noChangeShapeType="1"/>
            </p:cNvSpPr>
            <p:nvPr/>
          </p:nvSpPr>
          <p:spPr bwMode="auto">
            <a:xfrm>
              <a:off x="2004" y="2781"/>
              <a:ext cx="17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5">
              <a:extLst>
                <a:ext uri="{FF2B5EF4-FFF2-40B4-BE49-F238E27FC236}">
                  <a16:creationId xmlns:a16="http://schemas.microsoft.com/office/drawing/2014/main" id="{EE708961-BD85-BF32-2E86-563A4032241D}"/>
                </a:ext>
              </a:extLst>
            </p:cNvPr>
            <p:cNvSpPr>
              <a:spLocks noChangeShapeType="1"/>
            </p:cNvSpPr>
            <p:nvPr/>
          </p:nvSpPr>
          <p:spPr bwMode="auto">
            <a:xfrm>
              <a:off x="3568" y="2593"/>
              <a:ext cx="17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26">
              <a:extLst>
                <a:ext uri="{FF2B5EF4-FFF2-40B4-BE49-F238E27FC236}">
                  <a16:creationId xmlns:a16="http://schemas.microsoft.com/office/drawing/2014/main" id="{772B422E-6C9D-E432-B41E-95EC87299BB1}"/>
                </a:ext>
              </a:extLst>
            </p:cNvPr>
            <p:cNvSpPr>
              <a:spLocks noChangeShapeType="1"/>
            </p:cNvSpPr>
            <p:nvPr/>
          </p:nvSpPr>
          <p:spPr bwMode="auto">
            <a:xfrm flipV="1">
              <a:off x="3568" y="2593"/>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27">
              <a:extLst>
                <a:ext uri="{FF2B5EF4-FFF2-40B4-BE49-F238E27FC236}">
                  <a16:creationId xmlns:a16="http://schemas.microsoft.com/office/drawing/2014/main" id="{BF7BE292-6C1A-414C-7C2C-BA706E2BEEF1}"/>
                </a:ext>
              </a:extLst>
            </p:cNvPr>
            <p:cNvSpPr>
              <a:spLocks noChangeShapeType="1"/>
            </p:cNvSpPr>
            <p:nvPr/>
          </p:nvSpPr>
          <p:spPr bwMode="auto">
            <a:xfrm>
              <a:off x="3742" y="2781"/>
              <a:ext cx="17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28">
              <a:extLst>
                <a:ext uri="{FF2B5EF4-FFF2-40B4-BE49-F238E27FC236}">
                  <a16:creationId xmlns:a16="http://schemas.microsoft.com/office/drawing/2014/main" id="{528A73CE-FC3E-12C0-7759-5828349896A5}"/>
                </a:ext>
              </a:extLst>
            </p:cNvPr>
            <p:cNvSpPr>
              <a:spLocks noChangeShapeType="1"/>
            </p:cNvSpPr>
            <p:nvPr/>
          </p:nvSpPr>
          <p:spPr bwMode="auto">
            <a:xfrm flipV="1">
              <a:off x="3742" y="2593"/>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29">
              <a:extLst>
                <a:ext uri="{FF2B5EF4-FFF2-40B4-BE49-F238E27FC236}">
                  <a16:creationId xmlns:a16="http://schemas.microsoft.com/office/drawing/2014/main" id="{0CF14FFC-067C-A105-D9A0-C3988F39F482}"/>
                </a:ext>
              </a:extLst>
            </p:cNvPr>
            <p:cNvSpPr>
              <a:spLocks noChangeShapeType="1"/>
            </p:cNvSpPr>
            <p:nvPr/>
          </p:nvSpPr>
          <p:spPr bwMode="auto">
            <a:xfrm>
              <a:off x="3916" y="2593"/>
              <a:ext cx="17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30">
              <a:extLst>
                <a:ext uri="{FF2B5EF4-FFF2-40B4-BE49-F238E27FC236}">
                  <a16:creationId xmlns:a16="http://schemas.microsoft.com/office/drawing/2014/main" id="{472A02CD-25EA-E5F7-4913-AEA2D0231B85}"/>
                </a:ext>
              </a:extLst>
            </p:cNvPr>
            <p:cNvSpPr>
              <a:spLocks noChangeShapeType="1"/>
            </p:cNvSpPr>
            <p:nvPr/>
          </p:nvSpPr>
          <p:spPr bwMode="auto">
            <a:xfrm flipV="1">
              <a:off x="3916" y="2593"/>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31">
              <a:extLst>
                <a:ext uri="{FF2B5EF4-FFF2-40B4-BE49-F238E27FC236}">
                  <a16:creationId xmlns:a16="http://schemas.microsoft.com/office/drawing/2014/main" id="{3D00590A-B483-4397-C018-1E742A55546C}"/>
                </a:ext>
              </a:extLst>
            </p:cNvPr>
            <p:cNvSpPr>
              <a:spLocks noChangeShapeType="1"/>
            </p:cNvSpPr>
            <p:nvPr/>
          </p:nvSpPr>
          <p:spPr bwMode="auto">
            <a:xfrm>
              <a:off x="4090" y="2781"/>
              <a:ext cx="17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32">
              <a:extLst>
                <a:ext uri="{FF2B5EF4-FFF2-40B4-BE49-F238E27FC236}">
                  <a16:creationId xmlns:a16="http://schemas.microsoft.com/office/drawing/2014/main" id="{230E3D0F-7FD7-EAD1-13AE-E496AFB27B39}"/>
                </a:ext>
              </a:extLst>
            </p:cNvPr>
            <p:cNvSpPr>
              <a:spLocks noChangeShapeType="1"/>
            </p:cNvSpPr>
            <p:nvPr/>
          </p:nvSpPr>
          <p:spPr bwMode="auto">
            <a:xfrm flipV="1">
              <a:off x="4090" y="2593"/>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33">
              <a:extLst>
                <a:ext uri="{FF2B5EF4-FFF2-40B4-BE49-F238E27FC236}">
                  <a16:creationId xmlns:a16="http://schemas.microsoft.com/office/drawing/2014/main" id="{5D443EB9-FFB7-5FFB-8E83-12F569B661D8}"/>
                </a:ext>
              </a:extLst>
            </p:cNvPr>
            <p:cNvSpPr>
              <a:spLocks noChangeShapeType="1"/>
            </p:cNvSpPr>
            <p:nvPr/>
          </p:nvSpPr>
          <p:spPr bwMode="auto">
            <a:xfrm>
              <a:off x="4263" y="2593"/>
              <a:ext cx="1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34">
              <a:extLst>
                <a:ext uri="{FF2B5EF4-FFF2-40B4-BE49-F238E27FC236}">
                  <a16:creationId xmlns:a16="http://schemas.microsoft.com/office/drawing/2014/main" id="{9131C30F-25E3-A024-8FFC-9F15A20863CA}"/>
                </a:ext>
              </a:extLst>
            </p:cNvPr>
            <p:cNvSpPr>
              <a:spLocks noChangeShapeType="1"/>
            </p:cNvSpPr>
            <p:nvPr/>
          </p:nvSpPr>
          <p:spPr bwMode="auto">
            <a:xfrm flipV="1">
              <a:off x="4263" y="2593"/>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35">
              <a:extLst>
                <a:ext uri="{FF2B5EF4-FFF2-40B4-BE49-F238E27FC236}">
                  <a16:creationId xmlns:a16="http://schemas.microsoft.com/office/drawing/2014/main" id="{F83F840A-5576-7DCA-561D-7DD476BE4F0E}"/>
                </a:ext>
              </a:extLst>
            </p:cNvPr>
            <p:cNvSpPr>
              <a:spLocks noChangeShapeType="1"/>
            </p:cNvSpPr>
            <p:nvPr/>
          </p:nvSpPr>
          <p:spPr bwMode="auto">
            <a:xfrm>
              <a:off x="4438" y="2781"/>
              <a:ext cx="17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36">
              <a:extLst>
                <a:ext uri="{FF2B5EF4-FFF2-40B4-BE49-F238E27FC236}">
                  <a16:creationId xmlns:a16="http://schemas.microsoft.com/office/drawing/2014/main" id="{B6BCF2F4-2A13-6251-9CEE-32DE7A21E0CE}"/>
                </a:ext>
              </a:extLst>
            </p:cNvPr>
            <p:cNvSpPr>
              <a:spLocks noChangeShapeType="1"/>
            </p:cNvSpPr>
            <p:nvPr/>
          </p:nvSpPr>
          <p:spPr bwMode="auto">
            <a:xfrm flipV="1">
              <a:off x="4438" y="2593"/>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37">
              <a:extLst>
                <a:ext uri="{FF2B5EF4-FFF2-40B4-BE49-F238E27FC236}">
                  <a16:creationId xmlns:a16="http://schemas.microsoft.com/office/drawing/2014/main" id="{448AE7A9-32DC-EFDF-694A-5418759ABA35}"/>
                </a:ext>
              </a:extLst>
            </p:cNvPr>
            <p:cNvSpPr>
              <a:spLocks noChangeShapeType="1"/>
            </p:cNvSpPr>
            <p:nvPr/>
          </p:nvSpPr>
          <p:spPr bwMode="auto">
            <a:xfrm>
              <a:off x="4611" y="2593"/>
              <a:ext cx="1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38">
              <a:extLst>
                <a:ext uri="{FF2B5EF4-FFF2-40B4-BE49-F238E27FC236}">
                  <a16:creationId xmlns:a16="http://schemas.microsoft.com/office/drawing/2014/main" id="{209A862C-57E0-1406-3E83-EF1D8451656A}"/>
                </a:ext>
              </a:extLst>
            </p:cNvPr>
            <p:cNvSpPr>
              <a:spLocks noChangeShapeType="1"/>
            </p:cNvSpPr>
            <p:nvPr/>
          </p:nvSpPr>
          <p:spPr bwMode="auto">
            <a:xfrm flipV="1">
              <a:off x="4611" y="2593"/>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39">
              <a:extLst>
                <a:ext uri="{FF2B5EF4-FFF2-40B4-BE49-F238E27FC236}">
                  <a16:creationId xmlns:a16="http://schemas.microsoft.com/office/drawing/2014/main" id="{C617765E-F526-FF21-E6C8-FEED523C30C7}"/>
                </a:ext>
              </a:extLst>
            </p:cNvPr>
            <p:cNvSpPr>
              <a:spLocks noChangeShapeType="1"/>
            </p:cNvSpPr>
            <p:nvPr/>
          </p:nvSpPr>
          <p:spPr bwMode="auto">
            <a:xfrm>
              <a:off x="4786" y="2781"/>
              <a:ext cx="17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40">
              <a:extLst>
                <a:ext uri="{FF2B5EF4-FFF2-40B4-BE49-F238E27FC236}">
                  <a16:creationId xmlns:a16="http://schemas.microsoft.com/office/drawing/2014/main" id="{2A1A907F-48CA-54EB-ED32-685C9BEF35B7}"/>
                </a:ext>
              </a:extLst>
            </p:cNvPr>
            <p:cNvSpPr>
              <a:spLocks noChangeShapeType="1"/>
            </p:cNvSpPr>
            <p:nvPr/>
          </p:nvSpPr>
          <p:spPr bwMode="auto">
            <a:xfrm flipV="1">
              <a:off x="4786" y="2593"/>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41">
              <a:extLst>
                <a:ext uri="{FF2B5EF4-FFF2-40B4-BE49-F238E27FC236}">
                  <a16:creationId xmlns:a16="http://schemas.microsoft.com/office/drawing/2014/main" id="{4AC4A636-162B-22E9-7FB1-8CEBF9420A4B}"/>
                </a:ext>
              </a:extLst>
            </p:cNvPr>
            <p:cNvSpPr>
              <a:spLocks noChangeShapeType="1"/>
            </p:cNvSpPr>
            <p:nvPr/>
          </p:nvSpPr>
          <p:spPr bwMode="auto">
            <a:xfrm>
              <a:off x="4958" y="2593"/>
              <a:ext cx="1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42">
              <a:extLst>
                <a:ext uri="{FF2B5EF4-FFF2-40B4-BE49-F238E27FC236}">
                  <a16:creationId xmlns:a16="http://schemas.microsoft.com/office/drawing/2014/main" id="{1ACF9B8C-8152-2CB0-51E5-C67C48111800}"/>
                </a:ext>
              </a:extLst>
            </p:cNvPr>
            <p:cNvSpPr>
              <a:spLocks noChangeShapeType="1"/>
            </p:cNvSpPr>
            <p:nvPr/>
          </p:nvSpPr>
          <p:spPr bwMode="auto">
            <a:xfrm flipV="1">
              <a:off x="4958" y="2593"/>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43">
              <a:extLst>
                <a:ext uri="{FF2B5EF4-FFF2-40B4-BE49-F238E27FC236}">
                  <a16:creationId xmlns:a16="http://schemas.microsoft.com/office/drawing/2014/main" id="{38DBE217-8096-5A47-3511-C2FF25DC3643}"/>
                </a:ext>
              </a:extLst>
            </p:cNvPr>
            <p:cNvSpPr>
              <a:spLocks noChangeShapeType="1"/>
            </p:cNvSpPr>
            <p:nvPr/>
          </p:nvSpPr>
          <p:spPr bwMode="auto">
            <a:xfrm>
              <a:off x="5133" y="2781"/>
              <a:ext cx="17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44">
              <a:extLst>
                <a:ext uri="{FF2B5EF4-FFF2-40B4-BE49-F238E27FC236}">
                  <a16:creationId xmlns:a16="http://schemas.microsoft.com/office/drawing/2014/main" id="{4DD46E03-E180-3485-8044-2BD8544A2E64}"/>
                </a:ext>
              </a:extLst>
            </p:cNvPr>
            <p:cNvSpPr>
              <a:spLocks noChangeShapeType="1"/>
            </p:cNvSpPr>
            <p:nvPr/>
          </p:nvSpPr>
          <p:spPr bwMode="auto">
            <a:xfrm flipV="1">
              <a:off x="5133" y="2593"/>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8" name="Line 45">
            <a:extLst>
              <a:ext uri="{FF2B5EF4-FFF2-40B4-BE49-F238E27FC236}">
                <a16:creationId xmlns:a16="http://schemas.microsoft.com/office/drawing/2014/main" id="{DF08307D-E12E-7027-C5D1-C4FDC1A998A2}"/>
              </a:ext>
            </a:extLst>
          </p:cNvPr>
          <p:cNvSpPr>
            <a:spLocks noChangeShapeType="1"/>
          </p:cNvSpPr>
          <p:nvPr/>
        </p:nvSpPr>
        <p:spPr bwMode="auto">
          <a:xfrm>
            <a:off x="4175235" y="2092872"/>
            <a:ext cx="5508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46">
            <a:extLst>
              <a:ext uri="{FF2B5EF4-FFF2-40B4-BE49-F238E27FC236}">
                <a16:creationId xmlns:a16="http://schemas.microsoft.com/office/drawing/2014/main" id="{7F533A89-7912-2F73-44E1-A7215E66BCFA}"/>
              </a:ext>
            </a:extLst>
          </p:cNvPr>
          <p:cNvSpPr>
            <a:spLocks noChangeShapeType="1"/>
          </p:cNvSpPr>
          <p:nvPr/>
        </p:nvSpPr>
        <p:spPr bwMode="auto">
          <a:xfrm flipV="1">
            <a:off x="4175235" y="2092872"/>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47">
            <a:extLst>
              <a:ext uri="{FF2B5EF4-FFF2-40B4-BE49-F238E27FC236}">
                <a16:creationId xmlns:a16="http://schemas.microsoft.com/office/drawing/2014/main" id="{94AA190E-E36A-0F4C-B7F5-136B6D0E24BD}"/>
              </a:ext>
            </a:extLst>
          </p:cNvPr>
          <p:cNvSpPr>
            <a:spLocks noChangeShapeType="1"/>
          </p:cNvSpPr>
          <p:nvPr/>
        </p:nvSpPr>
        <p:spPr bwMode="auto">
          <a:xfrm>
            <a:off x="4726098" y="2391322"/>
            <a:ext cx="5540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48">
            <a:extLst>
              <a:ext uri="{FF2B5EF4-FFF2-40B4-BE49-F238E27FC236}">
                <a16:creationId xmlns:a16="http://schemas.microsoft.com/office/drawing/2014/main" id="{7A3DAA13-0732-92E2-1902-CF829EAF02C5}"/>
              </a:ext>
            </a:extLst>
          </p:cNvPr>
          <p:cNvSpPr>
            <a:spLocks noChangeShapeType="1"/>
          </p:cNvSpPr>
          <p:nvPr/>
        </p:nvSpPr>
        <p:spPr bwMode="auto">
          <a:xfrm flipV="1">
            <a:off x="4726098" y="2092872"/>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49">
            <a:extLst>
              <a:ext uri="{FF2B5EF4-FFF2-40B4-BE49-F238E27FC236}">
                <a16:creationId xmlns:a16="http://schemas.microsoft.com/office/drawing/2014/main" id="{5A39DFC6-9148-7EC8-D83B-9FFA1F83803A}"/>
              </a:ext>
            </a:extLst>
          </p:cNvPr>
          <p:cNvSpPr>
            <a:spLocks noChangeShapeType="1"/>
          </p:cNvSpPr>
          <p:nvPr/>
        </p:nvSpPr>
        <p:spPr bwMode="auto">
          <a:xfrm>
            <a:off x="5276960" y="2092872"/>
            <a:ext cx="5540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50">
            <a:extLst>
              <a:ext uri="{FF2B5EF4-FFF2-40B4-BE49-F238E27FC236}">
                <a16:creationId xmlns:a16="http://schemas.microsoft.com/office/drawing/2014/main" id="{208C72D1-C79A-B3A2-4529-21F43C58F888}"/>
              </a:ext>
            </a:extLst>
          </p:cNvPr>
          <p:cNvSpPr>
            <a:spLocks noChangeShapeType="1"/>
          </p:cNvSpPr>
          <p:nvPr/>
        </p:nvSpPr>
        <p:spPr bwMode="auto">
          <a:xfrm flipV="1">
            <a:off x="5276960" y="2092872"/>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51">
            <a:extLst>
              <a:ext uri="{FF2B5EF4-FFF2-40B4-BE49-F238E27FC236}">
                <a16:creationId xmlns:a16="http://schemas.microsoft.com/office/drawing/2014/main" id="{58071FF1-57F3-35C7-E131-8C0CAE156AFB}"/>
              </a:ext>
            </a:extLst>
          </p:cNvPr>
          <p:cNvSpPr>
            <a:spLocks noChangeShapeType="1"/>
          </p:cNvSpPr>
          <p:nvPr/>
        </p:nvSpPr>
        <p:spPr bwMode="auto">
          <a:xfrm>
            <a:off x="5830998" y="2391322"/>
            <a:ext cx="5524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Line 52">
            <a:extLst>
              <a:ext uri="{FF2B5EF4-FFF2-40B4-BE49-F238E27FC236}">
                <a16:creationId xmlns:a16="http://schemas.microsoft.com/office/drawing/2014/main" id="{A8BAAACA-BA71-91B3-5A17-8B4E4DAA7DE2}"/>
              </a:ext>
            </a:extLst>
          </p:cNvPr>
          <p:cNvSpPr>
            <a:spLocks noChangeShapeType="1"/>
          </p:cNvSpPr>
          <p:nvPr/>
        </p:nvSpPr>
        <p:spPr bwMode="auto">
          <a:xfrm flipV="1">
            <a:off x="5830998" y="2092872"/>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53">
            <a:extLst>
              <a:ext uri="{FF2B5EF4-FFF2-40B4-BE49-F238E27FC236}">
                <a16:creationId xmlns:a16="http://schemas.microsoft.com/office/drawing/2014/main" id="{442BA0E4-5122-F391-1AF0-74E87DC40908}"/>
              </a:ext>
            </a:extLst>
          </p:cNvPr>
          <p:cNvSpPr>
            <a:spLocks noChangeShapeType="1"/>
          </p:cNvSpPr>
          <p:nvPr/>
        </p:nvSpPr>
        <p:spPr bwMode="auto">
          <a:xfrm>
            <a:off x="6381860" y="2092872"/>
            <a:ext cx="5524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54">
            <a:extLst>
              <a:ext uri="{FF2B5EF4-FFF2-40B4-BE49-F238E27FC236}">
                <a16:creationId xmlns:a16="http://schemas.microsoft.com/office/drawing/2014/main" id="{D09CA33A-4801-F443-161E-DE9702B43A02}"/>
              </a:ext>
            </a:extLst>
          </p:cNvPr>
          <p:cNvSpPr>
            <a:spLocks noChangeShapeType="1"/>
          </p:cNvSpPr>
          <p:nvPr/>
        </p:nvSpPr>
        <p:spPr bwMode="auto">
          <a:xfrm flipV="1">
            <a:off x="6381860" y="2092872"/>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55">
            <a:extLst>
              <a:ext uri="{FF2B5EF4-FFF2-40B4-BE49-F238E27FC236}">
                <a16:creationId xmlns:a16="http://schemas.microsoft.com/office/drawing/2014/main" id="{CDFA8B0E-CE88-42E4-EC5C-A9508667E1A0}"/>
              </a:ext>
            </a:extLst>
          </p:cNvPr>
          <p:cNvSpPr>
            <a:spLocks noChangeShapeType="1"/>
          </p:cNvSpPr>
          <p:nvPr/>
        </p:nvSpPr>
        <p:spPr bwMode="auto">
          <a:xfrm>
            <a:off x="6934310" y="2391322"/>
            <a:ext cx="5540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56">
            <a:extLst>
              <a:ext uri="{FF2B5EF4-FFF2-40B4-BE49-F238E27FC236}">
                <a16:creationId xmlns:a16="http://schemas.microsoft.com/office/drawing/2014/main" id="{4B9FFC04-54A9-E968-70E2-51A65E92F394}"/>
              </a:ext>
            </a:extLst>
          </p:cNvPr>
          <p:cNvSpPr>
            <a:spLocks noChangeShapeType="1"/>
          </p:cNvSpPr>
          <p:nvPr/>
        </p:nvSpPr>
        <p:spPr bwMode="auto">
          <a:xfrm flipV="1">
            <a:off x="6934310" y="2092872"/>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57">
            <a:extLst>
              <a:ext uri="{FF2B5EF4-FFF2-40B4-BE49-F238E27FC236}">
                <a16:creationId xmlns:a16="http://schemas.microsoft.com/office/drawing/2014/main" id="{576D201D-21DE-3CEA-6CF9-C8423C6DF924}"/>
              </a:ext>
            </a:extLst>
          </p:cNvPr>
          <p:cNvSpPr>
            <a:spLocks noChangeShapeType="1"/>
          </p:cNvSpPr>
          <p:nvPr/>
        </p:nvSpPr>
        <p:spPr bwMode="auto">
          <a:xfrm>
            <a:off x="7486760" y="2092872"/>
            <a:ext cx="5524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58">
            <a:extLst>
              <a:ext uri="{FF2B5EF4-FFF2-40B4-BE49-F238E27FC236}">
                <a16:creationId xmlns:a16="http://schemas.microsoft.com/office/drawing/2014/main" id="{C78222D3-9279-B657-7E94-10F131A9FFC5}"/>
              </a:ext>
            </a:extLst>
          </p:cNvPr>
          <p:cNvSpPr>
            <a:spLocks noChangeShapeType="1"/>
          </p:cNvSpPr>
          <p:nvPr/>
        </p:nvSpPr>
        <p:spPr bwMode="auto">
          <a:xfrm flipV="1">
            <a:off x="7486760" y="2092872"/>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59">
            <a:extLst>
              <a:ext uri="{FF2B5EF4-FFF2-40B4-BE49-F238E27FC236}">
                <a16:creationId xmlns:a16="http://schemas.microsoft.com/office/drawing/2014/main" id="{1819897B-BFB6-E113-411B-ECDDC646B9F1}"/>
              </a:ext>
            </a:extLst>
          </p:cNvPr>
          <p:cNvSpPr>
            <a:spLocks noChangeShapeType="1"/>
          </p:cNvSpPr>
          <p:nvPr/>
        </p:nvSpPr>
        <p:spPr bwMode="auto">
          <a:xfrm>
            <a:off x="8039210" y="2391322"/>
            <a:ext cx="5524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Line 60">
            <a:extLst>
              <a:ext uri="{FF2B5EF4-FFF2-40B4-BE49-F238E27FC236}">
                <a16:creationId xmlns:a16="http://schemas.microsoft.com/office/drawing/2014/main" id="{0424FFF9-4406-4603-0766-D793A771816C}"/>
              </a:ext>
            </a:extLst>
          </p:cNvPr>
          <p:cNvSpPr>
            <a:spLocks noChangeShapeType="1"/>
          </p:cNvSpPr>
          <p:nvPr/>
        </p:nvSpPr>
        <p:spPr bwMode="auto">
          <a:xfrm flipV="1">
            <a:off x="8039210" y="2092872"/>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61">
            <a:extLst>
              <a:ext uri="{FF2B5EF4-FFF2-40B4-BE49-F238E27FC236}">
                <a16:creationId xmlns:a16="http://schemas.microsoft.com/office/drawing/2014/main" id="{55F36975-5D94-A1FA-0225-717350F274B5}"/>
              </a:ext>
            </a:extLst>
          </p:cNvPr>
          <p:cNvSpPr>
            <a:spLocks noChangeShapeType="1"/>
          </p:cNvSpPr>
          <p:nvPr/>
        </p:nvSpPr>
        <p:spPr bwMode="auto">
          <a:xfrm>
            <a:off x="8590073" y="2092872"/>
            <a:ext cx="2762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62">
            <a:extLst>
              <a:ext uri="{FF2B5EF4-FFF2-40B4-BE49-F238E27FC236}">
                <a16:creationId xmlns:a16="http://schemas.microsoft.com/office/drawing/2014/main" id="{C4E4D719-907A-5654-ED6A-8336C46183D9}"/>
              </a:ext>
            </a:extLst>
          </p:cNvPr>
          <p:cNvSpPr>
            <a:spLocks noChangeShapeType="1"/>
          </p:cNvSpPr>
          <p:nvPr/>
        </p:nvSpPr>
        <p:spPr bwMode="auto">
          <a:xfrm flipV="1">
            <a:off x="8590073" y="2092872"/>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63">
            <a:extLst>
              <a:ext uri="{FF2B5EF4-FFF2-40B4-BE49-F238E27FC236}">
                <a16:creationId xmlns:a16="http://schemas.microsoft.com/office/drawing/2014/main" id="{47D12B3B-4423-DA70-9732-02589584332C}"/>
              </a:ext>
            </a:extLst>
          </p:cNvPr>
          <p:cNvSpPr>
            <a:spLocks noChangeShapeType="1"/>
          </p:cNvSpPr>
          <p:nvPr/>
        </p:nvSpPr>
        <p:spPr bwMode="auto">
          <a:xfrm>
            <a:off x="3621198" y="2391322"/>
            <a:ext cx="5540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64">
            <a:extLst>
              <a:ext uri="{FF2B5EF4-FFF2-40B4-BE49-F238E27FC236}">
                <a16:creationId xmlns:a16="http://schemas.microsoft.com/office/drawing/2014/main" id="{68621B03-AD4A-A8CC-E02E-59AEF94F8D09}"/>
              </a:ext>
            </a:extLst>
          </p:cNvPr>
          <p:cNvSpPr>
            <a:spLocks noChangeShapeType="1"/>
          </p:cNvSpPr>
          <p:nvPr/>
        </p:nvSpPr>
        <p:spPr bwMode="auto">
          <a:xfrm>
            <a:off x="4726098" y="2600872"/>
            <a:ext cx="110331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65">
            <a:extLst>
              <a:ext uri="{FF2B5EF4-FFF2-40B4-BE49-F238E27FC236}">
                <a16:creationId xmlns:a16="http://schemas.microsoft.com/office/drawing/2014/main" id="{33806D33-89CC-5019-CEC9-4CFBCD9B48FA}"/>
              </a:ext>
            </a:extLst>
          </p:cNvPr>
          <p:cNvSpPr>
            <a:spLocks noChangeShapeType="1"/>
          </p:cNvSpPr>
          <p:nvPr/>
        </p:nvSpPr>
        <p:spPr bwMode="auto">
          <a:xfrm flipV="1">
            <a:off x="4726098" y="2600872"/>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Line 66">
            <a:extLst>
              <a:ext uri="{FF2B5EF4-FFF2-40B4-BE49-F238E27FC236}">
                <a16:creationId xmlns:a16="http://schemas.microsoft.com/office/drawing/2014/main" id="{B826E717-9B56-6FA1-9D46-95EBD342E2D5}"/>
              </a:ext>
            </a:extLst>
          </p:cNvPr>
          <p:cNvSpPr>
            <a:spLocks noChangeShapeType="1"/>
          </p:cNvSpPr>
          <p:nvPr/>
        </p:nvSpPr>
        <p:spPr bwMode="auto">
          <a:xfrm>
            <a:off x="5829410" y="2899322"/>
            <a:ext cx="11033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Line 67">
            <a:extLst>
              <a:ext uri="{FF2B5EF4-FFF2-40B4-BE49-F238E27FC236}">
                <a16:creationId xmlns:a16="http://schemas.microsoft.com/office/drawing/2014/main" id="{83979441-568E-8BC8-8E93-25F93FB5EBC4}"/>
              </a:ext>
            </a:extLst>
          </p:cNvPr>
          <p:cNvSpPr>
            <a:spLocks noChangeShapeType="1"/>
          </p:cNvSpPr>
          <p:nvPr/>
        </p:nvSpPr>
        <p:spPr bwMode="auto">
          <a:xfrm flipV="1">
            <a:off x="5829410" y="2600872"/>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68">
            <a:extLst>
              <a:ext uri="{FF2B5EF4-FFF2-40B4-BE49-F238E27FC236}">
                <a16:creationId xmlns:a16="http://schemas.microsoft.com/office/drawing/2014/main" id="{1A0A03A8-C6A1-7F33-F675-7922327952CE}"/>
              </a:ext>
            </a:extLst>
          </p:cNvPr>
          <p:cNvSpPr>
            <a:spLocks noChangeShapeType="1"/>
          </p:cNvSpPr>
          <p:nvPr/>
        </p:nvSpPr>
        <p:spPr bwMode="auto">
          <a:xfrm>
            <a:off x="6932723" y="2600872"/>
            <a:ext cx="11049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69">
            <a:extLst>
              <a:ext uri="{FF2B5EF4-FFF2-40B4-BE49-F238E27FC236}">
                <a16:creationId xmlns:a16="http://schemas.microsoft.com/office/drawing/2014/main" id="{C2EF54CC-F0DA-CA8E-077B-AEBA01D8B509}"/>
              </a:ext>
            </a:extLst>
          </p:cNvPr>
          <p:cNvSpPr>
            <a:spLocks noChangeShapeType="1"/>
          </p:cNvSpPr>
          <p:nvPr/>
        </p:nvSpPr>
        <p:spPr bwMode="auto">
          <a:xfrm flipV="1">
            <a:off x="6932723" y="2600872"/>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70">
            <a:extLst>
              <a:ext uri="{FF2B5EF4-FFF2-40B4-BE49-F238E27FC236}">
                <a16:creationId xmlns:a16="http://schemas.microsoft.com/office/drawing/2014/main" id="{2685319A-9494-37FB-963F-96AD2FB2D7BB}"/>
              </a:ext>
            </a:extLst>
          </p:cNvPr>
          <p:cNvSpPr>
            <a:spLocks noChangeShapeType="1"/>
          </p:cNvSpPr>
          <p:nvPr/>
        </p:nvSpPr>
        <p:spPr bwMode="auto">
          <a:xfrm>
            <a:off x="8037623" y="2899322"/>
            <a:ext cx="8270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71">
            <a:extLst>
              <a:ext uri="{FF2B5EF4-FFF2-40B4-BE49-F238E27FC236}">
                <a16:creationId xmlns:a16="http://schemas.microsoft.com/office/drawing/2014/main" id="{1DB0FA3D-4748-C3A4-A080-1D845DD5B84A}"/>
              </a:ext>
            </a:extLst>
          </p:cNvPr>
          <p:cNvSpPr>
            <a:spLocks noChangeShapeType="1"/>
          </p:cNvSpPr>
          <p:nvPr/>
        </p:nvSpPr>
        <p:spPr bwMode="auto">
          <a:xfrm flipV="1">
            <a:off x="8037623" y="2600872"/>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72">
            <a:extLst>
              <a:ext uri="{FF2B5EF4-FFF2-40B4-BE49-F238E27FC236}">
                <a16:creationId xmlns:a16="http://schemas.microsoft.com/office/drawing/2014/main" id="{3688964F-C921-EDF3-931D-D452C4CE8C37}"/>
              </a:ext>
            </a:extLst>
          </p:cNvPr>
          <p:cNvSpPr>
            <a:spLocks noChangeShapeType="1"/>
          </p:cNvSpPr>
          <p:nvPr/>
        </p:nvSpPr>
        <p:spPr bwMode="auto">
          <a:xfrm>
            <a:off x="3621198" y="2899322"/>
            <a:ext cx="11049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Line 73">
            <a:extLst>
              <a:ext uri="{FF2B5EF4-FFF2-40B4-BE49-F238E27FC236}">
                <a16:creationId xmlns:a16="http://schemas.microsoft.com/office/drawing/2014/main" id="{ADA775DF-D35A-8162-4859-C366ACA66A96}"/>
              </a:ext>
            </a:extLst>
          </p:cNvPr>
          <p:cNvSpPr>
            <a:spLocks noChangeShapeType="1"/>
          </p:cNvSpPr>
          <p:nvPr/>
        </p:nvSpPr>
        <p:spPr bwMode="auto">
          <a:xfrm flipV="1">
            <a:off x="5829410" y="3077122"/>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74">
            <a:extLst>
              <a:ext uri="{FF2B5EF4-FFF2-40B4-BE49-F238E27FC236}">
                <a16:creationId xmlns:a16="http://schemas.microsoft.com/office/drawing/2014/main" id="{59626A3F-ED60-E33E-420C-5F4E23001C78}"/>
              </a:ext>
            </a:extLst>
          </p:cNvPr>
          <p:cNvSpPr>
            <a:spLocks noChangeShapeType="1"/>
          </p:cNvSpPr>
          <p:nvPr/>
        </p:nvSpPr>
        <p:spPr bwMode="auto">
          <a:xfrm>
            <a:off x="3621198" y="3375572"/>
            <a:ext cx="220821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Line 75">
            <a:extLst>
              <a:ext uri="{FF2B5EF4-FFF2-40B4-BE49-F238E27FC236}">
                <a16:creationId xmlns:a16="http://schemas.microsoft.com/office/drawing/2014/main" id="{F84F02F1-3737-21A6-5BB6-4B834C74AF05}"/>
              </a:ext>
            </a:extLst>
          </p:cNvPr>
          <p:cNvSpPr>
            <a:spLocks noChangeShapeType="1"/>
          </p:cNvSpPr>
          <p:nvPr/>
        </p:nvSpPr>
        <p:spPr bwMode="auto">
          <a:xfrm>
            <a:off x="5829410" y="3077122"/>
            <a:ext cx="22082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Line 76">
            <a:extLst>
              <a:ext uri="{FF2B5EF4-FFF2-40B4-BE49-F238E27FC236}">
                <a16:creationId xmlns:a16="http://schemas.microsoft.com/office/drawing/2014/main" id="{73184A03-70CF-0C38-4D10-08D466FE1573}"/>
              </a:ext>
            </a:extLst>
          </p:cNvPr>
          <p:cNvSpPr>
            <a:spLocks noChangeShapeType="1"/>
          </p:cNvSpPr>
          <p:nvPr/>
        </p:nvSpPr>
        <p:spPr bwMode="auto">
          <a:xfrm flipV="1">
            <a:off x="8037623" y="3077122"/>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77">
            <a:extLst>
              <a:ext uri="{FF2B5EF4-FFF2-40B4-BE49-F238E27FC236}">
                <a16:creationId xmlns:a16="http://schemas.microsoft.com/office/drawing/2014/main" id="{3E7C6D8F-DE46-5C40-F950-5DFDF8C488C9}"/>
              </a:ext>
            </a:extLst>
          </p:cNvPr>
          <p:cNvSpPr>
            <a:spLocks noChangeShapeType="1"/>
          </p:cNvSpPr>
          <p:nvPr/>
        </p:nvSpPr>
        <p:spPr bwMode="auto">
          <a:xfrm>
            <a:off x="8037623" y="3375572"/>
            <a:ext cx="8270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Text Box 78">
            <a:extLst>
              <a:ext uri="{FF2B5EF4-FFF2-40B4-BE49-F238E27FC236}">
                <a16:creationId xmlns:a16="http://schemas.microsoft.com/office/drawing/2014/main" id="{D34F9BBF-3917-EC81-E409-DE5E663226D8}"/>
              </a:ext>
            </a:extLst>
          </p:cNvPr>
          <p:cNvSpPr txBox="1">
            <a:spLocks noChangeArrowheads="1"/>
          </p:cNvSpPr>
          <p:nvPr/>
        </p:nvSpPr>
        <p:spPr bwMode="auto">
          <a:xfrm>
            <a:off x="3752960" y="1253085"/>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pitchFamily="49" charset="-122"/>
              </a:rPr>
              <a:t>0</a:t>
            </a:r>
          </a:p>
        </p:txBody>
      </p:sp>
      <p:sp>
        <p:nvSpPr>
          <p:cNvPr id="82" name="Text Box 79">
            <a:extLst>
              <a:ext uri="{FF2B5EF4-FFF2-40B4-BE49-F238E27FC236}">
                <a16:creationId xmlns:a16="http://schemas.microsoft.com/office/drawing/2014/main" id="{BA2BAC8F-25CD-FBA9-3223-4B8B2F0080EC}"/>
              </a:ext>
            </a:extLst>
          </p:cNvPr>
          <p:cNvSpPr txBox="1">
            <a:spLocks noChangeArrowheads="1"/>
          </p:cNvSpPr>
          <p:nvPr/>
        </p:nvSpPr>
        <p:spPr bwMode="auto">
          <a:xfrm>
            <a:off x="4306998" y="1253085"/>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pitchFamily="49" charset="-122"/>
              </a:rPr>
              <a:t>1</a:t>
            </a:r>
          </a:p>
        </p:txBody>
      </p:sp>
      <p:sp>
        <p:nvSpPr>
          <p:cNvPr id="83" name="Text Box 80">
            <a:extLst>
              <a:ext uri="{FF2B5EF4-FFF2-40B4-BE49-F238E27FC236}">
                <a16:creationId xmlns:a16="http://schemas.microsoft.com/office/drawing/2014/main" id="{3697B4BB-5186-A2BE-0D62-472EBF4B7733}"/>
              </a:ext>
            </a:extLst>
          </p:cNvPr>
          <p:cNvSpPr txBox="1">
            <a:spLocks noChangeArrowheads="1"/>
          </p:cNvSpPr>
          <p:nvPr/>
        </p:nvSpPr>
        <p:spPr bwMode="auto">
          <a:xfrm>
            <a:off x="4857860" y="1253085"/>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pitchFamily="49" charset="-122"/>
              </a:rPr>
              <a:t>2</a:t>
            </a:r>
          </a:p>
        </p:txBody>
      </p:sp>
      <p:sp>
        <p:nvSpPr>
          <p:cNvPr id="84" name="Text Box 81">
            <a:extLst>
              <a:ext uri="{FF2B5EF4-FFF2-40B4-BE49-F238E27FC236}">
                <a16:creationId xmlns:a16="http://schemas.microsoft.com/office/drawing/2014/main" id="{4996ECC7-0845-05EB-0D9C-340B30FDF648}"/>
              </a:ext>
            </a:extLst>
          </p:cNvPr>
          <p:cNvSpPr txBox="1">
            <a:spLocks noChangeArrowheads="1"/>
          </p:cNvSpPr>
          <p:nvPr/>
        </p:nvSpPr>
        <p:spPr bwMode="auto">
          <a:xfrm>
            <a:off x="5408723" y="1253085"/>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pitchFamily="49" charset="-122"/>
              </a:rPr>
              <a:t>3</a:t>
            </a:r>
          </a:p>
        </p:txBody>
      </p:sp>
      <p:sp>
        <p:nvSpPr>
          <p:cNvPr id="85" name="Text Box 82">
            <a:extLst>
              <a:ext uri="{FF2B5EF4-FFF2-40B4-BE49-F238E27FC236}">
                <a16:creationId xmlns:a16="http://schemas.microsoft.com/office/drawing/2014/main" id="{BD374D3A-F658-6088-05C5-4FE94E7669B9}"/>
              </a:ext>
            </a:extLst>
          </p:cNvPr>
          <p:cNvSpPr txBox="1">
            <a:spLocks noChangeArrowheads="1"/>
          </p:cNvSpPr>
          <p:nvPr/>
        </p:nvSpPr>
        <p:spPr bwMode="auto">
          <a:xfrm>
            <a:off x="5959585" y="1257847"/>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pitchFamily="49" charset="-122"/>
              </a:rPr>
              <a:t>4</a:t>
            </a:r>
          </a:p>
        </p:txBody>
      </p:sp>
      <p:sp>
        <p:nvSpPr>
          <p:cNvPr id="86" name="Text Box 83">
            <a:extLst>
              <a:ext uri="{FF2B5EF4-FFF2-40B4-BE49-F238E27FC236}">
                <a16:creationId xmlns:a16="http://schemas.microsoft.com/office/drawing/2014/main" id="{A8AFBBFF-AA56-4BC9-7F29-A2FF0EAB178A}"/>
              </a:ext>
            </a:extLst>
          </p:cNvPr>
          <p:cNvSpPr txBox="1">
            <a:spLocks noChangeArrowheads="1"/>
          </p:cNvSpPr>
          <p:nvPr/>
        </p:nvSpPr>
        <p:spPr bwMode="auto">
          <a:xfrm>
            <a:off x="6513623" y="1257847"/>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pitchFamily="49" charset="-122"/>
              </a:rPr>
              <a:t>5</a:t>
            </a:r>
          </a:p>
        </p:txBody>
      </p:sp>
      <p:sp>
        <p:nvSpPr>
          <p:cNvPr id="87" name="Text Box 84">
            <a:extLst>
              <a:ext uri="{FF2B5EF4-FFF2-40B4-BE49-F238E27FC236}">
                <a16:creationId xmlns:a16="http://schemas.microsoft.com/office/drawing/2014/main" id="{2278B86D-2FF1-78E1-1650-A487152CC80A}"/>
              </a:ext>
            </a:extLst>
          </p:cNvPr>
          <p:cNvSpPr txBox="1">
            <a:spLocks noChangeArrowheads="1"/>
          </p:cNvSpPr>
          <p:nvPr/>
        </p:nvSpPr>
        <p:spPr bwMode="auto">
          <a:xfrm>
            <a:off x="7064485" y="1257847"/>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pitchFamily="49" charset="-122"/>
              </a:rPr>
              <a:t>6</a:t>
            </a:r>
          </a:p>
        </p:txBody>
      </p:sp>
      <p:sp>
        <p:nvSpPr>
          <p:cNvPr id="88" name="Text Box 85">
            <a:extLst>
              <a:ext uri="{FF2B5EF4-FFF2-40B4-BE49-F238E27FC236}">
                <a16:creationId xmlns:a16="http://schemas.microsoft.com/office/drawing/2014/main" id="{51B41702-3D38-FF33-EA8D-D66AA602A6D3}"/>
              </a:ext>
            </a:extLst>
          </p:cNvPr>
          <p:cNvSpPr txBox="1">
            <a:spLocks noChangeArrowheads="1"/>
          </p:cNvSpPr>
          <p:nvPr/>
        </p:nvSpPr>
        <p:spPr bwMode="auto">
          <a:xfrm>
            <a:off x="7618523" y="1257847"/>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pitchFamily="49" charset="-122"/>
              </a:rPr>
              <a:t>7</a:t>
            </a:r>
          </a:p>
        </p:txBody>
      </p:sp>
      <p:sp>
        <p:nvSpPr>
          <p:cNvPr id="89" name="Text Box 86">
            <a:extLst>
              <a:ext uri="{FF2B5EF4-FFF2-40B4-BE49-F238E27FC236}">
                <a16:creationId xmlns:a16="http://schemas.microsoft.com/office/drawing/2014/main" id="{F4245DDF-5BB7-71CE-05AC-D8275EDFAC99}"/>
              </a:ext>
            </a:extLst>
          </p:cNvPr>
          <p:cNvSpPr txBox="1">
            <a:spLocks noChangeArrowheads="1"/>
          </p:cNvSpPr>
          <p:nvPr/>
        </p:nvSpPr>
        <p:spPr bwMode="auto">
          <a:xfrm>
            <a:off x="8169385" y="1257847"/>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pitchFamily="49" charset="-122"/>
              </a:rPr>
              <a:t>8</a:t>
            </a:r>
          </a:p>
        </p:txBody>
      </p:sp>
      <p:grpSp>
        <p:nvGrpSpPr>
          <p:cNvPr id="90" name="Group 87">
            <a:extLst>
              <a:ext uri="{FF2B5EF4-FFF2-40B4-BE49-F238E27FC236}">
                <a16:creationId xmlns:a16="http://schemas.microsoft.com/office/drawing/2014/main" id="{F205F2F9-1EA9-F6AD-1358-497250BBAADC}"/>
              </a:ext>
            </a:extLst>
          </p:cNvPr>
          <p:cNvGrpSpPr>
            <a:grpSpLocks/>
          </p:cNvGrpSpPr>
          <p:nvPr/>
        </p:nvGrpSpPr>
        <p:grpSpPr bwMode="auto">
          <a:xfrm>
            <a:off x="4165710" y="1616622"/>
            <a:ext cx="4432300" cy="2228850"/>
            <a:chOff x="2346" y="2593"/>
            <a:chExt cx="2792" cy="1108"/>
          </a:xfrm>
        </p:grpSpPr>
        <p:sp>
          <p:nvSpPr>
            <p:cNvPr id="91" name="Line 88">
              <a:extLst>
                <a:ext uri="{FF2B5EF4-FFF2-40B4-BE49-F238E27FC236}">
                  <a16:creationId xmlns:a16="http://schemas.microsoft.com/office/drawing/2014/main" id="{932B214E-401F-FBE3-4221-104646829C49}"/>
                </a:ext>
              </a:extLst>
            </p:cNvPr>
            <p:cNvSpPr>
              <a:spLocks noChangeShapeType="1"/>
            </p:cNvSpPr>
            <p:nvPr/>
          </p:nvSpPr>
          <p:spPr bwMode="auto">
            <a:xfrm>
              <a:off x="3394" y="2593"/>
              <a:ext cx="0" cy="1108"/>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 name="Line 89">
              <a:extLst>
                <a:ext uri="{FF2B5EF4-FFF2-40B4-BE49-F238E27FC236}">
                  <a16:creationId xmlns:a16="http://schemas.microsoft.com/office/drawing/2014/main" id="{F2E77961-4441-EC0B-48E0-2559285C3C56}"/>
                </a:ext>
              </a:extLst>
            </p:cNvPr>
            <p:cNvSpPr>
              <a:spLocks noChangeShapeType="1"/>
            </p:cNvSpPr>
            <p:nvPr/>
          </p:nvSpPr>
          <p:spPr bwMode="auto">
            <a:xfrm>
              <a:off x="4786" y="2593"/>
              <a:ext cx="0" cy="1108"/>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 name="Line 90">
              <a:extLst>
                <a:ext uri="{FF2B5EF4-FFF2-40B4-BE49-F238E27FC236}">
                  <a16:creationId xmlns:a16="http://schemas.microsoft.com/office/drawing/2014/main" id="{EAE05588-61B6-6D7A-8982-94F3D4720316}"/>
                </a:ext>
              </a:extLst>
            </p:cNvPr>
            <p:cNvSpPr>
              <a:spLocks noChangeShapeType="1"/>
            </p:cNvSpPr>
            <p:nvPr/>
          </p:nvSpPr>
          <p:spPr bwMode="auto">
            <a:xfrm>
              <a:off x="2346" y="2593"/>
              <a:ext cx="0" cy="1108"/>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 name="Line 91">
              <a:extLst>
                <a:ext uri="{FF2B5EF4-FFF2-40B4-BE49-F238E27FC236}">
                  <a16:creationId xmlns:a16="http://schemas.microsoft.com/office/drawing/2014/main" id="{D7B9494B-CE81-461E-441E-D5F9BAAE00D7}"/>
                </a:ext>
              </a:extLst>
            </p:cNvPr>
            <p:cNvSpPr>
              <a:spLocks noChangeShapeType="1"/>
            </p:cNvSpPr>
            <p:nvPr/>
          </p:nvSpPr>
          <p:spPr bwMode="auto">
            <a:xfrm>
              <a:off x="2695" y="2593"/>
              <a:ext cx="0" cy="1108"/>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 name="Line 92">
              <a:extLst>
                <a:ext uri="{FF2B5EF4-FFF2-40B4-BE49-F238E27FC236}">
                  <a16:creationId xmlns:a16="http://schemas.microsoft.com/office/drawing/2014/main" id="{35A12406-3364-9181-2B78-095A6E5ACFD0}"/>
                </a:ext>
              </a:extLst>
            </p:cNvPr>
            <p:cNvSpPr>
              <a:spLocks noChangeShapeType="1"/>
            </p:cNvSpPr>
            <p:nvPr/>
          </p:nvSpPr>
          <p:spPr bwMode="auto">
            <a:xfrm>
              <a:off x="3050" y="2593"/>
              <a:ext cx="0" cy="1108"/>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 name="Line 93">
              <a:extLst>
                <a:ext uri="{FF2B5EF4-FFF2-40B4-BE49-F238E27FC236}">
                  <a16:creationId xmlns:a16="http://schemas.microsoft.com/office/drawing/2014/main" id="{880674DA-B4D9-D97B-A431-91476CDF7B90}"/>
                </a:ext>
              </a:extLst>
            </p:cNvPr>
            <p:cNvSpPr>
              <a:spLocks noChangeShapeType="1"/>
            </p:cNvSpPr>
            <p:nvPr/>
          </p:nvSpPr>
          <p:spPr bwMode="auto">
            <a:xfrm>
              <a:off x="3737" y="2593"/>
              <a:ext cx="0" cy="1108"/>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 name="Line 94">
              <a:extLst>
                <a:ext uri="{FF2B5EF4-FFF2-40B4-BE49-F238E27FC236}">
                  <a16:creationId xmlns:a16="http://schemas.microsoft.com/office/drawing/2014/main" id="{96AD9B84-8104-F16F-376F-9210DA628347}"/>
                </a:ext>
              </a:extLst>
            </p:cNvPr>
            <p:cNvSpPr>
              <a:spLocks noChangeShapeType="1"/>
            </p:cNvSpPr>
            <p:nvPr/>
          </p:nvSpPr>
          <p:spPr bwMode="auto">
            <a:xfrm>
              <a:off x="4092" y="2593"/>
              <a:ext cx="0" cy="1108"/>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Line 95">
              <a:extLst>
                <a:ext uri="{FF2B5EF4-FFF2-40B4-BE49-F238E27FC236}">
                  <a16:creationId xmlns:a16="http://schemas.microsoft.com/office/drawing/2014/main" id="{C26286A2-FF17-3DAA-38CC-7A986837F7BE}"/>
                </a:ext>
              </a:extLst>
            </p:cNvPr>
            <p:cNvSpPr>
              <a:spLocks noChangeShapeType="1"/>
            </p:cNvSpPr>
            <p:nvPr/>
          </p:nvSpPr>
          <p:spPr bwMode="auto">
            <a:xfrm>
              <a:off x="4440" y="2593"/>
              <a:ext cx="0" cy="1108"/>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96">
              <a:extLst>
                <a:ext uri="{FF2B5EF4-FFF2-40B4-BE49-F238E27FC236}">
                  <a16:creationId xmlns:a16="http://schemas.microsoft.com/office/drawing/2014/main" id="{5E8367E8-7ACD-019C-2395-9C4E76E72014}"/>
                </a:ext>
              </a:extLst>
            </p:cNvPr>
            <p:cNvSpPr>
              <a:spLocks noChangeShapeType="1"/>
            </p:cNvSpPr>
            <p:nvPr/>
          </p:nvSpPr>
          <p:spPr bwMode="auto">
            <a:xfrm>
              <a:off x="5138" y="2593"/>
              <a:ext cx="0" cy="1108"/>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0" name="Line 97">
            <a:extLst>
              <a:ext uri="{FF2B5EF4-FFF2-40B4-BE49-F238E27FC236}">
                <a16:creationId xmlns:a16="http://schemas.microsoft.com/office/drawing/2014/main" id="{A16506E0-42E3-F038-F5CC-151E127E6165}"/>
              </a:ext>
            </a:extLst>
          </p:cNvPr>
          <p:cNvSpPr>
            <a:spLocks noChangeShapeType="1"/>
          </p:cNvSpPr>
          <p:nvPr/>
        </p:nvSpPr>
        <p:spPr bwMode="auto">
          <a:xfrm>
            <a:off x="3633898" y="3856585"/>
            <a:ext cx="38639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 name="Line 98">
            <a:extLst>
              <a:ext uri="{FF2B5EF4-FFF2-40B4-BE49-F238E27FC236}">
                <a16:creationId xmlns:a16="http://schemas.microsoft.com/office/drawing/2014/main" id="{96718BDF-EF3F-8B98-7A37-B5DA6D37E254}"/>
              </a:ext>
            </a:extLst>
          </p:cNvPr>
          <p:cNvSpPr>
            <a:spLocks noChangeShapeType="1"/>
          </p:cNvSpPr>
          <p:nvPr/>
        </p:nvSpPr>
        <p:spPr bwMode="auto">
          <a:xfrm>
            <a:off x="7497873" y="3558135"/>
            <a:ext cx="5524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 name="Line 99">
            <a:extLst>
              <a:ext uri="{FF2B5EF4-FFF2-40B4-BE49-F238E27FC236}">
                <a16:creationId xmlns:a16="http://schemas.microsoft.com/office/drawing/2014/main" id="{CAACE21F-38D8-98F9-9DEE-8121DE303413}"/>
              </a:ext>
            </a:extLst>
          </p:cNvPr>
          <p:cNvSpPr>
            <a:spLocks noChangeShapeType="1"/>
          </p:cNvSpPr>
          <p:nvPr/>
        </p:nvSpPr>
        <p:spPr bwMode="auto">
          <a:xfrm>
            <a:off x="8050323" y="3856585"/>
            <a:ext cx="8270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Text Box 100">
            <a:extLst>
              <a:ext uri="{FF2B5EF4-FFF2-40B4-BE49-F238E27FC236}">
                <a16:creationId xmlns:a16="http://schemas.microsoft.com/office/drawing/2014/main" id="{A39A9B2B-35B2-4667-6FC7-897E568F7C2A}"/>
              </a:ext>
            </a:extLst>
          </p:cNvPr>
          <p:cNvSpPr txBox="1">
            <a:spLocks noChangeArrowheads="1"/>
          </p:cNvSpPr>
          <p:nvPr/>
        </p:nvSpPr>
        <p:spPr bwMode="auto">
          <a:xfrm>
            <a:off x="3106848" y="3485110"/>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C</a:t>
            </a:r>
            <a:endParaRPr kumimoji="1" lang="en-US" altLang="zh-CN" sz="1600">
              <a:ea typeface="楷体_GB2312" pitchFamily="49" charset="-122"/>
            </a:endParaRPr>
          </a:p>
        </p:txBody>
      </p:sp>
      <p:sp>
        <p:nvSpPr>
          <p:cNvPr id="104" name="Line 101">
            <a:extLst>
              <a:ext uri="{FF2B5EF4-FFF2-40B4-BE49-F238E27FC236}">
                <a16:creationId xmlns:a16="http://schemas.microsoft.com/office/drawing/2014/main" id="{20EF32A1-104D-567F-27BF-BA5E853B289B}"/>
              </a:ext>
            </a:extLst>
          </p:cNvPr>
          <p:cNvSpPr>
            <a:spLocks noChangeShapeType="1"/>
          </p:cNvSpPr>
          <p:nvPr/>
        </p:nvSpPr>
        <p:spPr bwMode="auto">
          <a:xfrm flipV="1">
            <a:off x="7497873" y="3558135"/>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Line 102">
            <a:extLst>
              <a:ext uri="{FF2B5EF4-FFF2-40B4-BE49-F238E27FC236}">
                <a16:creationId xmlns:a16="http://schemas.microsoft.com/office/drawing/2014/main" id="{F6612FC7-8350-7199-EAC1-D77D3DED26B5}"/>
              </a:ext>
            </a:extLst>
          </p:cNvPr>
          <p:cNvSpPr>
            <a:spLocks noChangeShapeType="1"/>
          </p:cNvSpPr>
          <p:nvPr/>
        </p:nvSpPr>
        <p:spPr bwMode="auto">
          <a:xfrm flipV="1">
            <a:off x="8037623" y="3558135"/>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6" name="Group 103">
            <a:extLst>
              <a:ext uri="{FF2B5EF4-FFF2-40B4-BE49-F238E27FC236}">
                <a16:creationId xmlns:a16="http://schemas.microsoft.com/office/drawing/2014/main" id="{63C6FAFB-DCE4-BC82-38F5-ADC78898BBE4}"/>
              </a:ext>
            </a:extLst>
          </p:cNvPr>
          <p:cNvGrpSpPr>
            <a:grpSpLocks/>
          </p:cNvGrpSpPr>
          <p:nvPr/>
        </p:nvGrpSpPr>
        <p:grpSpPr bwMode="auto">
          <a:xfrm>
            <a:off x="1055798" y="1361035"/>
            <a:ext cx="1924050" cy="2592387"/>
            <a:chOff x="387" y="1003"/>
            <a:chExt cx="1212" cy="1633"/>
          </a:xfrm>
        </p:grpSpPr>
        <p:grpSp>
          <p:nvGrpSpPr>
            <p:cNvPr id="107" name="Group 104">
              <a:extLst>
                <a:ext uri="{FF2B5EF4-FFF2-40B4-BE49-F238E27FC236}">
                  <a16:creationId xmlns:a16="http://schemas.microsoft.com/office/drawing/2014/main" id="{1B8C7486-E404-B391-5BD6-55EEF2FA347F}"/>
                </a:ext>
              </a:extLst>
            </p:cNvPr>
            <p:cNvGrpSpPr>
              <a:grpSpLocks/>
            </p:cNvGrpSpPr>
            <p:nvPr/>
          </p:nvGrpSpPr>
          <p:grpSpPr bwMode="auto">
            <a:xfrm>
              <a:off x="387" y="1888"/>
              <a:ext cx="1109" cy="381"/>
              <a:chOff x="387" y="3612"/>
              <a:chExt cx="1109" cy="381"/>
            </a:xfrm>
          </p:grpSpPr>
          <p:sp>
            <p:nvSpPr>
              <p:cNvPr id="112" name="Text Box 105">
                <a:extLst>
                  <a:ext uri="{FF2B5EF4-FFF2-40B4-BE49-F238E27FC236}">
                    <a16:creationId xmlns:a16="http://schemas.microsoft.com/office/drawing/2014/main" id="{91CA56BF-E3D6-AAEB-43B8-19AA9671AFF5}"/>
                  </a:ext>
                </a:extLst>
              </p:cNvPr>
              <p:cNvSpPr txBox="1">
                <a:spLocks noChangeArrowheads="1"/>
              </p:cNvSpPr>
              <p:nvPr/>
            </p:nvSpPr>
            <p:spPr bwMode="auto">
              <a:xfrm>
                <a:off x="387" y="3612"/>
                <a:ext cx="1109"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Aft>
                    <a:spcPct val="0"/>
                  </a:spcAft>
                  <a:buFontTx/>
                  <a:buNone/>
                </a:pPr>
                <a:r>
                  <a:rPr kumimoji="1" lang="en-US" altLang="zh-CN" sz="2400">
                    <a:ea typeface="楷体_GB2312" pitchFamily="49" charset="-122"/>
                  </a:rPr>
                  <a:t>Q</a:t>
                </a:r>
                <a:r>
                  <a:rPr kumimoji="1" lang="en-US" altLang="zh-CN" baseline="-30000">
                    <a:ea typeface="楷体_GB2312" pitchFamily="49" charset="-122"/>
                  </a:rPr>
                  <a:t>i</a:t>
                </a:r>
                <a:r>
                  <a:rPr kumimoji="1" lang="en-US" altLang="zh-CN" baseline="20000">
                    <a:ea typeface="楷体_GB2312" pitchFamily="49" charset="-122"/>
                  </a:rPr>
                  <a:t>n+1</a:t>
                </a:r>
                <a:r>
                  <a:rPr kumimoji="1" lang="en-US" altLang="zh-CN" baseline="30000">
                    <a:ea typeface="楷体_GB2312" pitchFamily="49" charset="-122"/>
                  </a:rPr>
                  <a:t> </a:t>
                </a:r>
                <a:r>
                  <a:rPr kumimoji="1" lang="en-US" altLang="zh-CN">
                    <a:ea typeface="楷体_GB2312" pitchFamily="49" charset="-122"/>
                  </a:rPr>
                  <a:t>= </a:t>
                </a:r>
                <a:r>
                  <a:rPr kumimoji="1" lang="en-US" altLang="zh-CN" sz="2400">
                    <a:ea typeface="楷体_GB2312" pitchFamily="49" charset="-122"/>
                  </a:rPr>
                  <a:t>Q</a:t>
                </a:r>
                <a:r>
                  <a:rPr kumimoji="1" lang="en-US" altLang="zh-CN" baseline="-30000">
                    <a:ea typeface="楷体_GB2312" pitchFamily="49" charset="-122"/>
                  </a:rPr>
                  <a:t>i</a:t>
                </a:r>
                <a:r>
                  <a:rPr kumimoji="1" lang="en-US" altLang="zh-CN" baseline="20000">
                    <a:ea typeface="楷体_GB2312" pitchFamily="49" charset="-122"/>
                  </a:rPr>
                  <a:t>n</a:t>
                </a:r>
                <a:r>
                  <a:rPr kumimoji="1" lang="en-US" altLang="zh-CN">
                    <a:ea typeface="楷体_GB2312" pitchFamily="49" charset="-122"/>
                  </a:rPr>
                  <a:t> </a:t>
                </a:r>
              </a:p>
            </p:txBody>
          </p:sp>
          <p:sp>
            <p:nvSpPr>
              <p:cNvPr id="113" name="Line 106">
                <a:extLst>
                  <a:ext uri="{FF2B5EF4-FFF2-40B4-BE49-F238E27FC236}">
                    <a16:creationId xmlns:a16="http://schemas.microsoft.com/office/drawing/2014/main" id="{97129BF8-95FA-080C-FFDB-CF09AE64A508}"/>
                  </a:ext>
                </a:extLst>
              </p:cNvPr>
              <p:cNvSpPr>
                <a:spLocks noChangeShapeType="1"/>
              </p:cNvSpPr>
              <p:nvPr/>
            </p:nvSpPr>
            <p:spPr bwMode="auto">
              <a:xfrm>
                <a:off x="1090" y="3736"/>
                <a:ext cx="17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8" name="Text Box 107">
              <a:extLst>
                <a:ext uri="{FF2B5EF4-FFF2-40B4-BE49-F238E27FC236}">
                  <a16:creationId xmlns:a16="http://schemas.microsoft.com/office/drawing/2014/main" id="{CCC39FA6-9415-2BF4-17F1-B9564CDA2E7C}"/>
                </a:ext>
              </a:extLst>
            </p:cNvPr>
            <p:cNvSpPr txBox="1">
              <a:spLocks noChangeArrowheads="1"/>
            </p:cNvSpPr>
            <p:nvPr/>
          </p:nvSpPr>
          <p:spPr bwMode="auto">
            <a:xfrm>
              <a:off x="432" y="1003"/>
              <a:ext cx="102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CP</a:t>
              </a:r>
              <a:r>
                <a:rPr kumimoji="1" lang="en-US" altLang="zh-CN" baseline="-15000">
                  <a:ea typeface="楷体_GB2312" pitchFamily="49" charset="-122"/>
                </a:rPr>
                <a:t>0</a:t>
              </a:r>
              <a:r>
                <a:rPr kumimoji="1" lang="en-US" altLang="zh-CN" baseline="30000">
                  <a:ea typeface="楷体_GB2312" pitchFamily="49" charset="-122"/>
                </a:rPr>
                <a:t> </a:t>
              </a:r>
              <a:r>
                <a:rPr kumimoji="1" lang="en-US" altLang="zh-CN">
                  <a:ea typeface="楷体_GB2312" pitchFamily="49" charset="-122"/>
                </a:rPr>
                <a:t>= </a:t>
              </a:r>
              <a:r>
                <a:rPr kumimoji="1" lang="en-US" altLang="zh-CN" sz="2400">
                  <a:ea typeface="楷体_GB2312" pitchFamily="49" charset="-122"/>
                </a:rPr>
                <a:t>CLK</a:t>
              </a:r>
              <a:r>
                <a:rPr kumimoji="1" lang="en-US" altLang="zh-CN">
                  <a:ea typeface="楷体_GB2312" pitchFamily="49" charset="-122"/>
                </a:rPr>
                <a:t> </a:t>
              </a:r>
            </a:p>
          </p:txBody>
        </p:sp>
        <p:sp>
          <p:nvSpPr>
            <p:cNvPr id="109" name="Text Box 108">
              <a:extLst>
                <a:ext uri="{FF2B5EF4-FFF2-40B4-BE49-F238E27FC236}">
                  <a16:creationId xmlns:a16="http://schemas.microsoft.com/office/drawing/2014/main" id="{10EDFA7E-EB71-F91B-4886-DC3063A0CC2D}"/>
                </a:ext>
              </a:extLst>
            </p:cNvPr>
            <p:cNvSpPr txBox="1">
              <a:spLocks noChangeArrowheads="1"/>
            </p:cNvSpPr>
            <p:nvPr/>
          </p:nvSpPr>
          <p:spPr bwMode="auto">
            <a:xfrm>
              <a:off x="432" y="1298"/>
              <a:ext cx="83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CP</a:t>
              </a:r>
              <a:r>
                <a:rPr kumimoji="1" lang="en-US" altLang="zh-CN" baseline="-15000">
                  <a:ea typeface="楷体_GB2312" pitchFamily="49" charset="-122"/>
                </a:rPr>
                <a:t>1</a:t>
              </a:r>
              <a:r>
                <a:rPr kumimoji="1" lang="en-US" altLang="zh-CN" baseline="30000">
                  <a:ea typeface="楷体_GB2312" pitchFamily="49" charset="-122"/>
                </a:rPr>
                <a:t> </a:t>
              </a:r>
              <a:r>
                <a:rPr kumimoji="1" lang="en-US" altLang="zh-CN">
                  <a:ea typeface="楷体_GB2312" pitchFamily="49" charset="-122"/>
                </a:rPr>
                <a:t>= </a:t>
              </a:r>
              <a:r>
                <a:rPr kumimoji="1" lang="en-US" altLang="zh-CN" sz="2400">
                  <a:ea typeface="楷体_GB2312" pitchFamily="49" charset="-122"/>
                </a:rPr>
                <a:t>Q</a:t>
              </a:r>
              <a:r>
                <a:rPr kumimoji="1" lang="en-US" altLang="zh-CN" baseline="-30000">
                  <a:ea typeface="楷体_GB2312" pitchFamily="49" charset="-122"/>
                </a:rPr>
                <a:t>0</a:t>
              </a:r>
              <a:r>
                <a:rPr kumimoji="1" lang="en-US" altLang="zh-CN">
                  <a:ea typeface="楷体_GB2312" pitchFamily="49" charset="-122"/>
                </a:rPr>
                <a:t> </a:t>
              </a:r>
            </a:p>
          </p:txBody>
        </p:sp>
        <p:sp>
          <p:nvSpPr>
            <p:cNvPr id="110" name="Text Box 109">
              <a:extLst>
                <a:ext uri="{FF2B5EF4-FFF2-40B4-BE49-F238E27FC236}">
                  <a16:creationId xmlns:a16="http://schemas.microsoft.com/office/drawing/2014/main" id="{D6F12FF4-F9CD-27DE-8D24-398D3D837BAC}"/>
                </a:ext>
              </a:extLst>
            </p:cNvPr>
            <p:cNvSpPr txBox="1">
              <a:spLocks noChangeArrowheads="1"/>
            </p:cNvSpPr>
            <p:nvPr/>
          </p:nvSpPr>
          <p:spPr bwMode="auto">
            <a:xfrm>
              <a:off x="432" y="1616"/>
              <a:ext cx="83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CP</a:t>
              </a:r>
              <a:r>
                <a:rPr kumimoji="1" lang="en-US" altLang="zh-CN" baseline="-15000">
                  <a:ea typeface="楷体_GB2312" pitchFamily="49" charset="-122"/>
                </a:rPr>
                <a:t>2</a:t>
              </a:r>
              <a:r>
                <a:rPr kumimoji="1" lang="en-US" altLang="zh-CN" baseline="30000">
                  <a:ea typeface="楷体_GB2312" pitchFamily="49" charset="-122"/>
                </a:rPr>
                <a:t> </a:t>
              </a:r>
              <a:r>
                <a:rPr kumimoji="1" lang="en-US" altLang="zh-CN">
                  <a:ea typeface="楷体_GB2312" pitchFamily="49" charset="-122"/>
                </a:rPr>
                <a:t>= </a:t>
              </a:r>
              <a:r>
                <a:rPr kumimoji="1" lang="en-US" altLang="zh-CN" sz="2400">
                  <a:ea typeface="楷体_GB2312" pitchFamily="49" charset="-122"/>
                </a:rPr>
                <a:t>Q</a:t>
              </a:r>
              <a:r>
                <a:rPr kumimoji="1" lang="en-US" altLang="zh-CN" baseline="-30000">
                  <a:ea typeface="楷体_GB2312" pitchFamily="49" charset="-122"/>
                </a:rPr>
                <a:t>1</a:t>
              </a:r>
              <a:r>
                <a:rPr kumimoji="1" lang="en-US" altLang="zh-CN">
                  <a:ea typeface="楷体_GB2312" pitchFamily="49" charset="-122"/>
                </a:rPr>
                <a:t> </a:t>
              </a:r>
            </a:p>
          </p:txBody>
        </p:sp>
        <p:sp>
          <p:nvSpPr>
            <p:cNvPr id="111" name="Text Box 110">
              <a:extLst>
                <a:ext uri="{FF2B5EF4-FFF2-40B4-BE49-F238E27FC236}">
                  <a16:creationId xmlns:a16="http://schemas.microsoft.com/office/drawing/2014/main" id="{BF3EB54C-0CF2-CD25-8D31-9F6FDF3191C0}"/>
                </a:ext>
              </a:extLst>
            </p:cNvPr>
            <p:cNvSpPr txBox="1">
              <a:spLocks noChangeArrowheads="1"/>
            </p:cNvSpPr>
            <p:nvPr/>
          </p:nvSpPr>
          <p:spPr bwMode="auto">
            <a:xfrm>
              <a:off x="431" y="2296"/>
              <a:ext cx="1168"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1" lang="en-US" altLang="zh-CN" sz="2400">
                  <a:ea typeface="楷体_GB2312" pitchFamily="49" charset="-122"/>
                </a:rPr>
                <a:t>C</a:t>
              </a:r>
              <a:r>
                <a:rPr kumimoji="1" lang="en-US" altLang="zh-CN" baseline="30000">
                  <a:ea typeface="楷体_GB2312" pitchFamily="49" charset="-122"/>
                </a:rPr>
                <a:t> </a:t>
              </a:r>
              <a:r>
                <a:rPr kumimoji="1" lang="en-US" altLang="zh-CN">
                  <a:ea typeface="楷体_GB2312" pitchFamily="49" charset="-122"/>
                </a:rPr>
                <a:t>= </a:t>
              </a:r>
              <a:r>
                <a:rPr kumimoji="1" lang="en-US" altLang="zh-CN" sz="2400">
                  <a:ea typeface="楷体_GB2312" pitchFamily="49" charset="-122"/>
                </a:rPr>
                <a:t>Q</a:t>
              </a:r>
              <a:r>
                <a:rPr kumimoji="1" lang="en-US" altLang="zh-CN" baseline="-30000">
                  <a:ea typeface="楷体_GB2312" pitchFamily="49" charset="-122"/>
                </a:rPr>
                <a:t>2</a:t>
              </a:r>
              <a:r>
                <a:rPr kumimoji="1" lang="en-US" altLang="zh-CN" sz="2400">
                  <a:ea typeface="楷体_GB2312" pitchFamily="49" charset="-122"/>
                </a:rPr>
                <a:t>Q</a:t>
              </a:r>
              <a:r>
                <a:rPr kumimoji="1" lang="en-US" altLang="zh-CN" baseline="-30000">
                  <a:ea typeface="楷体_GB2312" pitchFamily="49" charset="-122"/>
                </a:rPr>
                <a:t>1</a:t>
              </a:r>
              <a:r>
                <a:rPr kumimoji="1" lang="en-US" altLang="zh-CN" sz="2400">
                  <a:ea typeface="楷体_GB2312" pitchFamily="49" charset="-122"/>
                </a:rPr>
                <a:t>Q</a:t>
              </a:r>
              <a:r>
                <a:rPr kumimoji="1" lang="en-US" altLang="zh-CN" baseline="-30000">
                  <a:ea typeface="楷体_GB2312" pitchFamily="49" charset="-122"/>
                </a:rPr>
                <a:t>0</a:t>
              </a:r>
              <a:r>
                <a:rPr kumimoji="1" lang="en-US" altLang="zh-CN">
                  <a:ea typeface="楷体_GB2312" pitchFamily="49" charset="-122"/>
                </a:rPr>
                <a:t> </a:t>
              </a:r>
            </a:p>
          </p:txBody>
        </p:sp>
      </p:grpSp>
      <p:grpSp>
        <p:nvGrpSpPr>
          <p:cNvPr id="114" name="Group 111">
            <a:extLst>
              <a:ext uri="{FF2B5EF4-FFF2-40B4-BE49-F238E27FC236}">
                <a16:creationId xmlns:a16="http://schemas.microsoft.com/office/drawing/2014/main" id="{C7190AF0-F6A1-8001-D619-F484F3AE4068}"/>
              </a:ext>
            </a:extLst>
          </p:cNvPr>
          <p:cNvGrpSpPr>
            <a:grpSpLocks/>
          </p:cNvGrpSpPr>
          <p:nvPr/>
        </p:nvGrpSpPr>
        <p:grpSpPr bwMode="auto">
          <a:xfrm>
            <a:off x="1052623" y="4026447"/>
            <a:ext cx="7777162" cy="2052638"/>
            <a:chOff x="385" y="2682"/>
            <a:chExt cx="4899" cy="1293"/>
          </a:xfrm>
        </p:grpSpPr>
        <p:sp>
          <p:nvSpPr>
            <p:cNvPr id="115" name="Text Box 112">
              <a:extLst>
                <a:ext uri="{FF2B5EF4-FFF2-40B4-BE49-F238E27FC236}">
                  <a16:creationId xmlns:a16="http://schemas.microsoft.com/office/drawing/2014/main" id="{BE696968-64BE-5EFA-1199-EEC27AF73A72}"/>
                </a:ext>
              </a:extLst>
            </p:cNvPr>
            <p:cNvSpPr txBox="1">
              <a:spLocks noChangeArrowheads="1"/>
            </p:cNvSpPr>
            <p:nvPr/>
          </p:nvSpPr>
          <p:spPr bwMode="auto">
            <a:xfrm>
              <a:off x="2242" y="2921"/>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1</a:t>
              </a:r>
            </a:p>
          </p:txBody>
        </p:sp>
        <p:sp>
          <p:nvSpPr>
            <p:cNvPr id="116" name="Line 113">
              <a:extLst>
                <a:ext uri="{FF2B5EF4-FFF2-40B4-BE49-F238E27FC236}">
                  <a16:creationId xmlns:a16="http://schemas.microsoft.com/office/drawing/2014/main" id="{B7438185-98C3-F64E-567F-1A5EDDF8BFE3}"/>
                </a:ext>
              </a:extLst>
            </p:cNvPr>
            <p:cNvSpPr>
              <a:spLocks noChangeShapeType="1"/>
            </p:cNvSpPr>
            <p:nvPr/>
          </p:nvSpPr>
          <p:spPr bwMode="auto">
            <a:xfrm>
              <a:off x="826" y="3453"/>
              <a:ext cx="26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Text Box 114">
              <a:extLst>
                <a:ext uri="{FF2B5EF4-FFF2-40B4-BE49-F238E27FC236}">
                  <a16:creationId xmlns:a16="http://schemas.microsoft.com/office/drawing/2014/main" id="{52DEFA26-55D9-E271-4834-A3119395BB22}"/>
                </a:ext>
              </a:extLst>
            </p:cNvPr>
            <p:cNvSpPr txBox="1">
              <a:spLocks noChangeArrowheads="1"/>
            </p:cNvSpPr>
            <p:nvPr/>
          </p:nvSpPr>
          <p:spPr bwMode="auto">
            <a:xfrm>
              <a:off x="1101" y="3023"/>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T</a:t>
              </a:r>
            </a:p>
          </p:txBody>
        </p:sp>
        <p:sp>
          <p:nvSpPr>
            <p:cNvPr id="118" name="Text Box 115">
              <a:extLst>
                <a:ext uri="{FF2B5EF4-FFF2-40B4-BE49-F238E27FC236}">
                  <a16:creationId xmlns:a16="http://schemas.microsoft.com/office/drawing/2014/main" id="{6B460E17-F603-E677-A2C5-B8867F524EB4}"/>
                </a:ext>
              </a:extLst>
            </p:cNvPr>
            <p:cNvSpPr txBox="1">
              <a:spLocks noChangeArrowheads="1"/>
            </p:cNvSpPr>
            <p:nvPr/>
          </p:nvSpPr>
          <p:spPr bwMode="auto">
            <a:xfrm>
              <a:off x="1402" y="3023"/>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Q</a:t>
              </a:r>
            </a:p>
          </p:txBody>
        </p:sp>
        <p:sp>
          <p:nvSpPr>
            <p:cNvPr id="119" name="AutoShape 116">
              <a:extLst>
                <a:ext uri="{FF2B5EF4-FFF2-40B4-BE49-F238E27FC236}">
                  <a16:creationId xmlns:a16="http://schemas.microsoft.com/office/drawing/2014/main" id="{713B6ECF-EC7A-2FE1-096B-2994C0016DE4}"/>
                </a:ext>
              </a:extLst>
            </p:cNvPr>
            <p:cNvSpPr>
              <a:spLocks noChangeArrowheads="1"/>
            </p:cNvSpPr>
            <p:nvPr/>
          </p:nvSpPr>
          <p:spPr bwMode="auto">
            <a:xfrm rot="5400000">
              <a:off x="1088" y="3400"/>
              <a:ext cx="136" cy="110"/>
            </a:xfrm>
            <a:prstGeom prst="flowChartExtra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20" name="Line 117">
              <a:extLst>
                <a:ext uri="{FF2B5EF4-FFF2-40B4-BE49-F238E27FC236}">
                  <a16:creationId xmlns:a16="http://schemas.microsoft.com/office/drawing/2014/main" id="{48ADDEFA-9273-446D-960E-5CD7814AFD21}"/>
                </a:ext>
              </a:extLst>
            </p:cNvPr>
            <p:cNvSpPr>
              <a:spLocks noChangeShapeType="1"/>
            </p:cNvSpPr>
            <p:nvPr/>
          </p:nvSpPr>
          <p:spPr bwMode="auto">
            <a:xfrm>
              <a:off x="1626" y="3144"/>
              <a:ext cx="379"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121" name="Text Box 118">
              <a:extLst>
                <a:ext uri="{FF2B5EF4-FFF2-40B4-BE49-F238E27FC236}">
                  <a16:creationId xmlns:a16="http://schemas.microsoft.com/office/drawing/2014/main" id="{1F9623DD-F715-30EC-AD08-83E80E4F70FB}"/>
                </a:ext>
              </a:extLst>
            </p:cNvPr>
            <p:cNvSpPr txBox="1">
              <a:spLocks noChangeArrowheads="1"/>
            </p:cNvSpPr>
            <p:nvPr/>
          </p:nvSpPr>
          <p:spPr bwMode="auto">
            <a:xfrm>
              <a:off x="385" y="3318"/>
              <a:ext cx="4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CLK</a:t>
              </a:r>
            </a:p>
          </p:txBody>
        </p:sp>
        <p:sp>
          <p:nvSpPr>
            <p:cNvPr id="122" name="Text Box 119">
              <a:extLst>
                <a:ext uri="{FF2B5EF4-FFF2-40B4-BE49-F238E27FC236}">
                  <a16:creationId xmlns:a16="http://schemas.microsoft.com/office/drawing/2014/main" id="{168FBC7E-1F97-09D6-024E-BDD66E7880FC}"/>
                </a:ext>
              </a:extLst>
            </p:cNvPr>
            <p:cNvSpPr txBox="1">
              <a:spLocks noChangeArrowheads="1"/>
            </p:cNvSpPr>
            <p:nvPr/>
          </p:nvSpPr>
          <p:spPr bwMode="auto">
            <a:xfrm>
              <a:off x="1250" y="3318"/>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FF</a:t>
              </a:r>
              <a:r>
                <a:rPr kumimoji="1" lang="en-US" altLang="zh-CN" sz="1600">
                  <a:ea typeface="楷体_GB2312" pitchFamily="49" charset="-122"/>
                </a:rPr>
                <a:t>0</a:t>
              </a:r>
            </a:p>
          </p:txBody>
        </p:sp>
        <p:sp>
          <p:nvSpPr>
            <p:cNvPr id="123" name="Line 120">
              <a:extLst>
                <a:ext uri="{FF2B5EF4-FFF2-40B4-BE49-F238E27FC236}">
                  <a16:creationId xmlns:a16="http://schemas.microsoft.com/office/drawing/2014/main" id="{BDC44E2B-63AD-939B-8267-78DEBFF5355F}"/>
                </a:ext>
              </a:extLst>
            </p:cNvPr>
            <p:cNvSpPr>
              <a:spLocks noChangeShapeType="1"/>
            </p:cNvSpPr>
            <p:nvPr/>
          </p:nvSpPr>
          <p:spPr bwMode="auto">
            <a:xfrm>
              <a:off x="2005" y="3453"/>
              <a:ext cx="401"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4" name="Text Box 121">
              <a:extLst>
                <a:ext uri="{FF2B5EF4-FFF2-40B4-BE49-F238E27FC236}">
                  <a16:creationId xmlns:a16="http://schemas.microsoft.com/office/drawing/2014/main" id="{65DE448B-8729-F4CB-4540-CBAABCA9FA89}"/>
                </a:ext>
              </a:extLst>
            </p:cNvPr>
            <p:cNvSpPr txBox="1">
              <a:spLocks noChangeArrowheads="1"/>
            </p:cNvSpPr>
            <p:nvPr/>
          </p:nvSpPr>
          <p:spPr bwMode="auto">
            <a:xfrm>
              <a:off x="2416" y="3023"/>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T</a:t>
              </a:r>
            </a:p>
          </p:txBody>
        </p:sp>
        <p:sp>
          <p:nvSpPr>
            <p:cNvPr id="125" name="Text Box 122">
              <a:extLst>
                <a:ext uri="{FF2B5EF4-FFF2-40B4-BE49-F238E27FC236}">
                  <a16:creationId xmlns:a16="http://schemas.microsoft.com/office/drawing/2014/main" id="{58E22016-9F8E-E49F-9163-C3098432AD4C}"/>
                </a:ext>
              </a:extLst>
            </p:cNvPr>
            <p:cNvSpPr txBox="1">
              <a:spLocks noChangeArrowheads="1"/>
            </p:cNvSpPr>
            <p:nvPr/>
          </p:nvSpPr>
          <p:spPr bwMode="auto">
            <a:xfrm>
              <a:off x="2717" y="3023"/>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Q</a:t>
              </a:r>
            </a:p>
          </p:txBody>
        </p:sp>
        <p:sp>
          <p:nvSpPr>
            <p:cNvPr id="126" name="AutoShape 123">
              <a:extLst>
                <a:ext uri="{FF2B5EF4-FFF2-40B4-BE49-F238E27FC236}">
                  <a16:creationId xmlns:a16="http://schemas.microsoft.com/office/drawing/2014/main" id="{9A7FF454-4B6D-8C29-59EE-5B34C247CE63}"/>
                </a:ext>
              </a:extLst>
            </p:cNvPr>
            <p:cNvSpPr>
              <a:spLocks noChangeArrowheads="1"/>
            </p:cNvSpPr>
            <p:nvPr/>
          </p:nvSpPr>
          <p:spPr bwMode="auto">
            <a:xfrm rot="5400000">
              <a:off x="2403" y="3400"/>
              <a:ext cx="136" cy="110"/>
            </a:xfrm>
            <a:prstGeom prst="flowChartExtra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27" name="Text Box 124">
              <a:extLst>
                <a:ext uri="{FF2B5EF4-FFF2-40B4-BE49-F238E27FC236}">
                  <a16:creationId xmlns:a16="http://schemas.microsoft.com/office/drawing/2014/main" id="{3B7A5B15-0CF7-4682-F8EC-5CB9E0D9AC7B}"/>
                </a:ext>
              </a:extLst>
            </p:cNvPr>
            <p:cNvSpPr txBox="1">
              <a:spLocks noChangeArrowheads="1"/>
            </p:cNvSpPr>
            <p:nvPr/>
          </p:nvSpPr>
          <p:spPr bwMode="auto">
            <a:xfrm>
              <a:off x="2565" y="3318"/>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FF</a:t>
              </a:r>
              <a:r>
                <a:rPr kumimoji="1" lang="en-US" altLang="zh-CN" sz="1600">
                  <a:ea typeface="楷体_GB2312" pitchFamily="49" charset="-122"/>
                </a:rPr>
                <a:t>1</a:t>
              </a:r>
            </a:p>
          </p:txBody>
        </p:sp>
        <p:sp>
          <p:nvSpPr>
            <p:cNvPr id="128" name="Line 125">
              <a:extLst>
                <a:ext uri="{FF2B5EF4-FFF2-40B4-BE49-F238E27FC236}">
                  <a16:creationId xmlns:a16="http://schemas.microsoft.com/office/drawing/2014/main" id="{89C0A762-87F6-575D-99D4-E2A6F051CD97}"/>
                </a:ext>
              </a:extLst>
            </p:cNvPr>
            <p:cNvSpPr>
              <a:spLocks noChangeShapeType="1"/>
            </p:cNvSpPr>
            <p:nvPr/>
          </p:nvSpPr>
          <p:spPr bwMode="auto">
            <a:xfrm>
              <a:off x="2005" y="2796"/>
              <a:ext cx="0" cy="108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 name="Line 126">
              <a:extLst>
                <a:ext uri="{FF2B5EF4-FFF2-40B4-BE49-F238E27FC236}">
                  <a16:creationId xmlns:a16="http://schemas.microsoft.com/office/drawing/2014/main" id="{0987E0C6-6386-86C2-8BF8-1F54D698E64D}"/>
                </a:ext>
              </a:extLst>
            </p:cNvPr>
            <p:cNvSpPr>
              <a:spLocks noChangeShapeType="1"/>
            </p:cNvSpPr>
            <p:nvPr/>
          </p:nvSpPr>
          <p:spPr bwMode="auto">
            <a:xfrm>
              <a:off x="2935" y="3144"/>
              <a:ext cx="379"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grpSp>
          <p:nvGrpSpPr>
            <p:cNvPr id="130" name="Group 127">
              <a:extLst>
                <a:ext uri="{FF2B5EF4-FFF2-40B4-BE49-F238E27FC236}">
                  <a16:creationId xmlns:a16="http://schemas.microsoft.com/office/drawing/2014/main" id="{2FC1E7BD-7415-C06E-7D21-FD42BFA85239}"/>
                </a:ext>
              </a:extLst>
            </p:cNvPr>
            <p:cNvGrpSpPr>
              <a:grpSpLocks/>
            </p:cNvGrpSpPr>
            <p:nvPr/>
          </p:nvGrpSpPr>
          <p:grpSpPr bwMode="auto">
            <a:xfrm>
              <a:off x="1098" y="2977"/>
              <a:ext cx="3152" cy="658"/>
              <a:chOff x="1202" y="1118"/>
              <a:chExt cx="3152" cy="726"/>
            </a:xfrm>
          </p:grpSpPr>
          <p:sp>
            <p:nvSpPr>
              <p:cNvPr id="157" name="Rectangle 128">
                <a:extLst>
                  <a:ext uri="{FF2B5EF4-FFF2-40B4-BE49-F238E27FC236}">
                    <a16:creationId xmlns:a16="http://schemas.microsoft.com/office/drawing/2014/main" id="{F6DE0930-B9E2-9B7C-EB99-C2F5B91CA8C7}"/>
                  </a:ext>
                </a:extLst>
              </p:cNvPr>
              <p:cNvSpPr>
                <a:spLocks noChangeArrowheads="1"/>
              </p:cNvSpPr>
              <p:nvPr/>
            </p:nvSpPr>
            <p:spPr bwMode="auto">
              <a:xfrm>
                <a:off x="1202" y="1118"/>
                <a:ext cx="528" cy="72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58" name="Rectangle 129">
                <a:extLst>
                  <a:ext uri="{FF2B5EF4-FFF2-40B4-BE49-F238E27FC236}">
                    <a16:creationId xmlns:a16="http://schemas.microsoft.com/office/drawing/2014/main" id="{4AE19F67-9F77-0FC7-ACBB-9973929F2A6B}"/>
                  </a:ext>
                </a:extLst>
              </p:cNvPr>
              <p:cNvSpPr>
                <a:spLocks noChangeArrowheads="1"/>
              </p:cNvSpPr>
              <p:nvPr/>
            </p:nvSpPr>
            <p:spPr bwMode="auto">
              <a:xfrm>
                <a:off x="2517" y="1118"/>
                <a:ext cx="528" cy="72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59" name="Rectangle 130">
                <a:extLst>
                  <a:ext uri="{FF2B5EF4-FFF2-40B4-BE49-F238E27FC236}">
                    <a16:creationId xmlns:a16="http://schemas.microsoft.com/office/drawing/2014/main" id="{3EEE6D5A-17B2-7956-75AC-B84E44468FFD}"/>
                  </a:ext>
                </a:extLst>
              </p:cNvPr>
              <p:cNvSpPr>
                <a:spLocks noChangeArrowheads="1"/>
              </p:cNvSpPr>
              <p:nvPr/>
            </p:nvSpPr>
            <p:spPr bwMode="auto">
              <a:xfrm>
                <a:off x="3826" y="1118"/>
                <a:ext cx="528" cy="72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sp>
          <p:nvSpPr>
            <p:cNvPr id="131" name="Line 131">
              <a:extLst>
                <a:ext uri="{FF2B5EF4-FFF2-40B4-BE49-F238E27FC236}">
                  <a16:creationId xmlns:a16="http://schemas.microsoft.com/office/drawing/2014/main" id="{B57B4F7B-00C4-B0CC-E88C-8BDEF56995D9}"/>
                </a:ext>
              </a:extLst>
            </p:cNvPr>
            <p:cNvSpPr>
              <a:spLocks noChangeShapeType="1"/>
            </p:cNvSpPr>
            <p:nvPr/>
          </p:nvSpPr>
          <p:spPr bwMode="auto">
            <a:xfrm>
              <a:off x="3314" y="3453"/>
              <a:ext cx="401"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32" name="Text Box 132">
              <a:extLst>
                <a:ext uri="{FF2B5EF4-FFF2-40B4-BE49-F238E27FC236}">
                  <a16:creationId xmlns:a16="http://schemas.microsoft.com/office/drawing/2014/main" id="{578EAC31-8F4C-8797-3EF6-2FEC9A8EC3B1}"/>
                </a:ext>
              </a:extLst>
            </p:cNvPr>
            <p:cNvSpPr txBox="1">
              <a:spLocks noChangeArrowheads="1"/>
            </p:cNvSpPr>
            <p:nvPr/>
          </p:nvSpPr>
          <p:spPr bwMode="auto">
            <a:xfrm>
              <a:off x="3725" y="3023"/>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T</a:t>
              </a:r>
            </a:p>
          </p:txBody>
        </p:sp>
        <p:sp>
          <p:nvSpPr>
            <p:cNvPr id="133" name="Text Box 133">
              <a:extLst>
                <a:ext uri="{FF2B5EF4-FFF2-40B4-BE49-F238E27FC236}">
                  <a16:creationId xmlns:a16="http://schemas.microsoft.com/office/drawing/2014/main" id="{8FE93F63-D91A-151E-28FF-10F12AC1D4AE}"/>
                </a:ext>
              </a:extLst>
            </p:cNvPr>
            <p:cNvSpPr txBox="1">
              <a:spLocks noChangeArrowheads="1"/>
            </p:cNvSpPr>
            <p:nvPr/>
          </p:nvSpPr>
          <p:spPr bwMode="auto">
            <a:xfrm>
              <a:off x="4026" y="3023"/>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Q</a:t>
              </a:r>
            </a:p>
          </p:txBody>
        </p:sp>
        <p:sp>
          <p:nvSpPr>
            <p:cNvPr id="134" name="AutoShape 134">
              <a:extLst>
                <a:ext uri="{FF2B5EF4-FFF2-40B4-BE49-F238E27FC236}">
                  <a16:creationId xmlns:a16="http://schemas.microsoft.com/office/drawing/2014/main" id="{4C4F2FB2-9EA9-C327-E043-C7C529663989}"/>
                </a:ext>
              </a:extLst>
            </p:cNvPr>
            <p:cNvSpPr>
              <a:spLocks noChangeArrowheads="1"/>
            </p:cNvSpPr>
            <p:nvPr/>
          </p:nvSpPr>
          <p:spPr bwMode="auto">
            <a:xfrm rot="5400000">
              <a:off x="3712" y="3400"/>
              <a:ext cx="136" cy="110"/>
            </a:xfrm>
            <a:prstGeom prst="flowChartExtra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35" name="Text Box 135">
              <a:extLst>
                <a:ext uri="{FF2B5EF4-FFF2-40B4-BE49-F238E27FC236}">
                  <a16:creationId xmlns:a16="http://schemas.microsoft.com/office/drawing/2014/main" id="{EC4324BC-05DF-58D7-36D4-A221C993A616}"/>
                </a:ext>
              </a:extLst>
            </p:cNvPr>
            <p:cNvSpPr txBox="1">
              <a:spLocks noChangeArrowheads="1"/>
            </p:cNvSpPr>
            <p:nvPr/>
          </p:nvSpPr>
          <p:spPr bwMode="auto">
            <a:xfrm>
              <a:off x="3874" y="3318"/>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FF</a:t>
              </a:r>
              <a:r>
                <a:rPr kumimoji="1" lang="en-US" altLang="zh-CN" sz="1600">
                  <a:ea typeface="楷体_GB2312" pitchFamily="49" charset="-122"/>
                </a:rPr>
                <a:t>2</a:t>
              </a:r>
            </a:p>
          </p:txBody>
        </p:sp>
        <p:sp>
          <p:nvSpPr>
            <p:cNvPr id="136" name="Line 136">
              <a:extLst>
                <a:ext uri="{FF2B5EF4-FFF2-40B4-BE49-F238E27FC236}">
                  <a16:creationId xmlns:a16="http://schemas.microsoft.com/office/drawing/2014/main" id="{763D8825-A4EB-05C6-E74D-219A562A92F2}"/>
                </a:ext>
              </a:extLst>
            </p:cNvPr>
            <p:cNvSpPr>
              <a:spLocks noChangeShapeType="1"/>
            </p:cNvSpPr>
            <p:nvPr/>
          </p:nvSpPr>
          <p:spPr bwMode="auto">
            <a:xfrm>
              <a:off x="3314" y="2796"/>
              <a:ext cx="0" cy="9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 name="Line 137">
              <a:extLst>
                <a:ext uri="{FF2B5EF4-FFF2-40B4-BE49-F238E27FC236}">
                  <a16:creationId xmlns:a16="http://schemas.microsoft.com/office/drawing/2014/main" id="{C677EC1E-0134-B9A2-9164-7E2BE9FE4B72}"/>
                </a:ext>
              </a:extLst>
            </p:cNvPr>
            <p:cNvSpPr>
              <a:spLocks noChangeShapeType="1"/>
            </p:cNvSpPr>
            <p:nvPr/>
          </p:nvSpPr>
          <p:spPr bwMode="auto">
            <a:xfrm>
              <a:off x="4257" y="3159"/>
              <a:ext cx="311" cy="0"/>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38" name="Line 138">
              <a:extLst>
                <a:ext uri="{FF2B5EF4-FFF2-40B4-BE49-F238E27FC236}">
                  <a16:creationId xmlns:a16="http://schemas.microsoft.com/office/drawing/2014/main" id="{25845294-33E5-DE2F-0753-3E015355D357}"/>
                </a:ext>
              </a:extLst>
            </p:cNvPr>
            <p:cNvSpPr>
              <a:spLocks noChangeShapeType="1"/>
            </p:cNvSpPr>
            <p:nvPr/>
          </p:nvSpPr>
          <p:spPr bwMode="auto">
            <a:xfrm>
              <a:off x="4568" y="2818"/>
              <a:ext cx="0" cy="341"/>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139" name="Text Box 139">
              <a:extLst>
                <a:ext uri="{FF2B5EF4-FFF2-40B4-BE49-F238E27FC236}">
                  <a16:creationId xmlns:a16="http://schemas.microsoft.com/office/drawing/2014/main" id="{C61BA34D-A5A8-FDB3-8B1D-15DBCCF8F66F}"/>
                </a:ext>
              </a:extLst>
            </p:cNvPr>
            <p:cNvSpPr txBox="1">
              <a:spLocks noChangeArrowheads="1"/>
            </p:cNvSpPr>
            <p:nvPr/>
          </p:nvSpPr>
          <p:spPr bwMode="auto">
            <a:xfrm>
              <a:off x="1687" y="2682"/>
              <a:ext cx="3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Q</a:t>
              </a:r>
              <a:r>
                <a:rPr kumimoji="1" lang="en-US" altLang="zh-CN" sz="1600">
                  <a:ea typeface="楷体_GB2312" pitchFamily="49" charset="-122"/>
                </a:rPr>
                <a:t>0</a:t>
              </a:r>
            </a:p>
          </p:txBody>
        </p:sp>
        <p:sp>
          <p:nvSpPr>
            <p:cNvPr id="140" name="Text Box 140">
              <a:extLst>
                <a:ext uri="{FF2B5EF4-FFF2-40B4-BE49-F238E27FC236}">
                  <a16:creationId xmlns:a16="http://schemas.microsoft.com/office/drawing/2014/main" id="{7506949D-9B99-6B9D-C2A5-F4FBD41E2C51}"/>
                </a:ext>
              </a:extLst>
            </p:cNvPr>
            <p:cNvSpPr txBox="1">
              <a:spLocks noChangeArrowheads="1"/>
            </p:cNvSpPr>
            <p:nvPr/>
          </p:nvSpPr>
          <p:spPr bwMode="auto">
            <a:xfrm>
              <a:off x="2993" y="2682"/>
              <a:ext cx="3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Q</a:t>
              </a:r>
              <a:r>
                <a:rPr kumimoji="1" lang="en-US" altLang="zh-CN" sz="1600">
                  <a:ea typeface="楷体_GB2312" pitchFamily="49" charset="-122"/>
                </a:rPr>
                <a:t>1</a:t>
              </a:r>
            </a:p>
          </p:txBody>
        </p:sp>
        <p:sp>
          <p:nvSpPr>
            <p:cNvPr id="141" name="Text Box 141">
              <a:extLst>
                <a:ext uri="{FF2B5EF4-FFF2-40B4-BE49-F238E27FC236}">
                  <a16:creationId xmlns:a16="http://schemas.microsoft.com/office/drawing/2014/main" id="{B61593EA-AE01-99D9-41E7-D21BFB2D0AFE}"/>
                </a:ext>
              </a:extLst>
            </p:cNvPr>
            <p:cNvSpPr txBox="1">
              <a:spLocks noChangeArrowheads="1"/>
            </p:cNvSpPr>
            <p:nvPr/>
          </p:nvSpPr>
          <p:spPr bwMode="auto">
            <a:xfrm>
              <a:off x="4250" y="2682"/>
              <a:ext cx="3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Q</a:t>
              </a:r>
              <a:r>
                <a:rPr kumimoji="1" lang="en-US" altLang="zh-CN" sz="1600">
                  <a:ea typeface="楷体_GB2312" pitchFamily="49" charset="-122"/>
                </a:rPr>
                <a:t>2</a:t>
              </a:r>
            </a:p>
          </p:txBody>
        </p:sp>
        <p:sp>
          <p:nvSpPr>
            <p:cNvPr id="142" name="Oval 142">
              <a:extLst>
                <a:ext uri="{FF2B5EF4-FFF2-40B4-BE49-F238E27FC236}">
                  <a16:creationId xmlns:a16="http://schemas.microsoft.com/office/drawing/2014/main" id="{D89B1915-6117-51A7-8A63-DFE9653FA2C3}"/>
                </a:ext>
              </a:extLst>
            </p:cNvPr>
            <p:cNvSpPr>
              <a:spLocks noChangeArrowheads="1"/>
            </p:cNvSpPr>
            <p:nvPr/>
          </p:nvSpPr>
          <p:spPr bwMode="auto">
            <a:xfrm>
              <a:off x="3638" y="3409"/>
              <a:ext cx="82" cy="8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43" name="Oval 143">
              <a:extLst>
                <a:ext uri="{FF2B5EF4-FFF2-40B4-BE49-F238E27FC236}">
                  <a16:creationId xmlns:a16="http://schemas.microsoft.com/office/drawing/2014/main" id="{1C18E87F-1311-D7E1-84D1-77B54029C8A0}"/>
                </a:ext>
              </a:extLst>
            </p:cNvPr>
            <p:cNvSpPr>
              <a:spLocks noChangeArrowheads="1"/>
            </p:cNvSpPr>
            <p:nvPr/>
          </p:nvSpPr>
          <p:spPr bwMode="auto">
            <a:xfrm>
              <a:off x="2332" y="3409"/>
              <a:ext cx="82" cy="8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44" name="Oval 144">
              <a:extLst>
                <a:ext uri="{FF2B5EF4-FFF2-40B4-BE49-F238E27FC236}">
                  <a16:creationId xmlns:a16="http://schemas.microsoft.com/office/drawing/2014/main" id="{478F0FC0-08F5-2A80-2CDE-628C7C04D3D9}"/>
                </a:ext>
              </a:extLst>
            </p:cNvPr>
            <p:cNvSpPr>
              <a:spLocks noChangeArrowheads="1"/>
            </p:cNvSpPr>
            <p:nvPr/>
          </p:nvSpPr>
          <p:spPr bwMode="auto">
            <a:xfrm>
              <a:off x="1016" y="3409"/>
              <a:ext cx="82" cy="8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45" name="AutoShape 145">
              <a:extLst>
                <a:ext uri="{FF2B5EF4-FFF2-40B4-BE49-F238E27FC236}">
                  <a16:creationId xmlns:a16="http://schemas.microsoft.com/office/drawing/2014/main" id="{7DADAC70-B06A-4EFB-068A-9A9953382094}"/>
                </a:ext>
              </a:extLst>
            </p:cNvPr>
            <p:cNvSpPr>
              <a:spLocks noChangeArrowheads="1"/>
            </p:cNvSpPr>
            <p:nvPr/>
          </p:nvSpPr>
          <p:spPr bwMode="auto">
            <a:xfrm>
              <a:off x="4742" y="3567"/>
              <a:ext cx="317" cy="408"/>
            </a:xfrm>
            <a:prstGeom prst="flowChartDelay">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46" name="Line 146">
              <a:extLst>
                <a:ext uri="{FF2B5EF4-FFF2-40B4-BE49-F238E27FC236}">
                  <a16:creationId xmlns:a16="http://schemas.microsoft.com/office/drawing/2014/main" id="{758C82BB-FC31-D11F-6EB6-D81ADEF1595D}"/>
                </a:ext>
              </a:extLst>
            </p:cNvPr>
            <p:cNvSpPr>
              <a:spLocks noChangeShapeType="1"/>
            </p:cNvSpPr>
            <p:nvPr/>
          </p:nvSpPr>
          <p:spPr bwMode="auto">
            <a:xfrm>
              <a:off x="5060" y="3771"/>
              <a:ext cx="22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7" name="Text Box 147">
              <a:extLst>
                <a:ext uri="{FF2B5EF4-FFF2-40B4-BE49-F238E27FC236}">
                  <a16:creationId xmlns:a16="http://schemas.microsoft.com/office/drawing/2014/main" id="{0C122962-C099-B43B-738C-89B464773941}"/>
                </a:ext>
              </a:extLst>
            </p:cNvPr>
            <p:cNvSpPr txBox="1">
              <a:spLocks noChangeArrowheads="1"/>
            </p:cNvSpPr>
            <p:nvPr/>
          </p:nvSpPr>
          <p:spPr bwMode="auto">
            <a:xfrm>
              <a:off x="5168" y="3533"/>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C</a:t>
              </a:r>
            </a:p>
          </p:txBody>
        </p:sp>
        <p:sp>
          <p:nvSpPr>
            <p:cNvPr id="148" name="Line 148">
              <a:extLst>
                <a:ext uri="{FF2B5EF4-FFF2-40B4-BE49-F238E27FC236}">
                  <a16:creationId xmlns:a16="http://schemas.microsoft.com/office/drawing/2014/main" id="{7EE6BFE1-6028-F9C3-A99F-A5B8427F0E0E}"/>
                </a:ext>
              </a:extLst>
            </p:cNvPr>
            <p:cNvSpPr>
              <a:spLocks noChangeShapeType="1"/>
            </p:cNvSpPr>
            <p:nvPr/>
          </p:nvSpPr>
          <p:spPr bwMode="auto">
            <a:xfrm>
              <a:off x="3321" y="3771"/>
              <a:ext cx="14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9" name="Line 149">
              <a:extLst>
                <a:ext uri="{FF2B5EF4-FFF2-40B4-BE49-F238E27FC236}">
                  <a16:creationId xmlns:a16="http://schemas.microsoft.com/office/drawing/2014/main" id="{426F6877-0774-3350-7D24-BD32FC6DF560}"/>
                </a:ext>
              </a:extLst>
            </p:cNvPr>
            <p:cNvSpPr>
              <a:spLocks noChangeShapeType="1"/>
            </p:cNvSpPr>
            <p:nvPr/>
          </p:nvSpPr>
          <p:spPr bwMode="auto">
            <a:xfrm>
              <a:off x="2005" y="3884"/>
              <a:ext cx="27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 name="Line 150">
              <a:extLst>
                <a:ext uri="{FF2B5EF4-FFF2-40B4-BE49-F238E27FC236}">
                  <a16:creationId xmlns:a16="http://schemas.microsoft.com/office/drawing/2014/main" id="{3C6D0AB3-AEC6-151C-19E5-F66F165DAFED}"/>
                </a:ext>
              </a:extLst>
            </p:cNvPr>
            <p:cNvSpPr>
              <a:spLocks noChangeShapeType="1"/>
            </p:cNvSpPr>
            <p:nvPr/>
          </p:nvSpPr>
          <p:spPr bwMode="auto">
            <a:xfrm>
              <a:off x="4568" y="3658"/>
              <a:ext cx="18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 name="Line 151">
              <a:extLst>
                <a:ext uri="{FF2B5EF4-FFF2-40B4-BE49-F238E27FC236}">
                  <a16:creationId xmlns:a16="http://schemas.microsoft.com/office/drawing/2014/main" id="{4D481EF8-3BF1-6916-F606-459BB42934C4}"/>
                </a:ext>
              </a:extLst>
            </p:cNvPr>
            <p:cNvSpPr>
              <a:spLocks noChangeShapeType="1"/>
            </p:cNvSpPr>
            <p:nvPr/>
          </p:nvSpPr>
          <p:spPr bwMode="auto">
            <a:xfrm>
              <a:off x="4568" y="3159"/>
              <a:ext cx="0" cy="49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 name="Line 152">
              <a:extLst>
                <a:ext uri="{FF2B5EF4-FFF2-40B4-BE49-F238E27FC236}">
                  <a16:creationId xmlns:a16="http://schemas.microsoft.com/office/drawing/2014/main" id="{BAE13098-A412-BA22-A030-5C9E7359AB8F}"/>
                </a:ext>
              </a:extLst>
            </p:cNvPr>
            <p:cNvSpPr>
              <a:spLocks noChangeShapeType="1"/>
            </p:cNvSpPr>
            <p:nvPr/>
          </p:nvSpPr>
          <p:spPr bwMode="auto">
            <a:xfrm>
              <a:off x="2232" y="3135"/>
              <a:ext cx="1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 name="Text Box 153">
              <a:extLst>
                <a:ext uri="{FF2B5EF4-FFF2-40B4-BE49-F238E27FC236}">
                  <a16:creationId xmlns:a16="http://schemas.microsoft.com/office/drawing/2014/main" id="{8F64FF96-E165-924C-4939-78B5D2DA25E2}"/>
                </a:ext>
              </a:extLst>
            </p:cNvPr>
            <p:cNvSpPr txBox="1">
              <a:spLocks noChangeArrowheads="1"/>
            </p:cNvSpPr>
            <p:nvPr/>
          </p:nvSpPr>
          <p:spPr bwMode="auto">
            <a:xfrm>
              <a:off x="3557" y="2921"/>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1</a:t>
              </a:r>
            </a:p>
          </p:txBody>
        </p:sp>
        <p:sp>
          <p:nvSpPr>
            <p:cNvPr id="154" name="Line 154">
              <a:extLst>
                <a:ext uri="{FF2B5EF4-FFF2-40B4-BE49-F238E27FC236}">
                  <a16:creationId xmlns:a16="http://schemas.microsoft.com/office/drawing/2014/main" id="{5D938C5C-1CD4-6847-8502-DF440855E206}"/>
                </a:ext>
              </a:extLst>
            </p:cNvPr>
            <p:cNvSpPr>
              <a:spLocks noChangeShapeType="1"/>
            </p:cNvSpPr>
            <p:nvPr/>
          </p:nvSpPr>
          <p:spPr bwMode="auto">
            <a:xfrm>
              <a:off x="3547" y="3135"/>
              <a:ext cx="1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 name="Text Box 155">
              <a:extLst>
                <a:ext uri="{FF2B5EF4-FFF2-40B4-BE49-F238E27FC236}">
                  <a16:creationId xmlns:a16="http://schemas.microsoft.com/office/drawing/2014/main" id="{9D5C93C4-49B0-38C6-F31C-9543250B0B64}"/>
                </a:ext>
              </a:extLst>
            </p:cNvPr>
            <p:cNvSpPr txBox="1">
              <a:spLocks noChangeArrowheads="1"/>
            </p:cNvSpPr>
            <p:nvPr/>
          </p:nvSpPr>
          <p:spPr bwMode="auto">
            <a:xfrm>
              <a:off x="916" y="2921"/>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1</a:t>
              </a:r>
            </a:p>
          </p:txBody>
        </p:sp>
        <p:sp>
          <p:nvSpPr>
            <p:cNvPr id="156" name="Line 156">
              <a:extLst>
                <a:ext uri="{FF2B5EF4-FFF2-40B4-BE49-F238E27FC236}">
                  <a16:creationId xmlns:a16="http://schemas.microsoft.com/office/drawing/2014/main" id="{91791D84-67D4-D84D-61D8-0AA5BB81DA9D}"/>
                </a:ext>
              </a:extLst>
            </p:cNvPr>
            <p:cNvSpPr>
              <a:spLocks noChangeShapeType="1"/>
            </p:cNvSpPr>
            <p:nvPr/>
          </p:nvSpPr>
          <p:spPr bwMode="auto">
            <a:xfrm>
              <a:off x="906" y="3135"/>
              <a:ext cx="1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mc:AlternateContent xmlns:mc="http://schemas.openxmlformats.org/markup-compatibility/2006" xmlns:p14="http://schemas.microsoft.com/office/powerpoint/2010/main">
        <mc:Choice Requires="p14">
          <p:contentPart p14:bwMode="auto" r:id="rId3">
            <p14:nvContentPartPr>
              <p14:cNvPr id="3" name="墨迹 2">
                <a:extLst>
                  <a:ext uri="{FF2B5EF4-FFF2-40B4-BE49-F238E27FC236}">
                    <a16:creationId xmlns:a16="http://schemas.microsoft.com/office/drawing/2014/main" id="{B497B3FA-DCFE-575C-DD76-6E7760F5A2C8}"/>
                  </a:ext>
                </a:extLst>
              </p14:cNvPr>
              <p14:cNvContentPartPr/>
              <p14:nvPr/>
            </p14:nvContentPartPr>
            <p14:xfrm>
              <a:off x="727200" y="2197440"/>
              <a:ext cx="7422840" cy="3779280"/>
            </p14:xfrm>
          </p:contentPart>
        </mc:Choice>
        <mc:Fallback xmlns="">
          <p:pic>
            <p:nvPicPr>
              <p:cNvPr id="3" name="墨迹 2">
                <a:extLst>
                  <a:ext uri="{FF2B5EF4-FFF2-40B4-BE49-F238E27FC236}">
                    <a16:creationId xmlns:a16="http://schemas.microsoft.com/office/drawing/2014/main" id="{B497B3FA-DCFE-575C-DD76-6E7760F5A2C8}"/>
                  </a:ext>
                </a:extLst>
              </p:cNvPr>
              <p:cNvPicPr/>
              <p:nvPr/>
            </p:nvPicPr>
            <p:blipFill>
              <a:blip r:embed="rId4"/>
              <a:stretch>
                <a:fillRect/>
              </a:stretch>
            </p:blipFill>
            <p:spPr>
              <a:xfrm>
                <a:off x="717840" y="2188080"/>
                <a:ext cx="7441560" cy="3798000"/>
              </a:xfrm>
              <a:prstGeom prst="rect">
                <a:avLst/>
              </a:prstGeom>
            </p:spPr>
          </p:pic>
        </mc:Fallback>
      </mc:AlternateContent>
    </p:spTree>
    <p:extLst>
      <p:ext uri="{BB962C8B-B14F-4D97-AF65-F5344CB8AC3E}">
        <p14:creationId xmlns:p14="http://schemas.microsoft.com/office/powerpoint/2010/main" val="4252209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28DE1F-F6C7-9C8D-05D6-9E578D6EE101}"/>
              </a:ext>
            </a:extLst>
          </p:cNvPr>
          <p:cNvSpPr>
            <a:spLocks noGrp="1"/>
          </p:cNvSpPr>
          <p:nvPr>
            <p:ph type="title"/>
          </p:nvPr>
        </p:nvSpPr>
        <p:spPr/>
        <p:txBody>
          <a:bodyPr>
            <a:normAutofit fontScale="90000"/>
          </a:bodyPr>
          <a:lstStyle/>
          <a:p>
            <a:r>
              <a:rPr kumimoji="1" lang="zh-CN" altLang="en-US" dirty="0"/>
              <a:t>异步二进制递增计数器</a:t>
            </a:r>
            <a:r>
              <a:rPr kumimoji="1" lang="en-US" altLang="zh-CN" dirty="0"/>
              <a:t>(</a:t>
            </a:r>
            <a:r>
              <a:rPr kumimoji="1" lang="zh-CN" altLang="en-US" dirty="0"/>
              <a:t>续</a:t>
            </a:r>
            <a:r>
              <a:rPr kumimoji="1" lang="en-US" altLang="zh-CN" dirty="0"/>
              <a:t>2)</a:t>
            </a:r>
            <a:endParaRPr kumimoji="1" lang="zh-CN" altLang="en-US" dirty="0"/>
          </a:p>
        </p:txBody>
      </p:sp>
      <p:sp>
        <p:nvSpPr>
          <p:cNvPr id="3" name="内容占位符 2">
            <a:extLst>
              <a:ext uri="{FF2B5EF4-FFF2-40B4-BE49-F238E27FC236}">
                <a16:creationId xmlns:a16="http://schemas.microsoft.com/office/drawing/2014/main" id="{6B7F6654-BC8D-BE12-2199-311C7E59B623}"/>
              </a:ext>
            </a:extLst>
          </p:cNvPr>
          <p:cNvSpPr>
            <a:spLocks noGrp="1"/>
          </p:cNvSpPr>
          <p:nvPr>
            <p:ph idx="1"/>
          </p:nvPr>
        </p:nvSpPr>
        <p:spPr/>
        <p:txBody>
          <a:bodyPr/>
          <a:lstStyle/>
          <a:p>
            <a:r>
              <a:rPr kumimoji="1" lang="zh-CN" altLang="en-US" dirty="0"/>
              <a:t>优点：电路简单，易于扩展</a:t>
            </a:r>
          </a:p>
          <a:p>
            <a:r>
              <a:rPr kumimoji="1" lang="zh-CN" altLang="en-US" dirty="0"/>
              <a:t>缺点：</a:t>
            </a:r>
            <a:endParaRPr kumimoji="1" lang="en-US" altLang="zh-CN" dirty="0"/>
          </a:p>
          <a:p>
            <a:endParaRPr kumimoji="1" lang="zh-CN" altLang="en-US" dirty="0"/>
          </a:p>
        </p:txBody>
      </p:sp>
      <p:sp>
        <p:nvSpPr>
          <p:cNvPr id="4" name="页脚占位符 3">
            <a:extLst>
              <a:ext uri="{FF2B5EF4-FFF2-40B4-BE49-F238E27FC236}">
                <a16:creationId xmlns:a16="http://schemas.microsoft.com/office/drawing/2014/main" id="{64654B36-B0BE-C6B4-C945-1A489F479A7A}"/>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C9798FD9-7E8B-05B6-3B01-0AEB1877189E}"/>
              </a:ext>
            </a:extLst>
          </p:cNvPr>
          <p:cNvSpPr>
            <a:spLocks noGrp="1"/>
          </p:cNvSpPr>
          <p:nvPr>
            <p:ph type="sldNum" sz="quarter" idx="12"/>
          </p:nvPr>
        </p:nvSpPr>
        <p:spPr/>
        <p:txBody>
          <a:bodyPr/>
          <a:lstStyle/>
          <a:p>
            <a:fld id="{9E260BC5-5BF3-8746-862B-DC45E9CAA88B}" type="slidenum">
              <a:rPr lang="en-US" smtClean="0"/>
              <a:pPr/>
              <a:t>6</a:t>
            </a:fld>
            <a:r>
              <a:rPr lang="en-US" altLang="zh-CN" dirty="0"/>
              <a:t>/34</a:t>
            </a:r>
            <a:endParaRPr lang="en-US" dirty="0"/>
          </a:p>
        </p:txBody>
      </p:sp>
      <p:grpSp>
        <p:nvGrpSpPr>
          <p:cNvPr id="7" name="Group 4">
            <a:extLst>
              <a:ext uri="{FF2B5EF4-FFF2-40B4-BE49-F238E27FC236}">
                <a16:creationId xmlns:a16="http://schemas.microsoft.com/office/drawing/2014/main" id="{26BA70A9-BCA8-1DCA-6BCC-D6D07BC4329E}"/>
              </a:ext>
            </a:extLst>
          </p:cNvPr>
          <p:cNvGrpSpPr>
            <a:grpSpLocks/>
          </p:cNvGrpSpPr>
          <p:nvPr/>
        </p:nvGrpSpPr>
        <p:grpSpPr bwMode="auto">
          <a:xfrm>
            <a:off x="4369019" y="2308860"/>
            <a:ext cx="1274763" cy="2579688"/>
            <a:chOff x="2716" y="1842"/>
            <a:chExt cx="803" cy="1625"/>
          </a:xfrm>
        </p:grpSpPr>
        <p:sp>
          <p:nvSpPr>
            <p:cNvPr id="8" name="Text Box 5">
              <a:extLst>
                <a:ext uri="{FF2B5EF4-FFF2-40B4-BE49-F238E27FC236}">
                  <a16:creationId xmlns:a16="http://schemas.microsoft.com/office/drawing/2014/main" id="{F0B80A96-931F-9A3F-E389-898DE137EAE7}"/>
                </a:ext>
              </a:extLst>
            </p:cNvPr>
            <p:cNvSpPr txBox="1">
              <a:spLocks noChangeArrowheads="1"/>
            </p:cNvSpPr>
            <p:nvPr/>
          </p:nvSpPr>
          <p:spPr bwMode="auto">
            <a:xfrm>
              <a:off x="2716" y="3110"/>
              <a:ext cx="3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spcAft>
                  <a:spcPct val="0"/>
                </a:spcAft>
                <a:buFontTx/>
                <a:buNone/>
              </a:pPr>
              <a:r>
                <a:rPr kumimoji="1" lang="en-US" altLang="zh-CN" sz="2000">
                  <a:solidFill>
                    <a:srgbClr val="0000FF"/>
                  </a:solidFill>
                  <a:ea typeface="楷体_GB2312" pitchFamily="49" charset="-122"/>
                </a:rPr>
                <a:t>3</a:t>
              </a:r>
              <a:r>
                <a:rPr kumimoji="1" lang="en-US" altLang="zh-CN" sz="2400">
                  <a:solidFill>
                    <a:srgbClr val="0000FF"/>
                  </a:solidFill>
                  <a:ea typeface="楷体_GB2312" pitchFamily="49" charset="-122"/>
                </a:rPr>
                <a:t>t</a:t>
              </a:r>
              <a:r>
                <a:rPr kumimoji="1" lang="en-US" altLang="zh-CN" sz="1600">
                  <a:solidFill>
                    <a:srgbClr val="0000FF"/>
                  </a:solidFill>
                  <a:ea typeface="楷体_GB2312" pitchFamily="49" charset="-122"/>
                </a:rPr>
                <a:t>d</a:t>
              </a:r>
            </a:p>
          </p:txBody>
        </p:sp>
        <p:sp>
          <p:nvSpPr>
            <p:cNvPr id="9" name="Line 6">
              <a:extLst>
                <a:ext uri="{FF2B5EF4-FFF2-40B4-BE49-F238E27FC236}">
                  <a16:creationId xmlns:a16="http://schemas.microsoft.com/office/drawing/2014/main" id="{949F0BAB-0CB2-F798-6334-BFEC264BDE55}"/>
                </a:ext>
              </a:extLst>
            </p:cNvPr>
            <p:cNvSpPr>
              <a:spLocks noChangeShapeType="1"/>
            </p:cNvSpPr>
            <p:nvPr/>
          </p:nvSpPr>
          <p:spPr bwMode="auto">
            <a:xfrm flipH="1">
              <a:off x="3333" y="3377"/>
              <a:ext cx="186" cy="0"/>
            </a:xfrm>
            <a:prstGeom prst="line">
              <a:avLst/>
            </a:prstGeom>
            <a:noFill/>
            <a:ln w="190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 name="Line 7">
              <a:extLst>
                <a:ext uri="{FF2B5EF4-FFF2-40B4-BE49-F238E27FC236}">
                  <a16:creationId xmlns:a16="http://schemas.microsoft.com/office/drawing/2014/main" id="{016FF761-2FF3-BC4C-0229-8377FC86D0B8}"/>
                </a:ext>
              </a:extLst>
            </p:cNvPr>
            <p:cNvSpPr>
              <a:spLocks noChangeShapeType="1"/>
            </p:cNvSpPr>
            <p:nvPr/>
          </p:nvSpPr>
          <p:spPr bwMode="auto">
            <a:xfrm flipH="1">
              <a:off x="2814" y="3377"/>
              <a:ext cx="240" cy="0"/>
            </a:xfrm>
            <a:prstGeom prst="line">
              <a:avLst/>
            </a:prstGeom>
            <a:noFill/>
            <a:ln w="19050">
              <a:solidFill>
                <a:srgbClr val="0000FF"/>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1" name="Line 8">
              <a:extLst>
                <a:ext uri="{FF2B5EF4-FFF2-40B4-BE49-F238E27FC236}">
                  <a16:creationId xmlns:a16="http://schemas.microsoft.com/office/drawing/2014/main" id="{ED1A1CE1-1A82-9CA2-F4D1-274D64797C3F}"/>
                </a:ext>
              </a:extLst>
            </p:cNvPr>
            <p:cNvSpPr>
              <a:spLocks noChangeShapeType="1"/>
            </p:cNvSpPr>
            <p:nvPr/>
          </p:nvSpPr>
          <p:spPr bwMode="auto">
            <a:xfrm>
              <a:off x="3057" y="1842"/>
              <a:ext cx="0" cy="1625"/>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 name="Group 9">
            <a:extLst>
              <a:ext uri="{FF2B5EF4-FFF2-40B4-BE49-F238E27FC236}">
                <a16:creationId xmlns:a16="http://schemas.microsoft.com/office/drawing/2014/main" id="{EBEF2689-7393-9E9D-1CC0-A054C93B43F2}"/>
              </a:ext>
            </a:extLst>
          </p:cNvPr>
          <p:cNvGrpSpPr>
            <a:grpSpLocks/>
          </p:cNvGrpSpPr>
          <p:nvPr/>
        </p:nvGrpSpPr>
        <p:grpSpPr bwMode="auto">
          <a:xfrm>
            <a:off x="2395757" y="2724785"/>
            <a:ext cx="876300" cy="957263"/>
            <a:chOff x="1473" y="2104"/>
            <a:chExt cx="552" cy="603"/>
          </a:xfrm>
        </p:grpSpPr>
        <p:sp>
          <p:nvSpPr>
            <p:cNvPr id="13" name="Text Box 10">
              <a:extLst>
                <a:ext uri="{FF2B5EF4-FFF2-40B4-BE49-F238E27FC236}">
                  <a16:creationId xmlns:a16="http://schemas.microsoft.com/office/drawing/2014/main" id="{BD5310F5-AB22-862E-2336-78B25A44B03F}"/>
                </a:ext>
              </a:extLst>
            </p:cNvPr>
            <p:cNvSpPr txBox="1">
              <a:spLocks noChangeArrowheads="1"/>
            </p:cNvSpPr>
            <p:nvPr/>
          </p:nvSpPr>
          <p:spPr bwMode="auto">
            <a:xfrm>
              <a:off x="1473" y="2342"/>
              <a:ext cx="2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solidFill>
                    <a:srgbClr val="0000FF"/>
                  </a:solidFill>
                  <a:ea typeface="楷体_GB2312" pitchFamily="49" charset="-122"/>
                </a:rPr>
                <a:t>t</a:t>
              </a:r>
              <a:r>
                <a:rPr kumimoji="1" lang="en-US" altLang="zh-CN" sz="1600">
                  <a:solidFill>
                    <a:srgbClr val="0000FF"/>
                  </a:solidFill>
                  <a:ea typeface="楷体_GB2312" pitchFamily="49" charset="-122"/>
                </a:rPr>
                <a:t>d</a:t>
              </a:r>
            </a:p>
          </p:txBody>
        </p:sp>
        <p:sp>
          <p:nvSpPr>
            <p:cNvPr id="14" name="Line 11">
              <a:extLst>
                <a:ext uri="{FF2B5EF4-FFF2-40B4-BE49-F238E27FC236}">
                  <a16:creationId xmlns:a16="http://schemas.microsoft.com/office/drawing/2014/main" id="{A56C0F5F-263D-E907-8EF7-D3149216E8F8}"/>
                </a:ext>
              </a:extLst>
            </p:cNvPr>
            <p:cNvSpPr>
              <a:spLocks noChangeShapeType="1"/>
            </p:cNvSpPr>
            <p:nvPr/>
          </p:nvSpPr>
          <p:spPr bwMode="auto">
            <a:xfrm flipH="1">
              <a:off x="1839" y="2610"/>
              <a:ext cx="186" cy="0"/>
            </a:xfrm>
            <a:prstGeom prst="line">
              <a:avLst/>
            </a:prstGeom>
            <a:noFill/>
            <a:ln w="190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5" name="Line 12">
              <a:extLst>
                <a:ext uri="{FF2B5EF4-FFF2-40B4-BE49-F238E27FC236}">
                  <a16:creationId xmlns:a16="http://schemas.microsoft.com/office/drawing/2014/main" id="{ED160FA5-AA02-81C2-A7D1-06F7A463BEA8}"/>
                </a:ext>
              </a:extLst>
            </p:cNvPr>
            <p:cNvSpPr>
              <a:spLocks noChangeShapeType="1"/>
            </p:cNvSpPr>
            <p:nvPr/>
          </p:nvSpPr>
          <p:spPr bwMode="auto">
            <a:xfrm flipH="1">
              <a:off x="1503" y="2610"/>
              <a:ext cx="240" cy="0"/>
            </a:xfrm>
            <a:prstGeom prst="line">
              <a:avLst/>
            </a:prstGeom>
            <a:noFill/>
            <a:ln w="19050">
              <a:solidFill>
                <a:srgbClr val="0000FF"/>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6" name="Line 13">
              <a:extLst>
                <a:ext uri="{FF2B5EF4-FFF2-40B4-BE49-F238E27FC236}">
                  <a16:creationId xmlns:a16="http://schemas.microsoft.com/office/drawing/2014/main" id="{15C12D7E-8B4C-0EA0-81BA-2BECF35E5123}"/>
                </a:ext>
              </a:extLst>
            </p:cNvPr>
            <p:cNvSpPr>
              <a:spLocks noChangeShapeType="1"/>
            </p:cNvSpPr>
            <p:nvPr/>
          </p:nvSpPr>
          <p:spPr bwMode="auto">
            <a:xfrm>
              <a:off x="1745" y="2104"/>
              <a:ext cx="0" cy="60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7" name="Group 14">
            <a:extLst>
              <a:ext uri="{FF2B5EF4-FFF2-40B4-BE49-F238E27FC236}">
                <a16:creationId xmlns:a16="http://schemas.microsoft.com/office/drawing/2014/main" id="{400B3E24-9921-35CA-C87F-B0B4A2408ECE}"/>
              </a:ext>
            </a:extLst>
          </p:cNvPr>
          <p:cNvGrpSpPr>
            <a:grpSpLocks/>
          </p:cNvGrpSpPr>
          <p:nvPr/>
        </p:nvGrpSpPr>
        <p:grpSpPr bwMode="auto">
          <a:xfrm>
            <a:off x="2978369" y="3002598"/>
            <a:ext cx="1141413" cy="1287462"/>
            <a:chOff x="1840" y="2279"/>
            <a:chExt cx="719" cy="811"/>
          </a:xfrm>
        </p:grpSpPr>
        <p:sp>
          <p:nvSpPr>
            <p:cNvPr id="18" name="Text Box 15">
              <a:extLst>
                <a:ext uri="{FF2B5EF4-FFF2-40B4-BE49-F238E27FC236}">
                  <a16:creationId xmlns:a16="http://schemas.microsoft.com/office/drawing/2014/main" id="{D385E1C6-9685-EA94-5BF7-B4AB83632C22}"/>
                </a:ext>
              </a:extLst>
            </p:cNvPr>
            <p:cNvSpPr txBox="1">
              <a:spLocks noChangeArrowheads="1"/>
            </p:cNvSpPr>
            <p:nvPr/>
          </p:nvSpPr>
          <p:spPr bwMode="auto">
            <a:xfrm>
              <a:off x="1840" y="2742"/>
              <a:ext cx="3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spcAft>
                  <a:spcPct val="0"/>
                </a:spcAft>
                <a:buFontTx/>
                <a:buNone/>
              </a:pPr>
              <a:r>
                <a:rPr kumimoji="1" lang="en-US" altLang="zh-CN" sz="2000">
                  <a:solidFill>
                    <a:srgbClr val="0000FF"/>
                  </a:solidFill>
                  <a:ea typeface="楷体_GB2312" pitchFamily="49" charset="-122"/>
                </a:rPr>
                <a:t>2</a:t>
              </a:r>
              <a:r>
                <a:rPr kumimoji="1" lang="en-US" altLang="zh-CN" sz="2400">
                  <a:solidFill>
                    <a:srgbClr val="0000FF"/>
                  </a:solidFill>
                  <a:ea typeface="楷体_GB2312" pitchFamily="49" charset="-122"/>
                </a:rPr>
                <a:t>t</a:t>
              </a:r>
              <a:r>
                <a:rPr kumimoji="1" lang="en-US" altLang="zh-CN" sz="1600">
                  <a:solidFill>
                    <a:srgbClr val="0000FF"/>
                  </a:solidFill>
                  <a:ea typeface="楷体_GB2312" pitchFamily="49" charset="-122"/>
                </a:rPr>
                <a:t>d</a:t>
              </a:r>
            </a:p>
          </p:txBody>
        </p:sp>
        <p:sp>
          <p:nvSpPr>
            <p:cNvPr id="19" name="Line 16">
              <a:extLst>
                <a:ext uri="{FF2B5EF4-FFF2-40B4-BE49-F238E27FC236}">
                  <a16:creationId xmlns:a16="http://schemas.microsoft.com/office/drawing/2014/main" id="{22ED28E2-935B-F439-1C3F-7386A83D004F}"/>
                </a:ext>
              </a:extLst>
            </p:cNvPr>
            <p:cNvSpPr>
              <a:spLocks noChangeShapeType="1"/>
            </p:cNvSpPr>
            <p:nvPr/>
          </p:nvSpPr>
          <p:spPr bwMode="auto">
            <a:xfrm flipH="1">
              <a:off x="2373" y="3009"/>
              <a:ext cx="186" cy="0"/>
            </a:xfrm>
            <a:prstGeom prst="line">
              <a:avLst/>
            </a:prstGeom>
            <a:noFill/>
            <a:ln w="190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0" name="Line 17">
              <a:extLst>
                <a:ext uri="{FF2B5EF4-FFF2-40B4-BE49-F238E27FC236}">
                  <a16:creationId xmlns:a16="http://schemas.microsoft.com/office/drawing/2014/main" id="{E12C8D67-B8D9-D104-B14B-97C046B90829}"/>
                </a:ext>
              </a:extLst>
            </p:cNvPr>
            <p:cNvSpPr>
              <a:spLocks noChangeShapeType="1"/>
            </p:cNvSpPr>
            <p:nvPr/>
          </p:nvSpPr>
          <p:spPr bwMode="auto">
            <a:xfrm flipH="1">
              <a:off x="1946" y="3013"/>
              <a:ext cx="240" cy="0"/>
            </a:xfrm>
            <a:prstGeom prst="line">
              <a:avLst/>
            </a:prstGeom>
            <a:noFill/>
            <a:ln w="19050">
              <a:solidFill>
                <a:srgbClr val="0000FF"/>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1" name="Line 18">
              <a:extLst>
                <a:ext uri="{FF2B5EF4-FFF2-40B4-BE49-F238E27FC236}">
                  <a16:creationId xmlns:a16="http://schemas.microsoft.com/office/drawing/2014/main" id="{03A571C9-266B-5822-1FAC-7383C480329F}"/>
                </a:ext>
              </a:extLst>
            </p:cNvPr>
            <p:cNvSpPr>
              <a:spLocks noChangeShapeType="1"/>
            </p:cNvSpPr>
            <p:nvPr/>
          </p:nvSpPr>
          <p:spPr bwMode="auto">
            <a:xfrm>
              <a:off x="2185" y="2279"/>
              <a:ext cx="0" cy="811"/>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2" name="Group 19">
            <a:extLst>
              <a:ext uri="{FF2B5EF4-FFF2-40B4-BE49-F238E27FC236}">
                <a16:creationId xmlns:a16="http://schemas.microsoft.com/office/drawing/2014/main" id="{B82F79AA-BC6E-4463-2F3F-B331CFBEC370}"/>
              </a:ext>
            </a:extLst>
          </p:cNvPr>
          <p:cNvGrpSpPr>
            <a:grpSpLocks/>
          </p:cNvGrpSpPr>
          <p:nvPr/>
        </p:nvGrpSpPr>
        <p:grpSpPr bwMode="auto">
          <a:xfrm>
            <a:off x="1014632" y="2689860"/>
            <a:ext cx="7359650" cy="2209800"/>
            <a:chOff x="603" y="2082"/>
            <a:chExt cx="4636" cy="1392"/>
          </a:xfrm>
        </p:grpSpPr>
        <p:sp>
          <p:nvSpPr>
            <p:cNvPr id="23" name="Text Box 20">
              <a:extLst>
                <a:ext uri="{FF2B5EF4-FFF2-40B4-BE49-F238E27FC236}">
                  <a16:creationId xmlns:a16="http://schemas.microsoft.com/office/drawing/2014/main" id="{905A34A7-E464-4231-CA50-D8FEAB0FB206}"/>
                </a:ext>
              </a:extLst>
            </p:cNvPr>
            <p:cNvSpPr txBox="1">
              <a:spLocks noChangeArrowheads="1"/>
            </p:cNvSpPr>
            <p:nvPr/>
          </p:nvSpPr>
          <p:spPr bwMode="auto">
            <a:xfrm>
              <a:off x="603" y="2082"/>
              <a:ext cx="4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spcAft>
                  <a:spcPct val="0"/>
                </a:spcAft>
                <a:buFontTx/>
                <a:buNone/>
              </a:pPr>
              <a:r>
                <a:rPr kumimoji="1" lang="en-US" altLang="zh-CN" sz="2000">
                  <a:ea typeface="楷体_GB2312" pitchFamily="49" charset="-122"/>
                </a:rPr>
                <a:t>CLK</a:t>
              </a:r>
            </a:p>
          </p:txBody>
        </p:sp>
        <p:sp>
          <p:nvSpPr>
            <p:cNvPr id="24" name="Text Box 21">
              <a:extLst>
                <a:ext uri="{FF2B5EF4-FFF2-40B4-BE49-F238E27FC236}">
                  <a16:creationId xmlns:a16="http://schemas.microsoft.com/office/drawing/2014/main" id="{24AB22D8-FA39-AB75-5425-C4D6E9415BCC}"/>
                </a:ext>
              </a:extLst>
            </p:cNvPr>
            <p:cNvSpPr txBox="1">
              <a:spLocks noChangeArrowheads="1"/>
            </p:cNvSpPr>
            <p:nvPr/>
          </p:nvSpPr>
          <p:spPr bwMode="auto">
            <a:xfrm>
              <a:off x="762" y="2452"/>
              <a:ext cx="3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spcAft>
                  <a:spcPct val="0"/>
                </a:spcAft>
                <a:buFontTx/>
                <a:buNone/>
              </a:pPr>
              <a:r>
                <a:rPr kumimoji="1" lang="en-US" altLang="zh-CN" sz="2000">
                  <a:ea typeface="楷体_GB2312" pitchFamily="49" charset="-122"/>
                </a:rPr>
                <a:t>Q</a:t>
              </a:r>
              <a:r>
                <a:rPr kumimoji="1" lang="en-US" altLang="zh-CN" sz="1600">
                  <a:ea typeface="楷体_GB2312" pitchFamily="49" charset="-122"/>
                </a:rPr>
                <a:t>0</a:t>
              </a:r>
            </a:p>
          </p:txBody>
        </p:sp>
        <p:sp>
          <p:nvSpPr>
            <p:cNvPr id="25" name="Text Box 22">
              <a:extLst>
                <a:ext uri="{FF2B5EF4-FFF2-40B4-BE49-F238E27FC236}">
                  <a16:creationId xmlns:a16="http://schemas.microsoft.com/office/drawing/2014/main" id="{2559A299-612C-DBB5-EC3A-88B6A726C469}"/>
                </a:ext>
              </a:extLst>
            </p:cNvPr>
            <p:cNvSpPr txBox="1">
              <a:spLocks noChangeArrowheads="1"/>
            </p:cNvSpPr>
            <p:nvPr/>
          </p:nvSpPr>
          <p:spPr bwMode="auto">
            <a:xfrm>
              <a:off x="762" y="2822"/>
              <a:ext cx="3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spcAft>
                  <a:spcPct val="0"/>
                </a:spcAft>
                <a:buFontTx/>
                <a:buNone/>
              </a:pPr>
              <a:r>
                <a:rPr kumimoji="1" lang="en-US" altLang="zh-CN" sz="2000">
                  <a:ea typeface="楷体_GB2312" pitchFamily="49" charset="-122"/>
                </a:rPr>
                <a:t>Q</a:t>
              </a:r>
              <a:r>
                <a:rPr kumimoji="1" lang="en-US" altLang="zh-CN" sz="1600">
                  <a:ea typeface="楷体_GB2312" pitchFamily="49" charset="-122"/>
                </a:rPr>
                <a:t>1</a:t>
              </a:r>
            </a:p>
          </p:txBody>
        </p:sp>
        <p:sp>
          <p:nvSpPr>
            <p:cNvPr id="26" name="Text Box 23">
              <a:extLst>
                <a:ext uri="{FF2B5EF4-FFF2-40B4-BE49-F238E27FC236}">
                  <a16:creationId xmlns:a16="http://schemas.microsoft.com/office/drawing/2014/main" id="{CA6B03D7-33E0-6620-6B69-2549DFFC892F}"/>
                </a:ext>
              </a:extLst>
            </p:cNvPr>
            <p:cNvSpPr txBox="1">
              <a:spLocks noChangeArrowheads="1"/>
            </p:cNvSpPr>
            <p:nvPr/>
          </p:nvSpPr>
          <p:spPr bwMode="auto">
            <a:xfrm>
              <a:off x="762" y="3217"/>
              <a:ext cx="3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spcAft>
                  <a:spcPct val="0"/>
                </a:spcAft>
                <a:buFontTx/>
                <a:buNone/>
              </a:pPr>
              <a:r>
                <a:rPr kumimoji="1" lang="en-US" altLang="zh-CN" sz="2000">
                  <a:ea typeface="楷体_GB2312" pitchFamily="49" charset="-122"/>
                </a:rPr>
                <a:t>Q</a:t>
              </a:r>
              <a:r>
                <a:rPr kumimoji="1" lang="en-US" altLang="zh-CN" sz="1600">
                  <a:ea typeface="楷体_GB2312" pitchFamily="49" charset="-122"/>
                </a:rPr>
                <a:t>2</a:t>
              </a:r>
            </a:p>
          </p:txBody>
        </p:sp>
        <p:sp>
          <p:nvSpPr>
            <p:cNvPr id="27" name="Line 24">
              <a:extLst>
                <a:ext uri="{FF2B5EF4-FFF2-40B4-BE49-F238E27FC236}">
                  <a16:creationId xmlns:a16="http://schemas.microsoft.com/office/drawing/2014/main" id="{9C76CDBD-5176-5D39-721D-119C849F052D}"/>
                </a:ext>
              </a:extLst>
            </p:cNvPr>
            <p:cNvSpPr>
              <a:spLocks noChangeShapeType="1"/>
            </p:cNvSpPr>
            <p:nvPr/>
          </p:nvSpPr>
          <p:spPr bwMode="auto">
            <a:xfrm>
              <a:off x="1526" y="2104"/>
              <a:ext cx="2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5">
              <a:extLst>
                <a:ext uri="{FF2B5EF4-FFF2-40B4-BE49-F238E27FC236}">
                  <a16:creationId xmlns:a16="http://schemas.microsoft.com/office/drawing/2014/main" id="{77B9D8E6-456A-D67D-ED2A-1C45B7027718}"/>
                </a:ext>
              </a:extLst>
            </p:cNvPr>
            <p:cNvSpPr>
              <a:spLocks noChangeShapeType="1"/>
            </p:cNvSpPr>
            <p:nvPr/>
          </p:nvSpPr>
          <p:spPr bwMode="auto">
            <a:xfrm flipV="1">
              <a:off x="1526" y="2104"/>
              <a:ext cx="0" cy="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26">
              <a:extLst>
                <a:ext uri="{FF2B5EF4-FFF2-40B4-BE49-F238E27FC236}">
                  <a16:creationId xmlns:a16="http://schemas.microsoft.com/office/drawing/2014/main" id="{A0ECA3E0-857F-D226-AD94-898CE308AC9F}"/>
                </a:ext>
              </a:extLst>
            </p:cNvPr>
            <p:cNvSpPr>
              <a:spLocks noChangeShapeType="1"/>
            </p:cNvSpPr>
            <p:nvPr/>
          </p:nvSpPr>
          <p:spPr bwMode="auto">
            <a:xfrm>
              <a:off x="1745" y="2335"/>
              <a:ext cx="2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27">
              <a:extLst>
                <a:ext uri="{FF2B5EF4-FFF2-40B4-BE49-F238E27FC236}">
                  <a16:creationId xmlns:a16="http://schemas.microsoft.com/office/drawing/2014/main" id="{633C8829-F5BC-C12E-BD94-11FE31A506D8}"/>
                </a:ext>
              </a:extLst>
            </p:cNvPr>
            <p:cNvSpPr>
              <a:spLocks noChangeShapeType="1"/>
            </p:cNvSpPr>
            <p:nvPr/>
          </p:nvSpPr>
          <p:spPr bwMode="auto">
            <a:xfrm flipV="1">
              <a:off x="1745" y="2104"/>
              <a:ext cx="0" cy="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28">
              <a:extLst>
                <a:ext uri="{FF2B5EF4-FFF2-40B4-BE49-F238E27FC236}">
                  <a16:creationId xmlns:a16="http://schemas.microsoft.com/office/drawing/2014/main" id="{1BC263AA-A8D5-F31C-8AD4-BBF31E265388}"/>
                </a:ext>
              </a:extLst>
            </p:cNvPr>
            <p:cNvSpPr>
              <a:spLocks noChangeShapeType="1"/>
            </p:cNvSpPr>
            <p:nvPr/>
          </p:nvSpPr>
          <p:spPr bwMode="auto">
            <a:xfrm>
              <a:off x="1963" y="2104"/>
              <a:ext cx="2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29">
              <a:extLst>
                <a:ext uri="{FF2B5EF4-FFF2-40B4-BE49-F238E27FC236}">
                  <a16:creationId xmlns:a16="http://schemas.microsoft.com/office/drawing/2014/main" id="{D1B91930-2631-06E5-B524-13EEB84CE13A}"/>
                </a:ext>
              </a:extLst>
            </p:cNvPr>
            <p:cNvSpPr>
              <a:spLocks noChangeShapeType="1"/>
            </p:cNvSpPr>
            <p:nvPr/>
          </p:nvSpPr>
          <p:spPr bwMode="auto">
            <a:xfrm flipV="1">
              <a:off x="1963" y="2104"/>
              <a:ext cx="0" cy="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30">
              <a:extLst>
                <a:ext uri="{FF2B5EF4-FFF2-40B4-BE49-F238E27FC236}">
                  <a16:creationId xmlns:a16="http://schemas.microsoft.com/office/drawing/2014/main" id="{2601A37A-28A1-2532-8E70-CC359DB71604}"/>
                </a:ext>
              </a:extLst>
            </p:cNvPr>
            <p:cNvSpPr>
              <a:spLocks noChangeShapeType="1"/>
            </p:cNvSpPr>
            <p:nvPr/>
          </p:nvSpPr>
          <p:spPr bwMode="auto">
            <a:xfrm>
              <a:off x="2182" y="2335"/>
              <a:ext cx="2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31">
              <a:extLst>
                <a:ext uri="{FF2B5EF4-FFF2-40B4-BE49-F238E27FC236}">
                  <a16:creationId xmlns:a16="http://schemas.microsoft.com/office/drawing/2014/main" id="{08213693-5DC3-256E-36F4-B8581B5E2516}"/>
                </a:ext>
              </a:extLst>
            </p:cNvPr>
            <p:cNvSpPr>
              <a:spLocks noChangeShapeType="1"/>
            </p:cNvSpPr>
            <p:nvPr/>
          </p:nvSpPr>
          <p:spPr bwMode="auto">
            <a:xfrm flipV="1">
              <a:off x="2182" y="2104"/>
              <a:ext cx="0" cy="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32">
              <a:extLst>
                <a:ext uri="{FF2B5EF4-FFF2-40B4-BE49-F238E27FC236}">
                  <a16:creationId xmlns:a16="http://schemas.microsoft.com/office/drawing/2014/main" id="{428636BF-2D18-AA82-89F6-B4A8443FA592}"/>
                </a:ext>
              </a:extLst>
            </p:cNvPr>
            <p:cNvSpPr>
              <a:spLocks noChangeShapeType="1"/>
            </p:cNvSpPr>
            <p:nvPr/>
          </p:nvSpPr>
          <p:spPr bwMode="auto">
            <a:xfrm>
              <a:off x="2399" y="2104"/>
              <a:ext cx="2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33">
              <a:extLst>
                <a:ext uri="{FF2B5EF4-FFF2-40B4-BE49-F238E27FC236}">
                  <a16:creationId xmlns:a16="http://schemas.microsoft.com/office/drawing/2014/main" id="{864258E7-D9DA-C661-404E-5BA85D08045B}"/>
                </a:ext>
              </a:extLst>
            </p:cNvPr>
            <p:cNvSpPr>
              <a:spLocks noChangeShapeType="1"/>
            </p:cNvSpPr>
            <p:nvPr/>
          </p:nvSpPr>
          <p:spPr bwMode="auto">
            <a:xfrm flipV="1">
              <a:off x="2399" y="2104"/>
              <a:ext cx="0" cy="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34">
              <a:extLst>
                <a:ext uri="{FF2B5EF4-FFF2-40B4-BE49-F238E27FC236}">
                  <a16:creationId xmlns:a16="http://schemas.microsoft.com/office/drawing/2014/main" id="{F6F371E6-8931-151A-A7BC-4FBAFB7E0EFC}"/>
                </a:ext>
              </a:extLst>
            </p:cNvPr>
            <p:cNvSpPr>
              <a:spLocks noChangeShapeType="1"/>
            </p:cNvSpPr>
            <p:nvPr/>
          </p:nvSpPr>
          <p:spPr bwMode="auto">
            <a:xfrm>
              <a:off x="2618" y="2335"/>
              <a:ext cx="2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35">
              <a:extLst>
                <a:ext uri="{FF2B5EF4-FFF2-40B4-BE49-F238E27FC236}">
                  <a16:creationId xmlns:a16="http://schemas.microsoft.com/office/drawing/2014/main" id="{33F8E7B4-62DE-AB4D-82D9-FD7102E6EC92}"/>
                </a:ext>
              </a:extLst>
            </p:cNvPr>
            <p:cNvSpPr>
              <a:spLocks noChangeShapeType="1"/>
            </p:cNvSpPr>
            <p:nvPr/>
          </p:nvSpPr>
          <p:spPr bwMode="auto">
            <a:xfrm flipV="1">
              <a:off x="2618" y="2104"/>
              <a:ext cx="0" cy="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36">
              <a:extLst>
                <a:ext uri="{FF2B5EF4-FFF2-40B4-BE49-F238E27FC236}">
                  <a16:creationId xmlns:a16="http://schemas.microsoft.com/office/drawing/2014/main" id="{E64C9999-3FF7-00A2-7A3D-9CA58C9DB724}"/>
                </a:ext>
              </a:extLst>
            </p:cNvPr>
            <p:cNvSpPr>
              <a:spLocks noChangeShapeType="1"/>
            </p:cNvSpPr>
            <p:nvPr/>
          </p:nvSpPr>
          <p:spPr bwMode="auto">
            <a:xfrm>
              <a:off x="2837" y="2104"/>
              <a:ext cx="2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37">
              <a:extLst>
                <a:ext uri="{FF2B5EF4-FFF2-40B4-BE49-F238E27FC236}">
                  <a16:creationId xmlns:a16="http://schemas.microsoft.com/office/drawing/2014/main" id="{99CAC392-C501-ABDE-DA8B-8673F9DD5829}"/>
                </a:ext>
              </a:extLst>
            </p:cNvPr>
            <p:cNvSpPr>
              <a:spLocks noChangeShapeType="1"/>
            </p:cNvSpPr>
            <p:nvPr/>
          </p:nvSpPr>
          <p:spPr bwMode="auto">
            <a:xfrm flipV="1">
              <a:off x="2837" y="2104"/>
              <a:ext cx="0" cy="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38">
              <a:extLst>
                <a:ext uri="{FF2B5EF4-FFF2-40B4-BE49-F238E27FC236}">
                  <a16:creationId xmlns:a16="http://schemas.microsoft.com/office/drawing/2014/main" id="{70C198FA-F722-5DCB-A464-8B52ADA6C243}"/>
                </a:ext>
              </a:extLst>
            </p:cNvPr>
            <p:cNvSpPr>
              <a:spLocks noChangeShapeType="1"/>
            </p:cNvSpPr>
            <p:nvPr/>
          </p:nvSpPr>
          <p:spPr bwMode="auto">
            <a:xfrm>
              <a:off x="3056" y="2335"/>
              <a:ext cx="2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39">
              <a:extLst>
                <a:ext uri="{FF2B5EF4-FFF2-40B4-BE49-F238E27FC236}">
                  <a16:creationId xmlns:a16="http://schemas.microsoft.com/office/drawing/2014/main" id="{59B64127-9D2D-3B01-BC1A-48D8DF473FA7}"/>
                </a:ext>
              </a:extLst>
            </p:cNvPr>
            <p:cNvSpPr>
              <a:spLocks noChangeShapeType="1"/>
            </p:cNvSpPr>
            <p:nvPr/>
          </p:nvSpPr>
          <p:spPr bwMode="auto">
            <a:xfrm flipV="1">
              <a:off x="3056" y="2104"/>
              <a:ext cx="0" cy="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40">
              <a:extLst>
                <a:ext uri="{FF2B5EF4-FFF2-40B4-BE49-F238E27FC236}">
                  <a16:creationId xmlns:a16="http://schemas.microsoft.com/office/drawing/2014/main" id="{B9176FED-BC1E-5304-B070-6FDCA09889CD}"/>
                </a:ext>
              </a:extLst>
            </p:cNvPr>
            <p:cNvSpPr>
              <a:spLocks noChangeShapeType="1"/>
            </p:cNvSpPr>
            <p:nvPr/>
          </p:nvSpPr>
          <p:spPr bwMode="auto">
            <a:xfrm>
              <a:off x="1308" y="2335"/>
              <a:ext cx="2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41">
              <a:extLst>
                <a:ext uri="{FF2B5EF4-FFF2-40B4-BE49-F238E27FC236}">
                  <a16:creationId xmlns:a16="http://schemas.microsoft.com/office/drawing/2014/main" id="{2BFC758D-D767-BC22-CBDC-F5920197129A}"/>
                </a:ext>
              </a:extLst>
            </p:cNvPr>
            <p:cNvSpPr>
              <a:spLocks noChangeShapeType="1"/>
            </p:cNvSpPr>
            <p:nvPr/>
          </p:nvSpPr>
          <p:spPr bwMode="auto">
            <a:xfrm>
              <a:off x="3273" y="2104"/>
              <a:ext cx="2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42">
              <a:extLst>
                <a:ext uri="{FF2B5EF4-FFF2-40B4-BE49-F238E27FC236}">
                  <a16:creationId xmlns:a16="http://schemas.microsoft.com/office/drawing/2014/main" id="{25D0531F-1F9E-48B9-20AE-7D939276DE28}"/>
                </a:ext>
              </a:extLst>
            </p:cNvPr>
            <p:cNvSpPr>
              <a:spLocks noChangeShapeType="1"/>
            </p:cNvSpPr>
            <p:nvPr/>
          </p:nvSpPr>
          <p:spPr bwMode="auto">
            <a:xfrm flipV="1">
              <a:off x="3273" y="2104"/>
              <a:ext cx="0" cy="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43">
              <a:extLst>
                <a:ext uri="{FF2B5EF4-FFF2-40B4-BE49-F238E27FC236}">
                  <a16:creationId xmlns:a16="http://schemas.microsoft.com/office/drawing/2014/main" id="{614113D4-44B4-069B-87D2-D561190D8B07}"/>
                </a:ext>
              </a:extLst>
            </p:cNvPr>
            <p:cNvSpPr>
              <a:spLocks noChangeShapeType="1"/>
            </p:cNvSpPr>
            <p:nvPr/>
          </p:nvSpPr>
          <p:spPr bwMode="auto">
            <a:xfrm>
              <a:off x="3492" y="2335"/>
              <a:ext cx="2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44">
              <a:extLst>
                <a:ext uri="{FF2B5EF4-FFF2-40B4-BE49-F238E27FC236}">
                  <a16:creationId xmlns:a16="http://schemas.microsoft.com/office/drawing/2014/main" id="{4F370D03-CF9E-5875-06AC-4F43F778C582}"/>
                </a:ext>
              </a:extLst>
            </p:cNvPr>
            <p:cNvSpPr>
              <a:spLocks noChangeShapeType="1"/>
            </p:cNvSpPr>
            <p:nvPr/>
          </p:nvSpPr>
          <p:spPr bwMode="auto">
            <a:xfrm flipV="1">
              <a:off x="3492" y="2104"/>
              <a:ext cx="0" cy="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45">
              <a:extLst>
                <a:ext uri="{FF2B5EF4-FFF2-40B4-BE49-F238E27FC236}">
                  <a16:creationId xmlns:a16="http://schemas.microsoft.com/office/drawing/2014/main" id="{29857F9A-BB77-66FE-4BD7-3E6C3D833371}"/>
                </a:ext>
              </a:extLst>
            </p:cNvPr>
            <p:cNvSpPr>
              <a:spLocks noChangeShapeType="1"/>
            </p:cNvSpPr>
            <p:nvPr/>
          </p:nvSpPr>
          <p:spPr bwMode="auto">
            <a:xfrm>
              <a:off x="3711" y="2104"/>
              <a:ext cx="2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46">
              <a:extLst>
                <a:ext uri="{FF2B5EF4-FFF2-40B4-BE49-F238E27FC236}">
                  <a16:creationId xmlns:a16="http://schemas.microsoft.com/office/drawing/2014/main" id="{8B94059E-6D9E-C91D-2EF4-FBEBEFB06EB6}"/>
                </a:ext>
              </a:extLst>
            </p:cNvPr>
            <p:cNvSpPr>
              <a:spLocks noChangeShapeType="1"/>
            </p:cNvSpPr>
            <p:nvPr/>
          </p:nvSpPr>
          <p:spPr bwMode="auto">
            <a:xfrm flipV="1">
              <a:off x="3711" y="2104"/>
              <a:ext cx="0" cy="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47">
              <a:extLst>
                <a:ext uri="{FF2B5EF4-FFF2-40B4-BE49-F238E27FC236}">
                  <a16:creationId xmlns:a16="http://schemas.microsoft.com/office/drawing/2014/main" id="{B073A925-846C-FE81-4DE8-A8E660F3EFA0}"/>
                </a:ext>
              </a:extLst>
            </p:cNvPr>
            <p:cNvSpPr>
              <a:spLocks noChangeShapeType="1"/>
            </p:cNvSpPr>
            <p:nvPr/>
          </p:nvSpPr>
          <p:spPr bwMode="auto">
            <a:xfrm>
              <a:off x="3929" y="2335"/>
              <a:ext cx="2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48">
              <a:extLst>
                <a:ext uri="{FF2B5EF4-FFF2-40B4-BE49-F238E27FC236}">
                  <a16:creationId xmlns:a16="http://schemas.microsoft.com/office/drawing/2014/main" id="{68486551-5F15-7233-43ED-E44A27CD1F9C}"/>
                </a:ext>
              </a:extLst>
            </p:cNvPr>
            <p:cNvSpPr>
              <a:spLocks noChangeShapeType="1"/>
            </p:cNvSpPr>
            <p:nvPr/>
          </p:nvSpPr>
          <p:spPr bwMode="auto">
            <a:xfrm flipV="1">
              <a:off x="3929" y="2104"/>
              <a:ext cx="0" cy="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49">
              <a:extLst>
                <a:ext uri="{FF2B5EF4-FFF2-40B4-BE49-F238E27FC236}">
                  <a16:creationId xmlns:a16="http://schemas.microsoft.com/office/drawing/2014/main" id="{01F8AF91-EC1D-83D1-A5EC-3BF730DA78F2}"/>
                </a:ext>
              </a:extLst>
            </p:cNvPr>
            <p:cNvSpPr>
              <a:spLocks noChangeShapeType="1"/>
            </p:cNvSpPr>
            <p:nvPr/>
          </p:nvSpPr>
          <p:spPr bwMode="auto">
            <a:xfrm>
              <a:off x="4147" y="2104"/>
              <a:ext cx="2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50">
              <a:extLst>
                <a:ext uri="{FF2B5EF4-FFF2-40B4-BE49-F238E27FC236}">
                  <a16:creationId xmlns:a16="http://schemas.microsoft.com/office/drawing/2014/main" id="{7F587A83-6CF3-6D27-87EA-CFE13FF272F2}"/>
                </a:ext>
              </a:extLst>
            </p:cNvPr>
            <p:cNvSpPr>
              <a:spLocks noChangeShapeType="1"/>
            </p:cNvSpPr>
            <p:nvPr/>
          </p:nvSpPr>
          <p:spPr bwMode="auto">
            <a:xfrm flipV="1">
              <a:off x="4147" y="2104"/>
              <a:ext cx="0" cy="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51">
              <a:extLst>
                <a:ext uri="{FF2B5EF4-FFF2-40B4-BE49-F238E27FC236}">
                  <a16:creationId xmlns:a16="http://schemas.microsoft.com/office/drawing/2014/main" id="{C65DCEBC-301E-735F-9525-F318218EA28A}"/>
                </a:ext>
              </a:extLst>
            </p:cNvPr>
            <p:cNvSpPr>
              <a:spLocks noChangeShapeType="1"/>
            </p:cNvSpPr>
            <p:nvPr/>
          </p:nvSpPr>
          <p:spPr bwMode="auto">
            <a:xfrm>
              <a:off x="4366" y="2335"/>
              <a:ext cx="2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Line 52">
              <a:extLst>
                <a:ext uri="{FF2B5EF4-FFF2-40B4-BE49-F238E27FC236}">
                  <a16:creationId xmlns:a16="http://schemas.microsoft.com/office/drawing/2014/main" id="{4F0F6CE4-2D78-13F2-4B4C-D43E671AFB98}"/>
                </a:ext>
              </a:extLst>
            </p:cNvPr>
            <p:cNvSpPr>
              <a:spLocks noChangeShapeType="1"/>
            </p:cNvSpPr>
            <p:nvPr/>
          </p:nvSpPr>
          <p:spPr bwMode="auto">
            <a:xfrm flipV="1">
              <a:off x="4366" y="2104"/>
              <a:ext cx="0" cy="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53">
              <a:extLst>
                <a:ext uri="{FF2B5EF4-FFF2-40B4-BE49-F238E27FC236}">
                  <a16:creationId xmlns:a16="http://schemas.microsoft.com/office/drawing/2014/main" id="{CDB036DF-377F-8F39-6F0C-8098A8CFD568}"/>
                </a:ext>
              </a:extLst>
            </p:cNvPr>
            <p:cNvSpPr>
              <a:spLocks noChangeShapeType="1"/>
            </p:cNvSpPr>
            <p:nvPr/>
          </p:nvSpPr>
          <p:spPr bwMode="auto">
            <a:xfrm>
              <a:off x="4584" y="2104"/>
              <a:ext cx="2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54">
              <a:extLst>
                <a:ext uri="{FF2B5EF4-FFF2-40B4-BE49-F238E27FC236}">
                  <a16:creationId xmlns:a16="http://schemas.microsoft.com/office/drawing/2014/main" id="{94EF41EE-AF42-D2D2-D052-FF51886D69D2}"/>
                </a:ext>
              </a:extLst>
            </p:cNvPr>
            <p:cNvSpPr>
              <a:spLocks noChangeShapeType="1"/>
            </p:cNvSpPr>
            <p:nvPr/>
          </p:nvSpPr>
          <p:spPr bwMode="auto">
            <a:xfrm flipV="1">
              <a:off x="4584" y="2104"/>
              <a:ext cx="0" cy="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55">
              <a:extLst>
                <a:ext uri="{FF2B5EF4-FFF2-40B4-BE49-F238E27FC236}">
                  <a16:creationId xmlns:a16="http://schemas.microsoft.com/office/drawing/2014/main" id="{D744BEB4-2B1A-8DB9-3449-D6FD85BA834F}"/>
                </a:ext>
              </a:extLst>
            </p:cNvPr>
            <p:cNvSpPr>
              <a:spLocks noChangeShapeType="1"/>
            </p:cNvSpPr>
            <p:nvPr/>
          </p:nvSpPr>
          <p:spPr bwMode="auto">
            <a:xfrm>
              <a:off x="4803" y="2335"/>
              <a:ext cx="2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56">
              <a:extLst>
                <a:ext uri="{FF2B5EF4-FFF2-40B4-BE49-F238E27FC236}">
                  <a16:creationId xmlns:a16="http://schemas.microsoft.com/office/drawing/2014/main" id="{C318CF14-1C70-DE1F-6F2F-18FD07183CA3}"/>
                </a:ext>
              </a:extLst>
            </p:cNvPr>
            <p:cNvSpPr>
              <a:spLocks noChangeShapeType="1"/>
            </p:cNvSpPr>
            <p:nvPr/>
          </p:nvSpPr>
          <p:spPr bwMode="auto">
            <a:xfrm flipV="1">
              <a:off x="4803" y="2104"/>
              <a:ext cx="0" cy="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57">
              <a:extLst>
                <a:ext uri="{FF2B5EF4-FFF2-40B4-BE49-F238E27FC236}">
                  <a16:creationId xmlns:a16="http://schemas.microsoft.com/office/drawing/2014/main" id="{66FABEDB-CC89-64C3-59C3-54AF532D73FA}"/>
                </a:ext>
              </a:extLst>
            </p:cNvPr>
            <p:cNvSpPr>
              <a:spLocks noChangeShapeType="1"/>
            </p:cNvSpPr>
            <p:nvPr/>
          </p:nvSpPr>
          <p:spPr bwMode="auto">
            <a:xfrm>
              <a:off x="5020" y="2104"/>
              <a:ext cx="2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58">
              <a:extLst>
                <a:ext uri="{FF2B5EF4-FFF2-40B4-BE49-F238E27FC236}">
                  <a16:creationId xmlns:a16="http://schemas.microsoft.com/office/drawing/2014/main" id="{BE7A7D95-F7A7-D2A9-708E-47054B89CC1B}"/>
                </a:ext>
              </a:extLst>
            </p:cNvPr>
            <p:cNvSpPr>
              <a:spLocks noChangeShapeType="1"/>
            </p:cNvSpPr>
            <p:nvPr/>
          </p:nvSpPr>
          <p:spPr bwMode="auto">
            <a:xfrm flipV="1">
              <a:off x="5020" y="2104"/>
              <a:ext cx="0" cy="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59">
              <a:extLst>
                <a:ext uri="{FF2B5EF4-FFF2-40B4-BE49-F238E27FC236}">
                  <a16:creationId xmlns:a16="http://schemas.microsoft.com/office/drawing/2014/main" id="{FF8836CA-6564-122F-950F-7C3434F5220F}"/>
                </a:ext>
              </a:extLst>
            </p:cNvPr>
            <p:cNvSpPr>
              <a:spLocks noChangeShapeType="1"/>
            </p:cNvSpPr>
            <p:nvPr/>
          </p:nvSpPr>
          <p:spPr bwMode="auto">
            <a:xfrm>
              <a:off x="1835" y="2475"/>
              <a:ext cx="4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Line 60">
              <a:extLst>
                <a:ext uri="{FF2B5EF4-FFF2-40B4-BE49-F238E27FC236}">
                  <a16:creationId xmlns:a16="http://schemas.microsoft.com/office/drawing/2014/main" id="{2F774E24-4A45-24EA-A247-F0960B291AD9}"/>
                </a:ext>
              </a:extLst>
            </p:cNvPr>
            <p:cNvSpPr>
              <a:spLocks noChangeShapeType="1"/>
            </p:cNvSpPr>
            <p:nvPr/>
          </p:nvSpPr>
          <p:spPr bwMode="auto">
            <a:xfrm flipV="1">
              <a:off x="1835" y="2475"/>
              <a:ext cx="0"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61">
              <a:extLst>
                <a:ext uri="{FF2B5EF4-FFF2-40B4-BE49-F238E27FC236}">
                  <a16:creationId xmlns:a16="http://schemas.microsoft.com/office/drawing/2014/main" id="{9CBFF817-147A-BC14-496F-1DC099D654D8}"/>
                </a:ext>
              </a:extLst>
            </p:cNvPr>
            <p:cNvSpPr>
              <a:spLocks noChangeShapeType="1"/>
            </p:cNvSpPr>
            <p:nvPr/>
          </p:nvSpPr>
          <p:spPr bwMode="auto">
            <a:xfrm>
              <a:off x="2272" y="2707"/>
              <a:ext cx="4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62">
              <a:extLst>
                <a:ext uri="{FF2B5EF4-FFF2-40B4-BE49-F238E27FC236}">
                  <a16:creationId xmlns:a16="http://schemas.microsoft.com/office/drawing/2014/main" id="{9F61536F-3466-7566-05F8-CA2B0B2747F9}"/>
                </a:ext>
              </a:extLst>
            </p:cNvPr>
            <p:cNvSpPr>
              <a:spLocks noChangeShapeType="1"/>
            </p:cNvSpPr>
            <p:nvPr/>
          </p:nvSpPr>
          <p:spPr bwMode="auto">
            <a:xfrm flipV="1">
              <a:off x="2272" y="2475"/>
              <a:ext cx="0"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63">
              <a:extLst>
                <a:ext uri="{FF2B5EF4-FFF2-40B4-BE49-F238E27FC236}">
                  <a16:creationId xmlns:a16="http://schemas.microsoft.com/office/drawing/2014/main" id="{971DC48E-A026-EC51-C279-08E3E2030FFA}"/>
                </a:ext>
              </a:extLst>
            </p:cNvPr>
            <p:cNvSpPr>
              <a:spLocks noChangeShapeType="1"/>
            </p:cNvSpPr>
            <p:nvPr/>
          </p:nvSpPr>
          <p:spPr bwMode="auto">
            <a:xfrm>
              <a:off x="2708" y="2475"/>
              <a:ext cx="4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64">
              <a:extLst>
                <a:ext uri="{FF2B5EF4-FFF2-40B4-BE49-F238E27FC236}">
                  <a16:creationId xmlns:a16="http://schemas.microsoft.com/office/drawing/2014/main" id="{E25BDCFC-FFCC-63A1-027D-C1DCDEC3AA8B}"/>
                </a:ext>
              </a:extLst>
            </p:cNvPr>
            <p:cNvSpPr>
              <a:spLocks noChangeShapeType="1"/>
            </p:cNvSpPr>
            <p:nvPr/>
          </p:nvSpPr>
          <p:spPr bwMode="auto">
            <a:xfrm flipV="1">
              <a:off x="2708" y="2475"/>
              <a:ext cx="0"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65">
              <a:extLst>
                <a:ext uri="{FF2B5EF4-FFF2-40B4-BE49-F238E27FC236}">
                  <a16:creationId xmlns:a16="http://schemas.microsoft.com/office/drawing/2014/main" id="{9FFE5F0A-B53E-C73A-592B-E32AF14AD6D8}"/>
                </a:ext>
              </a:extLst>
            </p:cNvPr>
            <p:cNvSpPr>
              <a:spLocks noChangeShapeType="1"/>
            </p:cNvSpPr>
            <p:nvPr/>
          </p:nvSpPr>
          <p:spPr bwMode="auto">
            <a:xfrm>
              <a:off x="3146" y="2707"/>
              <a:ext cx="4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Line 66">
              <a:extLst>
                <a:ext uri="{FF2B5EF4-FFF2-40B4-BE49-F238E27FC236}">
                  <a16:creationId xmlns:a16="http://schemas.microsoft.com/office/drawing/2014/main" id="{B9258862-4EDE-2E16-B17B-211CD4F0C564}"/>
                </a:ext>
              </a:extLst>
            </p:cNvPr>
            <p:cNvSpPr>
              <a:spLocks noChangeShapeType="1"/>
            </p:cNvSpPr>
            <p:nvPr/>
          </p:nvSpPr>
          <p:spPr bwMode="auto">
            <a:xfrm flipV="1">
              <a:off x="3146" y="2475"/>
              <a:ext cx="0"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Line 67">
              <a:extLst>
                <a:ext uri="{FF2B5EF4-FFF2-40B4-BE49-F238E27FC236}">
                  <a16:creationId xmlns:a16="http://schemas.microsoft.com/office/drawing/2014/main" id="{DFA39307-0AA3-6304-99B5-826B811BB9F1}"/>
                </a:ext>
              </a:extLst>
            </p:cNvPr>
            <p:cNvSpPr>
              <a:spLocks noChangeShapeType="1"/>
            </p:cNvSpPr>
            <p:nvPr/>
          </p:nvSpPr>
          <p:spPr bwMode="auto">
            <a:xfrm>
              <a:off x="3582" y="2475"/>
              <a:ext cx="4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68">
              <a:extLst>
                <a:ext uri="{FF2B5EF4-FFF2-40B4-BE49-F238E27FC236}">
                  <a16:creationId xmlns:a16="http://schemas.microsoft.com/office/drawing/2014/main" id="{43D5B486-AC93-2E49-2B46-70524F767BDA}"/>
                </a:ext>
              </a:extLst>
            </p:cNvPr>
            <p:cNvSpPr>
              <a:spLocks noChangeShapeType="1"/>
            </p:cNvSpPr>
            <p:nvPr/>
          </p:nvSpPr>
          <p:spPr bwMode="auto">
            <a:xfrm flipV="1">
              <a:off x="3582" y="2475"/>
              <a:ext cx="0"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69">
              <a:extLst>
                <a:ext uri="{FF2B5EF4-FFF2-40B4-BE49-F238E27FC236}">
                  <a16:creationId xmlns:a16="http://schemas.microsoft.com/office/drawing/2014/main" id="{48620D82-A390-A067-756C-450473D3323C}"/>
                </a:ext>
              </a:extLst>
            </p:cNvPr>
            <p:cNvSpPr>
              <a:spLocks noChangeShapeType="1"/>
            </p:cNvSpPr>
            <p:nvPr/>
          </p:nvSpPr>
          <p:spPr bwMode="auto">
            <a:xfrm>
              <a:off x="4019" y="2707"/>
              <a:ext cx="4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70">
              <a:extLst>
                <a:ext uri="{FF2B5EF4-FFF2-40B4-BE49-F238E27FC236}">
                  <a16:creationId xmlns:a16="http://schemas.microsoft.com/office/drawing/2014/main" id="{5C5B5B5A-317D-3B79-D4B5-1CB42A276090}"/>
                </a:ext>
              </a:extLst>
            </p:cNvPr>
            <p:cNvSpPr>
              <a:spLocks noChangeShapeType="1"/>
            </p:cNvSpPr>
            <p:nvPr/>
          </p:nvSpPr>
          <p:spPr bwMode="auto">
            <a:xfrm flipV="1">
              <a:off x="4019" y="2475"/>
              <a:ext cx="0"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71">
              <a:extLst>
                <a:ext uri="{FF2B5EF4-FFF2-40B4-BE49-F238E27FC236}">
                  <a16:creationId xmlns:a16="http://schemas.microsoft.com/office/drawing/2014/main" id="{8F0F8EAE-FA43-8BD0-FA49-D6169E88FA2E}"/>
                </a:ext>
              </a:extLst>
            </p:cNvPr>
            <p:cNvSpPr>
              <a:spLocks noChangeShapeType="1"/>
            </p:cNvSpPr>
            <p:nvPr/>
          </p:nvSpPr>
          <p:spPr bwMode="auto">
            <a:xfrm>
              <a:off x="4456" y="2475"/>
              <a:ext cx="4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72">
              <a:extLst>
                <a:ext uri="{FF2B5EF4-FFF2-40B4-BE49-F238E27FC236}">
                  <a16:creationId xmlns:a16="http://schemas.microsoft.com/office/drawing/2014/main" id="{BC823089-43F9-BE1F-8739-2A8BEED54823}"/>
                </a:ext>
              </a:extLst>
            </p:cNvPr>
            <p:cNvSpPr>
              <a:spLocks noChangeShapeType="1"/>
            </p:cNvSpPr>
            <p:nvPr/>
          </p:nvSpPr>
          <p:spPr bwMode="auto">
            <a:xfrm flipV="1">
              <a:off x="4456" y="2475"/>
              <a:ext cx="0"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Line 73">
              <a:extLst>
                <a:ext uri="{FF2B5EF4-FFF2-40B4-BE49-F238E27FC236}">
                  <a16:creationId xmlns:a16="http://schemas.microsoft.com/office/drawing/2014/main" id="{BA5901BD-AD84-D97D-35A5-6AEA32BE209D}"/>
                </a:ext>
              </a:extLst>
            </p:cNvPr>
            <p:cNvSpPr>
              <a:spLocks noChangeShapeType="1"/>
            </p:cNvSpPr>
            <p:nvPr/>
          </p:nvSpPr>
          <p:spPr bwMode="auto">
            <a:xfrm>
              <a:off x="4893" y="2707"/>
              <a:ext cx="3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74">
              <a:extLst>
                <a:ext uri="{FF2B5EF4-FFF2-40B4-BE49-F238E27FC236}">
                  <a16:creationId xmlns:a16="http://schemas.microsoft.com/office/drawing/2014/main" id="{49DB00B4-CE91-4634-9207-D8B7CC823A8E}"/>
                </a:ext>
              </a:extLst>
            </p:cNvPr>
            <p:cNvSpPr>
              <a:spLocks noChangeShapeType="1"/>
            </p:cNvSpPr>
            <p:nvPr/>
          </p:nvSpPr>
          <p:spPr bwMode="auto">
            <a:xfrm flipV="1">
              <a:off x="4893" y="2475"/>
              <a:ext cx="0"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Line 75">
              <a:extLst>
                <a:ext uri="{FF2B5EF4-FFF2-40B4-BE49-F238E27FC236}">
                  <a16:creationId xmlns:a16="http://schemas.microsoft.com/office/drawing/2014/main" id="{16F5D529-ED4A-AC4B-CE8E-7462F6ACCD62}"/>
                </a:ext>
              </a:extLst>
            </p:cNvPr>
            <p:cNvSpPr>
              <a:spLocks noChangeShapeType="1"/>
            </p:cNvSpPr>
            <p:nvPr/>
          </p:nvSpPr>
          <p:spPr bwMode="auto">
            <a:xfrm>
              <a:off x="1397" y="2707"/>
              <a:ext cx="4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Line 76">
              <a:extLst>
                <a:ext uri="{FF2B5EF4-FFF2-40B4-BE49-F238E27FC236}">
                  <a16:creationId xmlns:a16="http://schemas.microsoft.com/office/drawing/2014/main" id="{4F7E4E4E-DEF4-224C-BF56-484890C35DBC}"/>
                </a:ext>
              </a:extLst>
            </p:cNvPr>
            <p:cNvSpPr>
              <a:spLocks noChangeShapeType="1"/>
            </p:cNvSpPr>
            <p:nvPr/>
          </p:nvSpPr>
          <p:spPr bwMode="auto">
            <a:xfrm>
              <a:off x="2363" y="2869"/>
              <a:ext cx="87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77">
              <a:extLst>
                <a:ext uri="{FF2B5EF4-FFF2-40B4-BE49-F238E27FC236}">
                  <a16:creationId xmlns:a16="http://schemas.microsoft.com/office/drawing/2014/main" id="{B9D5C3A1-FA38-089A-66C3-B23FFE5236FA}"/>
                </a:ext>
              </a:extLst>
            </p:cNvPr>
            <p:cNvSpPr>
              <a:spLocks noChangeShapeType="1"/>
            </p:cNvSpPr>
            <p:nvPr/>
          </p:nvSpPr>
          <p:spPr bwMode="auto">
            <a:xfrm flipV="1">
              <a:off x="2363" y="2869"/>
              <a:ext cx="0" cy="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78">
              <a:extLst>
                <a:ext uri="{FF2B5EF4-FFF2-40B4-BE49-F238E27FC236}">
                  <a16:creationId xmlns:a16="http://schemas.microsoft.com/office/drawing/2014/main" id="{49100E49-994D-7DA4-8BBA-E519AD84154D}"/>
                </a:ext>
              </a:extLst>
            </p:cNvPr>
            <p:cNvSpPr>
              <a:spLocks noChangeShapeType="1"/>
            </p:cNvSpPr>
            <p:nvPr/>
          </p:nvSpPr>
          <p:spPr bwMode="auto">
            <a:xfrm>
              <a:off x="3237" y="3100"/>
              <a:ext cx="87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79">
              <a:extLst>
                <a:ext uri="{FF2B5EF4-FFF2-40B4-BE49-F238E27FC236}">
                  <a16:creationId xmlns:a16="http://schemas.microsoft.com/office/drawing/2014/main" id="{0C8E8E5B-E83D-F292-5C81-364C01477901}"/>
                </a:ext>
              </a:extLst>
            </p:cNvPr>
            <p:cNvSpPr>
              <a:spLocks noChangeShapeType="1"/>
            </p:cNvSpPr>
            <p:nvPr/>
          </p:nvSpPr>
          <p:spPr bwMode="auto">
            <a:xfrm flipV="1">
              <a:off x="3237" y="2869"/>
              <a:ext cx="0" cy="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Line 80">
              <a:extLst>
                <a:ext uri="{FF2B5EF4-FFF2-40B4-BE49-F238E27FC236}">
                  <a16:creationId xmlns:a16="http://schemas.microsoft.com/office/drawing/2014/main" id="{50E27E56-B2DC-984B-FDE0-13150191C557}"/>
                </a:ext>
              </a:extLst>
            </p:cNvPr>
            <p:cNvSpPr>
              <a:spLocks noChangeShapeType="1"/>
            </p:cNvSpPr>
            <p:nvPr/>
          </p:nvSpPr>
          <p:spPr bwMode="auto">
            <a:xfrm>
              <a:off x="4110" y="2869"/>
              <a:ext cx="87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Line 81">
              <a:extLst>
                <a:ext uri="{FF2B5EF4-FFF2-40B4-BE49-F238E27FC236}">
                  <a16:creationId xmlns:a16="http://schemas.microsoft.com/office/drawing/2014/main" id="{F737C099-9F0A-35B2-91EE-919216522CC4}"/>
                </a:ext>
              </a:extLst>
            </p:cNvPr>
            <p:cNvSpPr>
              <a:spLocks noChangeShapeType="1"/>
            </p:cNvSpPr>
            <p:nvPr/>
          </p:nvSpPr>
          <p:spPr bwMode="auto">
            <a:xfrm flipV="1">
              <a:off x="4110" y="2869"/>
              <a:ext cx="0" cy="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 name="Line 82">
              <a:extLst>
                <a:ext uri="{FF2B5EF4-FFF2-40B4-BE49-F238E27FC236}">
                  <a16:creationId xmlns:a16="http://schemas.microsoft.com/office/drawing/2014/main" id="{B1DE036C-580D-CA3D-1722-07BA706D9F9B}"/>
                </a:ext>
              </a:extLst>
            </p:cNvPr>
            <p:cNvSpPr>
              <a:spLocks noChangeShapeType="1"/>
            </p:cNvSpPr>
            <p:nvPr/>
          </p:nvSpPr>
          <p:spPr bwMode="auto">
            <a:xfrm>
              <a:off x="4984" y="3100"/>
              <a:ext cx="24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 name="Line 83">
              <a:extLst>
                <a:ext uri="{FF2B5EF4-FFF2-40B4-BE49-F238E27FC236}">
                  <a16:creationId xmlns:a16="http://schemas.microsoft.com/office/drawing/2014/main" id="{2B794487-1E68-C7D9-0775-EE7EE3EECE2B}"/>
                </a:ext>
              </a:extLst>
            </p:cNvPr>
            <p:cNvSpPr>
              <a:spLocks noChangeShapeType="1"/>
            </p:cNvSpPr>
            <p:nvPr/>
          </p:nvSpPr>
          <p:spPr bwMode="auto">
            <a:xfrm flipV="1">
              <a:off x="4984" y="2869"/>
              <a:ext cx="0" cy="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 name="Line 84">
              <a:extLst>
                <a:ext uri="{FF2B5EF4-FFF2-40B4-BE49-F238E27FC236}">
                  <a16:creationId xmlns:a16="http://schemas.microsoft.com/office/drawing/2014/main" id="{EDEBE0C4-3377-A163-25FC-363A8CC1BA05}"/>
                </a:ext>
              </a:extLst>
            </p:cNvPr>
            <p:cNvSpPr>
              <a:spLocks noChangeShapeType="1"/>
            </p:cNvSpPr>
            <p:nvPr/>
          </p:nvSpPr>
          <p:spPr bwMode="auto">
            <a:xfrm>
              <a:off x="1489" y="3100"/>
              <a:ext cx="87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 name="Line 85">
              <a:extLst>
                <a:ext uri="{FF2B5EF4-FFF2-40B4-BE49-F238E27FC236}">
                  <a16:creationId xmlns:a16="http://schemas.microsoft.com/office/drawing/2014/main" id="{0C4AD1D5-3F3C-24E0-881E-1655ED32C214}"/>
                </a:ext>
              </a:extLst>
            </p:cNvPr>
            <p:cNvSpPr>
              <a:spLocks noChangeShapeType="1"/>
            </p:cNvSpPr>
            <p:nvPr/>
          </p:nvSpPr>
          <p:spPr bwMode="auto">
            <a:xfrm flipV="1">
              <a:off x="3328" y="3239"/>
              <a:ext cx="0"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 name="Line 86">
              <a:extLst>
                <a:ext uri="{FF2B5EF4-FFF2-40B4-BE49-F238E27FC236}">
                  <a16:creationId xmlns:a16="http://schemas.microsoft.com/office/drawing/2014/main" id="{B6D9A4C9-DC4A-183E-3F48-61B2745D4BBF}"/>
                </a:ext>
              </a:extLst>
            </p:cNvPr>
            <p:cNvSpPr>
              <a:spLocks noChangeShapeType="1"/>
            </p:cNvSpPr>
            <p:nvPr/>
          </p:nvSpPr>
          <p:spPr bwMode="auto">
            <a:xfrm>
              <a:off x="1580" y="3471"/>
              <a:ext cx="174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Line 87">
              <a:extLst>
                <a:ext uri="{FF2B5EF4-FFF2-40B4-BE49-F238E27FC236}">
                  <a16:creationId xmlns:a16="http://schemas.microsoft.com/office/drawing/2014/main" id="{E30E4946-506C-B068-C2D8-CCC35EE8BF03}"/>
                </a:ext>
              </a:extLst>
            </p:cNvPr>
            <p:cNvSpPr>
              <a:spLocks noChangeShapeType="1"/>
            </p:cNvSpPr>
            <p:nvPr/>
          </p:nvSpPr>
          <p:spPr bwMode="auto">
            <a:xfrm>
              <a:off x="3328" y="3239"/>
              <a:ext cx="174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Line 88">
              <a:extLst>
                <a:ext uri="{FF2B5EF4-FFF2-40B4-BE49-F238E27FC236}">
                  <a16:creationId xmlns:a16="http://schemas.microsoft.com/office/drawing/2014/main" id="{1666E592-AA67-5670-9842-58A85BE40C06}"/>
                </a:ext>
              </a:extLst>
            </p:cNvPr>
            <p:cNvSpPr>
              <a:spLocks noChangeShapeType="1"/>
            </p:cNvSpPr>
            <p:nvPr/>
          </p:nvSpPr>
          <p:spPr bwMode="auto">
            <a:xfrm flipV="1">
              <a:off x="5075" y="3239"/>
              <a:ext cx="0"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 name="Line 89">
              <a:extLst>
                <a:ext uri="{FF2B5EF4-FFF2-40B4-BE49-F238E27FC236}">
                  <a16:creationId xmlns:a16="http://schemas.microsoft.com/office/drawing/2014/main" id="{6942A9F8-CEAA-4EBF-FEE9-21B8E587C965}"/>
                </a:ext>
              </a:extLst>
            </p:cNvPr>
            <p:cNvSpPr>
              <a:spLocks noChangeShapeType="1"/>
            </p:cNvSpPr>
            <p:nvPr/>
          </p:nvSpPr>
          <p:spPr bwMode="auto">
            <a:xfrm>
              <a:off x="5075" y="3471"/>
              <a:ext cx="15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 name="Line 90">
              <a:extLst>
                <a:ext uri="{FF2B5EF4-FFF2-40B4-BE49-F238E27FC236}">
                  <a16:creationId xmlns:a16="http://schemas.microsoft.com/office/drawing/2014/main" id="{7CC78769-209E-D4BB-A3AF-B19CD851EA60}"/>
                </a:ext>
              </a:extLst>
            </p:cNvPr>
            <p:cNvSpPr>
              <a:spLocks noChangeShapeType="1"/>
            </p:cNvSpPr>
            <p:nvPr/>
          </p:nvSpPr>
          <p:spPr bwMode="auto">
            <a:xfrm>
              <a:off x="1126" y="2478"/>
              <a:ext cx="27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 name="Line 91">
              <a:extLst>
                <a:ext uri="{FF2B5EF4-FFF2-40B4-BE49-F238E27FC236}">
                  <a16:creationId xmlns:a16="http://schemas.microsoft.com/office/drawing/2014/main" id="{3C8990BF-E958-5B5C-ADAA-5E26688A1319}"/>
                </a:ext>
              </a:extLst>
            </p:cNvPr>
            <p:cNvSpPr>
              <a:spLocks noChangeShapeType="1"/>
            </p:cNvSpPr>
            <p:nvPr/>
          </p:nvSpPr>
          <p:spPr bwMode="auto">
            <a:xfrm flipV="1">
              <a:off x="1399" y="2478"/>
              <a:ext cx="0"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 name="Line 92">
              <a:extLst>
                <a:ext uri="{FF2B5EF4-FFF2-40B4-BE49-F238E27FC236}">
                  <a16:creationId xmlns:a16="http://schemas.microsoft.com/office/drawing/2014/main" id="{6D9146D4-1798-8C5E-EAEF-E02CA49B2346}"/>
                </a:ext>
              </a:extLst>
            </p:cNvPr>
            <p:cNvSpPr>
              <a:spLocks noChangeShapeType="1"/>
            </p:cNvSpPr>
            <p:nvPr/>
          </p:nvSpPr>
          <p:spPr bwMode="auto">
            <a:xfrm>
              <a:off x="1126" y="2872"/>
              <a:ext cx="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 name="Line 93">
              <a:extLst>
                <a:ext uri="{FF2B5EF4-FFF2-40B4-BE49-F238E27FC236}">
                  <a16:creationId xmlns:a16="http://schemas.microsoft.com/office/drawing/2014/main" id="{11E098ED-B928-ABEF-AD31-CD14E919A3DE}"/>
                </a:ext>
              </a:extLst>
            </p:cNvPr>
            <p:cNvSpPr>
              <a:spLocks noChangeShapeType="1"/>
            </p:cNvSpPr>
            <p:nvPr/>
          </p:nvSpPr>
          <p:spPr bwMode="auto">
            <a:xfrm flipV="1">
              <a:off x="1489" y="2871"/>
              <a:ext cx="0"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 name="Line 94">
              <a:extLst>
                <a:ext uri="{FF2B5EF4-FFF2-40B4-BE49-F238E27FC236}">
                  <a16:creationId xmlns:a16="http://schemas.microsoft.com/office/drawing/2014/main" id="{8A312C4C-1B2B-D1FE-5FB0-3644D5C1D185}"/>
                </a:ext>
              </a:extLst>
            </p:cNvPr>
            <p:cNvSpPr>
              <a:spLocks noChangeShapeType="1"/>
            </p:cNvSpPr>
            <p:nvPr/>
          </p:nvSpPr>
          <p:spPr bwMode="auto">
            <a:xfrm>
              <a:off x="1126" y="3243"/>
              <a:ext cx="45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Line 95">
              <a:extLst>
                <a:ext uri="{FF2B5EF4-FFF2-40B4-BE49-F238E27FC236}">
                  <a16:creationId xmlns:a16="http://schemas.microsoft.com/office/drawing/2014/main" id="{E573D99A-BDDA-6F99-9050-4A2F368EA997}"/>
                </a:ext>
              </a:extLst>
            </p:cNvPr>
            <p:cNvSpPr>
              <a:spLocks noChangeShapeType="1"/>
            </p:cNvSpPr>
            <p:nvPr/>
          </p:nvSpPr>
          <p:spPr bwMode="auto">
            <a:xfrm flipV="1">
              <a:off x="1580" y="3241"/>
              <a:ext cx="0" cy="23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96">
              <a:extLst>
                <a:ext uri="{FF2B5EF4-FFF2-40B4-BE49-F238E27FC236}">
                  <a16:creationId xmlns:a16="http://schemas.microsoft.com/office/drawing/2014/main" id="{BF54A80D-C014-7ACC-A012-F7A674280B37}"/>
                </a:ext>
              </a:extLst>
            </p:cNvPr>
            <p:cNvSpPr>
              <a:spLocks noChangeShapeType="1"/>
            </p:cNvSpPr>
            <p:nvPr/>
          </p:nvSpPr>
          <p:spPr bwMode="auto">
            <a:xfrm flipV="1">
              <a:off x="1315" y="2107"/>
              <a:ext cx="0"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 name="Line 97">
              <a:extLst>
                <a:ext uri="{FF2B5EF4-FFF2-40B4-BE49-F238E27FC236}">
                  <a16:creationId xmlns:a16="http://schemas.microsoft.com/office/drawing/2014/main" id="{7AD08919-C837-0FD8-EAB0-C9C028F55851}"/>
                </a:ext>
              </a:extLst>
            </p:cNvPr>
            <p:cNvSpPr>
              <a:spLocks noChangeShapeType="1"/>
            </p:cNvSpPr>
            <p:nvPr/>
          </p:nvSpPr>
          <p:spPr bwMode="auto">
            <a:xfrm>
              <a:off x="1131" y="2115"/>
              <a:ext cx="18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1" name="Group 98">
            <a:extLst>
              <a:ext uri="{FF2B5EF4-FFF2-40B4-BE49-F238E27FC236}">
                <a16:creationId xmlns:a16="http://schemas.microsoft.com/office/drawing/2014/main" id="{680E7E1F-8906-3C1B-6328-2368F93AE483}"/>
              </a:ext>
            </a:extLst>
          </p:cNvPr>
          <p:cNvGrpSpPr>
            <a:grpSpLocks/>
          </p:cNvGrpSpPr>
          <p:nvPr/>
        </p:nvGrpSpPr>
        <p:grpSpPr bwMode="auto">
          <a:xfrm>
            <a:off x="4361082" y="3299460"/>
            <a:ext cx="692150" cy="2044700"/>
            <a:chOff x="2711" y="2466"/>
            <a:chExt cx="436" cy="1288"/>
          </a:xfrm>
        </p:grpSpPr>
        <p:sp>
          <p:nvSpPr>
            <p:cNvPr id="102" name="Line 99">
              <a:extLst>
                <a:ext uri="{FF2B5EF4-FFF2-40B4-BE49-F238E27FC236}">
                  <a16:creationId xmlns:a16="http://schemas.microsoft.com/office/drawing/2014/main" id="{1F3EBC70-2C02-DDC3-2902-4A8FA0A5CF68}"/>
                </a:ext>
              </a:extLst>
            </p:cNvPr>
            <p:cNvSpPr>
              <a:spLocks noChangeShapeType="1"/>
            </p:cNvSpPr>
            <p:nvPr/>
          </p:nvSpPr>
          <p:spPr bwMode="auto">
            <a:xfrm flipV="1">
              <a:off x="3147" y="2466"/>
              <a:ext cx="0" cy="1241"/>
            </a:xfrm>
            <a:prstGeom prst="line">
              <a:avLst/>
            </a:prstGeom>
            <a:noFill/>
            <a:ln w="19050">
              <a:solidFill>
                <a:srgbClr val="FF9933"/>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100">
              <a:extLst>
                <a:ext uri="{FF2B5EF4-FFF2-40B4-BE49-F238E27FC236}">
                  <a16:creationId xmlns:a16="http://schemas.microsoft.com/office/drawing/2014/main" id="{32C35404-C4AC-AE95-0165-C0362C27615C}"/>
                </a:ext>
              </a:extLst>
            </p:cNvPr>
            <p:cNvSpPr>
              <a:spLocks noChangeShapeType="1"/>
            </p:cNvSpPr>
            <p:nvPr/>
          </p:nvSpPr>
          <p:spPr bwMode="auto">
            <a:xfrm flipV="1">
              <a:off x="2711" y="2486"/>
              <a:ext cx="0" cy="1241"/>
            </a:xfrm>
            <a:prstGeom prst="line">
              <a:avLst/>
            </a:prstGeom>
            <a:noFill/>
            <a:ln w="19050">
              <a:solidFill>
                <a:srgbClr val="FF9933"/>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 name="Text Box 101">
              <a:extLst>
                <a:ext uri="{FF2B5EF4-FFF2-40B4-BE49-F238E27FC236}">
                  <a16:creationId xmlns:a16="http://schemas.microsoft.com/office/drawing/2014/main" id="{A1866905-C223-7A69-F563-F5326D53AD28}"/>
                </a:ext>
              </a:extLst>
            </p:cNvPr>
            <p:cNvSpPr txBox="1">
              <a:spLocks noChangeArrowheads="1"/>
            </p:cNvSpPr>
            <p:nvPr/>
          </p:nvSpPr>
          <p:spPr bwMode="auto">
            <a:xfrm>
              <a:off x="2857" y="3562"/>
              <a:ext cx="1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solidFill>
                    <a:srgbClr val="009900"/>
                  </a:solidFill>
                  <a:ea typeface="楷体_GB2312" pitchFamily="49" charset="-122"/>
                </a:rPr>
                <a:t>Y</a:t>
              </a:r>
              <a:r>
                <a:rPr kumimoji="1" lang="en-US" altLang="zh-CN" sz="1600">
                  <a:solidFill>
                    <a:srgbClr val="009900"/>
                  </a:solidFill>
                  <a:ea typeface="楷体_GB2312" pitchFamily="49" charset="-122"/>
                </a:rPr>
                <a:t>3</a:t>
              </a:r>
              <a:endParaRPr kumimoji="1" lang="en-US" altLang="zh-CN" sz="1200">
                <a:solidFill>
                  <a:srgbClr val="009900"/>
                </a:solidFill>
                <a:ea typeface="楷体_GB2312" pitchFamily="49" charset="-122"/>
              </a:endParaRPr>
            </a:p>
          </p:txBody>
        </p:sp>
      </p:grpSp>
      <p:grpSp>
        <p:nvGrpSpPr>
          <p:cNvPr id="105" name="Group 102">
            <a:extLst>
              <a:ext uri="{FF2B5EF4-FFF2-40B4-BE49-F238E27FC236}">
                <a16:creationId xmlns:a16="http://schemas.microsoft.com/office/drawing/2014/main" id="{EF35C364-4CDF-7A1E-930C-0D4285322126}"/>
              </a:ext>
            </a:extLst>
          </p:cNvPr>
          <p:cNvGrpSpPr>
            <a:grpSpLocks/>
          </p:cNvGrpSpPr>
          <p:nvPr/>
        </p:nvGrpSpPr>
        <p:grpSpPr bwMode="auto">
          <a:xfrm>
            <a:off x="5338982" y="3308985"/>
            <a:ext cx="404812" cy="2035175"/>
            <a:chOff x="3327" y="2472"/>
            <a:chExt cx="255" cy="1282"/>
          </a:xfrm>
        </p:grpSpPr>
        <p:grpSp>
          <p:nvGrpSpPr>
            <p:cNvPr id="106" name="Group 103">
              <a:extLst>
                <a:ext uri="{FF2B5EF4-FFF2-40B4-BE49-F238E27FC236}">
                  <a16:creationId xmlns:a16="http://schemas.microsoft.com/office/drawing/2014/main" id="{D3B3DFB6-EDD2-7644-C992-F8A994616AC1}"/>
                </a:ext>
              </a:extLst>
            </p:cNvPr>
            <p:cNvGrpSpPr>
              <a:grpSpLocks/>
            </p:cNvGrpSpPr>
            <p:nvPr/>
          </p:nvGrpSpPr>
          <p:grpSpPr bwMode="auto">
            <a:xfrm>
              <a:off x="3363" y="2472"/>
              <a:ext cx="219" cy="1282"/>
              <a:chOff x="3363" y="2472"/>
              <a:chExt cx="219" cy="1282"/>
            </a:xfrm>
          </p:grpSpPr>
          <p:sp>
            <p:nvSpPr>
              <p:cNvPr id="108" name="Line 104">
                <a:extLst>
                  <a:ext uri="{FF2B5EF4-FFF2-40B4-BE49-F238E27FC236}">
                    <a16:creationId xmlns:a16="http://schemas.microsoft.com/office/drawing/2014/main" id="{C0EC81EA-63ED-DE86-6444-F4CD702BA470}"/>
                  </a:ext>
                </a:extLst>
              </p:cNvPr>
              <p:cNvSpPr>
                <a:spLocks noChangeShapeType="1"/>
              </p:cNvSpPr>
              <p:nvPr/>
            </p:nvSpPr>
            <p:spPr bwMode="auto">
              <a:xfrm flipV="1">
                <a:off x="3582" y="2472"/>
                <a:ext cx="0" cy="1241"/>
              </a:xfrm>
              <a:prstGeom prst="line">
                <a:avLst/>
              </a:prstGeom>
              <a:noFill/>
              <a:ln w="19050">
                <a:solidFill>
                  <a:srgbClr val="FF9933"/>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 name="Text Box 105">
                <a:extLst>
                  <a:ext uri="{FF2B5EF4-FFF2-40B4-BE49-F238E27FC236}">
                    <a16:creationId xmlns:a16="http://schemas.microsoft.com/office/drawing/2014/main" id="{DBE26B1A-EDE7-AC2C-2617-4D588E557B91}"/>
                  </a:ext>
                </a:extLst>
              </p:cNvPr>
              <p:cNvSpPr txBox="1">
                <a:spLocks noChangeArrowheads="1"/>
              </p:cNvSpPr>
              <p:nvPr/>
            </p:nvSpPr>
            <p:spPr bwMode="auto">
              <a:xfrm>
                <a:off x="3363" y="3562"/>
                <a:ext cx="1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solidFill>
                      <a:srgbClr val="009900"/>
                    </a:solidFill>
                    <a:ea typeface="楷体_GB2312" pitchFamily="49" charset="-122"/>
                  </a:rPr>
                  <a:t>Y</a:t>
                </a:r>
                <a:r>
                  <a:rPr kumimoji="1" lang="en-US" altLang="zh-CN" sz="1600">
                    <a:solidFill>
                      <a:srgbClr val="009900"/>
                    </a:solidFill>
                    <a:ea typeface="楷体_GB2312" pitchFamily="49" charset="-122"/>
                  </a:rPr>
                  <a:t>4</a:t>
                </a:r>
                <a:endParaRPr kumimoji="1" lang="en-US" altLang="zh-CN" sz="1200">
                  <a:solidFill>
                    <a:srgbClr val="009900"/>
                  </a:solidFill>
                  <a:ea typeface="楷体_GB2312" pitchFamily="49" charset="-122"/>
                </a:endParaRPr>
              </a:p>
            </p:txBody>
          </p:sp>
        </p:grpSp>
        <p:sp>
          <p:nvSpPr>
            <p:cNvPr id="107" name="Line 106">
              <a:extLst>
                <a:ext uri="{FF2B5EF4-FFF2-40B4-BE49-F238E27FC236}">
                  <a16:creationId xmlns:a16="http://schemas.microsoft.com/office/drawing/2014/main" id="{173F70E5-D90F-086B-1B9B-445627A2C145}"/>
                </a:ext>
              </a:extLst>
            </p:cNvPr>
            <p:cNvSpPr>
              <a:spLocks noChangeShapeType="1"/>
            </p:cNvSpPr>
            <p:nvPr/>
          </p:nvSpPr>
          <p:spPr bwMode="auto">
            <a:xfrm flipV="1">
              <a:off x="3327" y="2473"/>
              <a:ext cx="0" cy="1241"/>
            </a:xfrm>
            <a:prstGeom prst="line">
              <a:avLst/>
            </a:prstGeom>
            <a:noFill/>
            <a:ln w="19050">
              <a:solidFill>
                <a:srgbClr val="FF9933"/>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0" name="Text Box 107">
            <a:extLst>
              <a:ext uri="{FF2B5EF4-FFF2-40B4-BE49-F238E27FC236}">
                <a16:creationId xmlns:a16="http://schemas.microsoft.com/office/drawing/2014/main" id="{B2837117-2BE5-8D0E-B4C0-DDB469A99B1B}"/>
              </a:ext>
            </a:extLst>
          </p:cNvPr>
          <p:cNvSpPr txBox="1">
            <a:spLocks noChangeArrowheads="1"/>
          </p:cNvSpPr>
          <p:nvPr/>
        </p:nvSpPr>
        <p:spPr bwMode="auto">
          <a:xfrm>
            <a:off x="5132607" y="5039360"/>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solidFill>
                  <a:srgbClr val="FF0000"/>
                </a:solidFill>
                <a:ea typeface="楷体_GB2312" pitchFamily="49" charset="-122"/>
              </a:rPr>
              <a:t>?</a:t>
            </a:r>
            <a:endParaRPr kumimoji="1" lang="en-US" altLang="zh-CN" sz="1200">
              <a:solidFill>
                <a:srgbClr val="FF0000"/>
              </a:solidFill>
              <a:ea typeface="楷体_GB2312" pitchFamily="49" charset="-122"/>
            </a:endParaRPr>
          </a:p>
        </p:txBody>
      </p:sp>
      <p:grpSp>
        <p:nvGrpSpPr>
          <p:cNvPr id="111" name="Group 108">
            <a:extLst>
              <a:ext uri="{FF2B5EF4-FFF2-40B4-BE49-F238E27FC236}">
                <a16:creationId xmlns:a16="http://schemas.microsoft.com/office/drawing/2014/main" id="{ED706197-2F89-A1B2-3C75-2070E823EBA3}"/>
              </a:ext>
            </a:extLst>
          </p:cNvPr>
          <p:cNvGrpSpPr>
            <a:grpSpLocks/>
          </p:cNvGrpSpPr>
          <p:nvPr/>
        </p:nvGrpSpPr>
        <p:grpSpPr bwMode="auto">
          <a:xfrm>
            <a:off x="3354608" y="5039360"/>
            <a:ext cx="2185988" cy="366713"/>
            <a:chOff x="2077" y="3562"/>
            <a:chExt cx="1377" cy="231"/>
          </a:xfrm>
        </p:grpSpPr>
        <p:sp>
          <p:nvSpPr>
            <p:cNvPr id="112" name="Text Box 109">
              <a:extLst>
                <a:ext uri="{FF2B5EF4-FFF2-40B4-BE49-F238E27FC236}">
                  <a16:creationId xmlns:a16="http://schemas.microsoft.com/office/drawing/2014/main" id="{A456173F-7F97-BF2E-84A2-24D63AD418D2}"/>
                </a:ext>
              </a:extLst>
            </p:cNvPr>
            <p:cNvSpPr txBox="1">
              <a:spLocks noChangeArrowheads="1"/>
            </p:cNvSpPr>
            <p:nvPr/>
          </p:nvSpPr>
          <p:spPr bwMode="auto">
            <a:xfrm>
              <a:off x="2077" y="3562"/>
              <a:ext cx="5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kumimoji="1" lang="zh-CN" altLang="en-US" sz="2000">
                  <a:solidFill>
                    <a:srgbClr val="009900"/>
                  </a:solidFill>
                </a:rPr>
                <a:t>有效码</a:t>
              </a:r>
            </a:p>
          </p:txBody>
        </p:sp>
        <p:cxnSp>
          <p:nvCxnSpPr>
            <p:cNvPr id="113" name="AutoShape 110">
              <a:extLst>
                <a:ext uri="{FF2B5EF4-FFF2-40B4-BE49-F238E27FC236}">
                  <a16:creationId xmlns:a16="http://schemas.microsoft.com/office/drawing/2014/main" id="{9DE03CC6-3254-1EC5-F8C7-B3B5F6405083}"/>
                </a:ext>
              </a:extLst>
            </p:cNvPr>
            <p:cNvCxnSpPr>
              <a:cxnSpLocks noChangeShapeType="1"/>
              <a:stCxn id="112" idx="2"/>
              <a:endCxn id="104" idx="2"/>
            </p:cNvCxnSpPr>
            <p:nvPr/>
          </p:nvCxnSpPr>
          <p:spPr bwMode="auto">
            <a:xfrm rot="5400000" flipH="1" flipV="1">
              <a:off x="2642" y="3488"/>
              <a:ext cx="39" cy="572"/>
            </a:xfrm>
            <a:prstGeom prst="curvedConnector3">
              <a:avLst>
                <a:gd name="adj1" fmla="val -369252"/>
              </a:avLst>
            </a:prstGeom>
            <a:noFill/>
            <a:ln w="9525">
              <a:solidFill>
                <a:srgbClr val="009900"/>
              </a:solidFill>
              <a:round/>
              <a:headEnd/>
              <a:tailEnd type="triangle" w="med" len="med"/>
            </a:ln>
            <a:extLst>
              <a:ext uri="{909E8E84-426E-40DD-AFC4-6F175D3DCCD1}">
                <a14:hiddenFill xmlns:a14="http://schemas.microsoft.com/office/drawing/2010/main">
                  <a:noFill/>
                </a14:hiddenFill>
              </a:ext>
            </a:extLst>
          </p:spPr>
        </p:cxnSp>
        <p:cxnSp>
          <p:nvCxnSpPr>
            <p:cNvPr id="114" name="AutoShape 111">
              <a:extLst>
                <a:ext uri="{FF2B5EF4-FFF2-40B4-BE49-F238E27FC236}">
                  <a16:creationId xmlns:a16="http://schemas.microsoft.com/office/drawing/2014/main" id="{B0077B17-A099-121B-0406-59CBEEBC2398}"/>
                </a:ext>
              </a:extLst>
            </p:cNvPr>
            <p:cNvCxnSpPr>
              <a:cxnSpLocks noChangeShapeType="1"/>
              <a:stCxn id="112" idx="2"/>
              <a:endCxn id="109" idx="2"/>
            </p:cNvCxnSpPr>
            <p:nvPr/>
          </p:nvCxnSpPr>
          <p:spPr bwMode="auto">
            <a:xfrm rot="5400000" flipH="1" flipV="1">
              <a:off x="2895" y="3235"/>
              <a:ext cx="39" cy="1078"/>
            </a:xfrm>
            <a:prstGeom prst="curvedConnector3">
              <a:avLst>
                <a:gd name="adj1" fmla="val -522036"/>
              </a:avLst>
            </a:prstGeom>
            <a:noFill/>
            <a:ln w="9525">
              <a:solidFill>
                <a:srgbClr val="009900"/>
              </a:solidFill>
              <a:round/>
              <a:headEnd/>
              <a:tailEnd type="triangle" w="med" len="med"/>
            </a:ln>
            <a:extLst>
              <a:ext uri="{909E8E84-426E-40DD-AFC4-6F175D3DCCD1}">
                <a14:hiddenFill xmlns:a14="http://schemas.microsoft.com/office/drawing/2010/main">
                  <a:noFill/>
                </a14:hiddenFill>
              </a:ext>
            </a:extLst>
          </p:spPr>
        </p:cxnSp>
      </p:grpSp>
      <p:grpSp>
        <p:nvGrpSpPr>
          <p:cNvPr id="115" name="Group 112">
            <a:extLst>
              <a:ext uri="{FF2B5EF4-FFF2-40B4-BE49-F238E27FC236}">
                <a16:creationId xmlns:a16="http://schemas.microsoft.com/office/drawing/2014/main" id="{B44CD89A-88E2-775B-979E-36FC6859D049}"/>
              </a:ext>
            </a:extLst>
          </p:cNvPr>
          <p:cNvGrpSpPr>
            <a:grpSpLocks/>
          </p:cNvGrpSpPr>
          <p:nvPr/>
        </p:nvGrpSpPr>
        <p:grpSpPr bwMode="auto">
          <a:xfrm>
            <a:off x="5196110" y="5033010"/>
            <a:ext cx="1557338" cy="366713"/>
            <a:chOff x="3237" y="3558"/>
            <a:chExt cx="981" cy="231"/>
          </a:xfrm>
        </p:grpSpPr>
        <p:sp>
          <p:nvSpPr>
            <p:cNvPr id="116" name="Text Box 113">
              <a:extLst>
                <a:ext uri="{FF2B5EF4-FFF2-40B4-BE49-F238E27FC236}">
                  <a16:creationId xmlns:a16="http://schemas.microsoft.com/office/drawing/2014/main" id="{169A8B5E-3FA1-94F0-E260-A73BA744B894}"/>
                </a:ext>
              </a:extLst>
            </p:cNvPr>
            <p:cNvSpPr txBox="1">
              <a:spLocks noChangeArrowheads="1"/>
            </p:cNvSpPr>
            <p:nvPr/>
          </p:nvSpPr>
          <p:spPr bwMode="auto">
            <a:xfrm>
              <a:off x="3622" y="3558"/>
              <a:ext cx="5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90000"/>
                </a:lnSpc>
                <a:spcAft>
                  <a:spcPct val="0"/>
                </a:spcAft>
                <a:buFontTx/>
                <a:buNone/>
              </a:pPr>
              <a:r>
                <a:rPr kumimoji="1" lang="zh-CN" altLang="en-US" sz="2000">
                  <a:solidFill>
                    <a:srgbClr val="FF3300"/>
                  </a:solidFill>
                </a:rPr>
                <a:t>无效码</a:t>
              </a:r>
            </a:p>
          </p:txBody>
        </p:sp>
        <p:cxnSp>
          <p:nvCxnSpPr>
            <p:cNvPr id="117" name="AutoShape 114">
              <a:extLst>
                <a:ext uri="{FF2B5EF4-FFF2-40B4-BE49-F238E27FC236}">
                  <a16:creationId xmlns:a16="http://schemas.microsoft.com/office/drawing/2014/main" id="{0EE8AABE-BC2A-E47D-576C-B6B226848EDF}"/>
                </a:ext>
              </a:extLst>
            </p:cNvPr>
            <p:cNvCxnSpPr>
              <a:cxnSpLocks noChangeShapeType="1"/>
              <a:stCxn id="116" idx="2"/>
              <a:endCxn id="110" idx="2"/>
            </p:cNvCxnSpPr>
            <p:nvPr/>
          </p:nvCxnSpPr>
          <p:spPr bwMode="auto">
            <a:xfrm rot="5400000" flipH="1">
              <a:off x="3561" y="3430"/>
              <a:ext cx="35" cy="683"/>
            </a:xfrm>
            <a:prstGeom prst="curvedConnector3">
              <a:avLst>
                <a:gd name="adj1" fmla="val -411454"/>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cxnSp>
      </p:grpSp>
      <p:sp>
        <p:nvSpPr>
          <p:cNvPr id="118" name="Rectangle 115">
            <a:extLst>
              <a:ext uri="{FF2B5EF4-FFF2-40B4-BE49-F238E27FC236}">
                <a16:creationId xmlns:a16="http://schemas.microsoft.com/office/drawing/2014/main" id="{55E20393-F082-DB5A-D7CE-FDBEE1A8DC8A}"/>
              </a:ext>
            </a:extLst>
          </p:cNvPr>
          <p:cNvSpPr>
            <a:spLocks noChangeArrowheads="1"/>
          </p:cNvSpPr>
          <p:nvPr/>
        </p:nvSpPr>
        <p:spPr bwMode="auto">
          <a:xfrm>
            <a:off x="1462307" y="1076318"/>
            <a:ext cx="4806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b="0" dirty="0">
                <a:solidFill>
                  <a:schemeClr val="accent1">
                    <a:lumMod val="50000"/>
                  </a:schemeClr>
                </a:solidFill>
                <a:latin typeface="Microsoft YaHei" panose="020B0503020204020204" pitchFamily="34" charset="-122"/>
                <a:ea typeface="Microsoft YaHei" panose="020B0503020204020204" pitchFamily="34" charset="-122"/>
              </a:rPr>
              <a:t>输出信号质量差，工作速度低</a:t>
            </a:r>
          </a:p>
        </p:txBody>
      </p:sp>
      <p:grpSp>
        <p:nvGrpSpPr>
          <p:cNvPr id="119" name="Group 116">
            <a:extLst>
              <a:ext uri="{FF2B5EF4-FFF2-40B4-BE49-F238E27FC236}">
                <a16:creationId xmlns:a16="http://schemas.microsoft.com/office/drawing/2014/main" id="{62B78C39-A51E-0341-5416-AACF4EC11D63}"/>
              </a:ext>
            </a:extLst>
          </p:cNvPr>
          <p:cNvGrpSpPr>
            <a:grpSpLocks/>
          </p:cNvGrpSpPr>
          <p:nvPr/>
        </p:nvGrpSpPr>
        <p:grpSpPr bwMode="auto">
          <a:xfrm>
            <a:off x="4913532" y="2129473"/>
            <a:ext cx="687387" cy="971550"/>
            <a:chOff x="2923" y="1729"/>
            <a:chExt cx="433" cy="612"/>
          </a:xfrm>
        </p:grpSpPr>
        <p:sp>
          <p:nvSpPr>
            <p:cNvPr id="120" name="Text Box 117">
              <a:extLst>
                <a:ext uri="{FF2B5EF4-FFF2-40B4-BE49-F238E27FC236}">
                  <a16:creationId xmlns:a16="http://schemas.microsoft.com/office/drawing/2014/main" id="{3FB93610-F466-A161-78C5-AFDEDABD8BFE}"/>
                </a:ext>
              </a:extLst>
            </p:cNvPr>
            <p:cNvSpPr txBox="1">
              <a:spLocks noChangeArrowheads="1"/>
            </p:cNvSpPr>
            <p:nvPr/>
          </p:nvSpPr>
          <p:spPr bwMode="auto">
            <a:xfrm>
              <a:off x="3020" y="1729"/>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T</a:t>
              </a:r>
              <a:endParaRPr kumimoji="1" lang="en-US" altLang="zh-CN" sz="1600">
                <a:ea typeface="楷体_GB2312" pitchFamily="49" charset="-122"/>
              </a:endParaRPr>
            </a:p>
          </p:txBody>
        </p:sp>
        <p:sp>
          <p:nvSpPr>
            <p:cNvPr id="121" name="Line 118">
              <a:extLst>
                <a:ext uri="{FF2B5EF4-FFF2-40B4-BE49-F238E27FC236}">
                  <a16:creationId xmlns:a16="http://schemas.microsoft.com/office/drawing/2014/main" id="{D5D18341-2284-FD0A-453B-20162D7A98FF}"/>
                </a:ext>
              </a:extLst>
            </p:cNvPr>
            <p:cNvSpPr>
              <a:spLocks noChangeShapeType="1"/>
            </p:cNvSpPr>
            <p:nvPr/>
          </p:nvSpPr>
          <p:spPr bwMode="auto">
            <a:xfrm>
              <a:off x="3356" y="1842"/>
              <a:ext cx="0" cy="499"/>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 name="Line 119">
              <a:extLst>
                <a:ext uri="{FF2B5EF4-FFF2-40B4-BE49-F238E27FC236}">
                  <a16:creationId xmlns:a16="http://schemas.microsoft.com/office/drawing/2014/main" id="{A5ECB352-EE26-2B8B-DD83-F86BB11F0A54}"/>
                </a:ext>
              </a:extLst>
            </p:cNvPr>
            <p:cNvSpPr>
              <a:spLocks noChangeShapeType="1"/>
            </p:cNvSpPr>
            <p:nvPr/>
          </p:nvSpPr>
          <p:spPr bwMode="auto">
            <a:xfrm flipH="1">
              <a:off x="2923" y="1975"/>
              <a:ext cx="431" cy="0"/>
            </a:xfrm>
            <a:prstGeom prst="line">
              <a:avLst/>
            </a:prstGeom>
            <a:noFill/>
            <a:ln w="19050">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3" name="Line 120">
              <a:extLst>
                <a:ext uri="{FF2B5EF4-FFF2-40B4-BE49-F238E27FC236}">
                  <a16:creationId xmlns:a16="http://schemas.microsoft.com/office/drawing/2014/main" id="{BBB5BF3C-06DF-5AF9-ACFA-C4420A8EF054}"/>
                </a:ext>
              </a:extLst>
            </p:cNvPr>
            <p:cNvSpPr>
              <a:spLocks noChangeShapeType="1"/>
            </p:cNvSpPr>
            <p:nvPr/>
          </p:nvSpPr>
          <p:spPr bwMode="auto">
            <a:xfrm>
              <a:off x="2925" y="1842"/>
              <a:ext cx="0" cy="499"/>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mc:AlternateContent xmlns:mc="http://schemas.openxmlformats.org/markup-compatibility/2006" xmlns:p14="http://schemas.microsoft.com/office/powerpoint/2010/main">
        <mc:Choice Requires="p14">
          <p:contentPart p14:bwMode="auto" r:id="rId2">
            <p14:nvContentPartPr>
              <p14:cNvPr id="6" name="墨迹 5">
                <a:extLst>
                  <a:ext uri="{FF2B5EF4-FFF2-40B4-BE49-F238E27FC236}">
                    <a16:creationId xmlns:a16="http://schemas.microsoft.com/office/drawing/2014/main" id="{26172B67-6968-5B00-F74D-37273AEE5AA7}"/>
                  </a:ext>
                </a:extLst>
              </p14:cNvPr>
              <p14:cNvContentPartPr/>
              <p14:nvPr/>
            </p14:nvContentPartPr>
            <p14:xfrm>
              <a:off x="999720" y="3110040"/>
              <a:ext cx="3127320" cy="1230480"/>
            </p14:xfrm>
          </p:contentPart>
        </mc:Choice>
        <mc:Fallback xmlns="">
          <p:pic>
            <p:nvPicPr>
              <p:cNvPr id="6" name="墨迹 5">
                <a:extLst>
                  <a:ext uri="{FF2B5EF4-FFF2-40B4-BE49-F238E27FC236}">
                    <a16:creationId xmlns:a16="http://schemas.microsoft.com/office/drawing/2014/main" id="{26172B67-6968-5B00-F74D-37273AEE5AA7}"/>
                  </a:ext>
                </a:extLst>
              </p:cNvPr>
              <p:cNvPicPr/>
              <p:nvPr/>
            </p:nvPicPr>
            <p:blipFill>
              <a:blip r:embed="rId3"/>
              <a:stretch>
                <a:fillRect/>
              </a:stretch>
            </p:blipFill>
            <p:spPr>
              <a:xfrm>
                <a:off x="990360" y="3100680"/>
                <a:ext cx="3146040" cy="1249200"/>
              </a:xfrm>
              <a:prstGeom prst="rect">
                <a:avLst/>
              </a:prstGeom>
            </p:spPr>
          </p:pic>
        </mc:Fallback>
      </mc:AlternateContent>
    </p:spTree>
    <p:extLst>
      <p:ext uri="{BB962C8B-B14F-4D97-AF65-F5344CB8AC3E}">
        <p14:creationId xmlns:p14="http://schemas.microsoft.com/office/powerpoint/2010/main" val="802514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1"/>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7"/>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p:bldP spid="1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EF872F-8DFB-6909-E7FC-2A998C8F451F}"/>
              </a:ext>
            </a:extLst>
          </p:cNvPr>
          <p:cNvSpPr>
            <a:spLocks noGrp="1"/>
          </p:cNvSpPr>
          <p:nvPr>
            <p:ph type="title"/>
          </p:nvPr>
        </p:nvSpPr>
        <p:spPr/>
        <p:txBody>
          <a:bodyPr>
            <a:normAutofit fontScale="90000"/>
          </a:bodyPr>
          <a:lstStyle/>
          <a:p>
            <a:r>
              <a:rPr kumimoji="1" lang="zh-CN" altLang="en-US" dirty="0"/>
              <a:t>同步二进制</a:t>
            </a:r>
            <a:r>
              <a:rPr lang="zh-CN" altLang="en-US" dirty="0"/>
              <a:t>递增</a:t>
            </a:r>
            <a:r>
              <a:rPr kumimoji="1" lang="zh-CN" altLang="en-US" dirty="0"/>
              <a:t>计数器</a:t>
            </a:r>
          </a:p>
        </p:txBody>
      </p:sp>
      <p:sp>
        <p:nvSpPr>
          <p:cNvPr id="3" name="内容占位符 2">
            <a:extLst>
              <a:ext uri="{FF2B5EF4-FFF2-40B4-BE49-F238E27FC236}">
                <a16:creationId xmlns:a16="http://schemas.microsoft.com/office/drawing/2014/main" id="{2D777CC1-AC7C-2817-D08D-FB7342E1AC46}"/>
              </a:ext>
            </a:extLst>
          </p:cNvPr>
          <p:cNvSpPr>
            <a:spLocks noGrp="1"/>
          </p:cNvSpPr>
          <p:nvPr>
            <p:ph idx="1"/>
          </p:nvPr>
        </p:nvSpPr>
        <p:spPr>
          <a:xfrm>
            <a:off x="17780" y="585760"/>
            <a:ext cx="4112786" cy="5947119"/>
          </a:xfrm>
        </p:spPr>
        <p:txBody>
          <a:bodyPr/>
          <a:lstStyle/>
          <a:p>
            <a:r>
              <a:rPr lang="en-US" altLang="zh-CN" sz="2800" dirty="0"/>
              <a:t>Q0</a:t>
            </a:r>
            <a:r>
              <a:rPr lang="zh-CN" altLang="en-US" sz="2800" dirty="0"/>
              <a:t>在每个时钟都翻转</a:t>
            </a:r>
            <a:endParaRPr lang="en-US" altLang="zh-CN" sz="2800" dirty="0"/>
          </a:p>
          <a:p>
            <a:endParaRPr lang="zh-CN" altLang="en-US" sz="2800" dirty="0"/>
          </a:p>
          <a:p>
            <a:r>
              <a:rPr lang="zh-CN" altLang="en-US" sz="2800" dirty="0"/>
              <a:t>当</a:t>
            </a:r>
            <a:r>
              <a:rPr lang="en-US" altLang="zh-CN" sz="2800" dirty="0"/>
              <a:t>Q0=1</a:t>
            </a:r>
            <a:r>
              <a:rPr lang="zh-CN" altLang="en-US" sz="2800" dirty="0"/>
              <a:t>时，</a:t>
            </a:r>
            <a:r>
              <a:rPr lang="en-US" altLang="zh-CN" sz="2800" dirty="0"/>
              <a:t>Q1</a:t>
            </a:r>
            <a:r>
              <a:rPr lang="zh-CN" altLang="en-US" sz="2800" dirty="0"/>
              <a:t>在下一个时钟翻转</a:t>
            </a:r>
            <a:endParaRPr lang="en-US" altLang="zh-CN" sz="2800" dirty="0"/>
          </a:p>
          <a:p>
            <a:endParaRPr lang="zh-CN" altLang="en-US" sz="2800" dirty="0"/>
          </a:p>
          <a:p>
            <a:r>
              <a:rPr lang="zh-CN" altLang="en-US" sz="2800" dirty="0"/>
              <a:t>当</a:t>
            </a:r>
            <a:r>
              <a:rPr lang="en-US" altLang="zh-CN" sz="2800" dirty="0"/>
              <a:t>Q1Q0 = 11</a:t>
            </a:r>
            <a:r>
              <a:rPr lang="zh-CN" altLang="en-US" sz="2800" dirty="0"/>
              <a:t>时，</a:t>
            </a:r>
            <a:r>
              <a:rPr lang="en-US" altLang="zh-CN" sz="2800" dirty="0"/>
              <a:t>Q2</a:t>
            </a:r>
            <a:r>
              <a:rPr lang="zh-CN" altLang="en-US" sz="2800" dirty="0"/>
              <a:t>在下一个时钟翻转</a:t>
            </a:r>
            <a:endParaRPr lang="en-US" altLang="zh-CN" sz="2800" dirty="0"/>
          </a:p>
          <a:p>
            <a:endParaRPr lang="zh-CN" altLang="en-US" sz="2800" dirty="0"/>
          </a:p>
          <a:p>
            <a:r>
              <a:rPr lang="zh-CN" altLang="en-US" sz="2800" dirty="0"/>
              <a:t>当</a:t>
            </a:r>
            <a:r>
              <a:rPr lang="en-US" altLang="zh-CN" sz="2800" dirty="0"/>
              <a:t>Q2~Q0</a:t>
            </a:r>
            <a:r>
              <a:rPr lang="zh-CN" altLang="en-US" sz="2800" dirty="0"/>
              <a:t>全为</a:t>
            </a:r>
            <a:r>
              <a:rPr lang="en-US" altLang="zh-CN" sz="2800" dirty="0"/>
              <a:t>1</a:t>
            </a:r>
            <a:r>
              <a:rPr lang="zh-CN" altLang="en-US" sz="2800" dirty="0"/>
              <a:t>时，进位为</a:t>
            </a:r>
            <a:r>
              <a:rPr lang="en-US" altLang="zh-CN" sz="2800" dirty="0"/>
              <a:t>1</a:t>
            </a:r>
          </a:p>
          <a:p>
            <a:endParaRPr kumimoji="1" lang="zh-CN" altLang="en-US" dirty="0"/>
          </a:p>
        </p:txBody>
      </p:sp>
      <p:sp>
        <p:nvSpPr>
          <p:cNvPr id="4" name="页脚占位符 3">
            <a:extLst>
              <a:ext uri="{FF2B5EF4-FFF2-40B4-BE49-F238E27FC236}">
                <a16:creationId xmlns:a16="http://schemas.microsoft.com/office/drawing/2014/main" id="{84E44A95-C7E4-AB4D-11FF-DA651311DAB9}"/>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D200E90B-2E12-1197-E436-C4B290922996}"/>
              </a:ext>
            </a:extLst>
          </p:cNvPr>
          <p:cNvSpPr>
            <a:spLocks noGrp="1"/>
          </p:cNvSpPr>
          <p:nvPr>
            <p:ph type="sldNum" sz="quarter" idx="12"/>
          </p:nvPr>
        </p:nvSpPr>
        <p:spPr/>
        <p:txBody>
          <a:bodyPr/>
          <a:lstStyle/>
          <a:p>
            <a:fld id="{9E260BC5-5BF3-8746-862B-DC45E9CAA88B}" type="slidenum">
              <a:rPr lang="en-US" smtClean="0"/>
              <a:pPr/>
              <a:t>7</a:t>
            </a:fld>
            <a:r>
              <a:rPr lang="en-US" altLang="zh-CN" dirty="0"/>
              <a:t>/34</a:t>
            </a:r>
            <a:endParaRPr lang="en-US" dirty="0"/>
          </a:p>
        </p:txBody>
      </p:sp>
      <p:sp>
        <p:nvSpPr>
          <p:cNvPr id="8" name="Rectangle 4">
            <a:extLst>
              <a:ext uri="{FF2B5EF4-FFF2-40B4-BE49-F238E27FC236}">
                <a16:creationId xmlns:a16="http://schemas.microsoft.com/office/drawing/2014/main" id="{7911591C-B90B-E9B5-148D-5984918941AE}"/>
              </a:ext>
            </a:extLst>
          </p:cNvPr>
          <p:cNvSpPr>
            <a:spLocks noChangeArrowheads="1"/>
          </p:cNvSpPr>
          <p:nvPr/>
        </p:nvSpPr>
        <p:spPr bwMode="auto">
          <a:xfrm>
            <a:off x="6358486" y="1020325"/>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a:latin typeface="宋体" panose="02010600030101010101" pitchFamily="2" charset="-122"/>
                <a:cs typeface="Times New Roman" panose="02020603050405020304" pitchFamily="18" charset="0"/>
              </a:rPr>
              <a:t>状态表</a:t>
            </a:r>
            <a:endParaRPr lang="zh-CN" altLang="en-US" sz="4400">
              <a:latin typeface="宋体" panose="02010600030101010101" pitchFamily="2" charset="-122"/>
              <a:cs typeface="Times New Roman" panose="02020603050405020304" pitchFamily="18" charset="0"/>
            </a:endParaRPr>
          </a:p>
        </p:txBody>
      </p:sp>
      <p:sp>
        <p:nvSpPr>
          <p:cNvPr id="9" name="Rectangle 5">
            <a:extLst>
              <a:ext uri="{FF2B5EF4-FFF2-40B4-BE49-F238E27FC236}">
                <a16:creationId xmlns:a16="http://schemas.microsoft.com/office/drawing/2014/main" id="{684A55AD-7E13-DE47-3479-8B1089811076}"/>
              </a:ext>
            </a:extLst>
          </p:cNvPr>
          <p:cNvSpPr>
            <a:spLocks noChangeArrowheads="1"/>
          </p:cNvSpPr>
          <p:nvPr/>
        </p:nvSpPr>
        <p:spPr bwMode="auto">
          <a:xfrm>
            <a:off x="7464973" y="1926787"/>
            <a:ext cx="338138" cy="438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120000"/>
              </a:lnSpc>
              <a:buFontTx/>
              <a:buNone/>
            </a:pPr>
            <a:r>
              <a:rPr lang="en-US" altLang="zh-CN" sz="2400">
                <a:cs typeface="Times New Roman" panose="02020603050405020304" pitchFamily="18" charset="0"/>
              </a:rPr>
              <a:t>Q</a:t>
            </a:r>
            <a:r>
              <a:rPr lang="en-US" altLang="zh-CN" sz="2400" baseline="-30000">
                <a:cs typeface="Times New Roman" panose="02020603050405020304" pitchFamily="18" charset="0"/>
              </a:rPr>
              <a:t>0</a:t>
            </a:r>
            <a:endParaRPr lang="en-US" altLang="zh-CN" sz="2400">
              <a:cs typeface="Times New Roman" panose="02020603050405020304" pitchFamily="18" charset="0"/>
            </a:endParaRPr>
          </a:p>
        </p:txBody>
      </p:sp>
      <p:sp>
        <p:nvSpPr>
          <p:cNvPr id="10" name="Rectangle 6">
            <a:extLst>
              <a:ext uri="{FF2B5EF4-FFF2-40B4-BE49-F238E27FC236}">
                <a16:creationId xmlns:a16="http://schemas.microsoft.com/office/drawing/2014/main" id="{FD2F1203-B33D-1421-0B6D-A2B66BAB88C1}"/>
              </a:ext>
            </a:extLst>
          </p:cNvPr>
          <p:cNvSpPr>
            <a:spLocks noChangeArrowheads="1"/>
          </p:cNvSpPr>
          <p:nvPr/>
        </p:nvSpPr>
        <p:spPr bwMode="auto">
          <a:xfrm>
            <a:off x="6760123" y="1926787"/>
            <a:ext cx="338138" cy="438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120000"/>
              </a:lnSpc>
              <a:buFontTx/>
              <a:buNone/>
            </a:pPr>
            <a:r>
              <a:rPr lang="en-US" altLang="zh-CN" sz="2400">
                <a:cs typeface="Times New Roman" panose="02020603050405020304" pitchFamily="18" charset="0"/>
              </a:rPr>
              <a:t>Q</a:t>
            </a:r>
            <a:r>
              <a:rPr lang="en-US" altLang="zh-CN" sz="2400" baseline="-30000">
                <a:cs typeface="Times New Roman" panose="02020603050405020304" pitchFamily="18" charset="0"/>
              </a:rPr>
              <a:t>1</a:t>
            </a:r>
            <a:endParaRPr lang="en-US" altLang="zh-CN" sz="2400">
              <a:cs typeface="Times New Roman" panose="02020603050405020304" pitchFamily="18" charset="0"/>
            </a:endParaRPr>
          </a:p>
        </p:txBody>
      </p:sp>
      <p:sp>
        <p:nvSpPr>
          <p:cNvPr id="11" name="Rectangle 7">
            <a:extLst>
              <a:ext uri="{FF2B5EF4-FFF2-40B4-BE49-F238E27FC236}">
                <a16:creationId xmlns:a16="http://schemas.microsoft.com/office/drawing/2014/main" id="{B343F066-7689-6BE8-64C7-071ACCED142A}"/>
              </a:ext>
            </a:extLst>
          </p:cNvPr>
          <p:cNvSpPr>
            <a:spLocks noChangeArrowheads="1"/>
          </p:cNvSpPr>
          <p:nvPr/>
        </p:nvSpPr>
        <p:spPr bwMode="auto">
          <a:xfrm>
            <a:off x="6048923" y="1926787"/>
            <a:ext cx="338138" cy="438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120000"/>
              </a:lnSpc>
              <a:buFontTx/>
              <a:buNone/>
            </a:pPr>
            <a:r>
              <a:rPr lang="en-US" altLang="zh-CN" sz="2400">
                <a:cs typeface="Times New Roman" panose="02020603050405020304" pitchFamily="18" charset="0"/>
              </a:rPr>
              <a:t>Q</a:t>
            </a:r>
            <a:r>
              <a:rPr lang="en-US" altLang="zh-CN" sz="2400" baseline="-30000">
                <a:cs typeface="Times New Roman" panose="02020603050405020304" pitchFamily="18" charset="0"/>
              </a:rPr>
              <a:t>2</a:t>
            </a:r>
            <a:endParaRPr lang="en-US" altLang="zh-CN" sz="2400">
              <a:cs typeface="Times New Roman" panose="02020603050405020304" pitchFamily="18" charset="0"/>
            </a:endParaRPr>
          </a:p>
        </p:txBody>
      </p:sp>
      <p:sp>
        <p:nvSpPr>
          <p:cNvPr id="12" name="Rectangle 8">
            <a:extLst>
              <a:ext uri="{FF2B5EF4-FFF2-40B4-BE49-F238E27FC236}">
                <a16:creationId xmlns:a16="http://schemas.microsoft.com/office/drawing/2014/main" id="{D4459BC4-7D1A-0D21-CFA7-E06EF9377227}"/>
              </a:ext>
            </a:extLst>
          </p:cNvPr>
          <p:cNvSpPr>
            <a:spLocks noChangeArrowheads="1"/>
          </p:cNvSpPr>
          <p:nvPr/>
        </p:nvSpPr>
        <p:spPr bwMode="auto">
          <a:xfrm>
            <a:off x="8342861" y="1664850"/>
            <a:ext cx="511175" cy="609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zh-CN" altLang="en-US" sz="2000">
                <a:cs typeface="Times New Roman" panose="02020603050405020304" pitchFamily="18" charset="0"/>
              </a:rPr>
              <a:t>进位</a:t>
            </a:r>
          </a:p>
          <a:p>
            <a:pPr algn="ctr">
              <a:buFontTx/>
              <a:buNone/>
            </a:pPr>
            <a:r>
              <a:rPr lang="zh-CN" altLang="en-US" sz="2000">
                <a:cs typeface="Times New Roman" panose="02020603050405020304" pitchFamily="18" charset="0"/>
              </a:rPr>
              <a:t>输出</a:t>
            </a:r>
          </a:p>
        </p:txBody>
      </p:sp>
      <p:sp>
        <p:nvSpPr>
          <p:cNvPr id="13" name="Rectangle 9">
            <a:extLst>
              <a:ext uri="{FF2B5EF4-FFF2-40B4-BE49-F238E27FC236}">
                <a16:creationId xmlns:a16="http://schemas.microsoft.com/office/drawing/2014/main" id="{763006BB-CEFE-1FE0-AD14-21F9CB6D72FA}"/>
              </a:ext>
            </a:extLst>
          </p:cNvPr>
          <p:cNvSpPr>
            <a:spLocks noChangeArrowheads="1"/>
          </p:cNvSpPr>
          <p:nvPr/>
        </p:nvSpPr>
        <p:spPr bwMode="auto">
          <a:xfrm>
            <a:off x="6031461" y="1563250"/>
            <a:ext cx="1792287" cy="434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zh-CN" altLang="en-US" sz="2000">
                <a:cs typeface="Times New Roman" panose="02020603050405020304" pitchFamily="18" charset="0"/>
              </a:rPr>
              <a:t>电路状态</a:t>
            </a:r>
          </a:p>
        </p:txBody>
      </p:sp>
      <p:sp>
        <p:nvSpPr>
          <p:cNvPr id="14" name="Rectangle 10">
            <a:extLst>
              <a:ext uri="{FF2B5EF4-FFF2-40B4-BE49-F238E27FC236}">
                <a16:creationId xmlns:a16="http://schemas.microsoft.com/office/drawing/2014/main" id="{F9435C1E-A311-9CB3-8556-1D7C25939FD4}"/>
              </a:ext>
            </a:extLst>
          </p:cNvPr>
          <p:cNvSpPr>
            <a:spLocks noChangeArrowheads="1"/>
          </p:cNvSpPr>
          <p:nvPr/>
        </p:nvSpPr>
        <p:spPr bwMode="auto">
          <a:xfrm>
            <a:off x="5017048" y="1664850"/>
            <a:ext cx="511175" cy="609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zh-CN" altLang="en-US" sz="2000">
                <a:cs typeface="Times New Roman" panose="02020603050405020304" pitchFamily="18" charset="0"/>
              </a:rPr>
              <a:t>计数</a:t>
            </a:r>
          </a:p>
          <a:p>
            <a:pPr algn="ctr">
              <a:buFontTx/>
              <a:buNone/>
            </a:pPr>
            <a:r>
              <a:rPr lang="zh-CN" altLang="en-US" sz="2000">
                <a:cs typeface="Times New Roman" panose="02020603050405020304" pitchFamily="18" charset="0"/>
              </a:rPr>
              <a:t>顺序</a:t>
            </a:r>
          </a:p>
        </p:txBody>
      </p:sp>
      <p:sp>
        <p:nvSpPr>
          <p:cNvPr id="15" name="Line 11">
            <a:extLst>
              <a:ext uri="{FF2B5EF4-FFF2-40B4-BE49-F238E27FC236}">
                <a16:creationId xmlns:a16="http://schemas.microsoft.com/office/drawing/2014/main" id="{F7FCB36E-761C-C6A9-360F-6154B2AC380A}"/>
              </a:ext>
            </a:extLst>
          </p:cNvPr>
          <p:cNvSpPr>
            <a:spLocks noChangeShapeType="1"/>
          </p:cNvSpPr>
          <p:nvPr/>
        </p:nvSpPr>
        <p:spPr bwMode="auto">
          <a:xfrm>
            <a:off x="5885411" y="1998225"/>
            <a:ext cx="2152650"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12">
            <a:extLst>
              <a:ext uri="{FF2B5EF4-FFF2-40B4-BE49-F238E27FC236}">
                <a16:creationId xmlns:a16="http://schemas.microsoft.com/office/drawing/2014/main" id="{77BF9BF0-BAC9-F5E0-13F5-C83594C6F54C}"/>
              </a:ext>
            </a:extLst>
          </p:cNvPr>
          <p:cNvSpPr>
            <a:spLocks noChangeShapeType="1"/>
          </p:cNvSpPr>
          <p:nvPr/>
        </p:nvSpPr>
        <p:spPr bwMode="auto">
          <a:xfrm>
            <a:off x="5885411" y="1563250"/>
            <a:ext cx="0" cy="4164012"/>
          </a:xfrm>
          <a:prstGeom prst="line">
            <a:avLst/>
          </a:prstGeom>
          <a:noFill/>
          <a:ln w="2857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3">
            <a:extLst>
              <a:ext uri="{FF2B5EF4-FFF2-40B4-BE49-F238E27FC236}">
                <a16:creationId xmlns:a16="http://schemas.microsoft.com/office/drawing/2014/main" id="{72BEFD15-3B36-F0E0-7846-EB7CBFACD804}"/>
              </a:ext>
            </a:extLst>
          </p:cNvPr>
          <p:cNvSpPr>
            <a:spLocks noChangeShapeType="1"/>
          </p:cNvSpPr>
          <p:nvPr/>
        </p:nvSpPr>
        <p:spPr bwMode="auto">
          <a:xfrm>
            <a:off x="8038061" y="1563250"/>
            <a:ext cx="0" cy="4164012"/>
          </a:xfrm>
          <a:prstGeom prst="line">
            <a:avLst/>
          </a:prstGeom>
          <a:noFill/>
          <a:ln w="2857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Rectangle 14">
            <a:extLst>
              <a:ext uri="{FF2B5EF4-FFF2-40B4-BE49-F238E27FC236}">
                <a16:creationId xmlns:a16="http://schemas.microsoft.com/office/drawing/2014/main" id="{D37FC335-5EFC-2C6A-4161-ADE326575035}"/>
              </a:ext>
            </a:extLst>
          </p:cNvPr>
          <p:cNvSpPr>
            <a:spLocks noChangeArrowheads="1"/>
          </p:cNvSpPr>
          <p:nvPr/>
        </p:nvSpPr>
        <p:spPr bwMode="auto">
          <a:xfrm>
            <a:off x="8539711" y="53653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19" name="Rectangle 15">
            <a:extLst>
              <a:ext uri="{FF2B5EF4-FFF2-40B4-BE49-F238E27FC236}">
                <a16:creationId xmlns:a16="http://schemas.microsoft.com/office/drawing/2014/main" id="{49EC9A6C-96D9-6733-3AB7-20CC68D9B89E}"/>
              </a:ext>
            </a:extLst>
          </p:cNvPr>
          <p:cNvSpPr>
            <a:spLocks noChangeArrowheads="1"/>
          </p:cNvSpPr>
          <p:nvPr/>
        </p:nvSpPr>
        <p:spPr bwMode="auto">
          <a:xfrm>
            <a:off x="7574511" y="53653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20" name="Rectangle 16">
            <a:extLst>
              <a:ext uri="{FF2B5EF4-FFF2-40B4-BE49-F238E27FC236}">
                <a16:creationId xmlns:a16="http://schemas.microsoft.com/office/drawing/2014/main" id="{94E419C0-5958-7856-DDC8-5A7E6CC86DF0}"/>
              </a:ext>
            </a:extLst>
          </p:cNvPr>
          <p:cNvSpPr>
            <a:spLocks noChangeArrowheads="1"/>
          </p:cNvSpPr>
          <p:nvPr/>
        </p:nvSpPr>
        <p:spPr bwMode="auto">
          <a:xfrm>
            <a:off x="6872836" y="53653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21" name="Rectangle 17">
            <a:extLst>
              <a:ext uri="{FF2B5EF4-FFF2-40B4-BE49-F238E27FC236}">
                <a16:creationId xmlns:a16="http://schemas.microsoft.com/office/drawing/2014/main" id="{3C935148-7377-BBD6-D494-7A7B164A6282}"/>
              </a:ext>
            </a:extLst>
          </p:cNvPr>
          <p:cNvSpPr>
            <a:spLocks noChangeArrowheads="1"/>
          </p:cNvSpPr>
          <p:nvPr/>
        </p:nvSpPr>
        <p:spPr bwMode="auto">
          <a:xfrm>
            <a:off x="6160048" y="53653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22" name="Rectangle 18">
            <a:extLst>
              <a:ext uri="{FF2B5EF4-FFF2-40B4-BE49-F238E27FC236}">
                <a16:creationId xmlns:a16="http://schemas.microsoft.com/office/drawing/2014/main" id="{927E37FA-1129-5D57-0B2C-F73363AD299A}"/>
              </a:ext>
            </a:extLst>
          </p:cNvPr>
          <p:cNvSpPr>
            <a:spLocks noChangeArrowheads="1"/>
          </p:cNvSpPr>
          <p:nvPr/>
        </p:nvSpPr>
        <p:spPr bwMode="auto">
          <a:xfrm>
            <a:off x="5213898" y="53653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8</a:t>
            </a:r>
          </a:p>
        </p:txBody>
      </p:sp>
      <p:sp>
        <p:nvSpPr>
          <p:cNvPr id="23" name="Rectangle 19">
            <a:extLst>
              <a:ext uri="{FF2B5EF4-FFF2-40B4-BE49-F238E27FC236}">
                <a16:creationId xmlns:a16="http://schemas.microsoft.com/office/drawing/2014/main" id="{38E08066-7AB8-71F9-D936-F0AA9FA32400}"/>
              </a:ext>
            </a:extLst>
          </p:cNvPr>
          <p:cNvSpPr>
            <a:spLocks noChangeArrowheads="1"/>
          </p:cNvSpPr>
          <p:nvPr/>
        </p:nvSpPr>
        <p:spPr bwMode="auto">
          <a:xfrm>
            <a:off x="8539711" y="50097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endParaRPr lang="en-US" altLang="zh-CN" sz="1800"/>
          </a:p>
        </p:txBody>
      </p:sp>
      <p:sp>
        <p:nvSpPr>
          <p:cNvPr id="24" name="Rectangle 20">
            <a:extLst>
              <a:ext uri="{FF2B5EF4-FFF2-40B4-BE49-F238E27FC236}">
                <a16:creationId xmlns:a16="http://schemas.microsoft.com/office/drawing/2014/main" id="{9DFBB42B-7C9D-61CC-57A7-A1B872C3C8C4}"/>
              </a:ext>
            </a:extLst>
          </p:cNvPr>
          <p:cNvSpPr>
            <a:spLocks noChangeArrowheads="1"/>
          </p:cNvSpPr>
          <p:nvPr/>
        </p:nvSpPr>
        <p:spPr bwMode="auto">
          <a:xfrm>
            <a:off x="7574511" y="50097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25" name="Rectangle 21">
            <a:extLst>
              <a:ext uri="{FF2B5EF4-FFF2-40B4-BE49-F238E27FC236}">
                <a16:creationId xmlns:a16="http://schemas.microsoft.com/office/drawing/2014/main" id="{5BF92AD7-55F3-46F5-A1CC-5694B4C20ACE}"/>
              </a:ext>
            </a:extLst>
          </p:cNvPr>
          <p:cNvSpPr>
            <a:spLocks noChangeArrowheads="1"/>
          </p:cNvSpPr>
          <p:nvPr/>
        </p:nvSpPr>
        <p:spPr bwMode="auto">
          <a:xfrm>
            <a:off x="6872836" y="50097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26" name="Rectangle 22">
            <a:extLst>
              <a:ext uri="{FF2B5EF4-FFF2-40B4-BE49-F238E27FC236}">
                <a16:creationId xmlns:a16="http://schemas.microsoft.com/office/drawing/2014/main" id="{C3617BB7-5FB0-3356-EE9C-B02003CB059E}"/>
              </a:ext>
            </a:extLst>
          </p:cNvPr>
          <p:cNvSpPr>
            <a:spLocks noChangeArrowheads="1"/>
          </p:cNvSpPr>
          <p:nvPr/>
        </p:nvSpPr>
        <p:spPr bwMode="auto">
          <a:xfrm>
            <a:off x="6160048" y="50097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27" name="Rectangle 23">
            <a:extLst>
              <a:ext uri="{FF2B5EF4-FFF2-40B4-BE49-F238E27FC236}">
                <a16:creationId xmlns:a16="http://schemas.microsoft.com/office/drawing/2014/main" id="{859E219D-8611-8846-EBA1-01286BC1CD18}"/>
              </a:ext>
            </a:extLst>
          </p:cNvPr>
          <p:cNvSpPr>
            <a:spLocks noChangeArrowheads="1"/>
          </p:cNvSpPr>
          <p:nvPr/>
        </p:nvSpPr>
        <p:spPr bwMode="auto">
          <a:xfrm>
            <a:off x="5213898" y="50097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7</a:t>
            </a:r>
          </a:p>
        </p:txBody>
      </p:sp>
      <p:sp>
        <p:nvSpPr>
          <p:cNvPr id="28" name="Rectangle 24">
            <a:extLst>
              <a:ext uri="{FF2B5EF4-FFF2-40B4-BE49-F238E27FC236}">
                <a16:creationId xmlns:a16="http://schemas.microsoft.com/office/drawing/2014/main" id="{C74B28F6-A595-0418-253C-161522CE6356}"/>
              </a:ext>
            </a:extLst>
          </p:cNvPr>
          <p:cNvSpPr>
            <a:spLocks noChangeArrowheads="1"/>
          </p:cNvSpPr>
          <p:nvPr/>
        </p:nvSpPr>
        <p:spPr bwMode="auto">
          <a:xfrm>
            <a:off x="8539711" y="46541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29" name="Rectangle 25">
            <a:extLst>
              <a:ext uri="{FF2B5EF4-FFF2-40B4-BE49-F238E27FC236}">
                <a16:creationId xmlns:a16="http://schemas.microsoft.com/office/drawing/2014/main" id="{171583CB-9D60-E8F4-9370-81B5C886124C}"/>
              </a:ext>
            </a:extLst>
          </p:cNvPr>
          <p:cNvSpPr>
            <a:spLocks noChangeArrowheads="1"/>
          </p:cNvSpPr>
          <p:nvPr/>
        </p:nvSpPr>
        <p:spPr bwMode="auto">
          <a:xfrm>
            <a:off x="7574511" y="46541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30" name="Rectangle 26">
            <a:extLst>
              <a:ext uri="{FF2B5EF4-FFF2-40B4-BE49-F238E27FC236}">
                <a16:creationId xmlns:a16="http://schemas.microsoft.com/office/drawing/2014/main" id="{FCBD8686-F719-2BAF-A3D8-F1A48E521544}"/>
              </a:ext>
            </a:extLst>
          </p:cNvPr>
          <p:cNvSpPr>
            <a:spLocks noChangeArrowheads="1"/>
          </p:cNvSpPr>
          <p:nvPr/>
        </p:nvSpPr>
        <p:spPr bwMode="auto">
          <a:xfrm>
            <a:off x="6872836" y="46541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31" name="Rectangle 27">
            <a:extLst>
              <a:ext uri="{FF2B5EF4-FFF2-40B4-BE49-F238E27FC236}">
                <a16:creationId xmlns:a16="http://schemas.microsoft.com/office/drawing/2014/main" id="{09EACD48-5635-A426-81DA-E0D7617BD29A}"/>
              </a:ext>
            </a:extLst>
          </p:cNvPr>
          <p:cNvSpPr>
            <a:spLocks noChangeArrowheads="1"/>
          </p:cNvSpPr>
          <p:nvPr/>
        </p:nvSpPr>
        <p:spPr bwMode="auto">
          <a:xfrm>
            <a:off x="6160048" y="46541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32" name="Rectangle 28">
            <a:extLst>
              <a:ext uri="{FF2B5EF4-FFF2-40B4-BE49-F238E27FC236}">
                <a16:creationId xmlns:a16="http://schemas.microsoft.com/office/drawing/2014/main" id="{07955597-63D0-07FA-4063-512CF18BB829}"/>
              </a:ext>
            </a:extLst>
          </p:cNvPr>
          <p:cNvSpPr>
            <a:spLocks noChangeArrowheads="1"/>
          </p:cNvSpPr>
          <p:nvPr/>
        </p:nvSpPr>
        <p:spPr bwMode="auto">
          <a:xfrm>
            <a:off x="5213898" y="46541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6</a:t>
            </a:r>
          </a:p>
        </p:txBody>
      </p:sp>
      <p:sp>
        <p:nvSpPr>
          <p:cNvPr id="33" name="Rectangle 29">
            <a:extLst>
              <a:ext uri="{FF2B5EF4-FFF2-40B4-BE49-F238E27FC236}">
                <a16:creationId xmlns:a16="http://schemas.microsoft.com/office/drawing/2014/main" id="{AAC2968C-393E-326F-EEE2-25954E09D219}"/>
              </a:ext>
            </a:extLst>
          </p:cNvPr>
          <p:cNvSpPr>
            <a:spLocks noChangeArrowheads="1"/>
          </p:cNvSpPr>
          <p:nvPr/>
        </p:nvSpPr>
        <p:spPr bwMode="auto">
          <a:xfrm>
            <a:off x="8539711" y="429692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34" name="Rectangle 30">
            <a:extLst>
              <a:ext uri="{FF2B5EF4-FFF2-40B4-BE49-F238E27FC236}">
                <a16:creationId xmlns:a16="http://schemas.microsoft.com/office/drawing/2014/main" id="{E2D0FAC8-9287-FA35-059E-A5B5C301FE4B}"/>
              </a:ext>
            </a:extLst>
          </p:cNvPr>
          <p:cNvSpPr>
            <a:spLocks noChangeArrowheads="1"/>
          </p:cNvSpPr>
          <p:nvPr/>
        </p:nvSpPr>
        <p:spPr bwMode="auto">
          <a:xfrm>
            <a:off x="7574511" y="429692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35" name="Rectangle 31">
            <a:extLst>
              <a:ext uri="{FF2B5EF4-FFF2-40B4-BE49-F238E27FC236}">
                <a16:creationId xmlns:a16="http://schemas.microsoft.com/office/drawing/2014/main" id="{699F3BAC-207C-2950-3D4B-53D78DB56E55}"/>
              </a:ext>
            </a:extLst>
          </p:cNvPr>
          <p:cNvSpPr>
            <a:spLocks noChangeArrowheads="1"/>
          </p:cNvSpPr>
          <p:nvPr/>
        </p:nvSpPr>
        <p:spPr bwMode="auto">
          <a:xfrm>
            <a:off x="6872836" y="429692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36" name="Rectangle 32">
            <a:extLst>
              <a:ext uri="{FF2B5EF4-FFF2-40B4-BE49-F238E27FC236}">
                <a16:creationId xmlns:a16="http://schemas.microsoft.com/office/drawing/2014/main" id="{47EE2F20-AB8B-C98A-95FD-57BC9E17A79A}"/>
              </a:ext>
            </a:extLst>
          </p:cNvPr>
          <p:cNvSpPr>
            <a:spLocks noChangeArrowheads="1"/>
          </p:cNvSpPr>
          <p:nvPr/>
        </p:nvSpPr>
        <p:spPr bwMode="auto">
          <a:xfrm>
            <a:off x="6160048" y="429692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37" name="Rectangle 33">
            <a:extLst>
              <a:ext uri="{FF2B5EF4-FFF2-40B4-BE49-F238E27FC236}">
                <a16:creationId xmlns:a16="http://schemas.microsoft.com/office/drawing/2014/main" id="{8E19462C-47F6-B03E-B205-AF39A9E02949}"/>
              </a:ext>
            </a:extLst>
          </p:cNvPr>
          <p:cNvSpPr>
            <a:spLocks noChangeArrowheads="1"/>
          </p:cNvSpPr>
          <p:nvPr/>
        </p:nvSpPr>
        <p:spPr bwMode="auto">
          <a:xfrm>
            <a:off x="5213898" y="429692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5</a:t>
            </a:r>
          </a:p>
        </p:txBody>
      </p:sp>
      <p:sp>
        <p:nvSpPr>
          <p:cNvPr id="38" name="Rectangle 34">
            <a:extLst>
              <a:ext uri="{FF2B5EF4-FFF2-40B4-BE49-F238E27FC236}">
                <a16:creationId xmlns:a16="http://schemas.microsoft.com/office/drawing/2014/main" id="{6F6D667A-48ED-DC70-56CF-F78C9BE3F5C4}"/>
              </a:ext>
            </a:extLst>
          </p:cNvPr>
          <p:cNvSpPr>
            <a:spLocks noChangeArrowheads="1"/>
          </p:cNvSpPr>
          <p:nvPr/>
        </p:nvSpPr>
        <p:spPr bwMode="auto">
          <a:xfrm>
            <a:off x="8539711" y="394132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39" name="Rectangle 35">
            <a:extLst>
              <a:ext uri="{FF2B5EF4-FFF2-40B4-BE49-F238E27FC236}">
                <a16:creationId xmlns:a16="http://schemas.microsoft.com/office/drawing/2014/main" id="{56DB6282-7F38-B267-51E0-1F536A26B1A7}"/>
              </a:ext>
            </a:extLst>
          </p:cNvPr>
          <p:cNvSpPr>
            <a:spLocks noChangeArrowheads="1"/>
          </p:cNvSpPr>
          <p:nvPr/>
        </p:nvSpPr>
        <p:spPr bwMode="auto">
          <a:xfrm>
            <a:off x="7574511" y="394132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40" name="Rectangle 36">
            <a:extLst>
              <a:ext uri="{FF2B5EF4-FFF2-40B4-BE49-F238E27FC236}">
                <a16:creationId xmlns:a16="http://schemas.microsoft.com/office/drawing/2014/main" id="{4237C312-3A56-422B-4ECC-52D281BD15DA}"/>
              </a:ext>
            </a:extLst>
          </p:cNvPr>
          <p:cNvSpPr>
            <a:spLocks noChangeArrowheads="1"/>
          </p:cNvSpPr>
          <p:nvPr/>
        </p:nvSpPr>
        <p:spPr bwMode="auto">
          <a:xfrm>
            <a:off x="6872836" y="394132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41" name="Rectangle 37">
            <a:extLst>
              <a:ext uri="{FF2B5EF4-FFF2-40B4-BE49-F238E27FC236}">
                <a16:creationId xmlns:a16="http://schemas.microsoft.com/office/drawing/2014/main" id="{96C4B49E-4801-8EC6-6B51-E8AEF191980B}"/>
              </a:ext>
            </a:extLst>
          </p:cNvPr>
          <p:cNvSpPr>
            <a:spLocks noChangeArrowheads="1"/>
          </p:cNvSpPr>
          <p:nvPr/>
        </p:nvSpPr>
        <p:spPr bwMode="auto">
          <a:xfrm>
            <a:off x="6160048" y="394132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42" name="Rectangle 38">
            <a:extLst>
              <a:ext uri="{FF2B5EF4-FFF2-40B4-BE49-F238E27FC236}">
                <a16:creationId xmlns:a16="http://schemas.microsoft.com/office/drawing/2014/main" id="{A7477473-1F2A-1814-168A-F596BED93E93}"/>
              </a:ext>
            </a:extLst>
          </p:cNvPr>
          <p:cNvSpPr>
            <a:spLocks noChangeArrowheads="1"/>
          </p:cNvSpPr>
          <p:nvPr/>
        </p:nvSpPr>
        <p:spPr bwMode="auto">
          <a:xfrm>
            <a:off x="5213898" y="3941325"/>
            <a:ext cx="114300"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4</a:t>
            </a:r>
          </a:p>
        </p:txBody>
      </p:sp>
      <p:sp>
        <p:nvSpPr>
          <p:cNvPr id="43" name="Rectangle 39">
            <a:extLst>
              <a:ext uri="{FF2B5EF4-FFF2-40B4-BE49-F238E27FC236}">
                <a16:creationId xmlns:a16="http://schemas.microsoft.com/office/drawing/2014/main" id="{0B2826EE-B378-FDD8-68D9-BE9E28878374}"/>
              </a:ext>
            </a:extLst>
          </p:cNvPr>
          <p:cNvSpPr>
            <a:spLocks noChangeArrowheads="1"/>
          </p:cNvSpPr>
          <p:nvPr/>
        </p:nvSpPr>
        <p:spPr bwMode="auto">
          <a:xfrm>
            <a:off x="8539711" y="35873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44" name="Rectangle 40">
            <a:extLst>
              <a:ext uri="{FF2B5EF4-FFF2-40B4-BE49-F238E27FC236}">
                <a16:creationId xmlns:a16="http://schemas.microsoft.com/office/drawing/2014/main" id="{256034CF-D5E4-65A2-FFA5-971956647856}"/>
              </a:ext>
            </a:extLst>
          </p:cNvPr>
          <p:cNvSpPr>
            <a:spLocks noChangeArrowheads="1"/>
          </p:cNvSpPr>
          <p:nvPr/>
        </p:nvSpPr>
        <p:spPr bwMode="auto">
          <a:xfrm>
            <a:off x="7574511" y="35873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45" name="Rectangle 41">
            <a:extLst>
              <a:ext uri="{FF2B5EF4-FFF2-40B4-BE49-F238E27FC236}">
                <a16:creationId xmlns:a16="http://schemas.microsoft.com/office/drawing/2014/main" id="{54DD6337-5B07-6650-06A2-4625DD812E6B}"/>
              </a:ext>
            </a:extLst>
          </p:cNvPr>
          <p:cNvSpPr>
            <a:spLocks noChangeArrowheads="1"/>
          </p:cNvSpPr>
          <p:nvPr/>
        </p:nvSpPr>
        <p:spPr bwMode="auto">
          <a:xfrm>
            <a:off x="6872836" y="35873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46" name="Rectangle 42">
            <a:extLst>
              <a:ext uri="{FF2B5EF4-FFF2-40B4-BE49-F238E27FC236}">
                <a16:creationId xmlns:a16="http://schemas.microsoft.com/office/drawing/2014/main" id="{3BEF2075-416F-8E56-745E-F08CB726A451}"/>
              </a:ext>
            </a:extLst>
          </p:cNvPr>
          <p:cNvSpPr>
            <a:spLocks noChangeArrowheads="1"/>
          </p:cNvSpPr>
          <p:nvPr/>
        </p:nvSpPr>
        <p:spPr bwMode="auto">
          <a:xfrm>
            <a:off x="6160048" y="35873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47" name="Rectangle 43">
            <a:extLst>
              <a:ext uri="{FF2B5EF4-FFF2-40B4-BE49-F238E27FC236}">
                <a16:creationId xmlns:a16="http://schemas.microsoft.com/office/drawing/2014/main" id="{59866E3B-98E5-D26D-9208-D737BFAD87AD}"/>
              </a:ext>
            </a:extLst>
          </p:cNvPr>
          <p:cNvSpPr>
            <a:spLocks noChangeArrowheads="1"/>
          </p:cNvSpPr>
          <p:nvPr/>
        </p:nvSpPr>
        <p:spPr bwMode="auto">
          <a:xfrm>
            <a:off x="5213898" y="35873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3</a:t>
            </a:r>
          </a:p>
        </p:txBody>
      </p:sp>
      <p:sp>
        <p:nvSpPr>
          <p:cNvPr id="48" name="Rectangle 44">
            <a:extLst>
              <a:ext uri="{FF2B5EF4-FFF2-40B4-BE49-F238E27FC236}">
                <a16:creationId xmlns:a16="http://schemas.microsoft.com/office/drawing/2014/main" id="{03A2CFD8-7974-C515-79C3-A91A9ED03428}"/>
              </a:ext>
            </a:extLst>
          </p:cNvPr>
          <p:cNvSpPr>
            <a:spLocks noChangeArrowheads="1"/>
          </p:cNvSpPr>
          <p:nvPr/>
        </p:nvSpPr>
        <p:spPr bwMode="auto">
          <a:xfrm>
            <a:off x="8539711" y="32317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49" name="Rectangle 45">
            <a:extLst>
              <a:ext uri="{FF2B5EF4-FFF2-40B4-BE49-F238E27FC236}">
                <a16:creationId xmlns:a16="http://schemas.microsoft.com/office/drawing/2014/main" id="{F80C5A53-5494-ACFF-3F41-D6BFA18576D3}"/>
              </a:ext>
            </a:extLst>
          </p:cNvPr>
          <p:cNvSpPr>
            <a:spLocks noChangeArrowheads="1"/>
          </p:cNvSpPr>
          <p:nvPr/>
        </p:nvSpPr>
        <p:spPr bwMode="auto">
          <a:xfrm>
            <a:off x="7574511" y="32317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50" name="Rectangle 46">
            <a:extLst>
              <a:ext uri="{FF2B5EF4-FFF2-40B4-BE49-F238E27FC236}">
                <a16:creationId xmlns:a16="http://schemas.microsoft.com/office/drawing/2014/main" id="{3B0758E2-6F31-10F2-AA5E-9F3A623BFE23}"/>
              </a:ext>
            </a:extLst>
          </p:cNvPr>
          <p:cNvSpPr>
            <a:spLocks noChangeArrowheads="1"/>
          </p:cNvSpPr>
          <p:nvPr/>
        </p:nvSpPr>
        <p:spPr bwMode="auto">
          <a:xfrm>
            <a:off x="6872836" y="32317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51" name="Rectangle 47">
            <a:extLst>
              <a:ext uri="{FF2B5EF4-FFF2-40B4-BE49-F238E27FC236}">
                <a16:creationId xmlns:a16="http://schemas.microsoft.com/office/drawing/2014/main" id="{FEFAAC18-40C6-DC25-1D04-ABC4C2915F88}"/>
              </a:ext>
            </a:extLst>
          </p:cNvPr>
          <p:cNvSpPr>
            <a:spLocks noChangeArrowheads="1"/>
          </p:cNvSpPr>
          <p:nvPr/>
        </p:nvSpPr>
        <p:spPr bwMode="auto">
          <a:xfrm>
            <a:off x="6160048" y="32317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52" name="Rectangle 48">
            <a:extLst>
              <a:ext uri="{FF2B5EF4-FFF2-40B4-BE49-F238E27FC236}">
                <a16:creationId xmlns:a16="http://schemas.microsoft.com/office/drawing/2014/main" id="{27546834-2C33-C6AB-3ED4-F660148E7762}"/>
              </a:ext>
            </a:extLst>
          </p:cNvPr>
          <p:cNvSpPr>
            <a:spLocks noChangeArrowheads="1"/>
          </p:cNvSpPr>
          <p:nvPr/>
        </p:nvSpPr>
        <p:spPr bwMode="auto">
          <a:xfrm>
            <a:off x="5213898" y="32317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2</a:t>
            </a:r>
          </a:p>
        </p:txBody>
      </p:sp>
      <p:sp>
        <p:nvSpPr>
          <p:cNvPr id="53" name="Rectangle 49">
            <a:extLst>
              <a:ext uri="{FF2B5EF4-FFF2-40B4-BE49-F238E27FC236}">
                <a16:creationId xmlns:a16="http://schemas.microsoft.com/office/drawing/2014/main" id="{483C6F11-CA37-003B-3242-74A3669108B4}"/>
              </a:ext>
            </a:extLst>
          </p:cNvPr>
          <p:cNvSpPr>
            <a:spLocks noChangeArrowheads="1"/>
          </p:cNvSpPr>
          <p:nvPr/>
        </p:nvSpPr>
        <p:spPr bwMode="auto">
          <a:xfrm>
            <a:off x="8539711" y="28761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54" name="Rectangle 50">
            <a:extLst>
              <a:ext uri="{FF2B5EF4-FFF2-40B4-BE49-F238E27FC236}">
                <a16:creationId xmlns:a16="http://schemas.microsoft.com/office/drawing/2014/main" id="{4391C65D-BCE6-FA6D-91C5-63947FDA860E}"/>
              </a:ext>
            </a:extLst>
          </p:cNvPr>
          <p:cNvSpPr>
            <a:spLocks noChangeArrowheads="1"/>
          </p:cNvSpPr>
          <p:nvPr/>
        </p:nvSpPr>
        <p:spPr bwMode="auto">
          <a:xfrm>
            <a:off x="7574511" y="28761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55" name="Rectangle 51">
            <a:extLst>
              <a:ext uri="{FF2B5EF4-FFF2-40B4-BE49-F238E27FC236}">
                <a16:creationId xmlns:a16="http://schemas.microsoft.com/office/drawing/2014/main" id="{5A24E3E4-D76C-3F49-AA0C-8D0939983688}"/>
              </a:ext>
            </a:extLst>
          </p:cNvPr>
          <p:cNvSpPr>
            <a:spLocks noChangeArrowheads="1"/>
          </p:cNvSpPr>
          <p:nvPr/>
        </p:nvSpPr>
        <p:spPr bwMode="auto">
          <a:xfrm>
            <a:off x="6872836" y="28761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56" name="Rectangle 52">
            <a:extLst>
              <a:ext uri="{FF2B5EF4-FFF2-40B4-BE49-F238E27FC236}">
                <a16:creationId xmlns:a16="http://schemas.microsoft.com/office/drawing/2014/main" id="{D981987A-60C8-8C6D-0CE6-9A86C7CD88D7}"/>
              </a:ext>
            </a:extLst>
          </p:cNvPr>
          <p:cNvSpPr>
            <a:spLocks noChangeArrowheads="1"/>
          </p:cNvSpPr>
          <p:nvPr/>
        </p:nvSpPr>
        <p:spPr bwMode="auto">
          <a:xfrm>
            <a:off x="6160048" y="28761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57" name="Rectangle 53">
            <a:extLst>
              <a:ext uri="{FF2B5EF4-FFF2-40B4-BE49-F238E27FC236}">
                <a16:creationId xmlns:a16="http://schemas.microsoft.com/office/drawing/2014/main" id="{B5D9D113-2F45-C4B1-AB9D-9222C8B0DC0F}"/>
              </a:ext>
            </a:extLst>
          </p:cNvPr>
          <p:cNvSpPr>
            <a:spLocks noChangeArrowheads="1"/>
          </p:cNvSpPr>
          <p:nvPr/>
        </p:nvSpPr>
        <p:spPr bwMode="auto">
          <a:xfrm>
            <a:off x="5213898" y="2876112"/>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1</a:t>
            </a:r>
          </a:p>
        </p:txBody>
      </p:sp>
      <p:sp>
        <p:nvSpPr>
          <p:cNvPr id="58" name="Rectangle 54">
            <a:extLst>
              <a:ext uri="{FF2B5EF4-FFF2-40B4-BE49-F238E27FC236}">
                <a16:creationId xmlns:a16="http://schemas.microsoft.com/office/drawing/2014/main" id="{884CCA7A-B330-B17F-62B6-5022F514D25D}"/>
              </a:ext>
            </a:extLst>
          </p:cNvPr>
          <p:cNvSpPr>
            <a:spLocks noChangeArrowheads="1"/>
          </p:cNvSpPr>
          <p:nvPr/>
        </p:nvSpPr>
        <p:spPr bwMode="auto">
          <a:xfrm>
            <a:off x="8539711" y="2523687"/>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59" name="Rectangle 55">
            <a:extLst>
              <a:ext uri="{FF2B5EF4-FFF2-40B4-BE49-F238E27FC236}">
                <a16:creationId xmlns:a16="http://schemas.microsoft.com/office/drawing/2014/main" id="{5C8410F6-B73A-24CE-9351-73C4F0F9C602}"/>
              </a:ext>
            </a:extLst>
          </p:cNvPr>
          <p:cNvSpPr>
            <a:spLocks noChangeArrowheads="1"/>
          </p:cNvSpPr>
          <p:nvPr/>
        </p:nvSpPr>
        <p:spPr bwMode="auto">
          <a:xfrm>
            <a:off x="7574511" y="2523687"/>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60" name="Rectangle 56">
            <a:extLst>
              <a:ext uri="{FF2B5EF4-FFF2-40B4-BE49-F238E27FC236}">
                <a16:creationId xmlns:a16="http://schemas.microsoft.com/office/drawing/2014/main" id="{A5C0F04D-B286-548A-BC65-4ECF7B630A17}"/>
              </a:ext>
            </a:extLst>
          </p:cNvPr>
          <p:cNvSpPr>
            <a:spLocks noChangeArrowheads="1"/>
          </p:cNvSpPr>
          <p:nvPr/>
        </p:nvSpPr>
        <p:spPr bwMode="auto">
          <a:xfrm>
            <a:off x="6872836" y="2523687"/>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61" name="Rectangle 57">
            <a:extLst>
              <a:ext uri="{FF2B5EF4-FFF2-40B4-BE49-F238E27FC236}">
                <a16:creationId xmlns:a16="http://schemas.microsoft.com/office/drawing/2014/main" id="{14572329-6ACE-F46F-6425-3E354E3EDE88}"/>
              </a:ext>
            </a:extLst>
          </p:cNvPr>
          <p:cNvSpPr>
            <a:spLocks noChangeArrowheads="1"/>
          </p:cNvSpPr>
          <p:nvPr/>
        </p:nvSpPr>
        <p:spPr bwMode="auto">
          <a:xfrm>
            <a:off x="6160048" y="2523687"/>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sp>
        <p:nvSpPr>
          <p:cNvPr id="62" name="Rectangle 58">
            <a:extLst>
              <a:ext uri="{FF2B5EF4-FFF2-40B4-BE49-F238E27FC236}">
                <a16:creationId xmlns:a16="http://schemas.microsoft.com/office/drawing/2014/main" id="{A1CBBFF3-C396-A1AF-84E7-25F5BAC9F2EC}"/>
              </a:ext>
            </a:extLst>
          </p:cNvPr>
          <p:cNvSpPr>
            <a:spLocks noChangeArrowheads="1"/>
          </p:cNvSpPr>
          <p:nvPr/>
        </p:nvSpPr>
        <p:spPr bwMode="auto">
          <a:xfrm>
            <a:off x="5213898" y="2523687"/>
            <a:ext cx="1143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sz="1800">
                <a:cs typeface="Times New Roman" panose="02020603050405020304" pitchFamily="18" charset="0"/>
              </a:rPr>
              <a:t>0</a:t>
            </a:r>
          </a:p>
        </p:txBody>
      </p:sp>
      <p:grpSp>
        <p:nvGrpSpPr>
          <p:cNvPr id="63" name="Group 59">
            <a:extLst>
              <a:ext uri="{FF2B5EF4-FFF2-40B4-BE49-F238E27FC236}">
                <a16:creationId xmlns:a16="http://schemas.microsoft.com/office/drawing/2014/main" id="{0591352F-DF58-98AF-5262-ADCF952C4CF3}"/>
              </a:ext>
            </a:extLst>
          </p:cNvPr>
          <p:cNvGrpSpPr>
            <a:grpSpLocks/>
          </p:cNvGrpSpPr>
          <p:nvPr/>
        </p:nvGrpSpPr>
        <p:grpSpPr bwMode="auto">
          <a:xfrm>
            <a:off x="4750348" y="1563250"/>
            <a:ext cx="4356100" cy="4164012"/>
            <a:chOff x="2631" y="1238"/>
            <a:chExt cx="2812" cy="2623"/>
          </a:xfrm>
        </p:grpSpPr>
        <p:sp>
          <p:nvSpPr>
            <p:cNvPr id="64" name="Line 60">
              <a:extLst>
                <a:ext uri="{FF2B5EF4-FFF2-40B4-BE49-F238E27FC236}">
                  <a16:creationId xmlns:a16="http://schemas.microsoft.com/office/drawing/2014/main" id="{2F89773C-3CDD-9398-1014-2EE163EB3B72}"/>
                </a:ext>
              </a:extLst>
            </p:cNvPr>
            <p:cNvSpPr>
              <a:spLocks noChangeShapeType="1"/>
            </p:cNvSpPr>
            <p:nvPr/>
          </p:nvSpPr>
          <p:spPr bwMode="auto">
            <a:xfrm>
              <a:off x="2631" y="1238"/>
              <a:ext cx="2812" cy="0"/>
            </a:xfrm>
            <a:prstGeom prst="line">
              <a:avLst/>
            </a:prstGeom>
            <a:noFill/>
            <a:ln w="254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61">
              <a:extLst>
                <a:ext uri="{FF2B5EF4-FFF2-40B4-BE49-F238E27FC236}">
                  <a16:creationId xmlns:a16="http://schemas.microsoft.com/office/drawing/2014/main" id="{EBDC93E8-C843-8EEC-92A0-F0D1EC1A7D78}"/>
                </a:ext>
              </a:extLst>
            </p:cNvPr>
            <p:cNvSpPr>
              <a:spLocks noChangeShapeType="1"/>
            </p:cNvSpPr>
            <p:nvPr/>
          </p:nvSpPr>
          <p:spPr bwMode="auto">
            <a:xfrm>
              <a:off x="2631" y="3861"/>
              <a:ext cx="2812" cy="0"/>
            </a:xfrm>
            <a:prstGeom prst="line">
              <a:avLst/>
            </a:prstGeom>
            <a:noFill/>
            <a:ln w="254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62">
              <a:extLst>
                <a:ext uri="{FF2B5EF4-FFF2-40B4-BE49-F238E27FC236}">
                  <a16:creationId xmlns:a16="http://schemas.microsoft.com/office/drawing/2014/main" id="{489B72FA-F95A-CEA2-DF05-E8804317A63C}"/>
                </a:ext>
              </a:extLst>
            </p:cNvPr>
            <p:cNvSpPr>
              <a:spLocks noChangeShapeType="1"/>
            </p:cNvSpPr>
            <p:nvPr/>
          </p:nvSpPr>
          <p:spPr bwMode="auto">
            <a:xfrm>
              <a:off x="2631" y="2040"/>
              <a:ext cx="281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63">
              <a:extLst>
                <a:ext uri="{FF2B5EF4-FFF2-40B4-BE49-F238E27FC236}">
                  <a16:creationId xmlns:a16="http://schemas.microsoft.com/office/drawing/2014/main" id="{19EE064B-34EB-2CE5-0657-A531125E19FF}"/>
                </a:ext>
              </a:extLst>
            </p:cNvPr>
            <p:cNvSpPr>
              <a:spLocks noChangeShapeType="1"/>
            </p:cNvSpPr>
            <p:nvPr/>
          </p:nvSpPr>
          <p:spPr bwMode="auto">
            <a:xfrm>
              <a:off x="2631" y="2263"/>
              <a:ext cx="281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64">
              <a:extLst>
                <a:ext uri="{FF2B5EF4-FFF2-40B4-BE49-F238E27FC236}">
                  <a16:creationId xmlns:a16="http://schemas.microsoft.com/office/drawing/2014/main" id="{A8F9CAE5-B6DC-C386-07C3-A6CAA7433AF4}"/>
                </a:ext>
              </a:extLst>
            </p:cNvPr>
            <p:cNvSpPr>
              <a:spLocks noChangeShapeType="1"/>
            </p:cNvSpPr>
            <p:nvPr/>
          </p:nvSpPr>
          <p:spPr bwMode="auto">
            <a:xfrm>
              <a:off x="2631" y="2488"/>
              <a:ext cx="281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Line 65">
              <a:extLst>
                <a:ext uri="{FF2B5EF4-FFF2-40B4-BE49-F238E27FC236}">
                  <a16:creationId xmlns:a16="http://schemas.microsoft.com/office/drawing/2014/main" id="{0660D328-B4C8-AB49-F40F-5988D290C098}"/>
                </a:ext>
              </a:extLst>
            </p:cNvPr>
            <p:cNvSpPr>
              <a:spLocks noChangeShapeType="1"/>
            </p:cNvSpPr>
            <p:nvPr/>
          </p:nvSpPr>
          <p:spPr bwMode="auto">
            <a:xfrm>
              <a:off x="2631" y="2711"/>
              <a:ext cx="281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Line 66">
              <a:extLst>
                <a:ext uri="{FF2B5EF4-FFF2-40B4-BE49-F238E27FC236}">
                  <a16:creationId xmlns:a16="http://schemas.microsoft.com/office/drawing/2014/main" id="{BC6F1A23-882D-B982-C5BB-277EE16F2E91}"/>
                </a:ext>
              </a:extLst>
            </p:cNvPr>
            <p:cNvSpPr>
              <a:spLocks noChangeShapeType="1"/>
            </p:cNvSpPr>
            <p:nvPr/>
          </p:nvSpPr>
          <p:spPr bwMode="auto">
            <a:xfrm>
              <a:off x="2631" y="2933"/>
              <a:ext cx="281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67">
              <a:extLst>
                <a:ext uri="{FF2B5EF4-FFF2-40B4-BE49-F238E27FC236}">
                  <a16:creationId xmlns:a16="http://schemas.microsoft.com/office/drawing/2014/main" id="{36FC8908-3DB3-DB4F-5694-2BAA498FDC49}"/>
                </a:ext>
              </a:extLst>
            </p:cNvPr>
            <p:cNvSpPr>
              <a:spLocks noChangeShapeType="1"/>
            </p:cNvSpPr>
            <p:nvPr/>
          </p:nvSpPr>
          <p:spPr bwMode="auto">
            <a:xfrm>
              <a:off x="2631" y="3160"/>
              <a:ext cx="281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68">
              <a:extLst>
                <a:ext uri="{FF2B5EF4-FFF2-40B4-BE49-F238E27FC236}">
                  <a16:creationId xmlns:a16="http://schemas.microsoft.com/office/drawing/2014/main" id="{2AAABB60-52AF-FAE4-FFE2-BE21E4727270}"/>
                </a:ext>
              </a:extLst>
            </p:cNvPr>
            <p:cNvSpPr>
              <a:spLocks noChangeShapeType="1"/>
            </p:cNvSpPr>
            <p:nvPr/>
          </p:nvSpPr>
          <p:spPr bwMode="auto">
            <a:xfrm>
              <a:off x="2631" y="3384"/>
              <a:ext cx="281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69">
              <a:extLst>
                <a:ext uri="{FF2B5EF4-FFF2-40B4-BE49-F238E27FC236}">
                  <a16:creationId xmlns:a16="http://schemas.microsoft.com/office/drawing/2014/main" id="{61F8852C-742E-77CC-B343-55C5B7E38BE5}"/>
                </a:ext>
              </a:extLst>
            </p:cNvPr>
            <p:cNvSpPr>
              <a:spLocks noChangeShapeType="1"/>
            </p:cNvSpPr>
            <p:nvPr/>
          </p:nvSpPr>
          <p:spPr bwMode="auto">
            <a:xfrm>
              <a:off x="2631" y="3606"/>
              <a:ext cx="281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70">
              <a:extLst>
                <a:ext uri="{FF2B5EF4-FFF2-40B4-BE49-F238E27FC236}">
                  <a16:creationId xmlns:a16="http://schemas.microsoft.com/office/drawing/2014/main" id="{0221D2FF-DECD-6746-7545-C9666F3B99C0}"/>
                </a:ext>
              </a:extLst>
            </p:cNvPr>
            <p:cNvSpPr>
              <a:spLocks noChangeShapeType="1"/>
            </p:cNvSpPr>
            <p:nvPr/>
          </p:nvSpPr>
          <p:spPr bwMode="auto">
            <a:xfrm>
              <a:off x="2631" y="1802"/>
              <a:ext cx="2812" cy="0"/>
            </a:xfrm>
            <a:prstGeom prst="line">
              <a:avLst/>
            </a:prstGeom>
            <a:noFill/>
            <a:ln w="2857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5" name="Group 71">
            <a:extLst>
              <a:ext uri="{FF2B5EF4-FFF2-40B4-BE49-F238E27FC236}">
                <a16:creationId xmlns:a16="http://schemas.microsoft.com/office/drawing/2014/main" id="{D60E3E3D-7CBB-40AA-D952-AE18CD1F8011}"/>
              </a:ext>
            </a:extLst>
          </p:cNvPr>
          <p:cNvGrpSpPr>
            <a:grpSpLocks/>
          </p:cNvGrpSpPr>
          <p:nvPr/>
        </p:nvGrpSpPr>
        <p:grpSpPr bwMode="auto">
          <a:xfrm>
            <a:off x="6031461" y="4970025"/>
            <a:ext cx="2306637" cy="341312"/>
            <a:chOff x="3369" y="3407"/>
            <a:chExt cx="1453" cy="215"/>
          </a:xfrm>
        </p:grpSpPr>
        <p:sp>
          <p:nvSpPr>
            <p:cNvPr id="76" name="AutoShape 72">
              <a:extLst>
                <a:ext uri="{FF2B5EF4-FFF2-40B4-BE49-F238E27FC236}">
                  <a16:creationId xmlns:a16="http://schemas.microsoft.com/office/drawing/2014/main" id="{66516F1D-FAE9-19CB-1204-DB3123F196F3}"/>
                </a:ext>
              </a:extLst>
            </p:cNvPr>
            <p:cNvSpPr>
              <a:spLocks noChangeArrowheads="1"/>
            </p:cNvSpPr>
            <p:nvPr/>
          </p:nvSpPr>
          <p:spPr bwMode="auto">
            <a:xfrm>
              <a:off x="3369" y="3407"/>
              <a:ext cx="1129" cy="215"/>
            </a:xfrm>
            <a:prstGeom prst="roundRect">
              <a:avLst>
                <a:gd name="adj" fmla="val 16667"/>
              </a:avLst>
            </a:prstGeom>
            <a:noFill/>
            <a:ln w="28575">
              <a:solidFill>
                <a:srgbClr val="0066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77" name="Line 73">
              <a:extLst>
                <a:ext uri="{FF2B5EF4-FFF2-40B4-BE49-F238E27FC236}">
                  <a16:creationId xmlns:a16="http://schemas.microsoft.com/office/drawing/2014/main" id="{C5547CC1-CF0A-67B1-FF84-265922552580}"/>
                </a:ext>
              </a:extLst>
            </p:cNvPr>
            <p:cNvSpPr>
              <a:spLocks noChangeShapeType="1"/>
            </p:cNvSpPr>
            <p:nvPr/>
          </p:nvSpPr>
          <p:spPr bwMode="auto">
            <a:xfrm flipH="1">
              <a:off x="4498" y="3518"/>
              <a:ext cx="324" cy="2"/>
            </a:xfrm>
            <a:prstGeom prst="line">
              <a:avLst/>
            </a:prstGeom>
            <a:noFill/>
            <a:ln w="28575">
              <a:solidFill>
                <a:srgbClr val="0066FF"/>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grpSp>
      <p:grpSp>
        <p:nvGrpSpPr>
          <p:cNvPr id="78" name="Group 74">
            <a:extLst>
              <a:ext uri="{FF2B5EF4-FFF2-40B4-BE49-F238E27FC236}">
                <a16:creationId xmlns:a16="http://schemas.microsoft.com/office/drawing/2014/main" id="{BD17BC4D-0B62-405F-5A1C-2751D9816953}"/>
              </a:ext>
            </a:extLst>
          </p:cNvPr>
          <p:cNvGrpSpPr>
            <a:grpSpLocks/>
          </p:cNvGrpSpPr>
          <p:nvPr/>
        </p:nvGrpSpPr>
        <p:grpSpPr bwMode="auto">
          <a:xfrm>
            <a:off x="6371186" y="3547625"/>
            <a:ext cx="1439862" cy="342900"/>
            <a:chOff x="3583" y="2511"/>
            <a:chExt cx="907" cy="216"/>
          </a:xfrm>
        </p:grpSpPr>
        <p:sp>
          <p:nvSpPr>
            <p:cNvPr id="79" name="AutoShape 75">
              <a:extLst>
                <a:ext uri="{FF2B5EF4-FFF2-40B4-BE49-F238E27FC236}">
                  <a16:creationId xmlns:a16="http://schemas.microsoft.com/office/drawing/2014/main" id="{33440E2C-55EA-E957-6EE9-ED1E06E7F8FC}"/>
                </a:ext>
              </a:extLst>
            </p:cNvPr>
            <p:cNvSpPr>
              <a:spLocks noChangeArrowheads="1"/>
            </p:cNvSpPr>
            <p:nvPr/>
          </p:nvSpPr>
          <p:spPr bwMode="auto">
            <a:xfrm>
              <a:off x="3844" y="2511"/>
              <a:ext cx="646" cy="216"/>
            </a:xfrm>
            <a:prstGeom prst="roundRect">
              <a:avLst>
                <a:gd name="adj" fmla="val 16667"/>
              </a:avLst>
            </a:prstGeom>
            <a:noFill/>
            <a:ln w="28575">
              <a:solidFill>
                <a:srgbClr val="0066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80" name="Line 76">
              <a:extLst>
                <a:ext uri="{FF2B5EF4-FFF2-40B4-BE49-F238E27FC236}">
                  <a16:creationId xmlns:a16="http://schemas.microsoft.com/office/drawing/2014/main" id="{9FE366C9-1554-AEDA-0AC8-B9AFB190EBA3}"/>
                </a:ext>
              </a:extLst>
            </p:cNvPr>
            <p:cNvSpPr>
              <a:spLocks noChangeShapeType="1"/>
            </p:cNvSpPr>
            <p:nvPr/>
          </p:nvSpPr>
          <p:spPr bwMode="auto">
            <a:xfrm flipH="1">
              <a:off x="3583" y="2727"/>
              <a:ext cx="341" cy="0"/>
            </a:xfrm>
            <a:prstGeom prst="line">
              <a:avLst/>
            </a:prstGeom>
            <a:noFill/>
            <a:ln w="28575">
              <a:solidFill>
                <a:srgbClr val="0066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grpSp>
        <p:nvGrpSpPr>
          <p:cNvPr id="81" name="Group 77">
            <a:extLst>
              <a:ext uri="{FF2B5EF4-FFF2-40B4-BE49-F238E27FC236}">
                <a16:creationId xmlns:a16="http://schemas.microsoft.com/office/drawing/2014/main" id="{0A525305-06F3-F6C6-FF05-F70D0D5C2820}"/>
              </a:ext>
            </a:extLst>
          </p:cNvPr>
          <p:cNvGrpSpPr>
            <a:grpSpLocks/>
          </p:cNvGrpSpPr>
          <p:nvPr/>
        </p:nvGrpSpPr>
        <p:grpSpPr bwMode="auto">
          <a:xfrm>
            <a:off x="7091911" y="2845950"/>
            <a:ext cx="755650" cy="360362"/>
            <a:chOff x="4037" y="2069"/>
            <a:chExt cx="476" cy="227"/>
          </a:xfrm>
        </p:grpSpPr>
        <p:sp>
          <p:nvSpPr>
            <p:cNvPr id="82" name="AutoShape 78">
              <a:extLst>
                <a:ext uri="{FF2B5EF4-FFF2-40B4-BE49-F238E27FC236}">
                  <a16:creationId xmlns:a16="http://schemas.microsoft.com/office/drawing/2014/main" id="{3D979B52-CD1B-C60A-C673-E05301E8E3F3}"/>
                </a:ext>
              </a:extLst>
            </p:cNvPr>
            <p:cNvSpPr>
              <a:spLocks noChangeArrowheads="1"/>
            </p:cNvSpPr>
            <p:nvPr/>
          </p:nvSpPr>
          <p:spPr bwMode="auto">
            <a:xfrm>
              <a:off x="4262" y="2069"/>
              <a:ext cx="251" cy="227"/>
            </a:xfrm>
            <a:prstGeom prst="roundRect">
              <a:avLst>
                <a:gd name="adj" fmla="val 16667"/>
              </a:avLst>
            </a:prstGeom>
            <a:noFill/>
            <a:ln w="28575">
              <a:solidFill>
                <a:srgbClr val="0066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83" name="Line 79">
              <a:extLst>
                <a:ext uri="{FF2B5EF4-FFF2-40B4-BE49-F238E27FC236}">
                  <a16:creationId xmlns:a16="http://schemas.microsoft.com/office/drawing/2014/main" id="{BD776C45-0769-DF03-A142-0C02D12150C6}"/>
                </a:ext>
              </a:extLst>
            </p:cNvPr>
            <p:cNvSpPr>
              <a:spLocks noChangeShapeType="1"/>
            </p:cNvSpPr>
            <p:nvPr/>
          </p:nvSpPr>
          <p:spPr bwMode="auto">
            <a:xfrm flipH="1">
              <a:off x="4037" y="2296"/>
              <a:ext cx="340" cy="0"/>
            </a:xfrm>
            <a:prstGeom prst="line">
              <a:avLst/>
            </a:prstGeom>
            <a:noFill/>
            <a:ln w="28575">
              <a:solidFill>
                <a:srgbClr val="0066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4148912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4F89C7-D0D8-4DD3-2489-197D517762E8}"/>
              </a:ext>
            </a:extLst>
          </p:cNvPr>
          <p:cNvSpPr>
            <a:spLocks noGrp="1"/>
          </p:cNvSpPr>
          <p:nvPr>
            <p:ph type="title"/>
          </p:nvPr>
        </p:nvSpPr>
        <p:spPr/>
        <p:txBody>
          <a:bodyPr>
            <a:normAutofit fontScale="90000"/>
          </a:bodyPr>
          <a:lstStyle/>
          <a:p>
            <a:r>
              <a:rPr kumimoji="1" lang="zh-CN" altLang="en-US" dirty="0">
                <a:latin typeface="+mj-ea"/>
                <a:ea typeface="+mj-ea"/>
              </a:rPr>
              <a:t>同步二进制</a:t>
            </a:r>
            <a:r>
              <a:rPr lang="zh-CN" altLang="en-US" dirty="0">
                <a:latin typeface="+mj-ea"/>
                <a:ea typeface="+mj-ea"/>
              </a:rPr>
              <a:t>递增</a:t>
            </a:r>
            <a:r>
              <a:rPr kumimoji="1" lang="zh-CN" altLang="en-US" dirty="0">
                <a:latin typeface="+mj-ea"/>
                <a:ea typeface="+mj-ea"/>
              </a:rPr>
              <a:t>计数器</a:t>
            </a:r>
            <a:r>
              <a:rPr kumimoji="1" lang="en-US" altLang="zh-CN" dirty="0">
                <a:latin typeface="+mj-ea"/>
                <a:ea typeface="+mj-ea"/>
              </a:rPr>
              <a:t>(</a:t>
            </a:r>
            <a:r>
              <a:rPr kumimoji="1" lang="zh-CN" altLang="en-US" dirty="0">
                <a:latin typeface="+mj-ea"/>
                <a:ea typeface="+mj-ea"/>
              </a:rPr>
              <a:t>续</a:t>
            </a:r>
            <a:r>
              <a:rPr kumimoji="1" lang="en-US" altLang="zh-CN" dirty="0">
                <a:latin typeface="+mj-ea"/>
                <a:ea typeface="+mj-ea"/>
              </a:rPr>
              <a:t>)</a:t>
            </a:r>
            <a:endParaRPr kumimoji="1" lang="zh-CN" altLang="en-US" dirty="0">
              <a:latin typeface="+mj-ea"/>
              <a:ea typeface="+mj-ea"/>
            </a:endParaRPr>
          </a:p>
        </p:txBody>
      </p:sp>
      <p:sp>
        <p:nvSpPr>
          <p:cNvPr id="4" name="页脚占位符 3">
            <a:extLst>
              <a:ext uri="{FF2B5EF4-FFF2-40B4-BE49-F238E27FC236}">
                <a16:creationId xmlns:a16="http://schemas.microsoft.com/office/drawing/2014/main" id="{862887D9-4006-4B38-6752-B206A0B6ABD1}"/>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5EFE90C9-5581-4613-B481-31164078E172}"/>
              </a:ext>
            </a:extLst>
          </p:cNvPr>
          <p:cNvSpPr>
            <a:spLocks noGrp="1"/>
          </p:cNvSpPr>
          <p:nvPr>
            <p:ph type="sldNum" sz="quarter" idx="12"/>
          </p:nvPr>
        </p:nvSpPr>
        <p:spPr/>
        <p:txBody>
          <a:bodyPr/>
          <a:lstStyle/>
          <a:p>
            <a:fld id="{9E260BC5-5BF3-8746-862B-DC45E9CAA88B}" type="slidenum">
              <a:rPr lang="en-US" smtClean="0"/>
              <a:pPr/>
              <a:t>8</a:t>
            </a:fld>
            <a:r>
              <a:rPr lang="en-US" altLang="zh-CN" dirty="0"/>
              <a:t>/34</a:t>
            </a:r>
            <a:endParaRPr lang="en-US" dirty="0"/>
          </a:p>
        </p:txBody>
      </p:sp>
      <p:grpSp>
        <p:nvGrpSpPr>
          <p:cNvPr id="6" name="Group 3">
            <a:extLst>
              <a:ext uri="{FF2B5EF4-FFF2-40B4-BE49-F238E27FC236}">
                <a16:creationId xmlns:a16="http://schemas.microsoft.com/office/drawing/2014/main" id="{3339D333-EA9F-C2E9-A93D-173C11BAD9CE}"/>
              </a:ext>
            </a:extLst>
          </p:cNvPr>
          <p:cNvGrpSpPr>
            <a:grpSpLocks/>
          </p:cNvGrpSpPr>
          <p:nvPr/>
        </p:nvGrpSpPr>
        <p:grpSpPr bwMode="auto">
          <a:xfrm>
            <a:off x="1083606" y="1665233"/>
            <a:ext cx="1854200" cy="2119313"/>
            <a:chOff x="431" y="1109"/>
            <a:chExt cx="1168" cy="1335"/>
          </a:xfrm>
        </p:grpSpPr>
        <p:sp>
          <p:nvSpPr>
            <p:cNvPr id="7" name="Text Box 4">
              <a:extLst>
                <a:ext uri="{FF2B5EF4-FFF2-40B4-BE49-F238E27FC236}">
                  <a16:creationId xmlns:a16="http://schemas.microsoft.com/office/drawing/2014/main" id="{839C5E63-9BE4-6FB4-6D89-1862319F5508}"/>
                </a:ext>
              </a:extLst>
            </p:cNvPr>
            <p:cNvSpPr txBox="1">
              <a:spLocks noChangeArrowheads="1"/>
            </p:cNvSpPr>
            <p:nvPr/>
          </p:nvSpPr>
          <p:spPr bwMode="auto">
            <a:xfrm>
              <a:off x="432" y="1109"/>
              <a:ext cx="57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T</a:t>
              </a:r>
              <a:r>
                <a:rPr kumimoji="1" lang="en-US" altLang="zh-CN" baseline="-15000">
                  <a:ea typeface="楷体_GB2312" pitchFamily="49" charset="-122"/>
                </a:rPr>
                <a:t>0</a:t>
              </a:r>
              <a:r>
                <a:rPr kumimoji="1" lang="en-US" altLang="zh-CN" baseline="30000">
                  <a:ea typeface="楷体_GB2312" pitchFamily="49" charset="-122"/>
                </a:rPr>
                <a:t> </a:t>
              </a:r>
              <a:r>
                <a:rPr kumimoji="1" lang="en-US" altLang="zh-CN">
                  <a:ea typeface="楷体_GB2312" pitchFamily="49" charset="-122"/>
                </a:rPr>
                <a:t>= </a:t>
              </a:r>
              <a:r>
                <a:rPr kumimoji="1" lang="en-US" altLang="zh-CN" sz="2400">
                  <a:ea typeface="楷体_GB2312" pitchFamily="49" charset="-122"/>
                </a:rPr>
                <a:t>1</a:t>
              </a:r>
              <a:r>
                <a:rPr kumimoji="1" lang="en-US" altLang="zh-CN">
                  <a:ea typeface="楷体_GB2312" pitchFamily="49" charset="-122"/>
                </a:rPr>
                <a:t> </a:t>
              </a:r>
            </a:p>
          </p:txBody>
        </p:sp>
        <p:sp>
          <p:nvSpPr>
            <p:cNvPr id="8" name="Text Box 5">
              <a:extLst>
                <a:ext uri="{FF2B5EF4-FFF2-40B4-BE49-F238E27FC236}">
                  <a16:creationId xmlns:a16="http://schemas.microsoft.com/office/drawing/2014/main" id="{3184365C-4741-D1E8-D91B-892DDD0E9A87}"/>
                </a:ext>
              </a:extLst>
            </p:cNvPr>
            <p:cNvSpPr txBox="1">
              <a:spLocks noChangeArrowheads="1"/>
            </p:cNvSpPr>
            <p:nvPr/>
          </p:nvSpPr>
          <p:spPr bwMode="auto">
            <a:xfrm>
              <a:off x="432" y="1449"/>
              <a:ext cx="70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T</a:t>
              </a:r>
              <a:r>
                <a:rPr kumimoji="1" lang="en-US" altLang="zh-CN" baseline="-15000">
                  <a:ea typeface="楷体_GB2312" pitchFamily="49" charset="-122"/>
                </a:rPr>
                <a:t>1</a:t>
              </a:r>
              <a:r>
                <a:rPr kumimoji="1" lang="en-US" altLang="zh-CN" baseline="30000">
                  <a:ea typeface="楷体_GB2312" pitchFamily="49" charset="-122"/>
                </a:rPr>
                <a:t> </a:t>
              </a:r>
              <a:r>
                <a:rPr kumimoji="1" lang="en-US" altLang="zh-CN">
                  <a:ea typeface="楷体_GB2312" pitchFamily="49" charset="-122"/>
                </a:rPr>
                <a:t>= </a:t>
              </a:r>
              <a:r>
                <a:rPr kumimoji="1" lang="en-US" altLang="zh-CN" sz="2400">
                  <a:ea typeface="楷体_GB2312" pitchFamily="49" charset="-122"/>
                </a:rPr>
                <a:t>Q</a:t>
              </a:r>
              <a:r>
                <a:rPr kumimoji="1" lang="en-US" altLang="zh-CN" baseline="-30000">
                  <a:ea typeface="楷体_GB2312" pitchFamily="49" charset="-122"/>
                </a:rPr>
                <a:t>0</a:t>
              </a:r>
              <a:r>
                <a:rPr kumimoji="1" lang="en-US" altLang="zh-CN">
                  <a:ea typeface="楷体_GB2312" pitchFamily="49" charset="-122"/>
                </a:rPr>
                <a:t> </a:t>
              </a:r>
            </a:p>
          </p:txBody>
        </p:sp>
        <p:sp>
          <p:nvSpPr>
            <p:cNvPr id="9" name="Text Box 6">
              <a:extLst>
                <a:ext uri="{FF2B5EF4-FFF2-40B4-BE49-F238E27FC236}">
                  <a16:creationId xmlns:a16="http://schemas.microsoft.com/office/drawing/2014/main" id="{080C9A0A-46C8-B0C9-32C0-495FFA7CF3C6}"/>
                </a:ext>
              </a:extLst>
            </p:cNvPr>
            <p:cNvSpPr txBox="1">
              <a:spLocks noChangeArrowheads="1"/>
            </p:cNvSpPr>
            <p:nvPr/>
          </p:nvSpPr>
          <p:spPr bwMode="auto">
            <a:xfrm>
              <a:off x="432" y="1812"/>
              <a:ext cx="93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T</a:t>
              </a:r>
              <a:r>
                <a:rPr kumimoji="1" lang="en-US" altLang="zh-CN" baseline="-15000">
                  <a:ea typeface="楷体_GB2312" pitchFamily="49" charset="-122"/>
                </a:rPr>
                <a:t>2</a:t>
              </a:r>
              <a:r>
                <a:rPr kumimoji="1" lang="en-US" altLang="zh-CN" baseline="30000">
                  <a:ea typeface="楷体_GB2312" pitchFamily="49" charset="-122"/>
                </a:rPr>
                <a:t> </a:t>
              </a:r>
              <a:r>
                <a:rPr kumimoji="1" lang="en-US" altLang="zh-CN">
                  <a:ea typeface="楷体_GB2312" pitchFamily="49" charset="-122"/>
                </a:rPr>
                <a:t>= </a:t>
              </a:r>
              <a:r>
                <a:rPr kumimoji="1" lang="en-US" altLang="zh-CN" sz="2400">
                  <a:ea typeface="楷体_GB2312" pitchFamily="49" charset="-122"/>
                </a:rPr>
                <a:t>Q</a:t>
              </a:r>
              <a:r>
                <a:rPr kumimoji="1" lang="en-US" altLang="zh-CN" baseline="-30000">
                  <a:ea typeface="楷体_GB2312" pitchFamily="49" charset="-122"/>
                </a:rPr>
                <a:t>1</a:t>
              </a:r>
              <a:r>
                <a:rPr kumimoji="1" lang="en-US" altLang="zh-CN" sz="2400">
                  <a:ea typeface="楷体_GB2312" pitchFamily="49" charset="-122"/>
                </a:rPr>
                <a:t>Q</a:t>
              </a:r>
              <a:r>
                <a:rPr kumimoji="1" lang="en-US" altLang="zh-CN" baseline="-30000">
                  <a:ea typeface="楷体_GB2312" pitchFamily="49" charset="-122"/>
                </a:rPr>
                <a:t>0</a:t>
              </a:r>
              <a:r>
                <a:rPr kumimoji="1" lang="en-US" altLang="zh-CN">
                  <a:ea typeface="楷体_GB2312" pitchFamily="49" charset="-122"/>
                </a:rPr>
                <a:t> </a:t>
              </a:r>
            </a:p>
          </p:txBody>
        </p:sp>
        <p:sp>
          <p:nvSpPr>
            <p:cNvPr id="10" name="Text Box 7">
              <a:extLst>
                <a:ext uri="{FF2B5EF4-FFF2-40B4-BE49-F238E27FC236}">
                  <a16:creationId xmlns:a16="http://schemas.microsoft.com/office/drawing/2014/main" id="{8D283782-4998-01FE-A921-2701A5935C49}"/>
                </a:ext>
              </a:extLst>
            </p:cNvPr>
            <p:cNvSpPr txBox="1">
              <a:spLocks noChangeArrowheads="1"/>
            </p:cNvSpPr>
            <p:nvPr/>
          </p:nvSpPr>
          <p:spPr bwMode="auto">
            <a:xfrm>
              <a:off x="431" y="2175"/>
              <a:ext cx="116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1" lang="en-US" altLang="zh-CN" sz="2400">
                  <a:ea typeface="楷体_GB2312" pitchFamily="49" charset="-122"/>
                </a:rPr>
                <a:t>C</a:t>
              </a:r>
              <a:r>
                <a:rPr kumimoji="1" lang="en-US" altLang="zh-CN" baseline="30000">
                  <a:ea typeface="楷体_GB2312" pitchFamily="49" charset="-122"/>
                </a:rPr>
                <a:t> </a:t>
              </a:r>
              <a:r>
                <a:rPr kumimoji="1" lang="en-US" altLang="zh-CN">
                  <a:ea typeface="楷体_GB2312" pitchFamily="49" charset="-122"/>
                </a:rPr>
                <a:t>= </a:t>
              </a:r>
              <a:r>
                <a:rPr kumimoji="1" lang="en-US" altLang="zh-CN" sz="2400">
                  <a:ea typeface="楷体_GB2312" pitchFamily="49" charset="-122"/>
                </a:rPr>
                <a:t>Q</a:t>
              </a:r>
              <a:r>
                <a:rPr kumimoji="1" lang="en-US" altLang="zh-CN" baseline="-30000">
                  <a:ea typeface="楷体_GB2312" pitchFamily="49" charset="-122"/>
                </a:rPr>
                <a:t>2</a:t>
              </a:r>
              <a:r>
                <a:rPr kumimoji="1" lang="en-US" altLang="zh-CN" sz="2400">
                  <a:ea typeface="楷体_GB2312" pitchFamily="49" charset="-122"/>
                </a:rPr>
                <a:t>Q</a:t>
              </a:r>
              <a:r>
                <a:rPr kumimoji="1" lang="en-US" altLang="zh-CN" baseline="-30000">
                  <a:ea typeface="楷体_GB2312" pitchFamily="49" charset="-122"/>
                </a:rPr>
                <a:t>1</a:t>
              </a:r>
              <a:r>
                <a:rPr kumimoji="1" lang="en-US" altLang="zh-CN" sz="2400">
                  <a:ea typeface="楷体_GB2312" pitchFamily="49" charset="-122"/>
                </a:rPr>
                <a:t>Q</a:t>
              </a:r>
              <a:r>
                <a:rPr kumimoji="1" lang="en-US" altLang="zh-CN" baseline="-30000">
                  <a:ea typeface="楷体_GB2312" pitchFamily="49" charset="-122"/>
                </a:rPr>
                <a:t>0</a:t>
              </a:r>
              <a:r>
                <a:rPr kumimoji="1" lang="en-US" altLang="zh-CN">
                  <a:ea typeface="楷体_GB2312" pitchFamily="49" charset="-122"/>
                </a:rPr>
                <a:t> </a:t>
              </a:r>
            </a:p>
          </p:txBody>
        </p:sp>
      </p:grpSp>
      <p:grpSp>
        <p:nvGrpSpPr>
          <p:cNvPr id="11" name="Group 8">
            <a:extLst>
              <a:ext uri="{FF2B5EF4-FFF2-40B4-BE49-F238E27FC236}">
                <a16:creationId xmlns:a16="http://schemas.microsoft.com/office/drawing/2014/main" id="{31904D2F-0105-A038-9B94-FDE97C4FD0DD}"/>
              </a:ext>
            </a:extLst>
          </p:cNvPr>
          <p:cNvGrpSpPr>
            <a:grpSpLocks/>
          </p:cNvGrpSpPr>
          <p:nvPr/>
        </p:nvGrpSpPr>
        <p:grpSpPr bwMode="auto">
          <a:xfrm>
            <a:off x="939143" y="4036958"/>
            <a:ext cx="8178800" cy="2051050"/>
            <a:chOff x="340" y="890"/>
            <a:chExt cx="5152" cy="1292"/>
          </a:xfrm>
        </p:grpSpPr>
        <p:sp>
          <p:nvSpPr>
            <p:cNvPr id="12" name="Line 9">
              <a:extLst>
                <a:ext uri="{FF2B5EF4-FFF2-40B4-BE49-F238E27FC236}">
                  <a16:creationId xmlns:a16="http://schemas.microsoft.com/office/drawing/2014/main" id="{72BA2C5D-C499-D9FA-071E-6730DFDA49C8}"/>
                </a:ext>
              </a:extLst>
            </p:cNvPr>
            <p:cNvSpPr>
              <a:spLocks noChangeShapeType="1"/>
            </p:cNvSpPr>
            <p:nvPr/>
          </p:nvSpPr>
          <p:spPr bwMode="auto">
            <a:xfrm>
              <a:off x="1021" y="1553"/>
              <a:ext cx="17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10">
              <a:extLst>
                <a:ext uri="{FF2B5EF4-FFF2-40B4-BE49-F238E27FC236}">
                  <a16:creationId xmlns:a16="http://schemas.microsoft.com/office/drawing/2014/main" id="{51B29743-DF0C-5477-F082-9915CB2B8CCC}"/>
                </a:ext>
              </a:extLst>
            </p:cNvPr>
            <p:cNvSpPr>
              <a:spLocks noChangeShapeType="1"/>
            </p:cNvSpPr>
            <p:nvPr/>
          </p:nvSpPr>
          <p:spPr bwMode="auto">
            <a:xfrm>
              <a:off x="794" y="1862"/>
              <a:ext cx="40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Text Box 11">
              <a:extLst>
                <a:ext uri="{FF2B5EF4-FFF2-40B4-BE49-F238E27FC236}">
                  <a16:creationId xmlns:a16="http://schemas.microsoft.com/office/drawing/2014/main" id="{17A7F29A-A86D-2260-9648-5A972493036D}"/>
                </a:ext>
              </a:extLst>
            </p:cNvPr>
            <p:cNvSpPr txBox="1">
              <a:spLocks noChangeArrowheads="1"/>
            </p:cNvSpPr>
            <p:nvPr/>
          </p:nvSpPr>
          <p:spPr bwMode="auto">
            <a:xfrm>
              <a:off x="1179" y="1432"/>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T</a:t>
              </a:r>
            </a:p>
          </p:txBody>
        </p:sp>
        <p:sp>
          <p:nvSpPr>
            <p:cNvPr id="15" name="Text Box 12">
              <a:extLst>
                <a:ext uri="{FF2B5EF4-FFF2-40B4-BE49-F238E27FC236}">
                  <a16:creationId xmlns:a16="http://schemas.microsoft.com/office/drawing/2014/main" id="{DAAB83EA-5F57-79A7-53F2-4435498C785E}"/>
                </a:ext>
              </a:extLst>
            </p:cNvPr>
            <p:cNvSpPr txBox="1">
              <a:spLocks noChangeArrowheads="1"/>
            </p:cNvSpPr>
            <p:nvPr/>
          </p:nvSpPr>
          <p:spPr bwMode="auto">
            <a:xfrm>
              <a:off x="1506" y="1432"/>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Q</a:t>
              </a:r>
            </a:p>
          </p:txBody>
        </p:sp>
        <p:sp>
          <p:nvSpPr>
            <p:cNvPr id="16" name="AutoShape 13">
              <a:extLst>
                <a:ext uri="{FF2B5EF4-FFF2-40B4-BE49-F238E27FC236}">
                  <a16:creationId xmlns:a16="http://schemas.microsoft.com/office/drawing/2014/main" id="{BDD0E18B-C0D1-58A2-E2B9-13D24F1B4E58}"/>
                </a:ext>
              </a:extLst>
            </p:cNvPr>
            <p:cNvSpPr>
              <a:spLocks noChangeArrowheads="1"/>
            </p:cNvSpPr>
            <p:nvPr/>
          </p:nvSpPr>
          <p:spPr bwMode="auto">
            <a:xfrm rot="5400000">
              <a:off x="1192" y="1809"/>
              <a:ext cx="136" cy="110"/>
            </a:xfrm>
            <a:prstGeom prst="flowChartExtra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7" name="Text Box 14">
              <a:extLst>
                <a:ext uri="{FF2B5EF4-FFF2-40B4-BE49-F238E27FC236}">
                  <a16:creationId xmlns:a16="http://schemas.microsoft.com/office/drawing/2014/main" id="{8F973E43-86DB-154C-5866-A38A5E3DB476}"/>
                </a:ext>
              </a:extLst>
            </p:cNvPr>
            <p:cNvSpPr txBox="1">
              <a:spLocks noChangeArrowheads="1"/>
            </p:cNvSpPr>
            <p:nvPr/>
          </p:nvSpPr>
          <p:spPr bwMode="auto">
            <a:xfrm>
              <a:off x="340" y="1727"/>
              <a:ext cx="4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CLK</a:t>
              </a:r>
            </a:p>
          </p:txBody>
        </p:sp>
        <p:sp>
          <p:nvSpPr>
            <p:cNvPr id="18" name="Text Box 15">
              <a:extLst>
                <a:ext uri="{FF2B5EF4-FFF2-40B4-BE49-F238E27FC236}">
                  <a16:creationId xmlns:a16="http://schemas.microsoft.com/office/drawing/2014/main" id="{4FD6A891-49C3-DAFF-56FF-E6203C7EEEEB}"/>
                </a:ext>
              </a:extLst>
            </p:cNvPr>
            <p:cNvSpPr txBox="1">
              <a:spLocks noChangeArrowheads="1"/>
            </p:cNvSpPr>
            <p:nvPr/>
          </p:nvSpPr>
          <p:spPr bwMode="auto">
            <a:xfrm>
              <a:off x="1359" y="1728"/>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FF</a:t>
              </a:r>
              <a:r>
                <a:rPr kumimoji="1" lang="en-US" altLang="zh-CN" sz="1600">
                  <a:ea typeface="楷体_GB2312" pitchFamily="49" charset="-122"/>
                </a:rPr>
                <a:t>0</a:t>
              </a:r>
            </a:p>
          </p:txBody>
        </p:sp>
        <p:sp>
          <p:nvSpPr>
            <p:cNvPr id="19" name="Line 16">
              <a:extLst>
                <a:ext uri="{FF2B5EF4-FFF2-40B4-BE49-F238E27FC236}">
                  <a16:creationId xmlns:a16="http://schemas.microsoft.com/office/drawing/2014/main" id="{0AE73ECC-E08A-C026-FCE6-2BD5522CB894}"/>
                </a:ext>
              </a:extLst>
            </p:cNvPr>
            <p:cNvSpPr>
              <a:spLocks noChangeShapeType="1"/>
            </p:cNvSpPr>
            <p:nvPr/>
          </p:nvSpPr>
          <p:spPr bwMode="auto">
            <a:xfrm>
              <a:off x="1722" y="1553"/>
              <a:ext cx="5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17">
              <a:extLst>
                <a:ext uri="{FF2B5EF4-FFF2-40B4-BE49-F238E27FC236}">
                  <a16:creationId xmlns:a16="http://schemas.microsoft.com/office/drawing/2014/main" id="{86DAAF58-063B-D92D-7CDD-73B4944B18FC}"/>
                </a:ext>
              </a:extLst>
            </p:cNvPr>
            <p:cNvSpPr>
              <a:spLocks noChangeShapeType="1"/>
            </p:cNvSpPr>
            <p:nvPr/>
          </p:nvSpPr>
          <p:spPr bwMode="auto">
            <a:xfrm>
              <a:off x="2086" y="1862"/>
              <a:ext cx="19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Text Box 18">
              <a:extLst>
                <a:ext uri="{FF2B5EF4-FFF2-40B4-BE49-F238E27FC236}">
                  <a16:creationId xmlns:a16="http://schemas.microsoft.com/office/drawing/2014/main" id="{8D1E5B88-AABC-F5AE-2278-7D9DE15CFEAE}"/>
                </a:ext>
              </a:extLst>
            </p:cNvPr>
            <p:cNvSpPr txBox="1">
              <a:spLocks noChangeArrowheads="1"/>
            </p:cNvSpPr>
            <p:nvPr/>
          </p:nvSpPr>
          <p:spPr bwMode="auto">
            <a:xfrm>
              <a:off x="2268" y="1432"/>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T</a:t>
              </a:r>
            </a:p>
          </p:txBody>
        </p:sp>
        <p:sp>
          <p:nvSpPr>
            <p:cNvPr id="22" name="Text Box 19">
              <a:extLst>
                <a:ext uri="{FF2B5EF4-FFF2-40B4-BE49-F238E27FC236}">
                  <a16:creationId xmlns:a16="http://schemas.microsoft.com/office/drawing/2014/main" id="{D57161DB-FDC7-E160-A50A-4D8B6F70436B}"/>
                </a:ext>
              </a:extLst>
            </p:cNvPr>
            <p:cNvSpPr txBox="1">
              <a:spLocks noChangeArrowheads="1"/>
            </p:cNvSpPr>
            <p:nvPr/>
          </p:nvSpPr>
          <p:spPr bwMode="auto">
            <a:xfrm>
              <a:off x="2595" y="1432"/>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Q</a:t>
              </a:r>
            </a:p>
          </p:txBody>
        </p:sp>
        <p:sp>
          <p:nvSpPr>
            <p:cNvPr id="23" name="AutoShape 20">
              <a:extLst>
                <a:ext uri="{FF2B5EF4-FFF2-40B4-BE49-F238E27FC236}">
                  <a16:creationId xmlns:a16="http://schemas.microsoft.com/office/drawing/2014/main" id="{ED39C45B-0A03-B6F0-2923-AC53C27AA295}"/>
                </a:ext>
              </a:extLst>
            </p:cNvPr>
            <p:cNvSpPr>
              <a:spLocks noChangeArrowheads="1"/>
            </p:cNvSpPr>
            <p:nvPr/>
          </p:nvSpPr>
          <p:spPr bwMode="auto">
            <a:xfrm rot="5400000">
              <a:off x="2281" y="1809"/>
              <a:ext cx="136" cy="110"/>
            </a:xfrm>
            <a:prstGeom prst="flowChartExtra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24" name="Text Box 21">
              <a:extLst>
                <a:ext uri="{FF2B5EF4-FFF2-40B4-BE49-F238E27FC236}">
                  <a16:creationId xmlns:a16="http://schemas.microsoft.com/office/drawing/2014/main" id="{F12847E7-08A8-CF6D-18E5-A522C6597E31}"/>
                </a:ext>
              </a:extLst>
            </p:cNvPr>
            <p:cNvSpPr txBox="1">
              <a:spLocks noChangeArrowheads="1"/>
            </p:cNvSpPr>
            <p:nvPr/>
          </p:nvSpPr>
          <p:spPr bwMode="auto">
            <a:xfrm>
              <a:off x="2448" y="1728"/>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FF</a:t>
              </a:r>
              <a:r>
                <a:rPr kumimoji="1" lang="en-US" altLang="zh-CN" sz="1600">
                  <a:ea typeface="楷体_GB2312" pitchFamily="49" charset="-122"/>
                </a:rPr>
                <a:t>1</a:t>
              </a:r>
            </a:p>
          </p:txBody>
        </p:sp>
        <p:sp>
          <p:nvSpPr>
            <p:cNvPr id="25" name="Line 22">
              <a:extLst>
                <a:ext uri="{FF2B5EF4-FFF2-40B4-BE49-F238E27FC236}">
                  <a16:creationId xmlns:a16="http://schemas.microsoft.com/office/drawing/2014/main" id="{AA762657-78D8-E4F9-477F-177E0E27D8DB}"/>
                </a:ext>
              </a:extLst>
            </p:cNvPr>
            <p:cNvSpPr>
              <a:spLocks noChangeShapeType="1"/>
            </p:cNvSpPr>
            <p:nvPr/>
          </p:nvSpPr>
          <p:spPr bwMode="auto">
            <a:xfrm>
              <a:off x="2811" y="1553"/>
              <a:ext cx="18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6" name="Group 23">
              <a:extLst>
                <a:ext uri="{FF2B5EF4-FFF2-40B4-BE49-F238E27FC236}">
                  <a16:creationId xmlns:a16="http://schemas.microsoft.com/office/drawing/2014/main" id="{9FA63464-A69B-AA8F-1E16-38AD4CBAFF5C}"/>
                </a:ext>
              </a:extLst>
            </p:cNvPr>
            <p:cNvGrpSpPr>
              <a:grpSpLocks/>
            </p:cNvGrpSpPr>
            <p:nvPr/>
          </p:nvGrpSpPr>
          <p:grpSpPr bwMode="auto">
            <a:xfrm>
              <a:off x="1202" y="1389"/>
              <a:ext cx="3152" cy="657"/>
              <a:chOff x="1266" y="1388"/>
              <a:chExt cx="3152" cy="726"/>
            </a:xfrm>
          </p:grpSpPr>
          <p:sp>
            <p:nvSpPr>
              <p:cNvPr id="59" name="Rectangle 24">
                <a:extLst>
                  <a:ext uri="{FF2B5EF4-FFF2-40B4-BE49-F238E27FC236}">
                    <a16:creationId xmlns:a16="http://schemas.microsoft.com/office/drawing/2014/main" id="{4C70286D-4AF9-7D6E-8DDE-BEC424BAA05A}"/>
                  </a:ext>
                </a:extLst>
              </p:cNvPr>
              <p:cNvSpPr>
                <a:spLocks noChangeArrowheads="1"/>
              </p:cNvSpPr>
              <p:nvPr/>
            </p:nvSpPr>
            <p:spPr bwMode="auto">
              <a:xfrm>
                <a:off x="1266" y="1388"/>
                <a:ext cx="528" cy="72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60" name="Rectangle 25">
                <a:extLst>
                  <a:ext uri="{FF2B5EF4-FFF2-40B4-BE49-F238E27FC236}">
                    <a16:creationId xmlns:a16="http://schemas.microsoft.com/office/drawing/2014/main" id="{866F87EB-A505-D7DC-93A6-0D54141B4D81}"/>
                  </a:ext>
                </a:extLst>
              </p:cNvPr>
              <p:cNvSpPr>
                <a:spLocks noChangeArrowheads="1"/>
              </p:cNvSpPr>
              <p:nvPr/>
            </p:nvSpPr>
            <p:spPr bwMode="auto">
              <a:xfrm>
                <a:off x="2355" y="1388"/>
                <a:ext cx="528" cy="72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61" name="Rectangle 26">
                <a:extLst>
                  <a:ext uri="{FF2B5EF4-FFF2-40B4-BE49-F238E27FC236}">
                    <a16:creationId xmlns:a16="http://schemas.microsoft.com/office/drawing/2014/main" id="{EB431AD1-F34B-7A46-AA1C-33C3CC7EB1FC}"/>
                  </a:ext>
                </a:extLst>
              </p:cNvPr>
              <p:cNvSpPr>
                <a:spLocks noChangeArrowheads="1"/>
              </p:cNvSpPr>
              <p:nvPr/>
            </p:nvSpPr>
            <p:spPr bwMode="auto">
              <a:xfrm>
                <a:off x="3890" y="1388"/>
                <a:ext cx="528" cy="72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sp>
          <p:nvSpPr>
            <p:cNvPr id="27" name="Line 27">
              <a:extLst>
                <a:ext uri="{FF2B5EF4-FFF2-40B4-BE49-F238E27FC236}">
                  <a16:creationId xmlns:a16="http://schemas.microsoft.com/office/drawing/2014/main" id="{A1BACD08-F4AA-9E0F-A3E4-0E5CE0335269}"/>
                </a:ext>
              </a:extLst>
            </p:cNvPr>
            <p:cNvSpPr>
              <a:spLocks noChangeShapeType="1"/>
            </p:cNvSpPr>
            <p:nvPr/>
          </p:nvSpPr>
          <p:spPr bwMode="auto">
            <a:xfrm>
              <a:off x="3645" y="1553"/>
              <a:ext cx="17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8">
              <a:extLst>
                <a:ext uri="{FF2B5EF4-FFF2-40B4-BE49-F238E27FC236}">
                  <a16:creationId xmlns:a16="http://schemas.microsoft.com/office/drawing/2014/main" id="{7B24A393-DCB0-9D52-B16F-3B1C9B515508}"/>
                </a:ext>
              </a:extLst>
            </p:cNvPr>
            <p:cNvSpPr>
              <a:spLocks noChangeShapeType="1"/>
            </p:cNvSpPr>
            <p:nvPr/>
          </p:nvSpPr>
          <p:spPr bwMode="auto">
            <a:xfrm>
              <a:off x="3627" y="1862"/>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Text Box 29">
              <a:extLst>
                <a:ext uri="{FF2B5EF4-FFF2-40B4-BE49-F238E27FC236}">
                  <a16:creationId xmlns:a16="http://schemas.microsoft.com/office/drawing/2014/main" id="{A1F8BAC7-AA82-29DF-8F4C-80E7C324AB36}"/>
                </a:ext>
              </a:extLst>
            </p:cNvPr>
            <p:cNvSpPr txBox="1">
              <a:spLocks noChangeArrowheads="1"/>
            </p:cNvSpPr>
            <p:nvPr/>
          </p:nvSpPr>
          <p:spPr bwMode="auto">
            <a:xfrm>
              <a:off x="3803" y="1432"/>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T</a:t>
              </a:r>
            </a:p>
          </p:txBody>
        </p:sp>
        <p:sp>
          <p:nvSpPr>
            <p:cNvPr id="30" name="Text Box 30">
              <a:extLst>
                <a:ext uri="{FF2B5EF4-FFF2-40B4-BE49-F238E27FC236}">
                  <a16:creationId xmlns:a16="http://schemas.microsoft.com/office/drawing/2014/main" id="{6DBD7530-F0E9-30F6-04DF-C95A76FFBB70}"/>
                </a:ext>
              </a:extLst>
            </p:cNvPr>
            <p:cNvSpPr txBox="1">
              <a:spLocks noChangeArrowheads="1"/>
            </p:cNvSpPr>
            <p:nvPr/>
          </p:nvSpPr>
          <p:spPr bwMode="auto">
            <a:xfrm>
              <a:off x="4130" y="1432"/>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Q</a:t>
              </a:r>
            </a:p>
          </p:txBody>
        </p:sp>
        <p:sp>
          <p:nvSpPr>
            <p:cNvPr id="31" name="AutoShape 31">
              <a:extLst>
                <a:ext uri="{FF2B5EF4-FFF2-40B4-BE49-F238E27FC236}">
                  <a16:creationId xmlns:a16="http://schemas.microsoft.com/office/drawing/2014/main" id="{2F34740B-B53E-919E-1611-90776DC69FD1}"/>
                </a:ext>
              </a:extLst>
            </p:cNvPr>
            <p:cNvSpPr>
              <a:spLocks noChangeArrowheads="1"/>
            </p:cNvSpPr>
            <p:nvPr/>
          </p:nvSpPr>
          <p:spPr bwMode="auto">
            <a:xfrm rot="5400000">
              <a:off x="3816" y="1809"/>
              <a:ext cx="136" cy="110"/>
            </a:xfrm>
            <a:prstGeom prst="flowChartExtra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32" name="Text Box 32">
              <a:extLst>
                <a:ext uri="{FF2B5EF4-FFF2-40B4-BE49-F238E27FC236}">
                  <a16:creationId xmlns:a16="http://schemas.microsoft.com/office/drawing/2014/main" id="{54AF32C5-2F44-E2E7-35B4-CA68B0D84BE4}"/>
                </a:ext>
              </a:extLst>
            </p:cNvPr>
            <p:cNvSpPr txBox="1">
              <a:spLocks noChangeArrowheads="1"/>
            </p:cNvSpPr>
            <p:nvPr/>
          </p:nvSpPr>
          <p:spPr bwMode="auto">
            <a:xfrm>
              <a:off x="3983" y="1728"/>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FF</a:t>
              </a:r>
              <a:r>
                <a:rPr kumimoji="1" lang="en-US" altLang="zh-CN" sz="1600">
                  <a:ea typeface="楷体_GB2312" pitchFamily="49" charset="-122"/>
                </a:rPr>
                <a:t>2</a:t>
              </a:r>
            </a:p>
          </p:txBody>
        </p:sp>
        <p:sp>
          <p:nvSpPr>
            <p:cNvPr id="33" name="Line 33">
              <a:extLst>
                <a:ext uri="{FF2B5EF4-FFF2-40B4-BE49-F238E27FC236}">
                  <a16:creationId xmlns:a16="http://schemas.microsoft.com/office/drawing/2014/main" id="{0D6B0D63-FF8D-9706-535F-71D1409BC26E}"/>
                </a:ext>
              </a:extLst>
            </p:cNvPr>
            <p:cNvSpPr>
              <a:spLocks noChangeShapeType="1"/>
            </p:cNvSpPr>
            <p:nvPr/>
          </p:nvSpPr>
          <p:spPr bwMode="auto">
            <a:xfrm>
              <a:off x="4361" y="1553"/>
              <a:ext cx="196" cy="0"/>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34" name="Group 34">
              <a:extLst>
                <a:ext uri="{FF2B5EF4-FFF2-40B4-BE49-F238E27FC236}">
                  <a16:creationId xmlns:a16="http://schemas.microsoft.com/office/drawing/2014/main" id="{6FEA316A-2BA0-8873-2620-1BFB59437D93}"/>
                </a:ext>
              </a:extLst>
            </p:cNvPr>
            <p:cNvGrpSpPr>
              <a:grpSpLocks/>
            </p:cNvGrpSpPr>
            <p:nvPr/>
          </p:nvGrpSpPr>
          <p:grpSpPr bwMode="auto">
            <a:xfrm>
              <a:off x="1994" y="958"/>
              <a:ext cx="2562" cy="589"/>
              <a:chOff x="2058" y="912"/>
              <a:chExt cx="2562" cy="658"/>
            </a:xfrm>
          </p:grpSpPr>
          <p:sp>
            <p:nvSpPr>
              <p:cNvPr id="56" name="Line 35">
                <a:extLst>
                  <a:ext uri="{FF2B5EF4-FFF2-40B4-BE49-F238E27FC236}">
                    <a16:creationId xmlns:a16="http://schemas.microsoft.com/office/drawing/2014/main" id="{1AD5C454-5926-5EEE-513B-063D0ACA7808}"/>
                  </a:ext>
                </a:extLst>
              </p:cNvPr>
              <p:cNvSpPr>
                <a:spLocks noChangeShapeType="1"/>
              </p:cNvSpPr>
              <p:nvPr/>
            </p:nvSpPr>
            <p:spPr bwMode="auto">
              <a:xfrm>
                <a:off x="2058" y="912"/>
                <a:ext cx="0" cy="658"/>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7" name="Line 36">
                <a:extLst>
                  <a:ext uri="{FF2B5EF4-FFF2-40B4-BE49-F238E27FC236}">
                    <a16:creationId xmlns:a16="http://schemas.microsoft.com/office/drawing/2014/main" id="{1675E51D-76B4-5202-1CAD-D6FAC6605DBA}"/>
                  </a:ext>
                </a:extLst>
              </p:cNvPr>
              <p:cNvSpPr>
                <a:spLocks noChangeShapeType="1"/>
              </p:cNvSpPr>
              <p:nvPr/>
            </p:nvSpPr>
            <p:spPr bwMode="auto">
              <a:xfrm>
                <a:off x="3056" y="912"/>
                <a:ext cx="0" cy="65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37">
                <a:extLst>
                  <a:ext uri="{FF2B5EF4-FFF2-40B4-BE49-F238E27FC236}">
                    <a16:creationId xmlns:a16="http://schemas.microsoft.com/office/drawing/2014/main" id="{71F71C66-AD4B-6C84-7653-25EC66C2E026}"/>
                  </a:ext>
                </a:extLst>
              </p:cNvPr>
              <p:cNvSpPr>
                <a:spLocks noChangeShapeType="1"/>
              </p:cNvSpPr>
              <p:nvPr/>
            </p:nvSpPr>
            <p:spPr bwMode="auto">
              <a:xfrm>
                <a:off x="4620" y="913"/>
                <a:ext cx="0" cy="6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5" name="Text Box 38">
              <a:extLst>
                <a:ext uri="{FF2B5EF4-FFF2-40B4-BE49-F238E27FC236}">
                  <a16:creationId xmlns:a16="http://schemas.microsoft.com/office/drawing/2014/main" id="{2FAF7046-410A-34CD-1AF4-D726192474B6}"/>
                </a:ext>
              </a:extLst>
            </p:cNvPr>
            <p:cNvSpPr txBox="1">
              <a:spLocks noChangeArrowheads="1"/>
            </p:cNvSpPr>
            <p:nvPr/>
          </p:nvSpPr>
          <p:spPr bwMode="auto">
            <a:xfrm>
              <a:off x="1691" y="890"/>
              <a:ext cx="3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Q</a:t>
              </a:r>
              <a:r>
                <a:rPr kumimoji="1" lang="en-US" altLang="zh-CN" sz="1600">
                  <a:ea typeface="楷体_GB2312" pitchFamily="49" charset="-122"/>
                </a:rPr>
                <a:t>0</a:t>
              </a:r>
            </a:p>
          </p:txBody>
        </p:sp>
        <p:sp>
          <p:nvSpPr>
            <p:cNvPr id="36" name="Text Box 39">
              <a:extLst>
                <a:ext uri="{FF2B5EF4-FFF2-40B4-BE49-F238E27FC236}">
                  <a16:creationId xmlns:a16="http://schemas.microsoft.com/office/drawing/2014/main" id="{63EDD490-C199-7101-F7D0-52EDA6EB7BAF}"/>
                </a:ext>
              </a:extLst>
            </p:cNvPr>
            <p:cNvSpPr txBox="1">
              <a:spLocks noChangeArrowheads="1"/>
            </p:cNvSpPr>
            <p:nvPr/>
          </p:nvSpPr>
          <p:spPr bwMode="auto">
            <a:xfrm>
              <a:off x="2689" y="890"/>
              <a:ext cx="3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Q</a:t>
              </a:r>
              <a:r>
                <a:rPr kumimoji="1" lang="en-US" altLang="zh-CN" sz="1600">
                  <a:ea typeface="楷体_GB2312" pitchFamily="49" charset="-122"/>
                </a:rPr>
                <a:t>1</a:t>
              </a:r>
            </a:p>
          </p:txBody>
        </p:sp>
        <p:sp>
          <p:nvSpPr>
            <p:cNvPr id="37" name="Text Box 40">
              <a:extLst>
                <a:ext uri="{FF2B5EF4-FFF2-40B4-BE49-F238E27FC236}">
                  <a16:creationId xmlns:a16="http://schemas.microsoft.com/office/drawing/2014/main" id="{34D5D04D-BE9F-08A8-CA33-CC86455B36E8}"/>
                </a:ext>
              </a:extLst>
            </p:cNvPr>
            <p:cNvSpPr txBox="1">
              <a:spLocks noChangeArrowheads="1"/>
            </p:cNvSpPr>
            <p:nvPr/>
          </p:nvSpPr>
          <p:spPr bwMode="auto">
            <a:xfrm>
              <a:off x="4230" y="890"/>
              <a:ext cx="3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Q</a:t>
              </a:r>
              <a:r>
                <a:rPr kumimoji="1" lang="en-US" altLang="zh-CN" sz="1600">
                  <a:ea typeface="楷体_GB2312" pitchFamily="49" charset="-122"/>
                </a:rPr>
                <a:t>2</a:t>
              </a:r>
            </a:p>
          </p:txBody>
        </p:sp>
        <p:sp>
          <p:nvSpPr>
            <p:cNvPr id="38" name="Oval 41">
              <a:extLst>
                <a:ext uri="{FF2B5EF4-FFF2-40B4-BE49-F238E27FC236}">
                  <a16:creationId xmlns:a16="http://schemas.microsoft.com/office/drawing/2014/main" id="{95CD5E2D-684C-242E-2766-07D888A00E14}"/>
                </a:ext>
              </a:extLst>
            </p:cNvPr>
            <p:cNvSpPr>
              <a:spLocks noChangeArrowheads="1"/>
            </p:cNvSpPr>
            <p:nvPr/>
          </p:nvSpPr>
          <p:spPr bwMode="auto">
            <a:xfrm>
              <a:off x="3742" y="1818"/>
              <a:ext cx="82" cy="8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39" name="Oval 42">
              <a:extLst>
                <a:ext uri="{FF2B5EF4-FFF2-40B4-BE49-F238E27FC236}">
                  <a16:creationId xmlns:a16="http://schemas.microsoft.com/office/drawing/2014/main" id="{EBC0A695-1C33-C966-AF21-B3469E5A2D3D}"/>
                </a:ext>
              </a:extLst>
            </p:cNvPr>
            <p:cNvSpPr>
              <a:spLocks noChangeArrowheads="1"/>
            </p:cNvSpPr>
            <p:nvPr/>
          </p:nvSpPr>
          <p:spPr bwMode="auto">
            <a:xfrm>
              <a:off x="2210" y="1818"/>
              <a:ext cx="82" cy="8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40" name="Oval 43">
              <a:extLst>
                <a:ext uri="{FF2B5EF4-FFF2-40B4-BE49-F238E27FC236}">
                  <a16:creationId xmlns:a16="http://schemas.microsoft.com/office/drawing/2014/main" id="{2B682028-64C4-C1FC-8579-979838D297B0}"/>
                </a:ext>
              </a:extLst>
            </p:cNvPr>
            <p:cNvSpPr>
              <a:spLocks noChangeArrowheads="1"/>
            </p:cNvSpPr>
            <p:nvPr/>
          </p:nvSpPr>
          <p:spPr bwMode="auto">
            <a:xfrm>
              <a:off x="1120" y="1818"/>
              <a:ext cx="82" cy="8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41" name="Text Box 44">
              <a:extLst>
                <a:ext uri="{FF2B5EF4-FFF2-40B4-BE49-F238E27FC236}">
                  <a16:creationId xmlns:a16="http://schemas.microsoft.com/office/drawing/2014/main" id="{A1D4BA2F-B479-9EAD-B118-2F059A0FA4C2}"/>
                </a:ext>
              </a:extLst>
            </p:cNvPr>
            <p:cNvSpPr txBox="1">
              <a:spLocks noChangeArrowheads="1"/>
            </p:cNvSpPr>
            <p:nvPr/>
          </p:nvSpPr>
          <p:spPr bwMode="auto">
            <a:xfrm>
              <a:off x="815" y="1409"/>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1</a:t>
              </a:r>
            </a:p>
          </p:txBody>
        </p:sp>
        <p:sp>
          <p:nvSpPr>
            <p:cNvPr id="42" name="Line 45">
              <a:extLst>
                <a:ext uri="{FF2B5EF4-FFF2-40B4-BE49-F238E27FC236}">
                  <a16:creationId xmlns:a16="http://schemas.microsoft.com/office/drawing/2014/main" id="{4AB40BAB-ADD8-A8A9-81E1-11CA1AA5B3BE}"/>
                </a:ext>
              </a:extLst>
            </p:cNvPr>
            <p:cNvSpPr>
              <a:spLocks noChangeShapeType="1"/>
            </p:cNvSpPr>
            <p:nvPr/>
          </p:nvSpPr>
          <p:spPr bwMode="auto">
            <a:xfrm>
              <a:off x="974" y="2182"/>
              <a:ext cx="265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46">
              <a:extLst>
                <a:ext uri="{FF2B5EF4-FFF2-40B4-BE49-F238E27FC236}">
                  <a16:creationId xmlns:a16="http://schemas.microsoft.com/office/drawing/2014/main" id="{E99EB1B7-FF45-04C4-C9BD-0121E42C3345}"/>
                </a:ext>
              </a:extLst>
            </p:cNvPr>
            <p:cNvSpPr>
              <a:spLocks noChangeShapeType="1"/>
            </p:cNvSpPr>
            <p:nvPr/>
          </p:nvSpPr>
          <p:spPr bwMode="auto">
            <a:xfrm flipV="1">
              <a:off x="974" y="1864"/>
              <a:ext cx="0" cy="318"/>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44" name="Line 47">
              <a:extLst>
                <a:ext uri="{FF2B5EF4-FFF2-40B4-BE49-F238E27FC236}">
                  <a16:creationId xmlns:a16="http://schemas.microsoft.com/office/drawing/2014/main" id="{F1AB013B-7270-D399-573F-A3DE56125EE3}"/>
                </a:ext>
              </a:extLst>
            </p:cNvPr>
            <p:cNvSpPr>
              <a:spLocks noChangeShapeType="1"/>
            </p:cNvSpPr>
            <p:nvPr/>
          </p:nvSpPr>
          <p:spPr bwMode="auto">
            <a:xfrm flipV="1">
              <a:off x="2086" y="1865"/>
              <a:ext cx="0" cy="317"/>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48">
              <a:extLst>
                <a:ext uri="{FF2B5EF4-FFF2-40B4-BE49-F238E27FC236}">
                  <a16:creationId xmlns:a16="http://schemas.microsoft.com/office/drawing/2014/main" id="{75D0F78F-443F-3CF3-AD21-11B9E25076BB}"/>
                </a:ext>
              </a:extLst>
            </p:cNvPr>
            <p:cNvSpPr>
              <a:spLocks noChangeShapeType="1"/>
            </p:cNvSpPr>
            <p:nvPr/>
          </p:nvSpPr>
          <p:spPr bwMode="auto">
            <a:xfrm flipV="1">
              <a:off x="3627" y="1865"/>
              <a:ext cx="0" cy="31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AutoShape 49">
              <a:extLst>
                <a:ext uri="{FF2B5EF4-FFF2-40B4-BE49-F238E27FC236}">
                  <a16:creationId xmlns:a16="http://schemas.microsoft.com/office/drawing/2014/main" id="{80F909F7-44C7-5027-C8D6-6A2E915E4146}"/>
                </a:ext>
              </a:extLst>
            </p:cNvPr>
            <p:cNvSpPr>
              <a:spLocks noChangeArrowheads="1"/>
            </p:cNvSpPr>
            <p:nvPr/>
          </p:nvSpPr>
          <p:spPr bwMode="auto">
            <a:xfrm>
              <a:off x="3196" y="1093"/>
              <a:ext cx="317" cy="318"/>
            </a:xfrm>
            <a:prstGeom prst="flowChartDelay">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47" name="Line 50">
              <a:extLst>
                <a:ext uri="{FF2B5EF4-FFF2-40B4-BE49-F238E27FC236}">
                  <a16:creationId xmlns:a16="http://schemas.microsoft.com/office/drawing/2014/main" id="{C2828A30-F4ED-3C56-3E27-3709B2298679}"/>
                </a:ext>
              </a:extLst>
            </p:cNvPr>
            <p:cNvSpPr>
              <a:spLocks noChangeShapeType="1"/>
            </p:cNvSpPr>
            <p:nvPr/>
          </p:nvSpPr>
          <p:spPr bwMode="auto">
            <a:xfrm flipV="1">
              <a:off x="3650" y="1252"/>
              <a:ext cx="0" cy="2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51">
              <a:extLst>
                <a:ext uri="{FF2B5EF4-FFF2-40B4-BE49-F238E27FC236}">
                  <a16:creationId xmlns:a16="http://schemas.microsoft.com/office/drawing/2014/main" id="{8A80E9D6-B46A-6933-54E1-572F83D9E739}"/>
                </a:ext>
              </a:extLst>
            </p:cNvPr>
            <p:cNvSpPr>
              <a:spLocks noChangeShapeType="1"/>
            </p:cNvSpPr>
            <p:nvPr/>
          </p:nvSpPr>
          <p:spPr bwMode="auto">
            <a:xfrm>
              <a:off x="3514" y="1252"/>
              <a:ext cx="1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52">
              <a:extLst>
                <a:ext uri="{FF2B5EF4-FFF2-40B4-BE49-F238E27FC236}">
                  <a16:creationId xmlns:a16="http://schemas.microsoft.com/office/drawing/2014/main" id="{9B55656E-FDE2-6FD6-7263-FF7F791F572D}"/>
                </a:ext>
              </a:extLst>
            </p:cNvPr>
            <p:cNvSpPr>
              <a:spLocks noChangeShapeType="1"/>
            </p:cNvSpPr>
            <p:nvPr/>
          </p:nvSpPr>
          <p:spPr bwMode="auto">
            <a:xfrm>
              <a:off x="1994" y="1184"/>
              <a:ext cx="1202"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53">
              <a:extLst>
                <a:ext uri="{FF2B5EF4-FFF2-40B4-BE49-F238E27FC236}">
                  <a16:creationId xmlns:a16="http://schemas.microsoft.com/office/drawing/2014/main" id="{FC1E5C59-F8CA-CE19-6DC7-67F4DD643EBF}"/>
                </a:ext>
              </a:extLst>
            </p:cNvPr>
            <p:cNvSpPr>
              <a:spLocks noChangeShapeType="1"/>
            </p:cNvSpPr>
            <p:nvPr/>
          </p:nvSpPr>
          <p:spPr bwMode="auto">
            <a:xfrm>
              <a:off x="2992" y="1320"/>
              <a:ext cx="197"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1" name="AutoShape 54">
              <a:extLst>
                <a:ext uri="{FF2B5EF4-FFF2-40B4-BE49-F238E27FC236}">
                  <a16:creationId xmlns:a16="http://schemas.microsoft.com/office/drawing/2014/main" id="{335BC69B-21EF-AFD7-760D-0B9F6F716CA7}"/>
                </a:ext>
              </a:extLst>
            </p:cNvPr>
            <p:cNvSpPr>
              <a:spLocks noChangeArrowheads="1"/>
            </p:cNvSpPr>
            <p:nvPr/>
          </p:nvSpPr>
          <p:spPr bwMode="auto">
            <a:xfrm>
              <a:off x="4761" y="1161"/>
              <a:ext cx="317" cy="318"/>
            </a:xfrm>
            <a:prstGeom prst="flowChartDelay">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52" name="Line 55">
              <a:extLst>
                <a:ext uri="{FF2B5EF4-FFF2-40B4-BE49-F238E27FC236}">
                  <a16:creationId xmlns:a16="http://schemas.microsoft.com/office/drawing/2014/main" id="{A37E41F9-DA24-B417-D435-C4362A8C50BB}"/>
                </a:ext>
              </a:extLst>
            </p:cNvPr>
            <p:cNvSpPr>
              <a:spLocks noChangeShapeType="1"/>
            </p:cNvSpPr>
            <p:nvPr/>
          </p:nvSpPr>
          <p:spPr bwMode="auto">
            <a:xfrm>
              <a:off x="5079" y="1320"/>
              <a:ext cx="18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56">
              <a:extLst>
                <a:ext uri="{FF2B5EF4-FFF2-40B4-BE49-F238E27FC236}">
                  <a16:creationId xmlns:a16="http://schemas.microsoft.com/office/drawing/2014/main" id="{1E0A1DE8-113D-414E-27BC-736FBAAB4190}"/>
                </a:ext>
              </a:extLst>
            </p:cNvPr>
            <p:cNvSpPr>
              <a:spLocks noChangeShapeType="1"/>
            </p:cNvSpPr>
            <p:nvPr/>
          </p:nvSpPr>
          <p:spPr bwMode="auto">
            <a:xfrm>
              <a:off x="3650" y="1252"/>
              <a:ext cx="1111"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57">
              <a:extLst>
                <a:ext uri="{FF2B5EF4-FFF2-40B4-BE49-F238E27FC236}">
                  <a16:creationId xmlns:a16="http://schemas.microsoft.com/office/drawing/2014/main" id="{B2BDCB8A-E510-3BE0-2A18-88DEBF827B3A}"/>
                </a:ext>
              </a:extLst>
            </p:cNvPr>
            <p:cNvSpPr>
              <a:spLocks noChangeShapeType="1"/>
            </p:cNvSpPr>
            <p:nvPr/>
          </p:nvSpPr>
          <p:spPr bwMode="auto">
            <a:xfrm>
              <a:off x="4557" y="1388"/>
              <a:ext cx="197"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5" name="Text Box 58">
              <a:extLst>
                <a:ext uri="{FF2B5EF4-FFF2-40B4-BE49-F238E27FC236}">
                  <a16:creationId xmlns:a16="http://schemas.microsoft.com/office/drawing/2014/main" id="{09EB2F99-1E75-4146-2D63-E928EA2602B3}"/>
                </a:ext>
              </a:extLst>
            </p:cNvPr>
            <p:cNvSpPr txBox="1">
              <a:spLocks noChangeArrowheads="1"/>
            </p:cNvSpPr>
            <p:nvPr/>
          </p:nvSpPr>
          <p:spPr bwMode="auto">
            <a:xfrm>
              <a:off x="5260" y="1184"/>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C</a:t>
              </a:r>
            </a:p>
          </p:txBody>
        </p:sp>
      </p:grpSp>
      <p:sp>
        <p:nvSpPr>
          <p:cNvPr id="62" name="Text Box 59">
            <a:extLst>
              <a:ext uri="{FF2B5EF4-FFF2-40B4-BE49-F238E27FC236}">
                <a16:creationId xmlns:a16="http://schemas.microsoft.com/office/drawing/2014/main" id="{68CD289F-2B27-1DF6-599F-3A2FB2C1ADCC}"/>
              </a:ext>
            </a:extLst>
          </p:cNvPr>
          <p:cNvSpPr txBox="1">
            <a:spLocks noChangeArrowheads="1"/>
          </p:cNvSpPr>
          <p:nvPr/>
        </p:nvSpPr>
        <p:spPr bwMode="auto">
          <a:xfrm>
            <a:off x="2810806" y="1468383"/>
            <a:ext cx="735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ea typeface="楷体_GB2312" pitchFamily="49" charset="-122"/>
              </a:rPr>
              <a:t>CLK</a:t>
            </a:r>
          </a:p>
        </p:txBody>
      </p:sp>
      <p:sp>
        <p:nvSpPr>
          <p:cNvPr id="63" name="Text Box 60">
            <a:extLst>
              <a:ext uri="{FF2B5EF4-FFF2-40B4-BE49-F238E27FC236}">
                <a16:creationId xmlns:a16="http://schemas.microsoft.com/office/drawing/2014/main" id="{12FF6CDE-7777-F79C-ADAF-793691511DD3}"/>
              </a:ext>
            </a:extLst>
          </p:cNvPr>
          <p:cNvSpPr txBox="1">
            <a:spLocks noChangeArrowheads="1"/>
          </p:cNvSpPr>
          <p:nvPr/>
        </p:nvSpPr>
        <p:spPr bwMode="auto">
          <a:xfrm>
            <a:off x="2953681" y="1895421"/>
            <a:ext cx="5349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Q</a:t>
            </a:r>
            <a:r>
              <a:rPr kumimoji="1" lang="en-US" altLang="zh-CN" sz="1800">
                <a:ea typeface="楷体_GB2312" pitchFamily="49" charset="-122"/>
              </a:rPr>
              <a:t>0</a:t>
            </a:r>
          </a:p>
        </p:txBody>
      </p:sp>
      <p:sp>
        <p:nvSpPr>
          <p:cNvPr id="64" name="Text Box 61">
            <a:extLst>
              <a:ext uri="{FF2B5EF4-FFF2-40B4-BE49-F238E27FC236}">
                <a16:creationId xmlns:a16="http://schemas.microsoft.com/office/drawing/2014/main" id="{99E653D2-82B5-5C2C-5AB1-FCBB1B952802}"/>
              </a:ext>
            </a:extLst>
          </p:cNvPr>
          <p:cNvSpPr txBox="1">
            <a:spLocks noChangeArrowheads="1"/>
          </p:cNvSpPr>
          <p:nvPr/>
        </p:nvSpPr>
        <p:spPr bwMode="auto">
          <a:xfrm>
            <a:off x="2953681" y="2373258"/>
            <a:ext cx="5349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Q</a:t>
            </a:r>
            <a:r>
              <a:rPr kumimoji="1" lang="en-US" altLang="zh-CN" sz="1800">
                <a:ea typeface="楷体_GB2312" pitchFamily="49" charset="-122"/>
              </a:rPr>
              <a:t>1</a:t>
            </a:r>
          </a:p>
        </p:txBody>
      </p:sp>
      <p:sp>
        <p:nvSpPr>
          <p:cNvPr id="65" name="Text Box 62">
            <a:extLst>
              <a:ext uri="{FF2B5EF4-FFF2-40B4-BE49-F238E27FC236}">
                <a16:creationId xmlns:a16="http://schemas.microsoft.com/office/drawing/2014/main" id="{1F65FD47-A51A-7E0F-A66B-9BDC02AA6520}"/>
              </a:ext>
            </a:extLst>
          </p:cNvPr>
          <p:cNvSpPr txBox="1">
            <a:spLocks noChangeArrowheads="1"/>
          </p:cNvSpPr>
          <p:nvPr/>
        </p:nvSpPr>
        <p:spPr bwMode="auto">
          <a:xfrm>
            <a:off x="2953681" y="2881258"/>
            <a:ext cx="5349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Q</a:t>
            </a:r>
            <a:r>
              <a:rPr kumimoji="1" lang="en-US" altLang="zh-CN" sz="1800">
                <a:ea typeface="楷体_GB2312" pitchFamily="49" charset="-122"/>
              </a:rPr>
              <a:t>2</a:t>
            </a:r>
          </a:p>
        </p:txBody>
      </p:sp>
      <p:sp>
        <p:nvSpPr>
          <p:cNvPr id="66" name="Text Box 63">
            <a:extLst>
              <a:ext uri="{FF2B5EF4-FFF2-40B4-BE49-F238E27FC236}">
                <a16:creationId xmlns:a16="http://schemas.microsoft.com/office/drawing/2014/main" id="{A759E3A9-30CD-727B-87FC-7092AA501523}"/>
              </a:ext>
            </a:extLst>
          </p:cNvPr>
          <p:cNvSpPr txBox="1">
            <a:spLocks noChangeArrowheads="1"/>
          </p:cNvSpPr>
          <p:nvPr/>
        </p:nvSpPr>
        <p:spPr bwMode="auto">
          <a:xfrm>
            <a:off x="2991781" y="3398783"/>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a:t>
            </a:r>
            <a:endParaRPr kumimoji="1" lang="en-US" altLang="zh-CN" sz="1800">
              <a:ea typeface="楷体_GB2312" pitchFamily="49" charset="-122"/>
            </a:endParaRPr>
          </a:p>
        </p:txBody>
      </p:sp>
      <p:sp>
        <p:nvSpPr>
          <p:cNvPr id="67" name="Line 64">
            <a:extLst>
              <a:ext uri="{FF2B5EF4-FFF2-40B4-BE49-F238E27FC236}">
                <a16:creationId xmlns:a16="http://schemas.microsoft.com/office/drawing/2014/main" id="{87012690-8241-B843-1323-6F3A23C6F671}"/>
              </a:ext>
            </a:extLst>
          </p:cNvPr>
          <p:cNvSpPr>
            <a:spLocks noChangeShapeType="1"/>
          </p:cNvSpPr>
          <p:nvPr/>
        </p:nvSpPr>
        <p:spPr bwMode="auto">
          <a:xfrm>
            <a:off x="8246406" y="1579508"/>
            <a:ext cx="0" cy="222885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65">
            <a:extLst>
              <a:ext uri="{FF2B5EF4-FFF2-40B4-BE49-F238E27FC236}">
                <a16:creationId xmlns:a16="http://schemas.microsoft.com/office/drawing/2014/main" id="{DD18ED7E-6B05-6395-7448-D3137259F2BB}"/>
              </a:ext>
            </a:extLst>
          </p:cNvPr>
          <p:cNvSpPr>
            <a:spLocks noChangeShapeType="1"/>
          </p:cNvSpPr>
          <p:nvPr/>
        </p:nvSpPr>
        <p:spPr bwMode="auto">
          <a:xfrm>
            <a:off x="3869668" y="1579508"/>
            <a:ext cx="0" cy="222885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Line 66">
            <a:extLst>
              <a:ext uri="{FF2B5EF4-FFF2-40B4-BE49-F238E27FC236}">
                <a16:creationId xmlns:a16="http://schemas.microsoft.com/office/drawing/2014/main" id="{8EA58FC7-CBCB-6B3D-B8B9-D6F571818D03}"/>
              </a:ext>
            </a:extLst>
          </p:cNvPr>
          <p:cNvSpPr>
            <a:spLocks noChangeShapeType="1"/>
          </p:cNvSpPr>
          <p:nvPr/>
        </p:nvSpPr>
        <p:spPr bwMode="auto">
          <a:xfrm>
            <a:off x="4495143" y="1579508"/>
            <a:ext cx="0" cy="222885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Line 67">
            <a:extLst>
              <a:ext uri="{FF2B5EF4-FFF2-40B4-BE49-F238E27FC236}">
                <a16:creationId xmlns:a16="http://schemas.microsoft.com/office/drawing/2014/main" id="{9118727E-FC12-0EC6-22B5-F52F4AC94EA5}"/>
              </a:ext>
            </a:extLst>
          </p:cNvPr>
          <p:cNvSpPr>
            <a:spLocks noChangeShapeType="1"/>
          </p:cNvSpPr>
          <p:nvPr/>
        </p:nvSpPr>
        <p:spPr bwMode="auto">
          <a:xfrm>
            <a:off x="5131731" y="1579508"/>
            <a:ext cx="0" cy="222885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68">
            <a:extLst>
              <a:ext uri="{FF2B5EF4-FFF2-40B4-BE49-F238E27FC236}">
                <a16:creationId xmlns:a16="http://schemas.microsoft.com/office/drawing/2014/main" id="{07B6C180-FC3E-7B62-C9D6-9419BB21CD95}"/>
              </a:ext>
            </a:extLst>
          </p:cNvPr>
          <p:cNvSpPr>
            <a:spLocks noChangeShapeType="1"/>
          </p:cNvSpPr>
          <p:nvPr/>
        </p:nvSpPr>
        <p:spPr bwMode="auto">
          <a:xfrm>
            <a:off x="6365218" y="1579508"/>
            <a:ext cx="0" cy="222885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69">
            <a:extLst>
              <a:ext uri="{FF2B5EF4-FFF2-40B4-BE49-F238E27FC236}">
                <a16:creationId xmlns:a16="http://schemas.microsoft.com/office/drawing/2014/main" id="{ECB94826-E2E6-C767-BF49-6FF7941DADA2}"/>
              </a:ext>
            </a:extLst>
          </p:cNvPr>
          <p:cNvSpPr>
            <a:spLocks noChangeShapeType="1"/>
          </p:cNvSpPr>
          <p:nvPr/>
        </p:nvSpPr>
        <p:spPr bwMode="auto">
          <a:xfrm>
            <a:off x="7001806" y="1579508"/>
            <a:ext cx="0" cy="222885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70">
            <a:extLst>
              <a:ext uri="{FF2B5EF4-FFF2-40B4-BE49-F238E27FC236}">
                <a16:creationId xmlns:a16="http://schemas.microsoft.com/office/drawing/2014/main" id="{5999A880-6A6E-9600-5B7B-E47BDD20A595}"/>
              </a:ext>
            </a:extLst>
          </p:cNvPr>
          <p:cNvSpPr>
            <a:spLocks noChangeShapeType="1"/>
          </p:cNvSpPr>
          <p:nvPr/>
        </p:nvSpPr>
        <p:spPr bwMode="auto">
          <a:xfrm>
            <a:off x="7625693" y="1579508"/>
            <a:ext cx="0" cy="222885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4" name="Group 71">
            <a:extLst>
              <a:ext uri="{FF2B5EF4-FFF2-40B4-BE49-F238E27FC236}">
                <a16:creationId xmlns:a16="http://schemas.microsoft.com/office/drawing/2014/main" id="{5441E8D4-A7C0-316F-132B-99E1ED6947B5}"/>
              </a:ext>
            </a:extLst>
          </p:cNvPr>
          <p:cNvGrpSpPr>
            <a:grpSpLocks/>
          </p:cNvGrpSpPr>
          <p:nvPr/>
        </p:nvGrpSpPr>
        <p:grpSpPr bwMode="auto">
          <a:xfrm>
            <a:off x="5255556" y="1647771"/>
            <a:ext cx="935037" cy="2197100"/>
            <a:chOff x="3059" y="1177"/>
            <a:chExt cx="589" cy="1384"/>
          </a:xfrm>
        </p:grpSpPr>
        <p:sp>
          <p:nvSpPr>
            <p:cNvPr id="75" name="Line 72">
              <a:extLst>
                <a:ext uri="{FF2B5EF4-FFF2-40B4-BE49-F238E27FC236}">
                  <a16:creationId xmlns:a16="http://schemas.microsoft.com/office/drawing/2014/main" id="{00F1E745-5740-083E-35D7-56D72FF865CE}"/>
                </a:ext>
              </a:extLst>
            </p:cNvPr>
            <p:cNvSpPr>
              <a:spLocks noChangeShapeType="1"/>
            </p:cNvSpPr>
            <p:nvPr/>
          </p:nvSpPr>
          <p:spPr bwMode="auto">
            <a:xfrm>
              <a:off x="3370" y="1177"/>
              <a:ext cx="0" cy="1384"/>
            </a:xfrm>
            <a:prstGeom prst="line">
              <a:avLst/>
            </a:prstGeom>
            <a:noFill/>
            <a:ln w="19050">
              <a:solidFill>
                <a:srgbClr val="0000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Line 73">
              <a:extLst>
                <a:ext uri="{FF2B5EF4-FFF2-40B4-BE49-F238E27FC236}">
                  <a16:creationId xmlns:a16="http://schemas.microsoft.com/office/drawing/2014/main" id="{2DEF3496-D026-6751-C8C6-95BA9E502F8C}"/>
                </a:ext>
              </a:extLst>
            </p:cNvPr>
            <p:cNvSpPr>
              <a:spLocks noChangeShapeType="1"/>
            </p:cNvSpPr>
            <p:nvPr/>
          </p:nvSpPr>
          <p:spPr bwMode="auto">
            <a:xfrm>
              <a:off x="3437" y="1586"/>
              <a:ext cx="0" cy="952"/>
            </a:xfrm>
            <a:prstGeom prst="line">
              <a:avLst/>
            </a:prstGeom>
            <a:noFill/>
            <a:ln w="19050">
              <a:solidFill>
                <a:srgbClr val="0000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Text Box 74">
              <a:extLst>
                <a:ext uri="{FF2B5EF4-FFF2-40B4-BE49-F238E27FC236}">
                  <a16:creationId xmlns:a16="http://schemas.microsoft.com/office/drawing/2014/main" id="{E73598DF-34DD-EF36-B8A4-89633CC2CB4D}"/>
                </a:ext>
              </a:extLst>
            </p:cNvPr>
            <p:cNvSpPr txBox="1">
              <a:spLocks noChangeArrowheads="1"/>
            </p:cNvSpPr>
            <p:nvPr/>
          </p:nvSpPr>
          <p:spPr bwMode="auto">
            <a:xfrm>
              <a:off x="3059" y="2198"/>
              <a:ext cx="2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solidFill>
                    <a:srgbClr val="0000FF"/>
                  </a:solidFill>
                  <a:ea typeface="楷体_GB2312" pitchFamily="49" charset="-122"/>
                </a:rPr>
                <a:t>t</a:t>
              </a:r>
              <a:r>
                <a:rPr kumimoji="1" lang="en-US" altLang="zh-CN" sz="1600">
                  <a:solidFill>
                    <a:srgbClr val="0000FF"/>
                  </a:solidFill>
                  <a:ea typeface="楷体_GB2312" pitchFamily="49" charset="-122"/>
                </a:rPr>
                <a:t>d</a:t>
              </a:r>
            </a:p>
          </p:txBody>
        </p:sp>
        <p:sp>
          <p:nvSpPr>
            <p:cNvPr id="78" name="Line 75">
              <a:extLst>
                <a:ext uri="{FF2B5EF4-FFF2-40B4-BE49-F238E27FC236}">
                  <a16:creationId xmlns:a16="http://schemas.microsoft.com/office/drawing/2014/main" id="{780E09A7-E4A7-8D84-0F16-3323DF694D72}"/>
                </a:ext>
              </a:extLst>
            </p:cNvPr>
            <p:cNvSpPr>
              <a:spLocks noChangeShapeType="1"/>
            </p:cNvSpPr>
            <p:nvPr/>
          </p:nvSpPr>
          <p:spPr bwMode="auto">
            <a:xfrm flipH="1">
              <a:off x="3438" y="2465"/>
              <a:ext cx="210" cy="0"/>
            </a:xfrm>
            <a:prstGeom prst="line">
              <a:avLst/>
            </a:prstGeom>
            <a:noFill/>
            <a:ln w="190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9" name="Line 76">
              <a:extLst>
                <a:ext uri="{FF2B5EF4-FFF2-40B4-BE49-F238E27FC236}">
                  <a16:creationId xmlns:a16="http://schemas.microsoft.com/office/drawing/2014/main" id="{B3F6F7D1-E65B-378F-C463-7FECB46C8846}"/>
                </a:ext>
              </a:extLst>
            </p:cNvPr>
            <p:cNvSpPr>
              <a:spLocks noChangeShapeType="1"/>
            </p:cNvSpPr>
            <p:nvPr/>
          </p:nvSpPr>
          <p:spPr bwMode="auto">
            <a:xfrm flipH="1">
              <a:off x="3097" y="2465"/>
              <a:ext cx="271" cy="0"/>
            </a:xfrm>
            <a:prstGeom prst="line">
              <a:avLst/>
            </a:prstGeom>
            <a:noFill/>
            <a:ln w="19050">
              <a:solidFill>
                <a:srgbClr val="0000FF"/>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grpSp>
      <p:sp>
        <p:nvSpPr>
          <p:cNvPr id="80" name="Line 77">
            <a:extLst>
              <a:ext uri="{FF2B5EF4-FFF2-40B4-BE49-F238E27FC236}">
                <a16:creationId xmlns:a16="http://schemas.microsoft.com/office/drawing/2014/main" id="{2614EC87-E331-908D-C90E-9C1E6977CB72}"/>
              </a:ext>
            </a:extLst>
          </p:cNvPr>
          <p:cNvSpPr>
            <a:spLocks noChangeShapeType="1"/>
          </p:cNvSpPr>
          <p:nvPr/>
        </p:nvSpPr>
        <p:spPr bwMode="auto">
          <a:xfrm>
            <a:off x="3566456" y="1579508"/>
            <a:ext cx="3143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78">
            <a:extLst>
              <a:ext uri="{FF2B5EF4-FFF2-40B4-BE49-F238E27FC236}">
                <a16:creationId xmlns:a16="http://schemas.microsoft.com/office/drawing/2014/main" id="{C371DAA5-8B80-E0C3-719F-A9DC82B843D5}"/>
              </a:ext>
            </a:extLst>
          </p:cNvPr>
          <p:cNvSpPr>
            <a:spLocks noChangeShapeType="1"/>
          </p:cNvSpPr>
          <p:nvPr/>
        </p:nvSpPr>
        <p:spPr bwMode="auto">
          <a:xfrm>
            <a:off x="3880781" y="1877958"/>
            <a:ext cx="3095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79">
            <a:extLst>
              <a:ext uri="{FF2B5EF4-FFF2-40B4-BE49-F238E27FC236}">
                <a16:creationId xmlns:a16="http://schemas.microsoft.com/office/drawing/2014/main" id="{39657EB8-EEFA-8293-0A01-8DBD90F9E798}"/>
              </a:ext>
            </a:extLst>
          </p:cNvPr>
          <p:cNvSpPr>
            <a:spLocks noChangeShapeType="1"/>
          </p:cNvSpPr>
          <p:nvPr/>
        </p:nvSpPr>
        <p:spPr bwMode="auto">
          <a:xfrm flipV="1">
            <a:off x="3880781" y="157950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Line 80">
            <a:extLst>
              <a:ext uri="{FF2B5EF4-FFF2-40B4-BE49-F238E27FC236}">
                <a16:creationId xmlns:a16="http://schemas.microsoft.com/office/drawing/2014/main" id="{8CB964BC-E435-E08F-4780-B9BC3E06E65D}"/>
              </a:ext>
            </a:extLst>
          </p:cNvPr>
          <p:cNvSpPr>
            <a:spLocks noChangeShapeType="1"/>
          </p:cNvSpPr>
          <p:nvPr/>
        </p:nvSpPr>
        <p:spPr bwMode="auto">
          <a:xfrm>
            <a:off x="4190343" y="1579508"/>
            <a:ext cx="3127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Line 81">
            <a:extLst>
              <a:ext uri="{FF2B5EF4-FFF2-40B4-BE49-F238E27FC236}">
                <a16:creationId xmlns:a16="http://schemas.microsoft.com/office/drawing/2014/main" id="{94708658-53AC-2B3E-BE9A-A335D3574DDE}"/>
              </a:ext>
            </a:extLst>
          </p:cNvPr>
          <p:cNvSpPr>
            <a:spLocks noChangeShapeType="1"/>
          </p:cNvSpPr>
          <p:nvPr/>
        </p:nvSpPr>
        <p:spPr bwMode="auto">
          <a:xfrm flipV="1">
            <a:off x="4190343" y="157950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 name="Line 82">
            <a:extLst>
              <a:ext uri="{FF2B5EF4-FFF2-40B4-BE49-F238E27FC236}">
                <a16:creationId xmlns:a16="http://schemas.microsoft.com/office/drawing/2014/main" id="{243A9A36-7487-0D12-B504-BF049D5DC8C3}"/>
              </a:ext>
            </a:extLst>
          </p:cNvPr>
          <p:cNvSpPr>
            <a:spLocks noChangeShapeType="1"/>
          </p:cNvSpPr>
          <p:nvPr/>
        </p:nvSpPr>
        <p:spPr bwMode="auto">
          <a:xfrm>
            <a:off x="4503081" y="1877958"/>
            <a:ext cx="3143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 name="Line 83">
            <a:extLst>
              <a:ext uri="{FF2B5EF4-FFF2-40B4-BE49-F238E27FC236}">
                <a16:creationId xmlns:a16="http://schemas.microsoft.com/office/drawing/2014/main" id="{A6DDF5FA-35B4-F450-139C-D1AA359926C9}"/>
              </a:ext>
            </a:extLst>
          </p:cNvPr>
          <p:cNvSpPr>
            <a:spLocks noChangeShapeType="1"/>
          </p:cNvSpPr>
          <p:nvPr/>
        </p:nvSpPr>
        <p:spPr bwMode="auto">
          <a:xfrm flipV="1">
            <a:off x="4503081" y="157950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 name="Line 84">
            <a:extLst>
              <a:ext uri="{FF2B5EF4-FFF2-40B4-BE49-F238E27FC236}">
                <a16:creationId xmlns:a16="http://schemas.microsoft.com/office/drawing/2014/main" id="{56554825-D8CC-7D30-16E6-330ADCADF910}"/>
              </a:ext>
            </a:extLst>
          </p:cNvPr>
          <p:cNvSpPr>
            <a:spLocks noChangeShapeType="1"/>
          </p:cNvSpPr>
          <p:nvPr/>
        </p:nvSpPr>
        <p:spPr bwMode="auto">
          <a:xfrm>
            <a:off x="4812643" y="1579508"/>
            <a:ext cx="3127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 name="Line 85">
            <a:extLst>
              <a:ext uri="{FF2B5EF4-FFF2-40B4-BE49-F238E27FC236}">
                <a16:creationId xmlns:a16="http://schemas.microsoft.com/office/drawing/2014/main" id="{E6488C79-3FE1-64BF-6B65-CF9F45E7822C}"/>
              </a:ext>
            </a:extLst>
          </p:cNvPr>
          <p:cNvSpPr>
            <a:spLocks noChangeShapeType="1"/>
          </p:cNvSpPr>
          <p:nvPr/>
        </p:nvSpPr>
        <p:spPr bwMode="auto">
          <a:xfrm flipV="1">
            <a:off x="4812643" y="157950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 name="Line 86">
            <a:extLst>
              <a:ext uri="{FF2B5EF4-FFF2-40B4-BE49-F238E27FC236}">
                <a16:creationId xmlns:a16="http://schemas.microsoft.com/office/drawing/2014/main" id="{F24E6BDF-8559-D384-AF4C-49748C1D5465}"/>
              </a:ext>
            </a:extLst>
          </p:cNvPr>
          <p:cNvSpPr>
            <a:spLocks noChangeShapeType="1"/>
          </p:cNvSpPr>
          <p:nvPr/>
        </p:nvSpPr>
        <p:spPr bwMode="auto">
          <a:xfrm>
            <a:off x="5125381" y="1877958"/>
            <a:ext cx="3143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Line 87">
            <a:extLst>
              <a:ext uri="{FF2B5EF4-FFF2-40B4-BE49-F238E27FC236}">
                <a16:creationId xmlns:a16="http://schemas.microsoft.com/office/drawing/2014/main" id="{851766D2-B3B0-8179-AB50-74C8716B5EEE}"/>
              </a:ext>
            </a:extLst>
          </p:cNvPr>
          <p:cNvSpPr>
            <a:spLocks noChangeShapeType="1"/>
          </p:cNvSpPr>
          <p:nvPr/>
        </p:nvSpPr>
        <p:spPr bwMode="auto">
          <a:xfrm flipV="1">
            <a:off x="5125381" y="157950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Line 88">
            <a:extLst>
              <a:ext uri="{FF2B5EF4-FFF2-40B4-BE49-F238E27FC236}">
                <a16:creationId xmlns:a16="http://schemas.microsoft.com/office/drawing/2014/main" id="{2553A48F-3F76-4838-2CC0-B9B220B21E37}"/>
              </a:ext>
            </a:extLst>
          </p:cNvPr>
          <p:cNvSpPr>
            <a:spLocks noChangeShapeType="1"/>
          </p:cNvSpPr>
          <p:nvPr/>
        </p:nvSpPr>
        <p:spPr bwMode="auto">
          <a:xfrm>
            <a:off x="5439706" y="1579508"/>
            <a:ext cx="3111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 name="Line 89">
            <a:extLst>
              <a:ext uri="{FF2B5EF4-FFF2-40B4-BE49-F238E27FC236}">
                <a16:creationId xmlns:a16="http://schemas.microsoft.com/office/drawing/2014/main" id="{03F26E90-E3BE-89EC-C941-A095D32ADEE9}"/>
              </a:ext>
            </a:extLst>
          </p:cNvPr>
          <p:cNvSpPr>
            <a:spLocks noChangeShapeType="1"/>
          </p:cNvSpPr>
          <p:nvPr/>
        </p:nvSpPr>
        <p:spPr bwMode="auto">
          <a:xfrm flipV="1">
            <a:off x="5439706" y="157950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 name="Line 90">
            <a:extLst>
              <a:ext uri="{FF2B5EF4-FFF2-40B4-BE49-F238E27FC236}">
                <a16:creationId xmlns:a16="http://schemas.microsoft.com/office/drawing/2014/main" id="{5F2546B6-485A-A876-4207-DBCFF51F9D74}"/>
              </a:ext>
            </a:extLst>
          </p:cNvPr>
          <p:cNvSpPr>
            <a:spLocks noChangeShapeType="1"/>
          </p:cNvSpPr>
          <p:nvPr/>
        </p:nvSpPr>
        <p:spPr bwMode="auto">
          <a:xfrm>
            <a:off x="5750856" y="1877958"/>
            <a:ext cx="3127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 name="Line 91">
            <a:extLst>
              <a:ext uri="{FF2B5EF4-FFF2-40B4-BE49-F238E27FC236}">
                <a16:creationId xmlns:a16="http://schemas.microsoft.com/office/drawing/2014/main" id="{44748C2F-7DAA-A635-A08D-940EDCAC7B28}"/>
              </a:ext>
            </a:extLst>
          </p:cNvPr>
          <p:cNvSpPr>
            <a:spLocks noChangeShapeType="1"/>
          </p:cNvSpPr>
          <p:nvPr/>
        </p:nvSpPr>
        <p:spPr bwMode="auto">
          <a:xfrm flipV="1">
            <a:off x="5750856" y="157950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 name="Line 92">
            <a:extLst>
              <a:ext uri="{FF2B5EF4-FFF2-40B4-BE49-F238E27FC236}">
                <a16:creationId xmlns:a16="http://schemas.microsoft.com/office/drawing/2014/main" id="{E9840FC5-86DF-0A89-0C31-0AAECF17E51B}"/>
              </a:ext>
            </a:extLst>
          </p:cNvPr>
          <p:cNvSpPr>
            <a:spLocks noChangeShapeType="1"/>
          </p:cNvSpPr>
          <p:nvPr/>
        </p:nvSpPr>
        <p:spPr bwMode="auto">
          <a:xfrm>
            <a:off x="6062006" y="1579508"/>
            <a:ext cx="3111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 name="Line 93">
            <a:extLst>
              <a:ext uri="{FF2B5EF4-FFF2-40B4-BE49-F238E27FC236}">
                <a16:creationId xmlns:a16="http://schemas.microsoft.com/office/drawing/2014/main" id="{377CDC90-B390-D83A-E7AB-24D4355E74D0}"/>
              </a:ext>
            </a:extLst>
          </p:cNvPr>
          <p:cNvSpPr>
            <a:spLocks noChangeShapeType="1"/>
          </p:cNvSpPr>
          <p:nvPr/>
        </p:nvSpPr>
        <p:spPr bwMode="auto">
          <a:xfrm flipV="1">
            <a:off x="6062006" y="157950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 name="Line 94">
            <a:extLst>
              <a:ext uri="{FF2B5EF4-FFF2-40B4-BE49-F238E27FC236}">
                <a16:creationId xmlns:a16="http://schemas.microsoft.com/office/drawing/2014/main" id="{60C3EF2D-4552-712A-0B70-A1E6B2C3BBF3}"/>
              </a:ext>
            </a:extLst>
          </p:cNvPr>
          <p:cNvSpPr>
            <a:spLocks noChangeShapeType="1"/>
          </p:cNvSpPr>
          <p:nvPr/>
        </p:nvSpPr>
        <p:spPr bwMode="auto">
          <a:xfrm>
            <a:off x="6373156" y="1877958"/>
            <a:ext cx="3127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Line 95">
            <a:extLst>
              <a:ext uri="{FF2B5EF4-FFF2-40B4-BE49-F238E27FC236}">
                <a16:creationId xmlns:a16="http://schemas.microsoft.com/office/drawing/2014/main" id="{5DD8F798-DBF5-FCE1-1FAA-55A505ABBB9A}"/>
              </a:ext>
            </a:extLst>
          </p:cNvPr>
          <p:cNvSpPr>
            <a:spLocks noChangeShapeType="1"/>
          </p:cNvSpPr>
          <p:nvPr/>
        </p:nvSpPr>
        <p:spPr bwMode="auto">
          <a:xfrm flipV="1">
            <a:off x="6373156" y="157950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96">
            <a:extLst>
              <a:ext uri="{FF2B5EF4-FFF2-40B4-BE49-F238E27FC236}">
                <a16:creationId xmlns:a16="http://schemas.microsoft.com/office/drawing/2014/main" id="{854CF025-61AB-F562-748F-A39FD3FD1D62}"/>
              </a:ext>
            </a:extLst>
          </p:cNvPr>
          <p:cNvSpPr>
            <a:spLocks noChangeShapeType="1"/>
          </p:cNvSpPr>
          <p:nvPr/>
        </p:nvSpPr>
        <p:spPr bwMode="auto">
          <a:xfrm>
            <a:off x="6685893" y="1579508"/>
            <a:ext cx="3127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 name="Line 97">
            <a:extLst>
              <a:ext uri="{FF2B5EF4-FFF2-40B4-BE49-F238E27FC236}">
                <a16:creationId xmlns:a16="http://schemas.microsoft.com/office/drawing/2014/main" id="{1A0351C1-DE30-E382-D845-C91263FF147D}"/>
              </a:ext>
            </a:extLst>
          </p:cNvPr>
          <p:cNvSpPr>
            <a:spLocks noChangeShapeType="1"/>
          </p:cNvSpPr>
          <p:nvPr/>
        </p:nvSpPr>
        <p:spPr bwMode="auto">
          <a:xfrm flipV="1">
            <a:off x="6685893" y="157950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 name="Line 98">
            <a:extLst>
              <a:ext uri="{FF2B5EF4-FFF2-40B4-BE49-F238E27FC236}">
                <a16:creationId xmlns:a16="http://schemas.microsoft.com/office/drawing/2014/main" id="{FE0926F5-7E82-21B9-8E50-D03E7157F172}"/>
              </a:ext>
            </a:extLst>
          </p:cNvPr>
          <p:cNvSpPr>
            <a:spLocks noChangeShapeType="1"/>
          </p:cNvSpPr>
          <p:nvPr/>
        </p:nvSpPr>
        <p:spPr bwMode="auto">
          <a:xfrm>
            <a:off x="6998631" y="1877958"/>
            <a:ext cx="3111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 name="Line 99">
            <a:extLst>
              <a:ext uri="{FF2B5EF4-FFF2-40B4-BE49-F238E27FC236}">
                <a16:creationId xmlns:a16="http://schemas.microsoft.com/office/drawing/2014/main" id="{299557D6-F116-48B7-C3CD-60F9D14A7FD3}"/>
              </a:ext>
            </a:extLst>
          </p:cNvPr>
          <p:cNvSpPr>
            <a:spLocks noChangeShapeType="1"/>
          </p:cNvSpPr>
          <p:nvPr/>
        </p:nvSpPr>
        <p:spPr bwMode="auto">
          <a:xfrm flipV="1">
            <a:off x="6998631" y="157950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100">
            <a:extLst>
              <a:ext uri="{FF2B5EF4-FFF2-40B4-BE49-F238E27FC236}">
                <a16:creationId xmlns:a16="http://schemas.microsoft.com/office/drawing/2014/main" id="{04F65727-7AFC-2F25-FD52-06C202CFB10E}"/>
              </a:ext>
            </a:extLst>
          </p:cNvPr>
          <p:cNvSpPr>
            <a:spLocks noChangeShapeType="1"/>
          </p:cNvSpPr>
          <p:nvPr/>
        </p:nvSpPr>
        <p:spPr bwMode="auto">
          <a:xfrm>
            <a:off x="7308193" y="1579508"/>
            <a:ext cx="3143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 name="Line 101">
            <a:extLst>
              <a:ext uri="{FF2B5EF4-FFF2-40B4-BE49-F238E27FC236}">
                <a16:creationId xmlns:a16="http://schemas.microsoft.com/office/drawing/2014/main" id="{F8CA9DD1-817D-9DE9-562D-7943734D23F9}"/>
              </a:ext>
            </a:extLst>
          </p:cNvPr>
          <p:cNvSpPr>
            <a:spLocks noChangeShapeType="1"/>
          </p:cNvSpPr>
          <p:nvPr/>
        </p:nvSpPr>
        <p:spPr bwMode="auto">
          <a:xfrm flipV="1">
            <a:off x="7308193" y="157950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Line 102">
            <a:extLst>
              <a:ext uri="{FF2B5EF4-FFF2-40B4-BE49-F238E27FC236}">
                <a16:creationId xmlns:a16="http://schemas.microsoft.com/office/drawing/2014/main" id="{F51DCC99-78D4-7985-10FB-CD0F6744161B}"/>
              </a:ext>
            </a:extLst>
          </p:cNvPr>
          <p:cNvSpPr>
            <a:spLocks noChangeShapeType="1"/>
          </p:cNvSpPr>
          <p:nvPr/>
        </p:nvSpPr>
        <p:spPr bwMode="auto">
          <a:xfrm>
            <a:off x="7622518" y="1877958"/>
            <a:ext cx="3095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 name="Line 103">
            <a:extLst>
              <a:ext uri="{FF2B5EF4-FFF2-40B4-BE49-F238E27FC236}">
                <a16:creationId xmlns:a16="http://schemas.microsoft.com/office/drawing/2014/main" id="{50871331-95BC-DA4C-F140-368D83B17C55}"/>
              </a:ext>
            </a:extLst>
          </p:cNvPr>
          <p:cNvSpPr>
            <a:spLocks noChangeShapeType="1"/>
          </p:cNvSpPr>
          <p:nvPr/>
        </p:nvSpPr>
        <p:spPr bwMode="auto">
          <a:xfrm flipV="1">
            <a:off x="7622518" y="157950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104">
            <a:extLst>
              <a:ext uri="{FF2B5EF4-FFF2-40B4-BE49-F238E27FC236}">
                <a16:creationId xmlns:a16="http://schemas.microsoft.com/office/drawing/2014/main" id="{6DFF1080-87E8-B05F-4ACF-95E4E295A086}"/>
              </a:ext>
            </a:extLst>
          </p:cNvPr>
          <p:cNvSpPr>
            <a:spLocks noChangeShapeType="1"/>
          </p:cNvSpPr>
          <p:nvPr/>
        </p:nvSpPr>
        <p:spPr bwMode="auto">
          <a:xfrm>
            <a:off x="7932081" y="1579508"/>
            <a:ext cx="3143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 name="Line 105">
            <a:extLst>
              <a:ext uri="{FF2B5EF4-FFF2-40B4-BE49-F238E27FC236}">
                <a16:creationId xmlns:a16="http://schemas.microsoft.com/office/drawing/2014/main" id="{E81DA411-C9A7-507A-6DF7-FB39C88EE539}"/>
              </a:ext>
            </a:extLst>
          </p:cNvPr>
          <p:cNvSpPr>
            <a:spLocks noChangeShapeType="1"/>
          </p:cNvSpPr>
          <p:nvPr/>
        </p:nvSpPr>
        <p:spPr bwMode="auto">
          <a:xfrm flipV="1">
            <a:off x="7932081" y="157950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 name="Line 106">
            <a:extLst>
              <a:ext uri="{FF2B5EF4-FFF2-40B4-BE49-F238E27FC236}">
                <a16:creationId xmlns:a16="http://schemas.microsoft.com/office/drawing/2014/main" id="{BCFC42FB-EDBA-3DCB-E037-904B7F7BE50A}"/>
              </a:ext>
            </a:extLst>
          </p:cNvPr>
          <p:cNvSpPr>
            <a:spLocks noChangeShapeType="1"/>
          </p:cNvSpPr>
          <p:nvPr/>
        </p:nvSpPr>
        <p:spPr bwMode="auto">
          <a:xfrm>
            <a:off x="8246406" y="1877958"/>
            <a:ext cx="3127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 name="Line 107">
            <a:extLst>
              <a:ext uri="{FF2B5EF4-FFF2-40B4-BE49-F238E27FC236}">
                <a16:creationId xmlns:a16="http://schemas.microsoft.com/office/drawing/2014/main" id="{BEF3F643-C767-34C5-CDFA-4FA95D5528CC}"/>
              </a:ext>
            </a:extLst>
          </p:cNvPr>
          <p:cNvSpPr>
            <a:spLocks noChangeShapeType="1"/>
          </p:cNvSpPr>
          <p:nvPr/>
        </p:nvSpPr>
        <p:spPr bwMode="auto">
          <a:xfrm flipV="1">
            <a:off x="8246406" y="157950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 name="Line 108">
            <a:extLst>
              <a:ext uri="{FF2B5EF4-FFF2-40B4-BE49-F238E27FC236}">
                <a16:creationId xmlns:a16="http://schemas.microsoft.com/office/drawing/2014/main" id="{F9CE7AB8-9794-DE46-0143-FEE30746E5B2}"/>
              </a:ext>
            </a:extLst>
          </p:cNvPr>
          <p:cNvSpPr>
            <a:spLocks noChangeShapeType="1"/>
          </p:cNvSpPr>
          <p:nvPr/>
        </p:nvSpPr>
        <p:spPr bwMode="auto">
          <a:xfrm>
            <a:off x="8554381" y="1579508"/>
            <a:ext cx="3143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 name="Line 109">
            <a:extLst>
              <a:ext uri="{FF2B5EF4-FFF2-40B4-BE49-F238E27FC236}">
                <a16:creationId xmlns:a16="http://schemas.microsoft.com/office/drawing/2014/main" id="{9FFD1EF4-2E0E-3F81-5FD3-DF7170BD80EF}"/>
              </a:ext>
            </a:extLst>
          </p:cNvPr>
          <p:cNvSpPr>
            <a:spLocks noChangeShapeType="1"/>
          </p:cNvSpPr>
          <p:nvPr/>
        </p:nvSpPr>
        <p:spPr bwMode="auto">
          <a:xfrm flipV="1">
            <a:off x="8554381" y="157950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Line 110">
            <a:extLst>
              <a:ext uri="{FF2B5EF4-FFF2-40B4-BE49-F238E27FC236}">
                <a16:creationId xmlns:a16="http://schemas.microsoft.com/office/drawing/2014/main" id="{CBE1FB08-A8E5-71DB-5312-5F2FEC297BBC}"/>
              </a:ext>
            </a:extLst>
          </p:cNvPr>
          <p:cNvSpPr>
            <a:spLocks noChangeShapeType="1"/>
          </p:cNvSpPr>
          <p:nvPr/>
        </p:nvSpPr>
        <p:spPr bwMode="auto">
          <a:xfrm>
            <a:off x="3990318" y="2055758"/>
            <a:ext cx="6223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 name="Line 111">
            <a:extLst>
              <a:ext uri="{FF2B5EF4-FFF2-40B4-BE49-F238E27FC236}">
                <a16:creationId xmlns:a16="http://schemas.microsoft.com/office/drawing/2014/main" id="{377FB646-479C-4E6B-F6C3-D61EF79465DC}"/>
              </a:ext>
            </a:extLst>
          </p:cNvPr>
          <p:cNvSpPr>
            <a:spLocks noChangeShapeType="1"/>
          </p:cNvSpPr>
          <p:nvPr/>
        </p:nvSpPr>
        <p:spPr bwMode="auto">
          <a:xfrm flipV="1">
            <a:off x="3990318" y="205575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 name="Line 112">
            <a:extLst>
              <a:ext uri="{FF2B5EF4-FFF2-40B4-BE49-F238E27FC236}">
                <a16:creationId xmlns:a16="http://schemas.microsoft.com/office/drawing/2014/main" id="{87CDBE16-635B-38D2-1D97-335779EBB9AF}"/>
              </a:ext>
            </a:extLst>
          </p:cNvPr>
          <p:cNvSpPr>
            <a:spLocks noChangeShapeType="1"/>
          </p:cNvSpPr>
          <p:nvPr/>
        </p:nvSpPr>
        <p:spPr bwMode="auto">
          <a:xfrm>
            <a:off x="4612618" y="2354208"/>
            <a:ext cx="6254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 name="Line 113">
            <a:extLst>
              <a:ext uri="{FF2B5EF4-FFF2-40B4-BE49-F238E27FC236}">
                <a16:creationId xmlns:a16="http://schemas.microsoft.com/office/drawing/2014/main" id="{AD81BDEA-E50E-FE6A-824F-4CD0655A3F88}"/>
              </a:ext>
            </a:extLst>
          </p:cNvPr>
          <p:cNvSpPr>
            <a:spLocks noChangeShapeType="1"/>
          </p:cNvSpPr>
          <p:nvPr/>
        </p:nvSpPr>
        <p:spPr bwMode="auto">
          <a:xfrm flipV="1">
            <a:off x="4612618" y="205575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114">
            <a:extLst>
              <a:ext uri="{FF2B5EF4-FFF2-40B4-BE49-F238E27FC236}">
                <a16:creationId xmlns:a16="http://schemas.microsoft.com/office/drawing/2014/main" id="{D7B6A0C1-83BF-479B-1B91-8C63C654962B}"/>
              </a:ext>
            </a:extLst>
          </p:cNvPr>
          <p:cNvSpPr>
            <a:spLocks noChangeShapeType="1"/>
          </p:cNvSpPr>
          <p:nvPr/>
        </p:nvSpPr>
        <p:spPr bwMode="auto">
          <a:xfrm>
            <a:off x="5234918" y="2055758"/>
            <a:ext cx="6254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 name="Line 115">
            <a:extLst>
              <a:ext uri="{FF2B5EF4-FFF2-40B4-BE49-F238E27FC236}">
                <a16:creationId xmlns:a16="http://schemas.microsoft.com/office/drawing/2014/main" id="{9AB5A74F-0283-4A7D-E130-4BC7D7073899}"/>
              </a:ext>
            </a:extLst>
          </p:cNvPr>
          <p:cNvSpPr>
            <a:spLocks noChangeShapeType="1"/>
          </p:cNvSpPr>
          <p:nvPr/>
        </p:nvSpPr>
        <p:spPr bwMode="auto">
          <a:xfrm flipV="1">
            <a:off x="5234918" y="205575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 name="Line 116">
            <a:extLst>
              <a:ext uri="{FF2B5EF4-FFF2-40B4-BE49-F238E27FC236}">
                <a16:creationId xmlns:a16="http://schemas.microsoft.com/office/drawing/2014/main" id="{DBEAC469-055B-D779-E558-1B372B5F778A}"/>
              </a:ext>
            </a:extLst>
          </p:cNvPr>
          <p:cNvSpPr>
            <a:spLocks noChangeShapeType="1"/>
          </p:cNvSpPr>
          <p:nvPr/>
        </p:nvSpPr>
        <p:spPr bwMode="auto">
          <a:xfrm>
            <a:off x="5860393" y="2354208"/>
            <a:ext cx="6238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 name="Line 117">
            <a:extLst>
              <a:ext uri="{FF2B5EF4-FFF2-40B4-BE49-F238E27FC236}">
                <a16:creationId xmlns:a16="http://schemas.microsoft.com/office/drawing/2014/main" id="{E8B28077-5225-519A-6FE6-A522083DAB72}"/>
              </a:ext>
            </a:extLst>
          </p:cNvPr>
          <p:cNvSpPr>
            <a:spLocks noChangeShapeType="1"/>
          </p:cNvSpPr>
          <p:nvPr/>
        </p:nvSpPr>
        <p:spPr bwMode="auto">
          <a:xfrm flipV="1">
            <a:off x="5860393" y="205575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118">
            <a:extLst>
              <a:ext uri="{FF2B5EF4-FFF2-40B4-BE49-F238E27FC236}">
                <a16:creationId xmlns:a16="http://schemas.microsoft.com/office/drawing/2014/main" id="{50AE89BD-1BE5-A6AD-BAA1-D93710AF7758}"/>
              </a:ext>
            </a:extLst>
          </p:cNvPr>
          <p:cNvSpPr>
            <a:spLocks noChangeShapeType="1"/>
          </p:cNvSpPr>
          <p:nvPr/>
        </p:nvSpPr>
        <p:spPr bwMode="auto">
          <a:xfrm>
            <a:off x="6482693" y="2055758"/>
            <a:ext cx="6254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 name="Line 119">
            <a:extLst>
              <a:ext uri="{FF2B5EF4-FFF2-40B4-BE49-F238E27FC236}">
                <a16:creationId xmlns:a16="http://schemas.microsoft.com/office/drawing/2014/main" id="{F25DECF2-683A-AFAD-F7A7-4235DC3D8F54}"/>
              </a:ext>
            </a:extLst>
          </p:cNvPr>
          <p:cNvSpPr>
            <a:spLocks noChangeShapeType="1"/>
          </p:cNvSpPr>
          <p:nvPr/>
        </p:nvSpPr>
        <p:spPr bwMode="auto">
          <a:xfrm flipV="1">
            <a:off x="6482693" y="205575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 name="Line 120">
            <a:extLst>
              <a:ext uri="{FF2B5EF4-FFF2-40B4-BE49-F238E27FC236}">
                <a16:creationId xmlns:a16="http://schemas.microsoft.com/office/drawing/2014/main" id="{A6729C73-93DD-C03C-67A0-6083EB6D4C37}"/>
              </a:ext>
            </a:extLst>
          </p:cNvPr>
          <p:cNvSpPr>
            <a:spLocks noChangeShapeType="1"/>
          </p:cNvSpPr>
          <p:nvPr/>
        </p:nvSpPr>
        <p:spPr bwMode="auto">
          <a:xfrm>
            <a:off x="7108168" y="2354208"/>
            <a:ext cx="6254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 name="Line 121">
            <a:extLst>
              <a:ext uri="{FF2B5EF4-FFF2-40B4-BE49-F238E27FC236}">
                <a16:creationId xmlns:a16="http://schemas.microsoft.com/office/drawing/2014/main" id="{8B3E1BEF-191B-DEC4-3C02-53AADFAFCD7E}"/>
              </a:ext>
            </a:extLst>
          </p:cNvPr>
          <p:cNvSpPr>
            <a:spLocks noChangeShapeType="1"/>
          </p:cNvSpPr>
          <p:nvPr/>
        </p:nvSpPr>
        <p:spPr bwMode="auto">
          <a:xfrm flipV="1">
            <a:off x="7108168" y="205575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 name="Line 122">
            <a:extLst>
              <a:ext uri="{FF2B5EF4-FFF2-40B4-BE49-F238E27FC236}">
                <a16:creationId xmlns:a16="http://schemas.microsoft.com/office/drawing/2014/main" id="{1491826C-C3FE-47AC-693D-5E100DC0BC3F}"/>
              </a:ext>
            </a:extLst>
          </p:cNvPr>
          <p:cNvSpPr>
            <a:spLocks noChangeShapeType="1"/>
          </p:cNvSpPr>
          <p:nvPr/>
        </p:nvSpPr>
        <p:spPr bwMode="auto">
          <a:xfrm>
            <a:off x="7732056" y="2055758"/>
            <a:ext cx="6238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 name="Line 123">
            <a:extLst>
              <a:ext uri="{FF2B5EF4-FFF2-40B4-BE49-F238E27FC236}">
                <a16:creationId xmlns:a16="http://schemas.microsoft.com/office/drawing/2014/main" id="{D434EC67-A755-E62A-B3A4-6C7485223099}"/>
              </a:ext>
            </a:extLst>
          </p:cNvPr>
          <p:cNvSpPr>
            <a:spLocks noChangeShapeType="1"/>
          </p:cNvSpPr>
          <p:nvPr/>
        </p:nvSpPr>
        <p:spPr bwMode="auto">
          <a:xfrm flipV="1">
            <a:off x="7732056" y="205575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124">
            <a:extLst>
              <a:ext uri="{FF2B5EF4-FFF2-40B4-BE49-F238E27FC236}">
                <a16:creationId xmlns:a16="http://schemas.microsoft.com/office/drawing/2014/main" id="{6BB6CACA-2494-152E-E8FB-7AA3DD68962C}"/>
              </a:ext>
            </a:extLst>
          </p:cNvPr>
          <p:cNvSpPr>
            <a:spLocks noChangeShapeType="1"/>
          </p:cNvSpPr>
          <p:nvPr/>
        </p:nvSpPr>
        <p:spPr bwMode="auto">
          <a:xfrm>
            <a:off x="8355943" y="2354208"/>
            <a:ext cx="5238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 name="Line 125">
            <a:extLst>
              <a:ext uri="{FF2B5EF4-FFF2-40B4-BE49-F238E27FC236}">
                <a16:creationId xmlns:a16="http://schemas.microsoft.com/office/drawing/2014/main" id="{953E7BA1-B21A-A4FB-F18D-55B6F468AE97}"/>
              </a:ext>
            </a:extLst>
          </p:cNvPr>
          <p:cNvSpPr>
            <a:spLocks noChangeShapeType="1"/>
          </p:cNvSpPr>
          <p:nvPr/>
        </p:nvSpPr>
        <p:spPr bwMode="auto">
          <a:xfrm flipV="1">
            <a:off x="8355943" y="205575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 name="Line 126">
            <a:extLst>
              <a:ext uri="{FF2B5EF4-FFF2-40B4-BE49-F238E27FC236}">
                <a16:creationId xmlns:a16="http://schemas.microsoft.com/office/drawing/2014/main" id="{CEC31EDF-3C1B-10CC-FF73-1BDDD2DEBF26}"/>
              </a:ext>
            </a:extLst>
          </p:cNvPr>
          <p:cNvSpPr>
            <a:spLocks noChangeShapeType="1"/>
          </p:cNvSpPr>
          <p:nvPr/>
        </p:nvSpPr>
        <p:spPr bwMode="auto">
          <a:xfrm>
            <a:off x="3566456" y="2354208"/>
            <a:ext cx="4238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 name="Line 127">
            <a:extLst>
              <a:ext uri="{FF2B5EF4-FFF2-40B4-BE49-F238E27FC236}">
                <a16:creationId xmlns:a16="http://schemas.microsoft.com/office/drawing/2014/main" id="{BC411A0B-F769-AF85-0240-8FDCABB1F5A7}"/>
              </a:ext>
            </a:extLst>
          </p:cNvPr>
          <p:cNvSpPr>
            <a:spLocks noChangeShapeType="1"/>
          </p:cNvSpPr>
          <p:nvPr/>
        </p:nvSpPr>
        <p:spPr bwMode="auto">
          <a:xfrm>
            <a:off x="4612618" y="2563758"/>
            <a:ext cx="12461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 name="Line 128">
            <a:extLst>
              <a:ext uri="{FF2B5EF4-FFF2-40B4-BE49-F238E27FC236}">
                <a16:creationId xmlns:a16="http://schemas.microsoft.com/office/drawing/2014/main" id="{2F379E55-4EF2-8974-D1FA-4FA0E3F3439B}"/>
              </a:ext>
            </a:extLst>
          </p:cNvPr>
          <p:cNvSpPr>
            <a:spLocks noChangeShapeType="1"/>
          </p:cNvSpPr>
          <p:nvPr/>
        </p:nvSpPr>
        <p:spPr bwMode="auto">
          <a:xfrm flipV="1">
            <a:off x="4612618" y="256375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 name="Line 129">
            <a:extLst>
              <a:ext uri="{FF2B5EF4-FFF2-40B4-BE49-F238E27FC236}">
                <a16:creationId xmlns:a16="http://schemas.microsoft.com/office/drawing/2014/main" id="{F3638FFB-200E-50C6-D1E0-56F0C88AFACD}"/>
              </a:ext>
            </a:extLst>
          </p:cNvPr>
          <p:cNvSpPr>
            <a:spLocks noChangeShapeType="1"/>
          </p:cNvSpPr>
          <p:nvPr/>
        </p:nvSpPr>
        <p:spPr bwMode="auto">
          <a:xfrm>
            <a:off x="5858806" y="2862208"/>
            <a:ext cx="12461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 name="Line 130">
            <a:extLst>
              <a:ext uri="{FF2B5EF4-FFF2-40B4-BE49-F238E27FC236}">
                <a16:creationId xmlns:a16="http://schemas.microsoft.com/office/drawing/2014/main" id="{3A8C2691-DA7F-9039-79B6-018D09CFC460}"/>
              </a:ext>
            </a:extLst>
          </p:cNvPr>
          <p:cNvSpPr>
            <a:spLocks noChangeShapeType="1"/>
          </p:cNvSpPr>
          <p:nvPr/>
        </p:nvSpPr>
        <p:spPr bwMode="auto">
          <a:xfrm flipV="1">
            <a:off x="5858806" y="256375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 name="Line 131">
            <a:extLst>
              <a:ext uri="{FF2B5EF4-FFF2-40B4-BE49-F238E27FC236}">
                <a16:creationId xmlns:a16="http://schemas.microsoft.com/office/drawing/2014/main" id="{AA2A9E09-6251-CECC-2A54-86E36FCC282A}"/>
              </a:ext>
            </a:extLst>
          </p:cNvPr>
          <p:cNvSpPr>
            <a:spLocks noChangeShapeType="1"/>
          </p:cNvSpPr>
          <p:nvPr/>
        </p:nvSpPr>
        <p:spPr bwMode="auto">
          <a:xfrm>
            <a:off x="7104993" y="2563758"/>
            <a:ext cx="1249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 name="Line 132">
            <a:extLst>
              <a:ext uri="{FF2B5EF4-FFF2-40B4-BE49-F238E27FC236}">
                <a16:creationId xmlns:a16="http://schemas.microsoft.com/office/drawing/2014/main" id="{F7267E4B-6EA3-2B51-B325-8F8D5BA04A3A}"/>
              </a:ext>
            </a:extLst>
          </p:cNvPr>
          <p:cNvSpPr>
            <a:spLocks noChangeShapeType="1"/>
          </p:cNvSpPr>
          <p:nvPr/>
        </p:nvSpPr>
        <p:spPr bwMode="auto">
          <a:xfrm flipV="1">
            <a:off x="7104993" y="256375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 name="Line 133">
            <a:extLst>
              <a:ext uri="{FF2B5EF4-FFF2-40B4-BE49-F238E27FC236}">
                <a16:creationId xmlns:a16="http://schemas.microsoft.com/office/drawing/2014/main" id="{E5430EC8-0627-3040-5135-8DCC9207ED2B}"/>
              </a:ext>
            </a:extLst>
          </p:cNvPr>
          <p:cNvSpPr>
            <a:spLocks noChangeShapeType="1"/>
          </p:cNvSpPr>
          <p:nvPr/>
        </p:nvSpPr>
        <p:spPr bwMode="auto">
          <a:xfrm>
            <a:off x="8354356" y="2862208"/>
            <a:ext cx="5254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 name="Line 134">
            <a:extLst>
              <a:ext uri="{FF2B5EF4-FFF2-40B4-BE49-F238E27FC236}">
                <a16:creationId xmlns:a16="http://schemas.microsoft.com/office/drawing/2014/main" id="{0B6091D9-890E-48DA-9F15-AFEB2AF81432}"/>
              </a:ext>
            </a:extLst>
          </p:cNvPr>
          <p:cNvSpPr>
            <a:spLocks noChangeShapeType="1"/>
          </p:cNvSpPr>
          <p:nvPr/>
        </p:nvSpPr>
        <p:spPr bwMode="auto">
          <a:xfrm flipV="1">
            <a:off x="8354356" y="256375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 name="Line 135">
            <a:extLst>
              <a:ext uri="{FF2B5EF4-FFF2-40B4-BE49-F238E27FC236}">
                <a16:creationId xmlns:a16="http://schemas.microsoft.com/office/drawing/2014/main" id="{71B4649E-F2A5-57DF-A968-140F3BA53B7A}"/>
              </a:ext>
            </a:extLst>
          </p:cNvPr>
          <p:cNvSpPr>
            <a:spLocks noChangeShapeType="1"/>
          </p:cNvSpPr>
          <p:nvPr/>
        </p:nvSpPr>
        <p:spPr bwMode="auto">
          <a:xfrm>
            <a:off x="3566456" y="2862208"/>
            <a:ext cx="10461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 name="Line 136">
            <a:extLst>
              <a:ext uri="{FF2B5EF4-FFF2-40B4-BE49-F238E27FC236}">
                <a16:creationId xmlns:a16="http://schemas.microsoft.com/office/drawing/2014/main" id="{8A468207-26CF-9C00-631D-09ECF1CE6C22}"/>
              </a:ext>
            </a:extLst>
          </p:cNvPr>
          <p:cNvSpPr>
            <a:spLocks noChangeShapeType="1"/>
          </p:cNvSpPr>
          <p:nvPr/>
        </p:nvSpPr>
        <p:spPr bwMode="auto">
          <a:xfrm flipV="1">
            <a:off x="5858806" y="304000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 name="Line 137">
            <a:extLst>
              <a:ext uri="{FF2B5EF4-FFF2-40B4-BE49-F238E27FC236}">
                <a16:creationId xmlns:a16="http://schemas.microsoft.com/office/drawing/2014/main" id="{0C3CC900-BB8B-F836-79B6-C38664D985B6}"/>
              </a:ext>
            </a:extLst>
          </p:cNvPr>
          <p:cNvSpPr>
            <a:spLocks noChangeShapeType="1"/>
          </p:cNvSpPr>
          <p:nvPr/>
        </p:nvSpPr>
        <p:spPr bwMode="auto">
          <a:xfrm>
            <a:off x="3566456" y="3338458"/>
            <a:ext cx="2292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 name="Line 138">
            <a:extLst>
              <a:ext uri="{FF2B5EF4-FFF2-40B4-BE49-F238E27FC236}">
                <a16:creationId xmlns:a16="http://schemas.microsoft.com/office/drawing/2014/main" id="{A5233171-9771-9E23-405F-E0674C6B3906}"/>
              </a:ext>
            </a:extLst>
          </p:cNvPr>
          <p:cNvSpPr>
            <a:spLocks noChangeShapeType="1"/>
          </p:cNvSpPr>
          <p:nvPr/>
        </p:nvSpPr>
        <p:spPr bwMode="auto">
          <a:xfrm>
            <a:off x="5858806" y="3040008"/>
            <a:ext cx="24955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 name="Line 139">
            <a:extLst>
              <a:ext uri="{FF2B5EF4-FFF2-40B4-BE49-F238E27FC236}">
                <a16:creationId xmlns:a16="http://schemas.microsoft.com/office/drawing/2014/main" id="{ECF97567-AD50-137E-C9C1-F1313BC2A9A8}"/>
              </a:ext>
            </a:extLst>
          </p:cNvPr>
          <p:cNvSpPr>
            <a:spLocks noChangeShapeType="1"/>
          </p:cNvSpPr>
          <p:nvPr/>
        </p:nvSpPr>
        <p:spPr bwMode="auto">
          <a:xfrm flipV="1">
            <a:off x="8354356" y="3040008"/>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 name="Line 140">
            <a:extLst>
              <a:ext uri="{FF2B5EF4-FFF2-40B4-BE49-F238E27FC236}">
                <a16:creationId xmlns:a16="http://schemas.microsoft.com/office/drawing/2014/main" id="{DAA75E6B-8A63-CEF6-F639-E5C34638664C}"/>
              </a:ext>
            </a:extLst>
          </p:cNvPr>
          <p:cNvSpPr>
            <a:spLocks noChangeShapeType="1"/>
          </p:cNvSpPr>
          <p:nvPr/>
        </p:nvSpPr>
        <p:spPr bwMode="auto">
          <a:xfrm>
            <a:off x="8354356" y="3338458"/>
            <a:ext cx="5254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 name="Text Box 141">
            <a:extLst>
              <a:ext uri="{FF2B5EF4-FFF2-40B4-BE49-F238E27FC236}">
                <a16:creationId xmlns:a16="http://schemas.microsoft.com/office/drawing/2014/main" id="{1B3D282C-ABFD-9C94-EB55-0A0DF0644F4B}"/>
              </a:ext>
            </a:extLst>
          </p:cNvPr>
          <p:cNvSpPr txBox="1">
            <a:spLocks noChangeArrowheads="1"/>
          </p:cNvSpPr>
          <p:nvPr/>
        </p:nvSpPr>
        <p:spPr bwMode="auto">
          <a:xfrm>
            <a:off x="3568043" y="1179458"/>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pitchFamily="49" charset="-122"/>
              </a:rPr>
              <a:t>0</a:t>
            </a:r>
          </a:p>
        </p:txBody>
      </p:sp>
      <p:sp>
        <p:nvSpPr>
          <p:cNvPr id="145" name="Text Box 142">
            <a:extLst>
              <a:ext uri="{FF2B5EF4-FFF2-40B4-BE49-F238E27FC236}">
                <a16:creationId xmlns:a16="http://schemas.microsoft.com/office/drawing/2014/main" id="{B12477AB-01E1-AE83-BC1B-240B5255F02E}"/>
              </a:ext>
            </a:extLst>
          </p:cNvPr>
          <p:cNvSpPr txBox="1">
            <a:spLocks noChangeArrowheads="1"/>
          </p:cNvSpPr>
          <p:nvPr/>
        </p:nvSpPr>
        <p:spPr bwMode="auto">
          <a:xfrm>
            <a:off x="4193518" y="1179458"/>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pitchFamily="49" charset="-122"/>
              </a:rPr>
              <a:t>1</a:t>
            </a:r>
          </a:p>
        </p:txBody>
      </p:sp>
      <p:sp>
        <p:nvSpPr>
          <p:cNvPr id="146" name="Text Box 143">
            <a:extLst>
              <a:ext uri="{FF2B5EF4-FFF2-40B4-BE49-F238E27FC236}">
                <a16:creationId xmlns:a16="http://schemas.microsoft.com/office/drawing/2014/main" id="{C94AA635-C63B-F33C-4A7F-D873C0585859}"/>
              </a:ext>
            </a:extLst>
          </p:cNvPr>
          <p:cNvSpPr txBox="1">
            <a:spLocks noChangeArrowheads="1"/>
          </p:cNvSpPr>
          <p:nvPr/>
        </p:nvSpPr>
        <p:spPr bwMode="auto">
          <a:xfrm>
            <a:off x="4817406" y="1179458"/>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pitchFamily="49" charset="-122"/>
              </a:rPr>
              <a:t>2</a:t>
            </a:r>
          </a:p>
        </p:txBody>
      </p:sp>
      <p:sp>
        <p:nvSpPr>
          <p:cNvPr id="147" name="Text Box 144">
            <a:extLst>
              <a:ext uri="{FF2B5EF4-FFF2-40B4-BE49-F238E27FC236}">
                <a16:creationId xmlns:a16="http://schemas.microsoft.com/office/drawing/2014/main" id="{82A326B5-D57A-D5E6-4926-FB8114DD6E2D}"/>
              </a:ext>
            </a:extLst>
          </p:cNvPr>
          <p:cNvSpPr txBox="1">
            <a:spLocks noChangeArrowheads="1"/>
          </p:cNvSpPr>
          <p:nvPr/>
        </p:nvSpPr>
        <p:spPr bwMode="auto">
          <a:xfrm>
            <a:off x="5439706" y="1179458"/>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pitchFamily="49" charset="-122"/>
              </a:rPr>
              <a:t>3</a:t>
            </a:r>
          </a:p>
        </p:txBody>
      </p:sp>
      <p:sp>
        <p:nvSpPr>
          <p:cNvPr id="148" name="Text Box 145">
            <a:extLst>
              <a:ext uri="{FF2B5EF4-FFF2-40B4-BE49-F238E27FC236}">
                <a16:creationId xmlns:a16="http://schemas.microsoft.com/office/drawing/2014/main" id="{8871028C-3AAE-4025-D731-17049085EE58}"/>
              </a:ext>
            </a:extLst>
          </p:cNvPr>
          <p:cNvSpPr txBox="1">
            <a:spLocks noChangeArrowheads="1"/>
          </p:cNvSpPr>
          <p:nvPr/>
        </p:nvSpPr>
        <p:spPr bwMode="auto">
          <a:xfrm>
            <a:off x="6062006" y="1184221"/>
            <a:ext cx="3000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pitchFamily="49" charset="-122"/>
              </a:rPr>
              <a:t>4</a:t>
            </a:r>
          </a:p>
        </p:txBody>
      </p:sp>
      <p:sp>
        <p:nvSpPr>
          <p:cNvPr id="149" name="Text Box 146">
            <a:extLst>
              <a:ext uri="{FF2B5EF4-FFF2-40B4-BE49-F238E27FC236}">
                <a16:creationId xmlns:a16="http://schemas.microsoft.com/office/drawing/2014/main" id="{78639490-A387-EC66-4D03-50AF0E209566}"/>
              </a:ext>
            </a:extLst>
          </p:cNvPr>
          <p:cNvSpPr txBox="1">
            <a:spLocks noChangeArrowheads="1"/>
          </p:cNvSpPr>
          <p:nvPr/>
        </p:nvSpPr>
        <p:spPr bwMode="auto">
          <a:xfrm>
            <a:off x="6687481" y="1184221"/>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pitchFamily="49" charset="-122"/>
              </a:rPr>
              <a:t>5</a:t>
            </a:r>
          </a:p>
        </p:txBody>
      </p:sp>
      <p:sp>
        <p:nvSpPr>
          <p:cNvPr id="150" name="Text Box 147">
            <a:extLst>
              <a:ext uri="{FF2B5EF4-FFF2-40B4-BE49-F238E27FC236}">
                <a16:creationId xmlns:a16="http://schemas.microsoft.com/office/drawing/2014/main" id="{0DE0CAA4-FED4-EC9B-664D-A294A343D147}"/>
              </a:ext>
            </a:extLst>
          </p:cNvPr>
          <p:cNvSpPr txBox="1">
            <a:spLocks noChangeArrowheads="1"/>
          </p:cNvSpPr>
          <p:nvPr/>
        </p:nvSpPr>
        <p:spPr bwMode="auto">
          <a:xfrm>
            <a:off x="7309781" y="1184221"/>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pitchFamily="49" charset="-122"/>
              </a:rPr>
              <a:t>6</a:t>
            </a:r>
          </a:p>
        </p:txBody>
      </p:sp>
      <p:sp>
        <p:nvSpPr>
          <p:cNvPr id="151" name="Text Box 148">
            <a:extLst>
              <a:ext uri="{FF2B5EF4-FFF2-40B4-BE49-F238E27FC236}">
                <a16:creationId xmlns:a16="http://schemas.microsoft.com/office/drawing/2014/main" id="{371709D7-42A1-4CFF-C196-AA8B92147345}"/>
              </a:ext>
            </a:extLst>
          </p:cNvPr>
          <p:cNvSpPr txBox="1">
            <a:spLocks noChangeArrowheads="1"/>
          </p:cNvSpPr>
          <p:nvPr/>
        </p:nvSpPr>
        <p:spPr bwMode="auto">
          <a:xfrm>
            <a:off x="7936843" y="1184221"/>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pitchFamily="49" charset="-122"/>
              </a:rPr>
              <a:t>7</a:t>
            </a:r>
          </a:p>
        </p:txBody>
      </p:sp>
      <p:sp>
        <p:nvSpPr>
          <p:cNvPr id="152" name="Text Box 149">
            <a:extLst>
              <a:ext uri="{FF2B5EF4-FFF2-40B4-BE49-F238E27FC236}">
                <a16:creationId xmlns:a16="http://schemas.microsoft.com/office/drawing/2014/main" id="{45176E16-3975-B67A-01B3-87DC39748275}"/>
              </a:ext>
            </a:extLst>
          </p:cNvPr>
          <p:cNvSpPr txBox="1">
            <a:spLocks noChangeArrowheads="1"/>
          </p:cNvSpPr>
          <p:nvPr/>
        </p:nvSpPr>
        <p:spPr bwMode="auto">
          <a:xfrm>
            <a:off x="8559143" y="1184221"/>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ea typeface="楷体_GB2312" pitchFamily="49" charset="-122"/>
              </a:rPr>
              <a:t>8</a:t>
            </a:r>
          </a:p>
        </p:txBody>
      </p:sp>
      <p:sp>
        <p:nvSpPr>
          <p:cNvPr id="153" name="Line 150">
            <a:extLst>
              <a:ext uri="{FF2B5EF4-FFF2-40B4-BE49-F238E27FC236}">
                <a16:creationId xmlns:a16="http://schemas.microsoft.com/office/drawing/2014/main" id="{4C726250-4600-A231-066F-76349F2F67ED}"/>
              </a:ext>
            </a:extLst>
          </p:cNvPr>
          <p:cNvSpPr>
            <a:spLocks noChangeShapeType="1"/>
          </p:cNvSpPr>
          <p:nvPr/>
        </p:nvSpPr>
        <p:spPr bwMode="auto">
          <a:xfrm>
            <a:off x="3566456" y="3819471"/>
            <a:ext cx="41783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 name="Line 151">
            <a:extLst>
              <a:ext uri="{FF2B5EF4-FFF2-40B4-BE49-F238E27FC236}">
                <a16:creationId xmlns:a16="http://schemas.microsoft.com/office/drawing/2014/main" id="{A0721462-4DBC-FB36-D215-97C176AA0A24}"/>
              </a:ext>
            </a:extLst>
          </p:cNvPr>
          <p:cNvSpPr>
            <a:spLocks noChangeShapeType="1"/>
          </p:cNvSpPr>
          <p:nvPr/>
        </p:nvSpPr>
        <p:spPr bwMode="auto">
          <a:xfrm>
            <a:off x="7744756" y="3521021"/>
            <a:ext cx="6238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 name="Line 152">
            <a:extLst>
              <a:ext uri="{FF2B5EF4-FFF2-40B4-BE49-F238E27FC236}">
                <a16:creationId xmlns:a16="http://schemas.microsoft.com/office/drawing/2014/main" id="{A5980D6D-C0C9-1AD9-F464-7DF998468DA0}"/>
              </a:ext>
            </a:extLst>
          </p:cNvPr>
          <p:cNvSpPr>
            <a:spLocks noChangeShapeType="1"/>
          </p:cNvSpPr>
          <p:nvPr/>
        </p:nvSpPr>
        <p:spPr bwMode="auto">
          <a:xfrm>
            <a:off x="8368643" y="3819471"/>
            <a:ext cx="5111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 name="Line 153">
            <a:extLst>
              <a:ext uri="{FF2B5EF4-FFF2-40B4-BE49-F238E27FC236}">
                <a16:creationId xmlns:a16="http://schemas.microsoft.com/office/drawing/2014/main" id="{C8D511B2-2956-66EC-33A4-299612BC7B3C}"/>
              </a:ext>
            </a:extLst>
          </p:cNvPr>
          <p:cNvSpPr>
            <a:spLocks noChangeShapeType="1"/>
          </p:cNvSpPr>
          <p:nvPr/>
        </p:nvSpPr>
        <p:spPr bwMode="auto">
          <a:xfrm flipV="1">
            <a:off x="7744756" y="3521021"/>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 name="Line 154">
            <a:extLst>
              <a:ext uri="{FF2B5EF4-FFF2-40B4-BE49-F238E27FC236}">
                <a16:creationId xmlns:a16="http://schemas.microsoft.com/office/drawing/2014/main" id="{A8CA7617-2853-9044-1006-C47BA9523FE5}"/>
              </a:ext>
            </a:extLst>
          </p:cNvPr>
          <p:cNvSpPr>
            <a:spLocks noChangeShapeType="1"/>
          </p:cNvSpPr>
          <p:nvPr/>
        </p:nvSpPr>
        <p:spPr bwMode="auto">
          <a:xfrm flipV="1">
            <a:off x="8354356" y="3521021"/>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191780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2ACECE-0A2E-52FD-D37F-C95DBB7BE5CC}"/>
              </a:ext>
            </a:extLst>
          </p:cNvPr>
          <p:cNvSpPr>
            <a:spLocks noGrp="1"/>
          </p:cNvSpPr>
          <p:nvPr>
            <p:ph type="title"/>
          </p:nvPr>
        </p:nvSpPr>
        <p:spPr/>
        <p:txBody>
          <a:bodyPr>
            <a:normAutofit fontScale="90000"/>
          </a:bodyPr>
          <a:lstStyle/>
          <a:p>
            <a:r>
              <a:rPr lang="zh-CN" altLang="en-US" sz="3200" dirty="0"/>
              <a:t>计数器</a:t>
            </a:r>
            <a:r>
              <a:rPr lang="en-US" altLang="zh-CN" dirty="0"/>
              <a:t>74x161</a:t>
            </a:r>
            <a:endParaRPr kumimoji="1" lang="zh-CN" altLang="en-US" dirty="0"/>
          </a:p>
        </p:txBody>
      </p:sp>
      <p:sp>
        <p:nvSpPr>
          <p:cNvPr id="3" name="内容占位符 2">
            <a:extLst>
              <a:ext uri="{FF2B5EF4-FFF2-40B4-BE49-F238E27FC236}">
                <a16:creationId xmlns:a16="http://schemas.microsoft.com/office/drawing/2014/main" id="{7846A6FD-B51B-7241-4A8F-705E6E8508EB}"/>
              </a:ext>
            </a:extLst>
          </p:cNvPr>
          <p:cNvSpPr>
            <a:spLocks noGrp="1"/>
          </p:cNvSpPr>
          <p:nvPr>
            <p:ph idx="1"/>
          </p:nvPr>
        </p:nvSpPr>
        <p:spPr>
          <a:xfrm>
            <a:off x="17780" y="585760"/>
            <a:ext cx="3661623" cy="5947119"/>
          </a:xfrm>
        </p:spPr>
        <p:txBody>
          <a:bodyPr/>
          <a:lstStyle/>
          <a:p>
            <a:pPr>
              <a:lnSpc>
                <a:spcPct val="110000"/>
              </a:lnSpc>
              <a:spcAft>
                <a:spcPct val="30000"/>
              </a:spcAft>
            </a:pPr>
            <a:r>
              <a:rPr lang="zh-CN" altLang="en-US" sz="2800" dirty="0"/>
              <a:t>带使能、异步清零、同步置数四位同步二进制计数器</a:t>
            </a:r>
          </a:p>
          <a:p>
            <a:pPr lvl="1">
              <a:lnSpc>
                <a:spcPct val="110000"/>
              </a:lnSpc>
            </a:pPr>
            <a:r>
              <a:rPr lang="en-US" altLang="zh-CN" dirty="0"/>
              <a:t>Q</a:t>
            </a:r>
            <a:r>
              <a:rPr lang="en-US" altLang="zh-CN" sz="1600" dirty="0"/>
              <a:t>3</a:t>
            </a:r>
            <a:r>
              <a:rPr lang="en-US" altLang="zh-CN" dirty="0"/>
              <a:t>~Q</a:t>
            </a:r>
            <a:r>
              <a:rPr lang="en-US" altLang="zh-CN" sz="1600" dirty="0"/>
              <a:t>0</a:t>
            </a:r>
            <a:r>
              <a:rPr lang="en-US" altLang="zh-CN" dirty="0"/>
              <a:t>: </a:t>
            </a:r>
            <a:r>
              <a:rPr lang="zh-CN" altLang="en-US" dirty="0"/>
              <a:t>计数输出，</a:t>
            </a:r>
            <a:r>
              <a:rPr lang="en-US" altLang="zh-CN" dirty="0"/>
              <a:t>Q</a:t>
            </a:r>
            <a:r>
              <a:rPr lang="en-US" altLang="zh-CN" sz="1600" dirty="0"/>
              <a:t>0</a:t>
            </a:r>
            <a:r>
              <a:rPr lang="zh-CN" altLang="en-US" dirty="0"/>
              <a:t>为最低位</a:t>
            </a:r>
          </a:p>
          <a:p>
            <a:pPr lvl="1">
              <a:lnSpc>
                <a:spcPct val="110000"/>
              </a:lnSpc>
            </a:pPr>
            <a:r>
              <a:rPr lang="en-US" altLang="zh-CN" dirty="0"/>
              <a:t>TC: </a:t>
            </a:r>
            <a:r>
              <a:rPr lang="zh-CN" altLang="en-US" dirty="0"/>
              <a:t>进位输出</a:t>
            </a:r>
          </a:p>
          <a:p>
            <a:pPr lvl="1">
              <a:lnSpc>
                <a:spcPct val="110000"/>
              </a:lnSpc>
            </a:pPr>
            <a:r>
              <a:rPr lang="en-US" altLang="zh-CN" dirty="0"/>
              <a:t>CEP, CET: </a:t>
            </a:r>
            <a:r>
              <a:rPr lang="zh-CN" altLang="en-US" dirty="0"/>
              <a:t>计数使能</a:t>
            </a:r>
          </a:p>
          <a:p>
            <a:pPr lvl="1">
              <a:lnSpc>
                <a:spcPct val="110000"/>
              </a:lnSpc>
            </a:pPr>
            <a:r>
              <a:rPr lang="en-US" altLang="zh-CN" dirty="0"/>
              <a:t>CR:</a:t>
            </a:r>
            <a:r>
              <a:rPr lang="en-US" altLang="zh-CN" sz="1600" dirty="0"/>
              <a:t> </a:t>
            </a:r>
            <a:r>
              <a:rPr lang="zh-CN" altLang="en-US" dirty="0"/>
              <a:t>异步清零</a:t>
            </a:r>
            <a:endParaRPr lang="en-US" altLang="zh-CN" dirty="0"/>
          </a:p>
          <a:p>
            <a:pPr lvl="1">
              <a:lnSpc>
                <a:spcPct val="110000"/>
              </a:lnSpc>
            </a:pPr>
            <a:r>
              <a:rPr lang="en-US" altLang="zh-CN" dirty="0"/>
              <a:t>PE: </a:t>
            </a:r>
            <a:r>
              <a:rPr lang="zh-CN" altLang="en-US" dirty="0"/>
              <a:t>同步置数</a:t>
            </a:r>
          </a:p>
          <a:p>
            <a:pPr lvl="1">
              <a:lnSpc>
                <a:spcPct val="110000"/>
              </a:lnSpc>
            </a:pPr>
            <a:r>
              <a:rPr lang="en-US" altLang="zh-CN" dirty="0"/>
              <a:t>D</a:t>
            </a:r>
            <a:r>
              <a:rPr lang="en-US" altLang="zh-CN" sz="1600" dirty="0"/>
              <a:t>3</a:t>
            </a:r>
            <a:r>
              <a:rPr lang="en-US" altLang="zh-CN" dirty="0"/>
              <a:t>~D</a:t>
            </a:r>
            <a:r>
              <a:rPr lang="en-US" altLang="zh-CN" sz="1600" dirty="0"/>
              <a:t>0</a:t>
            </a:r>
            <a:r>
              <a:rPr lang="en-US" altLang="zh-CN" dirty="0"/>
              <a:t>: </a:t>
            </a:r>
            <a:r>
              <a:rPr lang="zh-CN" altLang="en-US" dirty="0"/>
              <a:t>置数输入，</a:t>
            </a:r>
            <a:r>
              <a:rPr lang="en-US" altLang="zh-CN" dirty="0"/>
              <a:t>D</a:t>
            </a:r>
            <a:r>
              <a:rPr lang="en-US" altLang="zh-CN" sz="1600" dirty="0"/>
              <a:t>0</a:t>
            </a:r>
            <a:r>
              <a:rPr lang="zh-CN" altLang="en-US" dirty="0"/>
              <a:t>为最低位</a:t>
            </a:r>
          </a:p>
          <a:p>
            <a:endParaRPr kumimoji="1" lang="zh-CN" altLang="en-US" dirty="0"/>
          </a:p>
        </p:txBody>
      </p:sp>
      <p:sp>
        <p:nvSpPr>
          <p:cNvPr id="4" name="页脚占位符 3">
            <a:extLst>
              <a:ext uri="{FF2B5EF4-FFF2-40B4-BE49-F238E27FC236}">
                <a16:creationId xmlns:a16="http://schemas.microsoft.com/office/drawing/2014/main" id="{4DFA01F0-FE71-ABBA-6C81-D3E695A2542A}"/>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2C06B3B4-4632-E55D-773B-FF3C8489ED29}"/>
              </a:ext>
            </a:extLst>
          </p:cNvPr>
          <p:cNvSpPr>
            <a:spLocks noGrp="1"/>
          </p:cNvSpPr>
          <p:nvPr>
            <p:ph type="sldNum" sz="quarter" idx="12"/>
          </p:nvPr>
        </p:nvSpPr>
        <p:spPr/>
        <p:txBody>
          <a:bodyPr/>
          <a:lstStyle/>
          <a:p>
            <a:fld id="{9E260BC5-5BF3-8746-862B-DC45E9CAA88B}" type="slidenum">
              <a:rPr lang="en-US" smtClean="0"/>
              <a:pPr/>
              <a:t>9</a:t>
            </a:fld>
            <a:r>
              <a:rPr lang="en-US" altLang="zh-CN" dirty="0"/>
              <a:t>/34</a:t>
            </a:r>
            <a:endParaRPr lang="en-US" dirty="0"/>
          </a:p>
        </p:txBody>
      </p:sp>
      <p:grpSp>
        <p:nvGrpSpPr>
          <p:cNvPr id="6" name="Group 2">
            <a:extLst>
              <a:ext uri="{FF2B5EF4-FFF2-40B4-BE49-F238E27FC236}">
                <a16:creationId xmlns:a16="http://schemas.microsoft.com/office/drawing/2014/main" id="{39045A09-5DC8-23CA-231F-E457D3B77832}"/>
              </a:ext>
            </a:extLst>
          </p:cNvPr>
          <p:cNvGrpSpPr>
            <a:grpSpLocks/>
          </p:cNvGrpSpPr>
          <p:nvPr/>
        </p:nvGrpSpPr>
        <p:grpSpPr bwMode="auto">
          <a:xfrm>
            <a:off x="4393543" y="3846829"/>
            <a:ext cx="4521200" cy="479425"/>
            <a:chOff x="2516" y="2674"/>
            <a:chExt cx="2848" cy="302"/>
          </a:xfrm>
        </p:grpSpPr>
        <p:sp>
          <p:nvSpPr>
            <p:cNvPr id="7" name="Text Box 3">
              <a:extLst>
                <a:ext uri="{FF2B5EF4-FFF2-40B4-BE49-F238E27FC236}">
                  <a16:creationId xmlns:a16="http://schemas.microsoft.com/office/drawing/2014/main" id="{9D3FF4A6-6121-5B64-406D-DB64B55268D6}"/>
                </a:ext>
              </a:extLst>
            </p:cNvPr>
            <p:cNvSpPr txBox="1">
              <a:spLocks noChangeArrowheads="1"/>
            </p:cNvSpPr>
            <p:nvPr/>
          </p:nvSpPr>
          <p:spPr bwMode="auto">
            <a:xfrm>
              <a:off x="2902" y="268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0</a:t>
              </a:r>
            </a:p>
          </p:txBody>
        </p:sp>
        <p:sp>
          <p:nvSpPr>
            <p:cNvPr id="8" name="Text Box 4">
              <a:extLst>
                <a:ext uri="{FF2B5EF4-FFF2-40B4-BE49-F238E27FC236}">
                  <a16:creationId xmlns:a16="http://schemas.microsoft.com/office/drawing/2014/main" id="{4D917AA4-C048-F942-4EAE-5FC3CF6A255D}"/>
                </a:ext>
              </a:extLst>
            </p:cNvPr>
            <p:cNvSpPr txBox="1">
              <a:spLocks noChangeArrowheads="1"/>
            </p:cNvSpPr>
            <p:nvPr/>
          </p:nvSpPr>
          <p:spPr bwMode="auto">
            <a:xfrm>
              <a:off x="2516" y="267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x</a:t>
              </a:r>
            </a:p>
          </p:txBody>
        </p:sp>
        <p:sp>
          <p:nvSpPr>
            <p:cNvPr id="9" name="Text Box 5">
              <a:extLst>
                <a:ext uri="{FF2B5EF4-FFF2-40B4-BE49-F238E27FC236}">
                  <a16:creationId xmlns:a16="http://schemas.microsoft.com/office/drawing/2014/main" id="{8C5222DC-B52A-CBDD-6B11-1D639AF5BF54}"/>
                </a:ext>
              </a:extLst>
            </p:cNvPr>
            <p:cNvSpPr txBox="1">
              <a:spLocks noChangeArrowheads="1"/>
            </p:cNvSpPr>
            <p:nvPr/>
          </p:nvSpPr>
          <p:spPr bwMode="auto">
            <a:xfrm>
              <a:off x="3263" y="267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x</a:t>
              </a:r>
            </a:p>
          </p:txBody>
        </p:sp>
        <p:sp>
          <p:nvSpPr>
            <p:cNvPr id="10" name="Text Box 6">
              <a:extLst>
                <a:ext uri="{FF2B5EF4-FFF2-40B4-BE49-F238E27FC236}">
                  <a16:creationId xmlns:a16="http://schemas.microsoft.com/office/drawing/2014/main" id="{9D775534-A3A0-D11E-227D-585CFA7D4008}"/>
                </a:ext>
              </a:extLst>
            </p:cNvPr>
            <p:cNvSpPr txBox="1">
              <a:spLocks noChangeArrowheads="1"/>
            </p:cNvSpPr>
            <p:nvPr/>
          </p:nvSpPr>
          <p:spPr bwMode="auto">
            <a:xfrm>
              <a:off x="4476" y="2688"/>
              <a:ext cx="8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400"/>
                <a:t>异步清零</a:t>
              </a:r>
            </a:p>
          </p:txBody>
        </p:sp>
        <p:sp>
          <p:nvSpPr>
            <p:cNvPr id="11" name="Text Box 7">
              <a:extLst>
                <a:ext uri="{FF2B5EF4-FFF2-40B4-BE49-F238E27FC236}">
                  <a16:creationId xmlns:a16="http://schemas.microsoft.com/office/drawing/2014/main" id="{A2522EBB-F22A-0D98-AD30-A4183DC77241}"/>
                </a:ext>
              </a:extLst>
            </p:cNvPr>
            <p:cNvSpPr txBox="1">
              <a:spLocks noChangeArrowheads="1"/>
            </p:cNvSpPr>
            <p:nvPr/>
          </p:nvSpPr>
          <p:spPr bwMode="auto">
            <a:xfrm>
              <a:off x="3639" y="267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x</a:t>
              </a:r>
            </a:p>
          </p:txBody>
        </p:sp>
        <p:sp>
          <p:nvSpPr>
            <p:cNvPr id="12" name="Text Box 8">
              <a:extLst>
                <a:ext uri="{FF2B5EF4-FFF2-40B4-BE49-F238E27FC236}">
                  <a16:creationId xmlns:a16="http://schemas.microsoft.com/office/drawing/2014/main" id="{67FD2FB2-8FE2-0B56-BDEE-6D907032D301}"/>
                </a:ext>
              </a:extLst>
            </p:cNvPr>
            <p:cNvSpPr txBox="1">
              <a:spLocks noChangeArrowheads="1"/>
            </p:cNvSpPr>
            <p:nvPr/>
          </p:nvSpPr>
          <p:spPr bwMode="auto">
            <a:xfrm>
              <a:off x="3965" y="267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x</a:t>
              </a:r>
            </a:p>
          </p:txBody>
        </p:sp>
      </p:grpSp>
      <p:grpSp>
        <p:nvGrpSpPr>
          <p:cNvPr id="13" name="Group 9">
            <a:extLst>
              <a:ext uri="{FF2B5EF4-FFF2-40B4-BE49-F238E27FC236}">
                <a16:creationId xmlns:a16="http://schemas.microsoft.com/office/drawing/2014/main" id="{2BD370DF-2010-D44B-EE0F-4D0843A6F78F}"/>
              </a:ext>
            </a:extLst>
          </p:cNvPr>
          <p:cNvGrpSpPr>
            <a:grpSpLocks/>
          </p:cNvGrpSpPr>
          <p:nvPr/>
        </p:nvGrpSpPr>
        <p:grpSpPr bwMode="auto">
          <a:xfrm>
            <a:off x="4568168" y="4229417"/>
            <a:ext cx="4335463" cy="479425"/>
            <a:chOff x="2626" y="2915"/>
            <a:chExt cx="2731" cy="302"/>
          </a:xfrm>
        </p:grpSpPr>
        <p:sp>
          <p:nvSpPr>
            <p:cNvPr id="14" name="Text Box 10">
              <a:extLst>
                <a:ext uri="{FF2B5EF4-FFF2-40B4-BE49-F238E27FC236}">
                  <a16:creationId xmlns:a16="http://schemas.microsoft.com/office/drawing/2014/main" id="{05730E82-0D2A-97DF-56C1-86C7DC568EFA}"/>
                </a:ext>
              </a:extLst>
            </p:cNvPr>
            <p:cNvSpPr txBox="1">
              <a:spLocks noChangeArrowheads="1"/>
            </p:cNvSpPr>
            <p:nvPr/>
          </p:nvSpPr>
          <p:spPr bwMode="auto">
            <a:xfrm>
              <a:off x="3269" y="2929"/>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0</a:t>
              </a:r>
            </a:p>
          </p:txBody>
        </p:sp>
        <p:sp>
          <p:nvSpPr>
            <p:cNvPr id="15" name="Text Box 11">
              <a:extLst>
                <a:ext uri="{FF2B5EF4-FFF2-40B4-BE49-F238E27FC236}">
                  <a16:creationId xmlns:a16="http://schemas.microsoft.com/office/drawing/2014/main" id="{4DA0138D-B5CA-0546-720F-303FAE7FBCAD}"/>
                </a:ext>
              </a:extLst>
            </p:cNvPr>
            <p:cNvSpPr txBox="1">
              <a:spLocks noChangeArrowheads="1"/>
            </p:cNvSpPr>
            <p:nvPr/>
          </p:nvSpPr>
          <p:spPr bwMode="auto">
            <a:xfrm>
              <a:off x="2902" y="2929"/>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1</a:t>
              </a:r>
            </a:p>
          </p:txBody>
        </p:sp>
        <p:sp>
          <p:nvSpPr>
            <p:cNvPr id="16" name="Text Box 12">
              <a:extLst>
                <a:ext uri="{FF2B5EF4-FFF2-40B4-BE49-F238E27FC236}">
                  <a16:creationId xmlns:a16="http://schemas.microsoft.com/office/drawing/2014/main" id="{5D850C61-C300-3C12-0DF7-DF66DA88BE72}"/>
                </a:ext>
              </a:extLst>
            </p:cNvPr>
            <p:cNvSpPr txBox="1">
              <a:spLocks noChangeArrowheads="1"/>
            </p:cNvSpPr>
            <p:nvPr/>
          </p:nvSpPr>
          <p:spPr bwMode="auto">
            <a:xfrm>
              <a:off x="4469" y="2922"/>
              <a:ext cx="8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400"/>
                <a:t>同步置数</a:t>
              </a:r>
            </a:p>
          </p:txBody>
        </p:sp>
        <p:sp>
          <p:nvSpPr>
            <p:cNvPr id="17" name="Line 13">
              <a:extLst>
                <a:ext uri="{FF2B5EF4-FFF2-40B4-BE49-F238E27FC236}">
                  <a16:creationId xmlns:a16="http://schemas.microsoft.com/office/drawing/2014/main" id="{6A6B4700-9DB2-4776-E562-B80A6F4FEFEC}"/>
                </a:ext>
              </a:extLst>
            </p:cNvPr>
            <p:cNvSpPr>
              <a:spLocks noChangeShapeType="1"/>
            </p:cNvSpPr>
            <p:nvPr/>
          </p:nvSpPr>
          <p:spPr bwMode="auto">
            <a:xfrm flipV="1">
              <a:off x="2626" y="2999"/>
              <a:ext cx="0" cy="173"/>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8" name="Text Box 14">
              <a:extLst>
                <a:ext uri="{FF2B5EF4-FFF2-40B4-BE49-F238E27FC236}">
                  <a16:creationId xmlns:a16="http://schemas.microsoft.com/office/drawing/2014/main" id="{BB98E7DC-A014-BF8D-CB3B-36F7A86E1BD6}"/>
                </a:ext>
              </a:extLst>
            </p:cNvPr>
            <p:cNvSpPr txBox="1">
              <a:spLocks noChangeArrowheads="1"/>
            </p:cNvSpPr>
            <p:nvPr/>
          </p:nvSpPr>
          <p:spPr bwMode="auto">
            <a:xfrm>
              <a:off x="3625" y="291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x</a:t>
              </a:r>
            </a:p>
          </p:txBody>
        </p:sp>
        <p:sp>
          <p:nvSpPr>
            <p:cNvPr id="19" name="Text Box 15">
              <a:extLst>
                <a:ext uri="{FF2B5EF4-FFF2-40B4-BE49-F238E27FC236}">
                  <a16:creationId xmlns:a16="http://schemas.microsoft.com/office/drawing/2014/main" id="{D02C50DF-B36A-9B2A-72CC-B4E0BA000517}"/>
                </a:ext>
              </a:extLst>
            </p:cNvPr>
            <p:cNvSpPr txBox="1">
              <a:spLocks noChangeArrowheads="1"/>
            </p:cNvSpPr>
            <p:nvPr/>
          </p:nvSpPr>
          <p:spPr bwMode="auto">
            <a:xfrm>
              <a:off x="3961" y="291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x</a:t>
              </a:r>
            </a:p>
          </p:txBody>
        </p:sp>
      </p:grpSp>
      <p:grpSp>
        <p:nvGrpSpPr>
          <p:cNvPr id="20" name="Group 16">
            <a:extLst>
              <a:ext uri="{FF2B5EF4-FFF2-40B4-BE49-F238E27FC236}">
                <a16:creationId xmlns:a16="http://schemas.microsoft.com/office/drawing/2014/main" id="{490E6386-8905-D001-5E7A-19153A2CF182}"/>
              </a:ext>
            </a:extLst>
          </p:cNvPr>
          <p:cNvGrpSpPr>
            <a:grpSpLocks/>
          </p:cNvGrpSpPr>
          <p:nvPr/>
        </p:nvGrpSpPr>
        <p:grpSpPr bwMode="auto">
          <a:xfrm>
            <a:off x="4531656" y="5489892"/>
            <a:ext cx="4075112" cy="492125"/>
            <a:chOff x="2603" y="3709"/>
            <a:chExt cx="2567" cy="310"/>
          </a:xfrm>
        </p:grpSpPr>
        <p:sp>
          <p:nvSpPr>
            <p:cNvPr id="21" name="Text Box 17">
              <a:extLst>
                <a:ext uri="{FF2B5EF4-FFF2-40B4-BE49-F238E27FC236}">
                  <a16:creationId xmlns:a16="http://schemas.microsoft.com/office/drawing/2014/main" id="{ACF75B9E-06C4-78E9-063D-856E52CC14C9}"/>
                </a:ext>
              </a:extLst>
            </p:cNvPr>
            <p:cNvSpPr txBox="1">
              <a:spLocks noChangeArrowheads="1"/>
            </p:cNvSpPr>
            <p:nvPr/>
          </p:nvSpPr>
          <p:spPr bwMode="auto">
            <a:xfrm>
              <a:off x="2902" y="3731"/>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1</a:t>
              </a:r>
            </a:p>
          </p:txBody>
        </p:sp>
        <p:sp>
          <p:nvSpPr>
            <p:cNvPr id="22" name="Text Box 18">
              <a:extLst>
                <a:ext uri="{FF2B5EF4-FFF2-40B4-BE49-F238E27FC236}">
                  <a16:creationId xmlns:a16="http://schemas.microsoft.com/office/drawing/2014/main" id="{EBB52C55-DF55-0EBB-9733-6D6125F9898B}"/>
                </a:ext>
              </a:extLst>
            </p:cNvPr>
            <p:cNvSpPr txBox="1">
              <a:spLocks noChangeArrowheads="1"/>
            </p:cNvSpPr>
            <p:nvPr/>
          </p:nvSpPr>
          <p:spPr bwMode="auto">
            <a:xfrm>
              <a:off x="3259" y="3731"/>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1</a:t>
              </a:r>
            </a:p>
          </p:txBody>
        </p:sp>
        <p:sp>
          <p:nvSpPr>
            <p:cNvPr id="23" name="Text Box 19">
              <a:extLst>
                <a:ext uri="{FF2B5EF4-FFF2-40B4-BE49-F238E27FC236}">
                  <a16:creationId xmlns:a16="http://schemas.microsoft.com/office/drawing/2014/main" id="{09291A10-E989-61F0-B49F-81875B15C4C5}"/>
                </a:ext>
              </a:extLst>
            </p:cNvPr>
            <p:cNvSpPr txBox="1">
              <a:spLocks noChangeArrowheads="1"/>
            </p:cNvSpPr>
            <p:nvPr/>
          </p:nvSpPr>
          <p:spPr bwMode="auto">
            <a:xfrm>
              <a:off x="4670" y="3709"/>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400"/>
                <a:t>计数</a:t>
              </a:r>
            </a:p>
          </p:txBody>
        </p:sp>
        <p:sp>
          <p:nvSpPr>
            <p:cNvPr id="24" name="Line 20">
              <a:extLst>
                <a:ext uri="{FF2B5EF4-FFF2-40B4-BE49-F238E27FC236}">
                  <a16:creationId xmlns:a16="http://schemas.microsoft.com/office/drawing/2014/main" id="{6CF99A74-4532-6BEB-7314-C9530504B899}"/>
                </a:ext>
              </a:extLst>
            </p:cNvPr>
            <p:cNvSpPr>
              <a:spLocks noChangeShapeType="1"/>
            </p:cNvSpPr>
            <p:nvPr/>
          </p:nvSpPr>
          <p:spPr bwMode="auto">
            <a:xfrm flipV="1">
              <a:off x="2603" y="3770"/>
              <a:ext cx="0" cy="182"/>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5" name="Text Box 21">
              <a:extLst>
                <a:ext uri="{FF2B5EF4-FFF2-40B4-BE49-F238E27FC236}">
                  <a16:creationId xmlns:a16="http://schemas.microsoft.com/office/drawing/2014/main" id="{5B281662-3319-C8B0-C34A-2348BB67CE56}"/>
                </a:ext>
              </a:extLst>
            </p:cNvPr>
            <p:cNvSpPr txBox="1">
              <a:spLocks noChangeArrowheads="1"/>
            </p:cNvSpPr>
            <p:nvPr/>
          </p:nvSpPr>
          <p:spPr bwMode="auto">
            <a:xfrm>
              <a:off x="3621" y="372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1</a:t>
              </a:r>
            </a:p>
          </p:txBody>
        </p:sp>
        <p:sp>
          <p:nvSpPr>
            <p:cNvPr id="26" name="Text Box 22">
              <a:extLst>
                <a:ext uri="{FF2B5EF4-FFF2-40B4-BE49-F238E27FC236}">
                  <a16:creationId xmlns:a16="http://schemas.microsoft.com/office/drawing/2014/main" id="{5E9D3A21-A255-2C4A-B833-F39129A4F529}"/>
                </a:ext>
              </a:extLst>
            </p:cNvPr>
            <p:cNvSpPr txBox="1">
              <a:spLocks noChangeArrowheads="1"/>
            </p:cNvSpPr>
            <p:nvPr/>
          </p:nvSpPr>
          <p:spPr bwMode="auto">
            <a:xfrm>
              <a:off x="3961" y="372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1</a:t>
              </a:r>
            </a:p>
          </p:txBody>
        </p:sp>
      </p:grpSp>
      <p:grpSp>
        <p:nvGrpSpPr>
          <p:cNvPr id="27" name="Group 23">
            <a:extLst>
              <a:ext uri="{FF2B5EF4-FFF2-40B4-BE49-F238E27FC236}">
                <a16:creationId xmlns:a16="http://schemas.microsoft.com/office/drawing/2014/main" id="{734DD822-98A7-CA50-63DF-C37B479218EA}"/>
              </a:ext>
            </a:extLst>
          </p:cNvPr>
          <p:cNvGrpSpPr>
            <a:grpSpLocks/>
          </p:cNvGrpSpPr>
          <p:nvPr/>
        </p:nvGrpSpPr>
        <p:grpSpPr bwMode="auto">
          <a:xfrm>
            <a:off x="4390368" y="4626292"/>
            <a:ext cx="4217988" cy="931862"/>
            <a:chOff x="2514" y="3165"/>
            <a:chExt cx="2657" cy="587"/>
          </a:xfrm>
        </p:grpSpPr>
        <p:sp>
          <p:nvSpPr>
            <p:cNvPr id="28" name="Text Box 24">
              <a:extLst>
                <a:ext uri="{FF2B5EF4-FFF2-40B4-BE49-F238E27FC236}">
                  <a16:creationId xmlns:a16="http://schemas.microsoft.com/office/drawing/2014/main" id="{D8F63429-D073-3F15-E336-4BE61775F28F}"/>
                </a:ext>
              </a:extLst>
            </p:cNvPr>
            <p:cNvSpPr txBox="1">
              <a:spLocks noChangeArrowheads="1"/>
            </p:cNvSpPr>
            <p:nvPr/>
          </p:nvSpPr>
          <p:spPr bwMode="auto">
            <a:xfrm>
              <a:off x="2516" y="316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x</a:t>
              </a:r>
            </a:p>
          </p:txBody>
        </p:sp>
        <p:sp>
          <p:nvSpPr>
            <p:cNvPr id="29" name="Text Box 25">
              <a:extLst>
                <a:ext uri="{FF2B5EF4-FFF2-40B4-BE49-F238E27FC236}">
                  <a16:creationId xmlns:a16="http://schemas.microsoft.com/office/drawing/2014/main" id="{2BFAF734-9DFE-EB6C-DAEF-230CBD1432CF}"/>
                </a:ext>
              </a:extLst>
            </p:cNvPr>
            <p:cNvSpPr txBox="1">
              <a:spLocks noChangeArrowheads="1"/>
            </p:cNvSpPr>
            <p:nvPr/>
          </p:nvSpPr>
          <p:spPr bwMode="auto">
            <a:xfrm>
              <a:off x="2902" y="318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1</a:t>
              </a:r>
            </a:p>
          </p:txBody>
        </p:sp>
        <p:sp>
          <p:nvSpPr>
            <p:cNvPr id="30" name="Text Box 26">
              <a:extLst>
                <a:ext uri="{FF2B5EF4-FFF2-40B4-BE49-F238E27FC236}">
                  <a16:creationId xmlns:a16="http://schemas.microsoft.com/office/drawing/2014/main" id="{9C7973C8-1B36-4238-C810-7BF1AF40C08D}"/>
                </a:ext>
              </a:extLst>
            </p:cNvPr>
            <p:cNvSpPr txBox="1">
              <a:spLocks noChangeArrowheads="1"/>
            </p:cNvSpPr>
            <p:nvPr/>
          </p:nvSpPr>
          <p:spPr bwMode="auto">
            <a:xfrm>
              <a:off x="3263" y="318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1</a:t>
              </a:r>
            </a:p>
          </p:txBody>
        </p:sp>
        <p:sp>
          <p:nvSpPr>
            <p:cNvPr id="31" name="Text Box 27">
              <a:extLst>
                <a:ext uri="{FF2B5EF4-FFF2-40B4-BE49-F238E27FC236}">
                  <a16:creationId xmlns:a16="http://schemas.microsoft.com/office/drawing/2014/main" id="{D57E7723-F9AE-1F11-7179-9700DA456979}"/>
                </a:ext>
              </a:extLst>
            </p:cNvPr>
            <p:cNvSpPr txBox="1">
              <a:spLocks noChangeArrowheads="1"/>
            </p:cNvSpPr>
            <p:nvPr/>
          </p:nvSpPr>
          <p:spPr bwMode="auto">
            <a:xfrm>
              <a:off x="2514" y="3437"/>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x</a:t>
              </a:r>
            </a:p>
          </p:txBody>
        </p:sp>
        <p:sp>
          <p:nvSpPr>
            <p:cNvPr id="32" name="Text Box 28">
              <a:extLst>
                <a:ext uri="{FF2B5EF4-FFF2-40B4-BE49-F238E27FC236}">
                  <a16:creationId xmlns:a16="http://schemas.microsoft.com/office/drawing/2014/main" id="{BE63FBAC-1F87-5F90-DB1C-BCF237A9335E}"/>
                </a:ext>
              </a:extLst>
            </p:cNvPr>
            <p:cNvSpPr txBox="1">
              <a:spLocks noChangeArrowheads="1"/>
            </p:cNvSpPr>
            <p:nvPr/>
          </p:nvSpPr>
          <p:spPr bwMode="auto">
            <a:xfrm>
              <a:off x="2902" y="346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1</a:t>
              </a:r>
            </a:p>
          </p:txBody>
        </p:sp>
        <p:sp>
          <p:nvSpPr>
            <p:cNvPr id="33" name="Text Box 29">
              <a:extLst>
                <a:ext uri="{FF2B5EF4-FFF2-40B4-BE49-F238E27FC236}">
                  <a16:creationId xmlns:a16="http://schemas.microsoft.com/office/drawing/2014/main" id="{0700575C-C07C-3D3C-3F2A-2D886D3DB709}"/>
                </a:ext>
              </a:extLst>
            </p:cNvPr>
            <p:cNvSpPr txBox="1">
              <a:spLocks noChangeArrowheads="1"/>
            </p:cNvSpPr>
            <p:nvPr/>
          </p:nvSpPr>
          <p:spPr bwMode="auto">
            <a:xfrm>
              <a:off x="3259" y="346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1</a:t>
              </a:r>
            </a:p>
          </p:txBody>
        </p:sp>
        <p:sp>
          <p:nvSpPr>
            <p:cNvPr id="34" name="Text Box 30">
              <a:extLst>
                <a:ext uri="{FF2B5EF4-FFF2-40B4-BE49-F238E27FC236}">
                  <a16:creationId xmlns:a16="http://schemas.microsoft.com/office/drawing/2014/main" id="{9E059F28-8608-240E-C394-21FD95AF4ACF}"/>
                </a:ext>
              </a:extLst>
            </p:cNvPr>
            <p:cNvSpPr txBox="1">
              <a:spLocks noChangeArrowheads="1"/>
            </p:cNvSpPr>
            <p:nvPr/>
          </p:nvSpPr>
          <p:spPr bwMode="auto">
            <a:xfrm>
              <a:off x="3621" y="319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0</a:t>
              </a:r>
            </a:p>
          </p:txBody>
        </p:sp>
        <p:sp>
          <p:nvSpPr>
            <p:cNvPr id="35" name="Text Box 31">
              <a:extLst>
                <a:ext uri="{FF2B5EF4-FFF2-40B4-BE49-F238E27FC236}">
                  <a16:creationId xmlns:a16="http://schemas.microsoft.com/office/drawing/2014/main" id="{F683B2B5-AADE-D6DF-546E-F0FBBE6707EF}"/>
                </a:ext>
              </a:extLst>
            </p:cNvPr>
            <p:cNvSpPr txBox="1">
              <a:spLocks noChangeArrowheads="1"/>
            </p:cNvSpPr>
            <p:nvPr/>
          </p:nvSpPr>
          <p:spPr bwMode="auto">
            <a:xfrm>
              <a:off x="3961" y="3181"/>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x</a:t>
              </a:r>
            </a:p>
          </p:txBody>
        </p:sp>
        <p:sp>
          <p:nvSpPr>
            <p:cNvPr id="36" name="Text Box 32">
              <a:extLst>
                <a:ext uri="{FF2B5EF4-FFF2-40B4-BE49-F238E27FC236}">
                  <a16:creationId xmlns:a16="http://schemas.microsoft.com/office/drawing/2014/main" id="{A7F20148-A641-644F-1350-70157E256709}"/>
                </a:ext>
              </a:extLst>
            </p:cNvPr>
            <p:cNvSpPr txBox="1">
              <a:spLocks noChangeArrowheads="1"/>
            </p:cNvSpPr>
            <p:nvPr/>
          </p:nvSpPr>
          <p:spPr bwMode="auto">
            <a:xfrm>
              <a:off x="3621" y="346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x</a:t>
              </a:r>
            </a:p>
          </p:txBody>
        </p:sp>
        <p:sp>
          <p:nvSpPr>
            <p:cNvPr id="37" name="Text Box 33">
              <a:extLst>
                <a:ext uri="{FF2B5EF4-FFF2-40B4-BE49-F238E27FC236}">
                  <a16:creationId xmlns:a16="http://schemas.microsoft.com/office/drawing/2014/main" id="{E0E5260D-C4FF-9A32-03EE-279468F69DF4}"/>
                </a:ext>
              </a:extLst>
            </p:cNvPr>
            <p:cNvSpPr txBox="1">
              <a:spLocks noChangeArrowheads="1"/>
            </p:cNvSpPr>
            <p:nvPr/>
          </p:nvSpPr>
          <p:spPr bwMode="auto">
            <a:xfrm>
              <a:off x="3961" y="346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0</a:t>
              </a:r>
            </a:p>
          </p:txBody>
        </p:sp>
        <p:sp>
          <p:nvSpPr>
            <p:cNvPr id="38" name="Text Box 34">
              <a:extLst>
                <a:ext uri="{FF2B5EF4-FFF2-40B4-BE49-F238E27FC236}">
                  <a16:creationId xmlns:a16="http://schemas.microsoft.com/office/drawing/2014/main" id="{8E2EA3E8-AC9D-545F-EC21-661DDC2B5F81}"/>
                </a:ext>
              </a:extLst>
            </p:cNvPr>
            <p:cNvSpPr txBox="1">
              <a:spLocks noChangeArrowheads="1"/>
            </p:cNvSpPr>
            <p:nvPr/>
          </p:nvSpPr>
          <p:spPr bwMode="auto">
            <a:xfrm>
              <a:off x="4669" y="3317"/>
              <a:ext cx="5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400"/>
                <a:t>保持</a:t>
              </a:r>
              <a:endParaRPr kumimoji="1" lang="en-US" altLang="zh-CN" sz="2400"/>
            </a:p>
          </p:txBody>
        </p:sp>
      </p:grpSp>
      <p:sp>
        <p:nvSpPr>
          <p:cNvPr id="39" name="Text Box 37">
            <a:extLst>
              <a:ext uri="{FF2B5EF4-FFF2-40B4-BE49-F238E27FC236}">
                <a16:creationId xmlns:a16="http://schemas.microsoft.com/office/drawing/2014/main" id="{F0F2E0C7-67D4-CD5A-8258-96DE7BD5F339}"/>
              </a:ext>
            </a:extLst>
          </p:cNvPr>
          <p:cNvSpPr txBox="1">
            <a:spLocks noChangeArrowheads="1"/>
          </p:cNvSpPr>
          <p:nvPr/>
        </p:nvSpPr>
        <p:spPr bwMode="auto">
          <a:xfrm>
            <a:off x="8319431" y="1119504"/>
            <a:ext cx="612775"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Aft>
                <a:spcPct val="0"/>
              </a:spcAft>
              <a:buFontTx/>
              <a:buNone/>
            </a:pPr>
            <a:r>
              <a:rPr lang="zh-CN" altLang="en-US" sz="2400">
                <a:latin typeface="Arial" panose="020B0604020202020204" pitchFamily="34" charset="0"/>
              </a:rPr>
              <a:t>逻</a:t>
            </a:r>
          </a:p>
          <a:p>
            <a:pPr algn="ctr" eaLnBrk="1" hangingPunct="1">
              <a:lnSpc>
                <a:spcPct val="90000"/>
              </a:lnSpc>
              <a:spcAft>
                <a:spcPct val="0"/>
              </a:spcAft>
              <a:buFontTx/>
              <a:buNone/>
            </a:pPr>
            <a:r>
              <a:rPr lang="zh-CN" altLang="en-US" sz="2400">
                <a:latin typeface="Arial" panose="020B0604020202020204" pitchFamily="34" charset="0"/>
              </a:rPr>
              <a:t>辑</a:t>
            </a:r>
          </a:p>
          <a:p>
            <a:pPr algn="ctr" eaLnBrk="1" hangingPunct="1">
              <a:lnSpc>
                <a:spcPct val="90000"/>
              </a:lnSpc>
              <a:spcAft>
                <a:spcPct val="0"/>
              </a:spcAft>
              <a:buFontTx/>
              <a:buNone/>
            </a:pPr>
            <a:r>
              <a:rPr lang="zh-CN" altLang="en-US" sz="2400">
                <a:latin typeface="Arial" panose="020B0604020202020204" pitchFamily="34" charset="0"/>
              </a:rPr>
              <a:t>符</a:t>
            </a:r>
          </a:p>
          <a:p>
            <a:pPr algn="ctr" eaLnBrk="1" hangingPunct="1">
              <a:lnSpc>
                <a:spcPct val="90000"/>
              </a:lnSpc>
              <a:spcAft>
                <a:spcPct val="0"/>
              </a:spcAft>
              <a:buFontTx/>
              <a:buNone/>
            </a:pPr>
            <a:r>
              <a:rPr lang="zh-CN" altLang="en-US" sz="2400">
                <a:latin typeface="Arial" panose="020B0604020202020204" pitchFamily="34" charset="0"/>
              </a:rPr>
              <a:t>号</a:t>
            </a:r>
          </a:p>
        </p:txBody>
      </p:sp>
      <p:sp>
        <p:nvSpPr>
          <p:cNvPr id="40" name="Text Box 39">
            <a:extLst>
              <a:ext uri="{FF2B5EF4-FFF2-40B4-BE49-F238E27FC236}">
                <a16:creationId xmlns:a16="http://schemas.microsoft.com/office/drawing/2014/main" id="{29C889B1-EE62-61A0-CBDB-B7125F0B5677}"/>
              </a:ext>
            </a:extLst>
          </p:cNvPr>
          <p:cNvSpPr txBox="1">
            <a:spLocks noChangeArrowheads="1"/>
          </p:cNvSpPr>
          <p:nvPr/>
        </p:nvSpPr>
        <p:spPr bwMode="auto">
          <a:xfrm>
            <a:off x="5163481" y="1938654"/>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PE</a:t>
            </a:r>
          </a:p>
        </p:txBody>
      </p:sp>
      <p:sp>
        <p:nvSpPr>
          <p:cNvPr id="41" name="Rectangle 40">
            <a:extLst>
              <a:ext uri="{FF2B5EF4-FFF2-40B4-BE49-F238E27FC236}">
                <a16:creationId xmlns:a16="http://schemas.microsoft.com/office/drawing/2014/main" id="{F11892BD-001D-0B4E-4F7D-B5D91C9D5CCB}"/>
              </a:ext>
            </a:extLst>
          </p:cNvPr>
          <p:cNvSpPr>
            <a:spLocks noChangeArrowheads="1"/>
          </p:cNvSpPr>
          <p:nvPr/>
        </p:nvSpPr>
        <p:spPr bwMode="auto">
          <a:xfrm>
            <a:off x="5152368" y="1176654"/>
            <a:ext cx="2806700" cy="1219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endParaRPr kumimoji="1" lang="zh-CN" altLang="en-US" sz="2400" b="0"/>
          </a:p>
        </p:txBody>
      </p:sp>
      <p:sp>
        <p:nvSpPr>
          <p:cNvPr id="42" name="Line 41">
            <a:extLst>
              <a:ext uri="{FF2B5EF4-FFF2-40B4-BE49-F238E27FC236}">
                <a16:creationId xmlns:a16="http://schemas.microsoft.com/office/drawing/2014/main" id="{9659651A-8437-0B5F-86DD-A8F43230AAC2}"/>
              </a:ext>
            </a:extLst>
          </p:cNvPr>
          <p:cNvSpPr>
            <a:spLocks noChangeShapeType="1"/>
          </p:cNvSpPr>
          <p:nvPr/>
        </p:nvSpPr>
        <p:spPr bwMode="auto">
          <a:xfrm flipV="1">
            <a:off x="5857218" y="870267"/>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42">
            <a:extLst>
              <a:ext uri="{FF2B5EF4-FFF2-40B4-BE49-F238E27FC236}">
                <a16:creationId xmlns:a16="http://schemas.microsoft.com/office/drawing/2014/main" id="{43D42400-CCDB-C679-A28B-A5760319C07F}"/>
              </a:ext>
            </a:extLst>
          </p:cNvPr>
          <p:cNvSpPr>
            <a:spLocks noChangeShapeType="1"/>
          </p:cNvSpPr>
          <p:nvPr/>
        </p:nvSpPr>
        <p:spPr bwMode="auto">
          <a:xfrm flipV="1">
            <a:off x="6269968" y="870267"/>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43">
            <a:extLst>
              <a:ext uri="{FF2B5EF4-FFF2-40B4-BE49-F238E27FC236}">
                <a16:creationId xmlns:a16="http://schemas.microsoft.com/office/drawing/2014/main" id="{A55E2110-B950-C9BB-2082-F7243F133747}"/>
              </a:ext>
            </a:extLst>
          </p:cNvPr>
          <p:cNvSpPr>
            <a:spLocks noChangeShapeType="1"/>
          </p:cNvSpPr>
          <p:nvPr/>
        </p:nvSpPr>
        <p:spPr bwMode="auto">
          <a:xfrm flipV="1">
            <a:off x="6693831" y="870267"/>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Line 44">
            <a:extLst>
              <a:ext uri="{FF2B5EF4-FFF2-40B4-BE49-F238E27FC236}">
                <a16:creationId xmlns:a16="http://schemas.microsoft.com/office/drawing/2014/main" id="{A9F8D2FA-A1E4-4E51-8916-4C957189BB2F}"/>
              </a:ext>
            </a:extLst>
          </p:cNvPr>
          <p:cNvSpPr>
            <a:spLocks noChangeShapeType="1"/>
          </p:cNvSpPr>
          <p:nvPr/>
        </p:nvSpPr>
        <p:spPr bwMode="auto">
          <a:xfrm flipV="1">
            <a:off x="7085943" y="870267"/>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Line 45">
            <a:extLst>
              <a:ext uri="{FF2B5EF4-FFF2-40B4-BE49-F238E27FC236}">
                <a16:creationId xmlns:a16="http://schemas.microsoft.com/office/drawing/2014/main" id="{988E689D-D053-B215-BFBC-9426E737EE41}"/>
              </a:ext>
            </a:extLst>
          </p:cNvPr>
          <p:cNvSpPr>
            <a:spLocks noChangeShapeType="1"/>
          </p:cNvSpPr>
          <p:nvPr/>
        </p:nvSpPr>
        <p:spPr bwMode="auto">
          <a:xfrm flipV="1">
            <a:off x="5866743" y="2403792"/>
            <a:ext cx="0" cy="2857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Line 46">
            <a:extLst>
              <a:ext uri="{FF2B5EF4-FFF2-40B4-BE49-F238E27FC236}">
                <a16:creationId xmlns:a16="http://schemas.microsoft.com/office/drawing/2014/main" id="{8AD4E8DA-0E7F-7A4F-0787-5BEDB67EF0E7}"/>
              </a:ext>
            </a:extLst>
          </p:cNvPr>
          <p:cNvSpPr>
            <a:spLocks noChangeShapeType="1"/>
          </p:cNvSpPr>
          <p:nvPr/>
        </p:nvSpPr>
        <p:spPr bwMode="auto">
          <a:xfrm flipV="1">
            <a:off x="6269968" y="2397442"/>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Line 47">
            <a:extLst>
              <a:ext uri="{FF2B5EF4-FFF2-40B4-BE49-F238E27FC236}">
                <a16:creationId xmlns:a16="http://schemas.microsoft.com/office/drawing/2014/main" id="{ED2D4CD0-52FE-EBF6-FE0C-44D26C166A66}"/>
              </a:ext>
            </a:extLst>
          </p:cNvPr>
          <p:cNvSpPr>
            <a:spLocks noChangeShapeType="1"/>
          </p:cNvSpPr>
          <p:nvPr/>
        </p:nvSpPr>
        <p:spPr bwMode="auto">
          <a:xfrm flipV="1">
            <a:off x="6693831" y="2397442"/>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48">
            <a:extLst>
              <a:ext uri="{FF2B5EF4-FFF2-40B4-BE49-F238E27FC236}">
                <a16:creationId xmlns:a16="http://schemas.microsoft.com/office/drawing/2014/main" id="{461820C0-2F66-56A7-9ECA-29370FCCC51E}"/>
              </a:ext>
            </a:extLst>
          </p:cNvPr>
          <p:cNvSpPr>
            <a:spLocks noChangeShapeType="1"/>
          </p:cNvSpPr>
          <p:nvPr/>
        </p:nvSpPr>
        <p:spPr bwMode="auto">
          <a:xfrm flipV="1">
            <a:off x="7085943" y="2397442"/>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49">
            <a:extLst>
              <a:ext uri="{FF2B5EF4-FFF2-40B4-BE49-F238E27FC236}">
                <a16:creationId xmlns:a16="http://schemas.microsoft.com/office/drawing/2014/main" id="{4C2A2A47-8F72-F4C8-3D7D-8286415148F4}"/>
              </a:ext>
            </a:extLst>
          </p:cNvPr>
          <p:cNvSpPr>
            <a:spLocks noChangeShapeType="1"/>
          </p:cNvSpPr>
          <p:nvPr/>
        </p:nvSpPr>
        <p:spPr bwMode="auto">
          <a:xfrm>
            <a:off x="7979706" y="1481454"/>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50">
            <a:extLst>
              <a:ext uri="{FF2B5EF4-FFF2-40B4-BE49-F238E27FC236}">
                <a16:creationId xmlns:a16="http://schemas.microsoft.com/office/drawing/2014/main" id="{150A31A5-5CC0-2729-3F4A-2859908304AC}"/>
              </a:ext>
            </a:extLst>
          </p:cNvPr>
          <p:cNvSpPr>
            <a:spLocks noChangeShapeType="1"/>
          </p:cNvSpPr>
          <p:nvPr/>
        </p:nvSpPr>
        <p:spPr bwMode="auto">
          <a:xfrm>
            <a:off x="7979706" y="1786254"/>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Line 51">
            <a:extLst>
              <a:ext uri="{FF2B5EF4-FFF2-40B4-BE49-F238E27FC236}">
                <a16:creationId xmlns:a16="http://schemas.microsoft.com/office/drawing/2014/main" id="{5A7D3304-F364-AAC1-722D-9D71DA7F1182}"/>
              </a:ext>
            </a:extLst>
          </p:cNvPr>
          <p:cNvSpPr>
            <a:spLocks noChangeShapeType="1"/>
          </p:cNvSpPr>
          <p:nvPr/>
        </p:nvSpPr>
        <p:spPr bwMode="auto">
          <a:xfrm>
            <a:off x="7979706" y="2091054"/>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3" name="Group 52">
            <a:extLst>
              <a:ext uri="{FF2B5EF4-FFF2-40B4-BE49-F238E27FC236}">
                <a16:creationId xmlns:a16="http://schemas.microsoft.com/office/drawing/2014/main" id="{1D01068E-F43D-4112-6C87-B7F06D86D4F2}"/>
              </a:ext>
            </a:extLst>
          </p:cNvPr>
          <p:cNvGrpSpPr>
            <a:grpSpLocks/>
          </p:cNvGrpSpPr>
          <p:nvPr/>
        </p:nvGrpSpPr>
        <p:grpSpPr bwMode="auto">
          <a:xfrm>
            <a:off x="4718981" y="1481454"/>
            <a:ext cx="436562" cy="609600"/>
            <a:chOff x="3130" y="1127"/>
            <a:chExt cx="206" cy="384"/>
          </a:xfrm>
        </p:grpSpPr>
        <p:sp>
          <p:nvSpPr>
            <p:cNvPr id="54" name="Line 53">
              <a:extLst>
                <a:ext uri="{FF2B5EF4-FFF2-40B4-BE49-F238E27FC236}">
                  <a16:creationId xmlns:a16="http://schemas.microsoft.com/office/drawing/2014/main" id="{176D5E1E-0449-3FD7-F659-177534F4CA02}"/>
                </a:ext>
              </a:extLst>
            </p:cNvPr>
            <p:cNvSpPr>
              <a:spLocks noChangeShapeType="1"/>
            </p:cNvSpPr>
            <p:nvPr/>
          </p:nvSpPr>
          <p:spPr bwMode="auto">
            <a:xfrm>
              <a:off x="3130" y="1127"/>
              <a:ext cx="20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Line 54">
              <a:extLst>
                <a:ext uri="{FF2B5EF4-FFF2-40B4-BE49-F238E27FC236}">
                  <a16:creationId xmlns:a16="http://schemas.microsoft.com/office/drawing/2014/main" id="{15EA76CE-41B8-F448-0CB3-97DD10037D0D}"/>
                </a:ext>
              </a:extLst>
            </p:cNvPr>
            <p:cNvSpPr>
              <a:spLocks noChangeShapeType="1"/>
            </p:cNvSpPr>
            <p:nvPr/>
          </p:nvSpPr>
          <p:spPr bwMode="auto">
            <a:xfrm>
              <a:off x="3136" y="1319"/>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Line 55">
              <a:extLst>
                <a:ext uri="{FF2B5EF4-FFF2-40B4-BE49-F238E27FC236}">
                  <a16:creationId xmlns:a16="http://schemas.microsoft.com/office/drawing/2014/main" id="{BE251A3D-18BA-C9BE-ED34-FB88AE032CD1}"/>
                </a:ext>
              </a:extLst>
            </p:cNvPr>
            <p:cNvSpPr>
              <a:spLocks noChangeShapeType="1"/>
            </p:cNvSpPr>
            <p:nvPr/>
          </p:nvSpPr>
          <p:spPr bwMode="auto">
            <a:xfrm>
              <a:off x="3136" y="1511"/>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7" name="Text Box 56">
            <a:extLst>
              <a:ext uri="{FF2B5EF4-FFF2-40B4-BE49-F238E27FC236}">
                <a16:creationId xmlns:a16="http://schemas.microsoft.com/office/drawing/2014/main" id="{8764EBC4-3371-F1D0-A196-36E906788494}"/>
              </a:ext>
            </a:extLst>
          </p:cNvPr>
          <p:cNvSpPr txBox="1">
            <a:spLocks noChangeArrowheads="1"/>
          </p:cNvSpPr>
          <p:nvPr/>
        </p:nvSpPr>
        <p:spPr bwMode="auto">
          <a:xfrm>
            <a:off x="5685768" y="1100454"/>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Q</a:t>
            </a:r>
            <a:r>
              <a:rPr kumimoji="1" lang="en-US" altLang="zh-CN" sz="1600" b="0"/>
              <a:t>3</a:t>
            </a:r>
            <a:r>
              <a:rPr kumimoji="1" lang="en-US" altLang="zh-CN" sz="2400" b="0"/>
              <a:t> Q</a:t>
            </a:r>
            <a:r>
              <a:rPr kumimoji="1" lang="en-US" altLang="zh-CN" sz="1600" b="0"/>
              <a:t>2</a:t>
            </a:r>
            <a:r>
              <a:rPr kumimoji="1" lang="en-US" altLang="zh-CN" sz="2400" b="0"/>
              <a:t> Q</a:t>
            </a:r>
            <a:r>
              <a:rPr kumimoji="1" lang="en-US" altLang="zh-CN" sz="1600" b="0"/>
              <a:t>1</a:t>
            </a:r>
            <a:r>
              <a:rPr kumimoji="1" lang="en-US" altLang="zh-CN" sz="2400" b="0"/>
              <a:t> Q</a:t>
            </a:r>
            <a:r>
              <a:rPr kumimoji="1" lang="en-US" altLang="zh-CN" sz="1600" b="0"/>
              <a:t>0</a:t>
            </a:r>
            <a:endParaRPr kumimoji="1" lang="en-US" altLang="zh-CN" sz="2400" b="0"/>
          </a:p>
        </p:txBody>
      </p:sp>
      <p:sp>
        <p:nvSpPr>
          <p:cNvPr id="58" name="Text Box 57">
            <a:extLst>
              <a:ext uri="{FF2B5EF4-FFF2-40B4-BE49-F238E27FC236}">
                <a16:creationId xmlns:a16="http://schemas.microsoft.com/office/drawing/2014/main" id="{4A89128C-1504-37B6-2B37-EC8E41E61204}"/>
              </a:ext>
            </a:extLst>
          </p:cNvPr>
          <p:cNvSpPr txBox="1">
            <a:spLocks noChangeArrowheads="1"/>
          </p:cNvSpPr>
          <p:nvPr/>
        </p:nvSpPr>
        <p:spPr bwMode="auto">
          <a:xfrm>
            <a:off x="5153956" y="1230629"/>
            <a:ext cx="573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TC</a:t>
            </a:r>
          </a:p>
        </p:txBody>
      </p:sp>
      <p:sp>
        <p:nvSpPr>
          <p:cNvPr id="59" name="Text Box 58">
            <a:extLst>
              <a:ext uri="{FF2B5EF4-FFF2-40B4-BE49-F238E27FC236}">
                <a16:creationId xmlns:a16="http://schemas.microsoft.com/office/drawing/2014/main" id="{2539F1B3-8A26-13D4-F517-4A5080E855FC}"/>
              </a:ext>
            </a:extLst>
          </p:cNvPr>
          <p:cNvSpPr txBox="1">
            <a:spLocks noChangeArrowheads="1"/>
          </p:cNvSpPr>
          <p:nvPr/>
        </p:nvSpPr>
        <p:spPr bwMode="auto">
          <a:xfrm>
            <a:off x="7252631" y="1219517"/>
            <a:ext cx="74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CEP</a:t>
            </a:r>
          </a:p>
        </p:txBody>
      </p:sp>
      <p:sp>
        <p:nvSpPr>
          <p:cNvPr id="60" name="Text Box 59">
            <a:extLst>
              <a:ext uri="{FF2B5EF4-FFF2-40B4-BE49-F238E27FC236}">
                <a16:creationId xmlns:a16="http://schemas.microsoft.com/office/drawing/2014/main" id="{0AB44731-8112-C1D3-D7CE-A77A6EBC695A}"/>
              </a:ext>
            </a:extLst>
          </p:cNvPr>
          <p:cNvSpPr txBox="1">
            <a:spLocks noChangeArrowheads="1"/>
          </p:cNvSpPr>
          <p:nvPr/>
        </p:nvSpPr>
        <p:spPr bwMode="auto">
          <a:xfrm>
            <a:off x="7235168" y="1535429"/>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CET</a:t>
            </a:r>
          </a:p>
        </p:txBody>
      </p:sp>
      <p:sp>
        <p:nvSpPr>
          <p:cNvPr id="61" name="Text Box 60">
            <a:extLst>
              <a:ext uri="{FF2B5EF4-FFF2-40B4-BE49-F238E27FC236}">
                <a16:creationId xmlns:a16="http://schemas.microsoft.com/office/drawing/2014/main" id="{855B6CBF-8923-F2B4-0BBE-9F4CF2D104F0}"/>
              </a:ext>
            </a:extLst>
          </p:cNvPr>
          <p:cNvSpPr txBox="1">
            <a:spLocks noChangeArrowheads="1"/>
          </p:cNvSpPr>
          <p:nvPr/>
        </p:nvSpPr>
        <p:spPr bwMode="auto">
          <a:xfrm>
            <a:off x="5911193" y="1525904"/>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74x161</a:t>
            </a:r>
          </a:p>
        </p:txBody>
      </p:sp>
      <p:sp>
        <p:nvSpPr>
          <p:cNvPr id="62" name="Text Box 61">
            <a:extLst>
              <a:ext uri="{FF2B5EF4-FFF2-40B4-BE49-F238E27FC236}">
                <a16:creationId xmlns:a16="http://schemas.microsoft.com/office/drawing/2014/main" id="{618DF750-CE31-6205-503D-86461CC098BA}"/>
              </a:ext>
            </a:extLst>
          </p:cNvPr>
          <p:cNvSpPr txBox="1">
            <a:spLocks noChangeArrowheads="1"/>
          </p:cNvSpPr>
          <p:nvPr/>
        </p:nvSpPr>
        <p:spPr bwMode="auto">
          <a:xfrm>
            <a:off x="5150781" y="1578292"/>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CR</a:t>
            </a:r>
          </a:p>
        </p:txBody>
      </p:sp>
      <p:sp>
        <p:nvSpPr>
          <p:cNvPr id="63" name="Text Box 64">
            <a:extLst>
              <a:ext uri="{FF2B5EF4-FFF2-40B4-BE49-F238E27FC236}">
                <a16:creationId xmlns:a16="http://schemas.microsoft.com/office/drawing/2014/main" id="{62FD84B2-A13C-1D7A-A553-A9C7C35CBD4B}"/>
              </a:ext>
            </a:extLst>
          </p:cNvPr>
          <p:cNvSpPr txBox="1">
            <a:spLocks noChangeArrowheads="1"/>
          </p:cNvSpPr>
          <p:nvPr/>
        </p:nvSpPr>
        <p:spPr bwMode="auto">
          <a:xfrm>
            <a:off x="5669893" y="1938654"/>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D</a:t>
            </a:r>
            <a:r>
              <a:rPr kumimoji="1" lang="en-US" altLang="zh-CN" sz="1600" b="0"/>
              <a:t>3</a:t>
            </a:r>
            <a:r>
              <a:rPr kumimoji="1" lang="en-US" altLang="zh-CN" sz="2400" b="0"/>
              <a:t> D</a:t>
            </a:r>
            <a:r>
              <a:rPr kumimoji="1" lang="en-US" altLang="zh-CN" sz="1600" b="0"/>
              <a:t>2</a:t>
            </a:r>
            <a:r>
              <a:rPr kumimoji="1" lang="en-US" altLang="zh-CN" sz="2400" b="0"/>
              <a:t> D</a:t>
            </a:r>
            <a:r>
              <a:rPr kumimoji="1" lang="en-US" altLang="zh-CN" sz="1600" b="0"/>
              <a:t>1</a:t>
            </a:r>
            <a:r>
              <a:rPr kumimoji="1" lang="en-US" altLang="zh-CN" sz="2400" b="0"/>
              <a:t> D</a:t>
            </a:r>
            <a:r>
              <a:rPr kumimoji="1" lang="en-US" altLang="zh-CN" sz="1600" b="0"/>
              <a:t>0</a:t>
            </a:r>
            <a:endParaRPr kumimoji="1" lang="en-US" altLang="zh-CN" sz="2400" b="0"/>
          </a:p>
        </p:txBody>
      </p:sp>
      <p:grpSp>
        <p:nvGrpSpPr>
          <p:cNvPr id="64" name="Group 65">
            <a:extLst>
              <a:ext uri="{FF2B5EF4-FFF2-40B4-BE49-F238E27FC236}">
                <a16:creationId xmlns:a16="http://schemas.microsoft.com/office/drawing/2014/main" id="{6B480856-28A4-9119-867F-89FC34453DFF}"/>
              </a:ext>
            </a:extLst>
          </p:cNvPr>
          <p:cNvGrpSpPr>
            <a:grpSpLocks/>
          </p:cNvGrpSpPr>
          <p:nvPr/>
        </p:nvGrpSpPr>
        <p:grpSpPr bwMode="auto">
          <a:xfrm>
            <a:off x="7800318" y="1968817"/>
            <a:ext cx="144463" cy="215900"/>
            <a:chOff x="2041" y="1638"/>
            <a:chExt cx="91" cy="182"/>
          </a:xfrm>
        </p:grpSpPr>
        <p:sp>
          <p:nvSpPr>
            <p:cNvPr id="65" name="Line 66">
              <a:extLst>
                <a:ext uri="{FF2B5EF4-FFF2-40B4-BE49-F238E27FC236}">
                  <a16:creationId xmlns:a16="http://schemas.microsoft.com/office/drawing/2014/main" id="{759D3086-33F5-C7ED-D0DE-B29C4874D31A}"/>
                </a:ext>
              </a:extLst>
            </p:cNvPr>
            <p:cNvSpPr>
              <a:spLocks noChangeShapeType="1"/>
            </p:cNvSpPr>
            <p:nvPr/>
          </p:nvSpPr>
          <p:spPr bwMode="auto">
            <a:xfrm flipH="1">
              <a:off x="2041" y="1638"/>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67">
              <a:extLst>
                <a:ext uri="{FF2B5EF4-FFF2-40B4-BE49-F238E27FC236}">
                  <a16:creationId xmlns:a16="http://schemas.microsoft.com/office/drawing/2014/main" id="{944CA68F-8F87-7BE4-6910-C65F115A4512}"/>
                </a:ext>
              </a:extLst>
            </p:cNvPr>
            <p:cNvSpPr>
              <a:spLocks noChangeShapeType="1"/>
            </p:cNvSpPr>
            <p:nvPr/>
          </p:nvSpPr>
          <p:spPr bwMode="auto">
            <a:xfrm>
              <a:off x="2041" y="1729"/>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7" name="Oval 68">
            <a:extLst>
              <a:ext uri="{FF2B5EF4-FFF2-40B4-BE49-F238E27FC236}">
                <a16:creationId xmlns:a16="http://schemas.microsoft.com/office/drawing/2014/main" id="{50BA53B6-50CE-67E8-FB60-AD995C463BA5}"/>
              </a:ext>
            </a:extLst>
          </p:cNvPr>
          <p:cNvSpPr>
            <a:spLocks noChangeArrowheads="1"/>
          </p:cNvSpPr>
          <p:nvPr/>
        </p:nvSpPr>
        <p:spPr bwMode="auto">
          <a:xfrm rot="10800000">
            <a:off x="5026956" y="2024379"/>
            <a:ext cx="125412" cy="125413"/>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68" name="Oval 69">
            <a:extLst>
              <a:ext uri="{FF2B5EF4-FFF2-40B4-BE49-F238E27FC236}">
                <a16:creationId xmlns:a16="http://schemas.microsoft.com/office/drawing/2014/main" id="{A1747D95-B5EA-38AA-60E3-A201085BFAC8}"/>
              </a:ext>
            </a:extLst>
          </p:cNvPr>
          <p:cNvSpPr>
            <a:spLocks noChangeArrowheads="1"/>
          </p:cNvSpPr>
          <p:nvPr/>
        </p:nvSpPr>
        <p:spPr bwMode="auto">
          <a:xfrm rot="10800000">
            <a:off x="5026956" y="1735454"/>
            <a:ext cx="125412" cy="125413"/>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nvGrpSpPr>
          <p:cNvPr id="69" name="Group 72">
            <a:extLst>
              <a:ext uri="{FF2B5EF4-FFF2-40B4-BE49-F238E27FC236}">
                <a16:creationId xmlns:a16="http://schemas.microsoft.com/office/drawing/2014/main" id="{14DAC7B0-BBE4-87F0-E273-E55DEBBBA0BE}"/>
              </a:ext>
            </a:extLst>
          </p:cNvPr>
          <p:cNvGrpSpPr>
            <a:grpSpLocks/>
          </p:cNvGrpSpPr>
          <p:nvPr/>
        </p:nvGrpSpPr>
        <p:grpSpPr bwMode="auto">
          <a:xfrm>
            <a:off x="4250668" y="2778442"/>
            <a:ext cx="4824413" cy="3214687"/>
            <a:chOff x="2426" y="2001"/>
            <a:chExt cx="3039" cy="2025"/>
          </a:xfrm>
        </p:grpSpPr>
        <p:grpSp>
          <p:nvGrpSpPr>
            <p:cNvPr id="70" name="Group 73">
              <a:extLst>
                <a:ext uri="{FF2B5EF4-FFF2-40B4-BE49-F238E27FC236}">
                  <a16:creationId xmlns:a16="http://schemas.microsoft.com/office/drawing/2014/main" id="{E8A2BD5B-6294-666E-E3A3-2726E2EB9F0F}"/>
                </a:ext>
              </a:extLst>
            </p:cNvPr>
            <p:cNvGrpSpPr>
              <a:grpSpLocks/>
            </p:cNvGrpSpPr>
            <p:nvPr/>
          </p:nvGrpSpPr>
          <p:grpSpPr bwMode="auto">
            <a:xfrm>
              <a:off x="2426" y="2001"/>
              <a:ext cx="3039" cy="2025"/>
              <a:chOff x="2426" y="2001"/>
              <a:chExt cx="3039" cy="2025"/>
            </a:xfrm>
          </p:grpSpPr>
          <p:grpSp>
            <p:nvGrpSpPr>
              <p:cNvPr id="72" name="Group 74">
                <a:extLst>
                  <a:ext uri="{FF2B5EF4-FFF2-40B4-BE49-F238E27FC236}">
                    <a16:creationId xmlns:a16="http://schemas.microsoft.com/office/drawing/2014/main" id="{00F5C907-CE2B-C34C-8261-6CE4D8E3D15B}"/>
                  </a:ext>
                </a:extLst>
              </p:cNvPr>
              <p:cNvGrpSpPr>
                <a:grpSpLocks/>
              </p:cNvGrpSpPr>
              <p:nvPr/>
            </p:nvGrpSpPr>
            <p:grpSpPr bwMode="auto">
              <a:xfrm>
                <a:off x="2426" y="2372"/>
                <a:ext cx="3039" cy="1654"/>
                <a:chOff x="2472" y="2372"/>
                <a:chExt cx="2631" cy="1654"/>
              </a:xfrm>
            </p:grpSpPr>
            <p:sp>
              <p:nvSpPr>
                <p:cNvPr id="88" name="Line 75">
                  <a:extLst>
                    <a:ext uri="{FF2B5EF4-FFF2-40B4-BE49-F238E27FC236}">
                      <a16:creationId xmlns:a16="http://schemas.microsoft.com/office/drawing/2014/main" id="{0A43D854-C936-BC2A-32A3-8D9A1630603C}"/>
                    </a:ext>
                  </a:extLst>
                </p:cNvPr>
                <p:cNvSpPr>
                  <a:spLocks noChangeShapeType="1"/>
                </p:cNvSpPr>
                <p:nvPr/>
              </p:nvSpPr>
              <p:spPr bwMode="auto">
                <a:xfrm>
                  <a:off x="2472" y="2372"/>
                  <a:ext cx="263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 name="Line 76">
                  <a:extLst>
                    <a:ext uri="{FF2B5EF4-FFF2-40B4-BE49-F238E27FC236}">
                      <a16:creationId xmlns:a16="http://schemas.microsoft.com/office/drawing/2014/main" id="{6EE9811B-891B-8D7F-4ED8-CF4791A4E948}"/>
                    </a:ext>
                  </a:extLst>
                </p:cNvPr>
                <p:cNvSpPr>
                  <a:spLocks noChangeShapeType="1"/>
                </p:cNvSpPr>
                <p:nvPr/>
              </p:nvSpPr>
              <p:spPr bwMode="auto">
                <a:xfrm>
                  <a:off x="2472" y="2704"/>
                  <a:ext cx="263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 name="Line 77">
                  <a:extLst>
                    <a:ext uri="{FF2B5EF4-FFF2-40B4-BE49-F238E27FC236}">
                      <a16:creationId xmlns:a16="http://schemas.microsoft.com/office/drawing/2014/main" id="{B9F0C6E1-9755-BACB-48DF-8BC0AB48070D}"/>
                    </a:ext>
                  </a:extLst>
                </p:cNvPr>
                <p:cNvSpPr>
                  <a:spLocks noChangeShapeType="1"/>
                </p:cNvSpPr>
                <p:nvPr/>
              </p:nvSpPr>
              <p:spPr bwMode="auto">
                <a:xfrm>
                  <a:off x="2472" y="4026"/>
                  <a:ext cx="263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3" name="Line 78">
                <a:extLst>
                  <a:ext uri="{FF2B5EF4-FFF2-40B4-BE49-F238E27FC236}">
                    <a16:creationId xmlns:a16="http://schemas.microsoft.com/office/drawing/2014/main" id="{DCE5B982-45DF-D6FE-7BD0-3027D019FD88}"/>
                  </a:ext>
                </a:extLst>
              </p:cNvPr>
              <p:cNvSpPr>
                <a:spLocks noChangeShapeType="1"/>
              </p:cNvSpPr>
              <p:nvPr/>
            </p:nvSpPr>
            <p:spPr bwMode="auto">
              <a:xfrm>
                <a:off x="4309" y="2364"/>
                <a:ext cx="0" cy="16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 name="Text Box 79">
                <a:extLst>
                  <a:ext uri="{FF2B5EF4-FFF2-40B4-BE49-F238E27FC236}">
                    <a16:creationId xmlns:a16="http://schemas.microsoft.com/office/drawing/2014/main" id="{AE2EF1E5-A2B2-034A-952A-DE595492EE7F}"/>
                  </a:ext>
                </a:extLst>
              </p:cNvPr>
              <p:cNvSpPr txBox="1">
                <a:spLocks noChangeArrowheads="1"/>
              </p:cNvSpPr>
              <p:nvPr/>
            </p:nvSpPr>
            <p:spPr bwMode="auto">
              <a:xfrm>
                <a:off x="2461" y="2416"/>
                <a:ext cx="3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CP</a:t>
                </a:r>
              </a:p>
            </p:txBody>
          </p:sp>
          <p:sp>
            <p:nvSpPr>
              <p:cNvPr id="75" name="Text Box 80">
                <a:extLst>
                  <a:ext uri="{FF2B5EF4-FFF2-40B4-BE49-F238E27FC236}">
                    <a16:creationId xmlns:a16="http://schemas.microsoft.com/office/drawing/2014/main" id="{8A9DFBC4-4EB4-7798-2E7F-228DC6780B27}"/>
                  </a:ext>
                </a:extLst>
              </p:cNvPr>
              <p:cNvSpPr txBox="1">
                <a:spLocks noChangeArrowheads="1"/>
              </p:cNvSpPr>
              <p:nvPr/>
            </p:nvSpPr>
            <p:spPr bwMode="auto">
              <a:xfrm>
                <a:off x="4670" y="2387"/>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400"/>
                  <a:t>功能</a:t>
                </a:r>
              </a:p>
            </p:txBody>
          </p:sp>
          <p:grpSp>
            <p:nvGrpSpPr>
              <p:cNvPr id="76" name="Group 81">
                <a:extLst>
                  <a:ext uri="{FF2B5EF4-FFF2-40B4-BE49-F238E27FC236}">
                    <a16:creationId xmlns:a16="http://schemas.microsoft.com/office/drawing/2014/main" id="{C7888C60-20F2-4280-5D97-D685F746D6F7}"/>
                  </a:ext>
                </a:extLst>
              </p:cNvPr>
              <p:cNvGrpSpPr>
                <a:grpSpLocks/>
              </p:cNvGrpSpPr>
              <p:nvPr/>
            </p:nvGrpSpPr>
            <p:grpSpPr bwMode="auto">
              <a:xfrm>
                <a:off x="2821" y="2416"/>
                <a:ext cx="394" cy="288"/>
                <a:chOff x="3211" y="1937"/>
                <a:chExt cx="394" cy="288"/>
              </a:xfrm>
            </p:grpSpPr>
            <p:sp>
              <p:nvSpPr>
                <p:cNvPr id="86" name="Text Box 82">
                  <a:extLst>
                    <a:ext uri="{FF2B5EF4-FFF2-40B4-BE49-F238E27FC236}">
                      <a16:creationId xmlns:a16="http://schemas.microsoft.com/office/drawing/2014/main" id="{77876643-0093-6FA4-73C9-F24C6E829E04}"/>
                    </a:ext>
                  </a:extLst>
                </p:cNvPr>
                <p:cNvSpPr txBox="1">
                  <a:spLocks noChangeArrowheads="1"/>
                </p:cNvSpPr>
                <p:nvPr/>
              </p:nvSpPr>
              <p:spPr bwMode="auto">
                <a:xfrm>
                  <a:off x="3211" y="1937"/>
                  <a:ext cx="3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CR</a:t>
                  </a:r>
                  <a:endParaRPr kumimoji="1" lang="en-US" altLang="zh-CN" sz="2000"/>
                </a:p>
              </p:txBody>
            </p:sp>
            <p:sp>
              <p:nvSpPr>
                <p:cNvPr id="87" name="Line 83">
                  <a:extLst>
                    <a:ext uri="{FF2B5EF4-FFF2-40B4-BE49-F238E27FC236}">
                      <a16:creationId xmlns:a16="http://schemas.microsoft.com/office/drawing/2014/main" id="{07E12429-2717-87EB-B27C-F2EF73C841F6}"/>
                    </a:ext>
                  </a:extLst>
                </p:cNvPr>
                <p:cNvSpPr>
                  <a:spLocks noChangeShapeType="1"/>
                </p:cNvSpPr>
                <p:nvPr/>
              </p:nvSpPr>
              <p:spPr bwMode="auto">
                <a:xfrm>
                  <a:off x="3288" y="1979"/>
                  <a:ext cx="20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7" name="Group 84">
                <a:extLst>
                  <a:ext uri="{FF2B5EF4-FFF2-40B4-BE49-F238E27FC236}">
                    <a16:creationId xmlns:a16="http://schemas.microsoft.com/office/drawing/2014/main" id="{DBFB7EBA-9BA7-688F-7084-A1605BE8415F}"/>
                  </a:ext>
                </a:extLst>
              </p:cNvPr>
              <p:cNvGrpSpPr>
                <a:grpSpLocks/>
              </p:cNvGrpSpPr>
              <p:nvPr/>
            </p:nvGrpSpPr>
            <p:grpSpPr bwMode="auto">
              <a:xfrm>
                <a:off x="3208" y="2416"/>
                <a:ext cx="361" cy="288"/>
                <a:chOff x="3641" y="1937"/>
                <a:chExt cx="361" cy="288"/>
              </a:xfrm>
            </p:grpSpPr>
            <p:sp>
              <p:nvSpPr>
                <p:cNvPr id="84" name="Text Box 85">
                  <a:extLst>
                    <a:ext uri="{FF2B5EF4-FFF2-40B4-BE49-F238E27FC236}">
                      <a16:creationId xmlns:a16="http://schemas.microsoft.com/office/drawing/2014/main" id="{1A0A08AE-AC82-4B58-CCB7-7CDB92713FA6}"/>
                    </a:ext>
                  </a:extLst>
                </p:cNvPr>
                <p:cNvSpPr txBox="1">
                  <a:spLocks noChangeArrowheads="1"/>
                </p:cNvSpPr>
                <p:nvPr/>
              </p:nvSpPr>
              <p:spPr bwMode="auto">
                <a:xfrm>
                  <a:off x="3641" y="1937"/>
                  <a:ext cx="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PE</a:t>
                  </a:r>
                  <a:endParaRPr kumimoji="1" lang="en-US" altLang="zh-CN"/>
                </a:p>
              </p:txBody>
            </p:sp>
            <p:sp>
              <p:nvSpPr>
                <p:cNvPr id="85" name="Line 86">
                  <a:extLst>
                    <a:ext uri="{FF2B5EF4-FFF2-40B4-BE49-F238E27FC236}">
                      <a16:creationId xmlns:a16="http://schemas.microsoft.com/office/drawing/2014/main" id="{E01A4F33-5041-D246-67EB-D633306469AD}"/>
                    </a:ext>
                  </a:extLst>
                </p:cNvPr>
                <p:cNvSpPr>
                  <a:spLocks noChangeShapeType="1"/>
                </p:cNvSpPr>
                <p:nvPr/>
              </p:nvSpPr>
              <p:spPr bwMode="auto">
                <a:xfrm>
                  <a:off x="3696" y="1979"/>
                  <a:ext cx="2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8" name="Text Box 87">
                <a:extLst>
                  <a:ext uri="{FF2B5EF4-FFF2-40B4-BE49-F238E27FC236}">
                    <a16:creationId xmlns:a16="http://schemas.microsoft.com/office/drawing/2014/main" id="{5B5BFBA3-299E-27F0-416C-6EEAB87EAF04}"/>
                  </a:ext>
                </a:extLst>
              </p:cNvPr>
              <p:cNvSpPr txBox="1">
                <a:spLocks noChangeArrowheads="1"/>
              </p:cNvSpPr>
              <p:nvPr/>
            </p:nvSpPr>
            <p:spPr bwMode="auto">
              <a:xfrm>
                <a:off x="3526" y="2428"/>
                <a:ext cx="43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CEP</a:t>
                </a:r>
              </a:p>
            </p:txBody>
          </p:sp>
          <p:sp>
            <p:nvSpPr>
              <p:cNvPr id="79" name="Text Box 88">
                <a:extLst>
                  <a:ext uri="{FF2B5EF4-FFF2-40B4-BE49-F238E27FC236}">
                    <a16:creationId xmlns:a16="http://schemas.microsoft.com/office/drawing/2014/main" id="{7E572688-4F6C-BB41-1066-347C661F86E1}"/>
                  </a:ext>
                </a:extLst>
              </p:cNvPr>
              <p:cNvSpPr txBox="1">
                <a:spLocks noChangeArrowheads="1"/>
              </p:cNvSpPr>
              <p:nvPr/>
            </p:nvSpPr>
            <p:spPr bwMode="auto">
              <a:xfrm>
                <a:off x="3884" y="2428"/>
                <a:ext cx="4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CET</a:t>
                </a:r>
              </a:p>
            </p:txBody>
          </p:sp>
          <p:sp>
            <p:nvSpPr>
              <p:cNvPr id="80" name="Text Box 89">
                <a:extLst>
                  <a:ext uri="{FF2B5EF4-FFF2-40B4-BE49-F238E27FC236}">
                    <a16:creationId xmlns:a16="http://schemas.microsoft.com/office/drawing/2014/main" id="{C9967AA6-AC9F-35F1-59AC-A0ECE86DF84D}"/>
                  </a:ext>
                </a:extLst>
              </p:cNvPr>
              <p:cNvSpPr txBox="1">
                <a:spLocks noChangeArrowheads="1"/>
              </p:cNvSpPr>
              <p:nvPr/>
            </p:nvSpPr>
            <p:spPr bwMode="auto">
              <a:xfrm>
                <a:off x="3446" y="2001"/>
                <a:ext cx="8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a:latin typeface="Arial" panose="020B0604020202020204" pitchFamily="34" charset="0"/>
                  </a:rPr>
                  <a:t>功能表</a:t>
                </a:r>
              </a:p>
            </p:txBody>
          </p:sp>
          <p:sp>
            <p:nvSpPr>
              <p:cNvPr id="81" name="Line 90">
                <a:extLst>
                  <a:ext uri="{FF2B5EF4-FFF2-40B4-BE49-F238E27FC236}">
                    <a16:creationId xmlns:a16="http://schemas.microsoft.com/office/drawing/2014/main" id="{258814B7-E1B2-E800-79F9-2A5552736BE5}"/>
                  </a:ext>
                </a:extLst>
              </p:cNvPr>
              <p:cNvSpPr>
                <a:spLocks noChangeShapeType="1"/>
              </p:cNvSpPr>
              <p:nvPr/>
            </p:nvSpPr>
            <p:spPr bwMode="auto">
              <a:xfrm>
                <a:off x="2426" y="2954"/>
                <a:ext cx="303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91">
                <a:extLst>
                  <a:ext uri="{FF2B5EF4-FFF2-40B4-BE49-F238E27FC236}">
                    <a16:creationId xmlns:a16="http://schemas.microsoft.com/office/drawing/2014/main" id="{5BCFFE39-4262-58E1-B047-C2837866771A}"/>
                  </a:ext>
                </a:extLst>
              </p:cNvPr>
              <p:cNvSpPr>
                <a:spLocks noChangeShapeType="1"/>
              </p:cNvSpPr>
              <p:nvPr/>
            </p:nvSpPr>
            <p:spPr bwMode="auto">
              <a:xfrm>
                <a:off x="2426" y="3475"/>
                <a:ext cx="188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Line 92">
                <a:extLst>
                  <a:ext uri="{FF2B5EF4-FFF2-40B4-BE49-F238E27FC236}">
                    <a16:creationId xmlns:a16="http://schemas.microsoft.com/office/drawing/2014/main" id="{125C8BE2-066D-1988-29C0-E428E19250AA}"/>
                  </a:ext>
                </a:extLst>
              </p:cNvPr>
              <p:cNvSpPr>
                <a:spLocks noChangeShapeType="1"/>
              </p:cNvSpPr>
              <p:nvPr/>
            </p:nvSpPr>
            <p:spPr bwMode="auto">
              <a:xfrm>
                <a:off x="2426" y="3748"/>
                <a:ext cx="303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1" name="Line 93">
              <a:extLst>
                <a:ext uri="{FF2B5EF4-FFF2-40B4-BE49-F238E27FC236}">
                  <a16:creationId xmlns:a16="http://schemas.microsoft.com/office/drawing/2014/main" id="{88874396-D07D-10AC-607C-0A8B0019C8C9}"/>
                </a:ext>
              </a:extLst>
            </p:cNvPr>
            <p:cNvSpPr>
              <a:spLocks noChangeShapeType="1"/>
            </p:cNvSpPr>
            <p:nvPr/>
          </p:nvSpPr>
          <p:spPr bwMode="auto">
            <a:xfrm>
              <a:off x="2426" y="3203"/>
              <a:ext cx="303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1416499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A37BC9-951D-FA45-06AD-6E1459BA3E93}"/>
              </a:ext>
            </a:extLst>
          </p:cNvPr>
          <p:cNvSpPr>
            <a:spLocks noGrp="1"/>
          </p:cNvSpPr>
          <p:nvPr>
            <p:ph type="title"/>
          </p:nvPr>
        </p:nvSpPr>
        <p:spPr/>
        <p:txBody>
          <a:bodyPr>
            <a:normAutofit fontScale="90000"/>
          </a:bodyPr>
          <a:lstStyle/>
          <a:p>
            <a:r>
              <a:rPr lang="zh-CN" altLang="en-US" sz="3200" dirty="0"/>
              <a:t>计数器</a:t>
            </a:r>
            <a:r>
              <a:rPr lang="en-US" altLang="zh-CN" dirty="0"/>
              <a:t>74x161</a:t>
            </a:r>
            <a:r>
              <a:rPr lang="zh-CN" altLang="en-US" dirty="0"/>
              <a:t>：逻辑图</a:t>
            </a:r>
            <a:endParaRPr kumimoji="1" lang="zh-CN" altLang="en-US" dirty="0"/>
          </a:p>
        </p:txBody>
      </p:sp>
      <p:sp>
        <p:nvSpPr>
          <p:cNvPr id="4" name="页脚占位符 3">
            <a:extLst>
              <a:ext uri="{FF2B5EF4-FFF2-40B4-BE49-F238E27FC236}">
                <a16:creationId xmlns:a16="http://schemas.microsoft.com/office/drawing/2014/main" id="{615C1EF5-57D1-3021-8708-F70CE3E40EB2}"/>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4FA1F710-9CB0-D01E-FA42-82B43B311890}"/>
              </a:ext>
            </a:extLst>
          </p:cNvPr>
          <p:cNvSpPr>
            <a:spLocks noGrp="1"/>
          </p:cNvSpPr>
          <p:nvPr>
            <p:ph type="sldNum" sz="quarter" idx="12"/>
          </p:nvPr>
        </p:nvSpPr>
        <p:spPr/>
        <p:txBody>
          <a:bodyPr/>
          <a:lstStyle/>
          <a:p>
            <a:fld id="{9E260BC5-5BF3-8746-862B-DC45E9CAA88B}" type="slidenum">
              <a:rPr lang="en-US" smtClean="0"/>
              <a:pPr/>
              <a:t>10</a:t>
            </a:fld>
            <a:r>
              <a:rPr lang="en-US" altLang="zh-CN" dirty="0"/>
              <a:t>/34</a:t>
            </a:r>
            <a:endParaRPr lang="en-US" dirty="0"/>
          </a:p>
        </p:txBody>
      </p:sp>
      <p:graphicFrame>
        <p:nvGraphicFramePr>
          <p:cNvPr id="6" name="Object 5">
            <a:extLst>
              <a:ext uri="{FF2B5EF4-FFF2-40B4-BE49-F238E27FC236}">
                <a16:creationId xmlns:a16="http://schemas.microsoft.com/office/drawing/2014/main" id="{131D0922-4AE9-5C54-1299-E0B6B66D3AC8}"/>
              </a:ext>
            </a:extLst>
          </p:cNvPr>
          <p:cNvGraphicFramePr>
            <a:graphicFrameLocks noChangeAspect="1"/>
          </p:cNvGraphicFramePr>
          <p:nvPr>
            <p:extLst>
              <p:ext uri="{D42A27DB-BD31-4B8C-83A1-F6EECF244321}">
                <p14:modId xmlns:p14="http://schemas.microsoft.com/office/powerpoint/2010/main" val="151741464"/>
              </p:ext>
            </p:extLst>
          </p:nvPr>
        </p:nvGraphicFramePr>
        <p:xfrm>
          <a:off x="385595" y="635525"/>
          <a:ext cx="9134809" cy="5762309"/>
        </p:xfrm>
        <a:graphic>
          <a:graphicData uri="http://schemas.openxmlformats.org/presentationml/2006/ole">
            <mc:AlternateContent xmlns:mc="http://schemas.openxmlformats.org/markup-compatibility/2006">
              <mc:Choice xmlns:v="urn:schemas-microsoft-com:vml" Requires="v">
                <p:oleObj name="Picture" r:id="rId2" imgW="5092700" imgH="3530600" progId="Word.Picture.8">
                  <p:embed/>
                </p:oleObj>
              </mc:Choice>
              <mc:Fallback>
                <p:oleObj name="Picture" r:id="rId2" imgW="5092700" imgH="3530600" progId="Word.Picture.8">
                  <p:embed/>
                  <p:pic>
                    <p:nvPicPr>
                      <p:cNvPr id="18438"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595" y="635525"/>
                        <a:ext cx="9134809" cy="5762309"/>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735641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EE1CE4-6D2B-897D-8957-045BADEBAC8C}"/>
              </a:ext>
            </a:extLst>
          </p:cNvPr>
          <p:cNvSpPr>
            <a:spLocks noGrp="1"/>
          </p:cNvSpPr>
          <p:nvPr>
            <p:ph type="title"/>
          </p:nvPr>
        </p:nvSpPr>
        <p:spPr/>
        <p:txBody>
          <a:bodyPr>
            <a:normAutofit fontScale="90000"/>
          </a:bodyPr>
          <a:lstStyle/>
          <a:p>
            <a:r>
              <a:rPr kumimoji="1" lang="zh-CN" altLang="en-US" dirty="0"/>
              <a:t>功能分析</a:t>
            </a:r>
          </a:p>
        </p:txBody>
      </p:sp>
      <p:pic>
        <p:nvPicPr>
          <p:cNvPr id="7" name="内容占位符 6">
            <a:extLst>
              <a:ext uri="{FF2B5EF4-FFF2-40B4-BE49-F238E27FC236}">
                <a16:creationId xmlns:a16="http://schemas.microsoft.com/office/drawing/2014/main" id="{0BC28F69-018F-1924-83C7-A4EC42CCACD7}"/>
              </a:ext>
            </a:extLst>
          </p:cNvPr>
          <p:cNvPicPr>
            <a:picLocks noGrp="1" noChangeAspect="1"/>
          </p:cNvPicPr>
          <p:nvPr>
            <p:ph idx="1"/>
          </p:nvPr>
        </p:nvPicPr>
        <p:blipFill>
          <a:blip r:embed="rId2"/>
          <a:stretch>
            <a:fillRect/>
          </a:stretch>
        </p:blipFill>
        <p:spPr>
          <a:xfrm>
            <a:off x="3085817" y="548372"/>
            <a:ext cx="3734366" cy="5946775"/>
          </a:xfrm>
        </p:spPr>
      </p:pic>
      <p:sp>
        <p:nvSpPr>
          <p:cNvPr id="4" name="页脚占位符 3">
            <a:extLst>
              <a:ext uri="{FF2B5EF4-FFF2-40B4-BE49-F238E27FC236}">
                <a16:creationId xmlns:a16="http://schemas.microsoft.com/office/drawing/2014/main" id="{7B6C391B-B094-2633-5D77-014FDEE63564}"/>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6A0D7645-4DE6-F856-703E-3ED84424C1BC}"/>
              </a:ext>
            </a:extLst>
          </p:cNvPr>
          <p:cNvSpPr>
            <a:spLocks noGrp="1"/>
          </p:cNvSpPr>
          <p:nvPr>
            <p:ph type="sldNum" sz="quarter" idx="12"/>
          </p:nvPr>
        </p:nvSpPr>
        <p:spPr/>
        <p:txBody>
          <a:bodyPr/>
          <a:lstStyle/>
          <a:p>
            <a:fld id="{9E260BC5-5BF3-8746-862B-DC45E9CAA88B}" type="slidenum">
              <a:rPr lang="en-US" smtClean="0"/>
              <a:pPr/>
              <a:t>11</a:t>
            </a:fld>
            <a:r>
              <a:rPr lang="en-US" altLang="zh-CN"/>
              <a:t>/</a:t>
            </a:r>
            <a:endParaRPr lang="en-US" dirty="0"/>
          </a:p>
        </p:txBody>
      </p:sp>
    </p:spTree>
    <p:extLst>
      <p:ext uri="{BB962C8B-B14F-4D97-AF65-F5344CB8AC3E}">
        <p14:creationId xmlns:p14="http://schemas.microsoft.com/office/powerpoint/2010/main" val="2373064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98B66-7BF3-E5B8-0AED-AEBBF8D66D85}"/>
              </a:ext>
            </a:extLst>
          </p:cNvPr>
          <p:cNvSpPr>
            <a:spLocks noGrp="1"/>
          </p:cNvSpPr>
          <p:nvPr>
            <p:ph type="title"/>
          </p:nvPr>
        </p:nvSpPr>
        <p:spPr/>
        <p:txBody>
          <a:bodyPr>
            <a:normAutofit fontScale="90000"/>
          </a:bodyPr>
          <a:lstStyle/>
          <a:p>
            <a:r>
              <a:rPr lang="zh-CN" altLang="en-US" sz="3200" dirty="0"/>
              <a:t>计数器</a:t>
            </a:r>
            <a:r>
              <a:rPr lang="en-US" altLang="zh-CN" dirty="0"/>
              <a:t>74x161</a:t>
            </a:r>
            <a:r>
              <a:rPr lang="zh-CN" altLang="en-US" dirty="0"/>
              <a:t>：时序图</a:t>
            </a:r>
            <a:endParaRPr kumimoji="1" lang="zh-CN" altLang="en-US" dirty="0"/>
          </a:p>
        </p:txBody>
      </p:sp>
      <p:sp>
        <p:nvSpPr>
          <p:cNvPr id="4" name="页脚占位符 3">
            <a:extLst>
              <a:ext uri="{FF2B5EF4-FFF2-40B4-BE49-F238E27FC236}">
                <a16:creationId xmlns:a16="http://schemas.microsoft.com/office/drawing/2014/main" id="{9F9D8FAA-16BB-72BF-79B7-2D9D59B87654}"/>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4D30EDD1-7090-6593-2D4D-15E438B0B3F3}"/>
              </a:ext>
            </a:extLst>
          </p:cNvPr>
          <p:cNvSpPr>
            <a:spLocks noGrp="1"/>
          </p:cNvSpPr>
          <p:nvPr>
            <p:ph type="sldNum" sz="quarter" idx="12"/>
          </p:nvPr>
        </p:nvSpPr>
        <p:spPr/>
        <p:txBody>
          <a:bodyPr/>
          <a:lstStyle/>
          <a:p>
            <a:fld id="{9E260BC5-5BF3-8746-862B-DC45E9CAA88B}" type="slidenum">
              <a:rPr lang="en-US" smtClean="0"/>
              <a:pPr/>
              <a:t>12</a:t>
            </a:fld>
            <a:r>
              <a:rPr lang="en-US" altLang="zh-CN" dirty="0"/>
              <a:t>/34</a:t>
            </a:r>
            <a:endParaRPr lang="en-US" dirty="0"/>
          </a:p>
        </p:txBody>
      </p:sp>
      <p:graphicFrame>
        <p:nvGraphicFramePr>
          <p:cNvPr id="7" name="Object 3">
            <a:extLst>
              <a:ext uri="{FF2B5EF4-FFF2-40B4-BE49-F238E27FC236}">
                <a16:creationId xmlns:a16="http://schemas.microsoft.com/office/drawing/2014/main" id="{C18A4B66-D814-FCF4-5795-E692F4E3347F}"/>
              </a:ext>
            </a:extLst>
          </p:cNvPr>
          <p:cNvGraphicFramePr>
            <a:graphicFrameLocks noChangeAspect="1"/>
          </p:cNvGraphicFramePr>
          <p:nvPr>
            <p:extLst>
              <p:ext uri="{D42A27DB-BD31-4B8C-83A1-F6EECF244321}">
                <p14:modId xmlns:p14="http://schemas.microsoft.com/office/powerpoint/2010/main" val="3315664321"/>
              </p:ext>
            </p:extLst>
          </p:nvPr>
        </p:nvGraphicFramePr>
        <p:xfrm>
          <a:off x="468313" y="657226"/>
          <a:ext cx="8148637" cy="5797550"/>
        </p:xfrm>
        <a:graphic>
          <a:graphicData uri="http://schemas.openxmlformats.org/presentationml/2006/ole">
            <mc:AlternateContent xmlns:mc="http://schemas.openxmlformats.org/markup-compatibility/2006">
              <mc:Choice xmlns:v="urn:schemas-microsoft-com:vml" Requires="v">
                <p:oleObj name="图片" r:id="rId2" imgW="4466897" imgH="4855779" progId="Word.Picture.8">
                  <p:embed/>
                </p:oleObj>
              </mc:Choice>
              <mc:Fallback>
                <p:oleObj name="图片" r:id="rId2" imgW="4466897" imgH="4855779" progId="Word.Picture.8">
                  <p:embed/>
                  <p:pic>
                    <p:nvPicPr>
                      <p:cNvPr id="19462"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657226"/>
                        <a:ext cx="8148637" cy="5797550"/>
                      </a:xfrm>
                      <a:prstGeom prst="rect">
                        <a:avLst/>
                      </a:prstGeom>
                      <a:noFill/>
                      <a:ln>
                        <a:noFill/>
                      </a:ln>
                    </p:spPr>
                  </p:pic>
                </p:oleObj>
              </mc:Fallback>
            </mc:AlternateContent>
          </a:graphicData>
        </a:graphic>
      </p:graphicFrame>
      <p:grpSp>
        <p:nvGrpSpPr>
          <p:cNvPr id="8" name="Group 4">
            <a:extLst>
              <a:ext uri="{FF2B5EF4-FFF2-40B4-BE49-F238E27FC236}">
                <a16:creationId xmlns:a16="http://schemas.microsoft.com/office/drawing/2014/main" id="{01C93E85-3981-C975-0509-17459EB3810B}"/>
              </a:ext>
            </a:extLst>
          </p:cNvPr>
          <p:cNvGrpSpPr>
            <a:grpSpLocks/>
          </p:cNvGrpSpPr>
          <p:nvPr/>
        </p:nvGrpSpPr>
        <p:grpSpPr bwMode="auto">
          <a:xfrm>
            <a:off x="1662113" y="1196975"/>
            <a:ext cx="606425" cy="4968875"/>
            <a:chOff x="1055" y="754"/>
            <a:chExt cx="382" cy="3130"/>
          </a:xfrm>
        </p:grpSpPr>
        <p:sp>
          <p:nvSpPr>
            <p:cNvPr id="9" name="Line 5">
              <a:extLst>
                <a:ext uri="{FF2B5EF4-FFF2-40B4-BE49-F238E27FC236}">
                  <a16:creationId xmlns:a16="http://schemas.microsoft.com/office/drawing/2014/main" id="{CBEF0152-E5EC-E8BD-C97E-4CF872773C2F}"/>
                </a:ext>
              </a:extLst>
            </p:cNvPr>
            <p:cNvSpPr>
              <a:spLocks noChangeShapeType="1"/>
            </p:cNvSpPr>
            <p:nvPr/>
          </p:nvSpPr>
          <p:spPr bwMode="auto">
            <a:xfrm flipV="1">
              <a:off x="1055" y="754"/>
              <a:ext cx="0" cy="313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6">
              <a:extLst>
                <a:ext uri="{FF2B5EF4-FFF2-40B4-BE49-F238E27FC236}">
                  <a16:creationId xmlns:a16="http://schemas.microsoft.com/office/drawing/2014/main" id="{091673F1-8516-DBA1-54C5-4A079A9B4735}"/>
                </a:ext>
              </a:extLst>
            </p:cNvPr>
            <p:cNvSpPr>
              <a:spLocks noChangeShapeType="1"/>
            </p:cNvSpPr>
            <p:nvPr/>
          </p:nvSpPr>
          <p:spPr bwMode="auto">
            <a:xfrm flipV="1">
              <a:off x="1437" y="754"/>
              <a:ext cx="0" cy="313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7">
              <a:extLst>
                <a:ext uri="{FF2B5EF4-FFF2-40B4-BE49-F238E27FC236}">
                  <a16:creationId xmlns:a16="http://schemas.microsoft.com/office/drawing/2014/main" id="{F94E816F-32EB-55C0-65A2-42A148AA2056}"/>
                </a:ext>
              </a:extLst>
            </p:cNvPr>
            <p:cNvSpPr>
              <a:spLocks noChangeShapeType="1"/>
            </p:cNvSpPr>
            <p:nvPr/>
          </p:nvSpPr>
          <p:spPr bwMode="auto">
            <a:xfrm>
              <a:off x="1055" y="895"/>
              <a:ext cx="375"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 name="Group 8">
            <a:extLst>
              <a:ext uri="{FF2B5EF4-FFF2-40B4-BE49-F238E27FC236}">
                <a16:creationId xmlns:a16="http://schemas.microsoft.com/office/drawing/2014/main" id="{4AC8B594-523E-6CEB-7223-DEE80ACF7F29}"/>
              </a:ext>
            </a:extLst>
          </p:cNvPr>
          <p:cNvGrpSpPr>
            <a:grpSpLocks/>
          </p:cNvGrpSpPr>
          <p:nvPr/>
        </p:nvGrpSpPr>
        <p:grpSpPr bwMode="auto">
          <a:xfrm>
            <a:off x="2444750" y="1628775"/>
            <a:ext cx="431800" cy="4356100"/>
            <a:chOff x="1540" y="1026"/>
            <a:chExt cx="272" cy="2744"/>
          </a:xfrm>
        </p:grpSpPr>
        <p:sp>
          <p:nvSpPr>
            <p:cNvPr id="13" name="Line 9">
              <a:extLst>
                <a:ext uri="{FF2B5EF4-FFF2-40B4-BE49-F238E27FC236}">
                  <a16:creationId xmlns:a16="http://schemas.microsoft.com/office/drawing/2014/main" id="{8170017F-0C6C-4027-F5AF-67223BF94BBD}"/>
                </a:ext>
              </a:extLst>
            </p:cNvPr>
            <p:cNvSpPr>
              <a:spLocks noChangeShapeType="1"/>
            </p:cNvSpPr>
            <p:nvPr/>
          </p:nvSpPr>
          <p:spPr bwMode="auto">
            <a:xfrm flipV="1">
              <a:off x="1660" y="1026"/>
              <a:ext cx="0" cy="2744"/>
            </a:xfrm>
            <a:prstGeom prst="line">
              <a:avLst/>
            </a:prstGeom>
            <a:noFill/>
            <a:ln w="28575">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0">
              <a:extLst>
                <a:ext uri="{FF2B5EF4-FFF2-40B4-BE49-F238E27FC236}">
                  <a16:creationId xmlns:a16="http://schemas.microsoft.com/office/drawing/2014/main" id="{0B8D9144-92F2-9670-2701-DD474F21B0D9}"/>
                </a:ext>
              </a:extLst>
            </p:cNvPr>
            <p:cNvSpPr>
              <a:spLocks noChangeShapeType="1"/>
            </p:cNvSpPr>
            <p:nvPr/>
          </p:nvSpPr>
          <p:spPr bwMode="auto">
            <a:xfrm>
              <a:off x="1540" y="1124"/>
              <a:ext cx="272"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5" name="Group 11">
            <a:extLst>
              <a:ext uri="{FF2B5EF4-FFF2-40B4-BE49-F238E27FC236}">
                <a16:creationId xmlns:a16="http://schemas.microsoft.com/office/drawing/2014/main" id="{9A7A65A6-FF27-2D99-F46A-D49FE9C258EE}"/>
              </a:ext>
            </a:extLst>
          </p:cNvPr>
          <p:cNvGrpSpPr>
            <a:grpSpLocks/>
          </p:cNvGrpSpPr>
          <p:nvPr/>
        </p:nvGrpSpPr>
        <p:grpSpPr bwMode="auto">
          <a:xfrm>
            <a:off x="2808288" y="3763963"/>
            <a:ext cx="3235325" cy="349250"/>
            <a:chOff x="1769" y="2371"/>
            <a:chExt cx="2038" cy="220"/>
          </a:xfrm>
        </p:grpSpPr>
        <p:sp>
          <p:nvSpPr>
            <p:cNvPr id="16" name="Line 12">
              <a:extLst>
                <a:ext uri="{FF2B5EF4-FFF2-40B4-BE49-F238E27FC236}">
                  <a16:creationId xmlns:a16="http://schemas.microsoft.com/office/drawing/2014/main" id="{777780D3-8D16-0064-70FD-6C04CD0873F4}"/>
                </a:ext>
              </a:extLst>
            </p:cNvPr>
            <p:cNvSpPr>
              <a:spLocks noChangeShapeType="1"/>
            </p:cNvSpPr>
            <p:nvPr/>
          </p:nvSpPr>
          <p:spPr bwMode="auto">
            <a:xfrm>
              <a:off x="1776" y="2371"/>
              <a:ext cx="2031"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3">
              <a:extLst>
                <a:ext uri="{FF2B5EF4-FFF2-40B4-BE49-F238E27FC236}">
                  <a16:creationId xmlns:a16="http://schemas.microsoft.com/office/drawing/2014/main" id="{5E13A724-3A03-0629-9816-702E930A1C52}"/>
                </a:ext>
              </a:extLst>
            </p:cNvPr>
            <p:cNvSpPr>
              <a:spLocks noChangeShapeType="1"/>
            </p:cNvSpPr>
            <p:nvPr/>
          </p:nvSpPr>
          <p:spPr bwMode="auto">
            <a:xfrm>
              <a:off x="1769" y="2591"/>
              <a:ext cx="2038"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8" name="Group 14">
            <a:extLst>
              <a:ext uri="{FF2B5EF4-FFF2-40B4-BE49-F238E27FC236}">
                <a16:creationId xmlns:a16="http://schemas.microsoft.com/office/drawing/2014/main" id="{27E1EFEF-D2D5-1ABD-C860-6543502AAE95}"/>
              </a:ext>
            </a:extLst>
          </p:cNvPr>
          <p:cNvGrpSpPr>
            <a:grpSpLocks/>
          </p:cNvGrpSpPr>
          <p:nvPr/>
        </p:nvGrpSpPr>
        <p:grpSpPr bwMode="auto">
          <a:xfrm>
            <a:off x="6048375" y="3789363"/>
            <a:ext cx="2508250" cy="2411412"/>
            <a:chOff x="3810" y="2387"/>
            <a:chExt cx="1580" cy="1519"/>
          </a:xfrm>
        </p:grpSpPr>
        <p:sp>
          <p:nvSpPr>
            <p:cNvPr id="19" name="Line 15">
              <a:extLst>
                <a:ext uri="{FF2B5EF4-FFF2-40B4-BE49-F238E27FC236}">
                  <a16:creationId xmlns:a16="http://schemas.microsoft.com/office/drawing/2014/main" id="{7CC8E4DF-6356-9CB1-7D71-CD04C7EDD71C}"/>
                </a:ext>
              </a:extLst>
            </p:cNvPr>
            <p:cNvSpPr>
              <a:spLocks noChangeShapeType="1"/>
            </p:cNvSpPr>
            <p:nvPr/>
          </p:nvSpPr>
          <p:spPr bwMode="auto">
            <a:xfrm flipV="1">
              <a:off x="3810" y="2387"/>
              <a:ext cx="0" cy="1519"/>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16">
              <a:extLst>
                <a:ext uri="{FF2B5EF4-FFF2-40B4-BE49-F238E27FC236}">
                  <a16:creationId xmlns:a16="http://schemas.microsoft.com/office/drawing/2014/main" id="{F3814FEB-E11B-FE48-AF46-A6D46A8E07CB}"/>
                </a:ext>
              </a:extLst>
            </p:cNvPr>
            <p:cNvSpPr>
              <a:spLocks noChangeShapeType="1"/>
            </p:cNvSpPr>
            <p:nvPr/>
          </p:nvSpPr>
          <p:spPr bwMode="auto">
            <a:xfrm>
              <a:off x="3819" y="2495"/>
              <a:ext cx="757"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17">
              <a:extLst>
                <a:ext uri="{FF2B5EF4-FFF2-40B4-BE49-F238E27FC236}">
                  <a16:creationId xmlns:a16="http://schemas.microsoft.com/office/drawing/2014/main" id="{CC8E47F1-CEFA-D6B7-3249-A33451A48BE1}"/>
                </a:ext>
              </a:extLst>
            </p:cNvPr>
            <p:cNvSpPr>
              <a:spLocks noChangeShapeType="1"/>
            </p:cNvSpPr>
            <p:nvPr/>
          </p:nvSpPr>
          <p:spPr bwMode="auto">
            <a:xfrm>
              <a:off x="4569" y="2726"/>
              <a:ext cx="821"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2" name="Text Box 18">
            <a:extLst>
              <a:ext uri="{FF2B5EF4-FFF2-40B4-BE49-F238E27FC236}">
                <a16:creationId xmlns:a16="http://schemas.microsoft.com/office/drawing/2014/main" id="{34DBC980-BF1A-3A20-F0C8-A78817924664}"/>
              </a:ext>
            </a:extLst>
          </p:cNvPr>
          <p:cNvSpPr txBox="1">
            <a:spLocks noChangeArrowheads="1"/>
          </p:cNvSpPr>
          <p:nvPr/>
        </p:nvSpPr>
        <p:spPr bwMode="auto">
          <a:xfrm>
            <a:off x="642146" y="3494088"/>
            <a:ext cx="477837" cy="269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10800" rIns="36000" bIns="10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600" dirty="0"/>
              <a:t>CEP</a:t>
            </a:r>
          </a:p>
        </p:txBody>
      </p:sp>
      <p:sp>
        <p:nvSpPr>
          <p:cNvPr id="23" name="Text Box 19">
            <a:extLst>
              <a:ext uri="{FF2B5EF4-FFF2-40B4-BE49-F238E27FC236}">
                <a16:creationId xmlns:a16="http://schemas.microsoft.com/office/drawing/2014/main" id="{EFE477F0-624B-258E-2050-9EE6453A0FB0}"/>
              </a:ext>
            </a:extLst>
          </p:cNvPr>
          <p:cNvSpPr txBox="1">
            <a:spLocks noChangeArrowheads="1"/>
          </p:cNvSpPr>
          <p:nvPr/>
        </p:nvSpPr>
        <p:spPr bwMode="auto">
          <a:xfrm>
            <a:off x="642146" y="3856093"/>
            <a:ext cx="503238" cy="2667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10800" rIns="36000" bIns="10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600" dirty="0"/>
              <a:t>CET</a:t>
            </a:r>
          </a:p>
        </p:txBody>
      </p:sp>
      <p:sp>
        <p:nvSpPr>
          <p:cNvPr id="24" name="Text Box 20">
            <a:extLst>
              <a:ext uri="{FF2B5EF4-FFF2-40B4-BE49-F238E27FC236}">
                <a16:creationId xmlns:a16="http://schemas.microsoft.com/office/drawing/2014/main" id="{515717AD-682D-C105-D93B-7FAD6556AFAC}"/>
              </a:ext>
            </a:extLst>
          </p:cNvPr>
          <p:cNvSpPr txBox="1">
            <a:spLocks noChangeArrowheads="1"/>
          </p:cNvSpPr>
          <p:nvPr/>
        </p:nvSpPr>
        <p:spPr bwMode="auto">
          <a:xfrm>
            <a:off x="647700" y="5788025"/>
            <a:ext cx="395288" cy="2667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10800" rIns="36000" bIns="10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600"/>
              <a:t>CT</a:t>
            </a:r>
          </a:p>
        </p:txBody>
      </p:sp>
      <p:sp>
        <p:nvSpPr>
          <p:cNvPr id="25" name="Text Box 21">
            <a:extLst>
              <a:ext uri="{FF2B5EF4-FFF2-40B4-BE49-F238E27FC236}">
                <a16:creationId xmlns:a16="http://schemas.microsoft.com/office/drawing/2014/main" id="{1D259EC5-E73C-1EA8-6193-9CC933AC1FA3}"/>
              </a:ext>
            </a:extLst>
          </p:cNvPr>
          <p:cNvSpPr txBox="1">
            <a:spLocks noChangeArrowheads="1"/>
          </p:cNvSpPr>
          <p:nvPr/>
        </p:nvSpPr>
        <p:spPr bwMode="auto">
          <a:xfrm>
            <a:off x="735206" y="807135"/>
            <a:ext cx="395287" cy="2444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0" rIns="3600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600" dirty="0"/>
              <a:t>CR</a:t>
            </a:r>
          </a:p>
        </p:txBody>
      </p:sp>
      <p:sp>
        <p:nvSpPr>
          <p:cNvPr id="26" name="Text Box 22">
            <a:extLst>
              <a:ext uri="{FF2B5EF4-FFF2-40B4-BE49-F238E27FC236}">
                <a16:creationId xmlns:a16="http://schemas.microsoft.com/office/drawing/2014/main" id="{03538171-DB7C-B36D-9C74-1E14492367DB}"/>
              </a:ext>
            </a:extLst>
          </p:cNvPr>
          <p:cNvSpPr txBox="1">
            <a:spLocks noChangeArrowheads="1"/>
          </p:cNvSpPr>
          <p:nvPr/>
        </p:nvSpPr>
        <p:spPr bwMode="auto">
          <a:xfrm>
            <a:off x="648892" y="1219912"/>
            <a:ext cx="503238" cy="2444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0" rIns="36000" bIns="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dirty="0"/>
              <a:t>P E</a:t>
            </a:r>
          </a:p>
        </p:txBody>
      </p:sp>
    </p:spTree>
    <p:extLst>
      <p:ext uri="{BB962C8B-B14F-4D97-AF65-F5344CB8AC3E}">
        <p14:creationId xmlns:p14="http://schemas.microsoft.com/office/powerpoint/2010/main" val="3746660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xit" presetSubtype="10" fill="hold" nodeType="clickEffect">
                                  <p:stCondLst>
                                    <p:cond delay="0"/>
                                  </p:stCondLst>
                                  <p:childTnLst>
                                    <p:animEffect transition="out" filter="blinds(horizontal)">
                                      <p:cBhvr>
                                        <p:cTn id="10" dur="500"/>
                                        <p:tgtEl>
                                          <p:spTgt spid="8"/>
                                        </p:tgtEl>
                                      </p:cBhvr>
                                    </p:animEffect>
                                    <p:set>
                                      <p:cBhvr>
                                        <p:cTn id="11" dur="1" fill="hold">
                                          <p:stCondLst>
                                            <p:cond delay="499"/>
                                          </p:stCondLst>
                                        </p:cTn>
                                        <p:tgtEl>
                                          <p:spTgt spid="8"/>
                                        </p:tgtEl>
                                        <p:attrNameLst>
                                          <p:attrName>style.visibility</p:attrName>
                                        </p:attrNameLst>
                                      </p:cBhvr>
                                      <p:to>
                                        <p:strVal val="hidden"/>
                                      </p:to>
                                    </p:set>
                                  </p:childTnLst>
                                </p:cTn>
                              </p:par>
                              <p:par>
                                <p:cTn id="12" presetID="1" presetClass="entr" presetSubtype="0"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3" presetClass="exit" presetSubtype="10" fill="hold" nodeType="clickEffect">
                                  <p:stCondLst>
                                    <p:cond delay="0"/>
                                  </p:stCondLst>
                                  <p:childTnLst>
                                    <p:animEffect transition="out" filter="blinds(horizontal)">
                                      <p:cBhvr>
                                        <p:cTn id="17" dur="500"/>
                                        <p:tgtEl>
                                          <p:spTgt spid="12"/>
                                        </p:tgtEl>
                                      </p:cBhvr>
                                    </p:animEffect>
                                    <p:set>
                                      <p:cBhvr>
                                        <p:cTn id="18" dur="1" fill="hold">
                                          <p:stCondLst>
                                            <p:cond delay="499"/>
                                          </p:stCondLst>
                                        </p:cTn>
                                        <p:tgtEl>
                                          <p:spTgt spid="12"/>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xit" presetSubtype="10" fill="hold" nodeType="clickEffect">
                                  <p:stCondLst>
                                    <p:cond delay="0"/>
                                  </p:stCondLst>
                                  <p:childTnLst>
                                    <p:animEffect transition="out" filter="blinds(horizontal)">
                                      <p:cBhvr>
                                        <p:cTn id="24" dur="500"/>
                                        <p:tgtEl>
                                          <p:spTgt spid="15"/>
                                        </p:tgtEl>
                                      </p:cBhvr>
                                    </p:animEffect>
                                    <p:set>
                                      <p:cBhvr>
                                        <p:cTn id="25" dur="1" fill="hold">
                                          <p:stCondLst>
                                            <p:cond delay="499"/>
                                          </p:stCondLst>
                                        </p:cTn>
                                        <p:tgtEl>
                                          <p:spTgt spid="15"/>
                                        </p:tgtEl>
                                        <p:attrNameLst>
                                          <p:attrName>style.visibility</p:attrName>
                                        </p:attrNameLst>
                                      </p:cBhvr>
                                      <p:to>
                                        <p:strVal val="hidden"/>
                                      </p:to>
                                    </p:set>
                                  </p:childTnLst>
                                </p:cTn>
                              </p:par>
                              <p:par>
                                <p:cTn id="26" presetID="1" presetClass="entr" presetSubtype="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7B98EB-D3BA-24AE-042D-4CF17BE24468}"/>
              </a:ext>
            </a:extLst>
          </p:cNvPr>
          <p:cNvSpPr>
            <a:spLocks noGrp="1"/>
          </p:cNvSpPr>
          <p:nvPr>
            <p:ph type="title"/>
          </p:nvPr>
        </p:nvSpPr>
        <p:spPr/>
        <p:txBody>
          <a:bodyPr>
            <a:normAutofit fontScale="90000"/>
          </a:bodyPr>
          <a:lstStyle/>
          <a:p>
            <a:r>
              <a:rPr kumimoji="1" lang="zh-CN" altLang="en-US" dirty="0"/>
              <a:t>计数器</a:t>
            </a:r>
            <a:r>
              <a:rPr lang="en-US" altLang="zh-CN" dirty="0"/>
              <a:t>74x160</a:t>
            </a:r>
            <a:endParaRPr kumimoji="1" lang="zh-CN" altLang="en-US" dirty="0"/>
          </a:p>
        </p:txBody>
      </p:sp>
      <p:sp>
        <p:nvSpPr>
          <p:cNvPr id="3" name="内容占位符 2">
            <a:extLst>
              <a:ext uri="{FF2B5EF4-FFF2-40B4-BE49-F238E27FC236}">
                <a16:creationId xmlns:a16="http://schemas.microsoft.com/office/drawing/2014/main" id="{73EC0E4B-1703-3FAA-9B4D-6CF89888F539}"/>
              </a:ext>
            </a:extLst>
          </p:cNvPr>
          <p:cNvSpPr>
            <a:spLocks noGrp="1"/>
          </p:cNvSpPr>
          <p:nvPr>
            <p:ph idx="1"/>
          </p:nvPr>
        </p:nvSpPr>
        <p:spPr/>
        <p:txBody>
          <a:bodyPr/>
          <a:lstStyle/>
          <a:p>
            <a:pPr>
              <a:lnSpc>
                <a:spcPct val="110000"/>
              </a:lnSpc>
            </a:pPr>
            <a:r>
              <a:rPr lang="zh-CN" altLang="en-US" dirty="0"/>
              <a:t>带使能、异步清零、同步置数四位同步十进制计数器</a:t>
            </a:r>
          </a:p>
          <a:p>
            <a:pPr lvl="1">
              <a:lnSpc>
                <a:spcPct val="110000"/>
              </a:lnSpc>
            </a:pPr>
            <a:r>
              <a:rPr kumimoji="1" lang="zh-CN" altLang="en-US" dirty="0"/>
              <a:t>逻辑符号</a:t>
            </a:r>
            <a:r>
              <a:rPr lang="zh-CN" altLang="en-US" dirty="0"/>
              <a:t>和功能表与</a:t>
            </a:r>
            <a:r>
              <a:rPr lang="en-US" altLang="zh-CN" dirty="0"/>
              <a:t>74x161</a:t>
            </a:r>
            <a:r>
              <a:rPr lang="zh-CN" altLang="en-US" dirty="0"/>
              <a:t>相同，但输出只有</a:t>
            </a:r>
            <a:r>
              <a:rPr lang="en-US" altLang="zh-CN" dirty="0"/>
              <a:t>0000 ~ 1001</a:t>
            </a:r>
            <a:r>
              <a:rPr lang="zh-CN" altLang="en-US" dirty="0"/>
              <a:t>十个稳定状态</a:t>
            </a:r>
          </a:p>
          <a:p>
            <a:endParaRPr kumimoji="1" lang="zh-CN" altLang="en-US" dirty="0"/>
          </a:p>
        </p:txBody>
      </p:sp>
      <p:sp>
        <p:nvSpPr>
          <p:cNvPr id="4" name="页脚占位符 3">
            <a:extLst>
              <a:ext uri="{FF2B5EF4-FFF2-40B4-BE49-F238E27FC236}">
                <a16:creationId xmlns:a16="http://schemas.microsoft.com/office/drawing/2014/main" id="{69FCC9FD-2BD7-72A0-0591-F0CFAEFAE26B}"/>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37FB1B4A-7096-6D9A-FB3B-678D2FD6C451}"/>
              </a:ext>
            </a:extLst>
          </p:cNvPr>
          <p:cNvSpPr>
            <a:spLocks noGrp="1"/>
          </p:cNvSpPr>
          <p:nvPr>
            <p:ph type="sldNum" sz="quarter" idx="12"/>
          </p:nvPr>
        </p:nvSpPr>
        <p:spPr/>
        <p:txBody>
          <a:bodyPr/>
          <a:lstStyle/>
          <a:p>
            <a:fld id="{9E260BC5-5BF3-8746-862B-DC45E9CAA88B}" type="slidenum">
              <a:rPr lang="en-US" smtClean="0"/>
              <a:pPr/>
              <a:t>13</a:t>
            </a:fld>
            <a:r>
              <a:rPr lang="en-US" altLang="zh-CN" dirty="0"/>
              <a:t>/34</a:t>
            </a:r>
            <a:endParaRPr lang="en-US" dirty="0"/>
          </a:p>
        </p:txBody>
      </p:sp>
      <p:graphicFrame>
        <p:nvGraphicFramePr>
          <p:cNvPr id="6" name="Object 4">
            <a:extLst>
              <a:ext uri="{FF2B5EF4-FFF2-40B4-BE49-F238E27FC236}">
                <a16:creationId xmlns:a16="http://schemas.microsoft.com/office/drawing/2014/main" id="{338BFD23-FE85-37DF-597E-7F2610AF14C2}"/>
              </a:ext>
            </a:extLst>
          </p:cNvPr>
          <p:cNvGraphicFramePr>
            <a:graphicFrameLocks noChangeAspect="1"/>
          </p:cNvGraphicFramePr>
          <p:nvPr>
            <p:extLst>
              <p:ext uri="{D42A27DB-BD31-4B8C-83A1-F6EECF244321}">
                <p14:modId xmlns:p14="http://schemas.microsoft.com/office/powerpoint/2010/main" val="2764172883"/>
              </p:ext>
            </p:extLst>
          </p:nvPr>
        </p:nvGraphicFramePr>
        <p:xfrm>
          <a:off x="862614" y="2548655"/>
          <a:ext cx="3595688" cy="2608263"/>
        </p:xfrm>
        <a:graphic>
          <a:graphicData uri="http://schemas.openxmlformats.org/presentationml/2006/ole">
            <mc:AlternateContent xmlns:mc="http://schemas.openxmlformats.org/markup-compatibility/2006">
              <mc:Choice xmlns:v="urn:schemas-microsoft-com:vml" Requires="v">
                <p:oleObj name="Photo Editor 照片" r:id="rId2" imgW="13460704" imgH="9764488" progId="MSPhotoEd.3">
                  <p:embed/>
                </p:oleObj>
              </mc:Choice>
              <mc:Fallback>
                <p:oleObj name="Photo Editor 照片" r:id="rId2" imgW="13460704" imgH="9764488" progId="MSPhotoEd.3">
                  <p:embed/>
                  <p:pic>
                    <p:nvPicPr>
                      <p:cNvPr id="20487"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2614" y="2548655"/>
                        <a:ext cx="3595688" cy="2608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Text Box 5">
            <a:extLst>
              <a:ext uri="{FF2B5EF4-FFF2-40B4-BE49-F238E27FC236}">
                <a16:creationId xmlns:a16="http://schemas.microsoft.com/office/drawing/2014/main" id="{5AC41AF9-9BC2-A0E2-BEE1-FAF57F91D1CA}"/>
              </a:ext>
            </a:extLst>
          </p:cNvPr>
          <p:cNvSpPr txBox="1">
            <a:spLocks noChangeArrowheads="1"/>
          </p:cNvSpPr>
          <p:nvPr/>
        </p:nvSpPr>
        <p:spPr bwMode="auto">
          <a:xfrm>
            <a:off x="1984977" y="3620218"/>
            <a:ext cx="1460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400"/>
              <a:t>Q</a:t>
            </a:r>
            <a:r>
              <a:rPr lang="en-US" altLang="zh-CN" sz="2000" baseline="-15000"/>
              <a:t>3</a:t>
            </a:r>
            <a:r>
              <a:rPr lang="en-US" altLang="zh-CN" sz="2400"/>
              <a:t>Q</a:t>
            </a:r>
            <a:r>
              <a:rPr lang="en-US" altLang="zh-CN" sz="2000" baseline="-15000"/>
              <a:t>2</a:t>
            </a:r>
            <a:r>
              <a:rPr lang="en-US" altLang="zh-CN" sz="2400"/>
              <a:t>Q</a:t>
            </a:r>
            <a:r>
              <a:rPr lang="en-US" altLang="zh-CN" sz="2000" baseline="-15000"/>
              <a:t>1</a:t>
            </a:r>
            <a:r>
              <a:rPr lang="en-US" altLang="zh-CN" sz="2400"/>
              <a:t>Q</a:t>
            </a:r>
            <a:r>
              <a:rPr lang="en-US" altLang="zh-CN" sz="2000" baseline="-15000"/>
              <a:t>0</a:t>
            </a:r>
          </a:p>
        </p:txBody>
      </p:sp>
      <p:sp>
        <p:nvSpPr>
          <p:cNvPr id="8" name="Oval 6">
            <a:extLst>
              <a:ext uri="{FF2B5EF4-FFF2-40B4-BE49-F238E27FC236}">
                <a16:creationId xmlns:a16="http://schemas.microsoft.com/office/drawing/2014/main" id="{D6EACE3F-9380-C271-A338-B11C3FFB5393}"/>
              </a:ext>
            </a:extLst>
          </p:cNvPr>
          <p:cNvSpPr>
            <a:spLocks noChangeArrowheads="1"/>
          </p:cNvSpPr>
          <p:nvPr/>
        </p:nvSpPr>
        <p:spPr bwMode="auto">
          <a:xfrm>
            <a:off x="1969102" y="3567830"/>
            <a:ext cx="1512887" cy="6127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9" name="Text Box 7">
            <a:extLst>
              <a:ext uri="{FF2B5EF4-FFF2-40B4-BE49-F238E27FC236}">
                <a16:creationId xmlns:a16="http://schemas.microsoft.com/office/drawing/2014/main" id="{C6EFFB92-2198-7357-09CE-75E0C3402E30}"/>
              </a:ext>
            </a:extLst>
          </p:cNvPr>
          <p:cNvSpPr txBox="1">
            <a:spLocks noChangeArrowheads="1"/>
          </p:cNvSpPr>
          <p:nvPr/>
        </p:nvSpPr>
        <p:spPr bwMode="auto">
          <a:xfrm>
            <a:off x="6654007" y="4736231"/>
            <a:ext cx="1639887"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Aft>
                <a:spcPct val="0"/>
              </a:spcAft>
              <a:buFontTx/>
              <a:buNone/>
            </a:pPr>
            <a:r>
              <a:rPr lang="zh-CN" altLang="en-US" sz="2400">
                <a:latin typeface="Arial" panose="020B0604020202020204" pitchFamily="34" charset="0"/>
              </a:rPr>
              <a:t>逻辑符号</a:t>
            </a:r>
          </a:p>
        </p:txBody>
      </p:sp>
      <p:sp>
        <p:nvSpPr>
          <p:cNvPr id="10" name="Text Box 9">
            <a:extLst>
              <a:ext uri="{FF2B5EF4-FFF2-40B4-BE49-F238E27FC236}">
                <a16:creationId xmlns:a16="http://schemas.microsoft.com/office/drawing/2014/main" id="{BD936AF0-317D-93AA-F424-7EBAFED878BA}"/>
              </a:ext>
            </a:extLst>
          </p:cNvPr>
          <p:cNvSpPr txBox="1">
            <a:spLocks noChangeArrowheads="1"/>
          </p:cNvSpPr>
          <p:nvPr/>
        </p:nvSpPr>
        <p:spPr bwMode="auto">
          <a:xfrm>
            <a:off x="6107907" y="3739281"/>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PE</a:t>
            </a:r>
          </a:p>
        </p:txBody>
      </p:sp>
      <p:sp>
        <p:nvSpPr>
          <p:cNvPr id="11" name="Rectangle 10">
            <a:extLst>
              <a:ext uri="{FF2B5EF4-FFF2-40B4-BE49-F238E27FC236}">
                <a16:creationId xmlns:a16="http://schemas.microsoft.com/office/drawing/2014/main" id="{9335FF0B-582A-7949-E4D1-072E7382EBB3}"/>
              </a:ext>
            </a:extLst>
          </p:cNvPr>
          <p:cNvSpPr>
            <a:spLocks noChangeArrowheads="1"/>
          </p:cNvSpPr>
          <p:nvPr/>
        </p:nvSpPr>
        <p:spPr bwMode="auto">
          <a:xfrm>
            <a:off x="6096794" y="2977281"/>
            <a:ext cx="2827338" cy="1219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endParaRPr kumimoji="1" lang="zh-CN" altLang="en-US" sz="2400" b="0"/>
          </a:p>
        </p:txBody>
      </p:sp>
      <p:sp>
        <p:nvSpPr>
          <p:cNvPr id="12" name="Line 11">
            <a:extLst>
              <a:ext uri="{FF2B5EF4-FFF2-40B4-BE49-F238E27FC236}">
                <a16:creationId xmlns:a16="http://schemas.microsoft.com/office/drawing/2014/main" id="{B35C9BEB-887D-6E47-C8B4-852B985EAA01}"/>
              </a:ext>
            </a:extLst>
          </p:cNvPr>
          <p:cNvSpPr>
            <a:spLocks noChangeShapeType="1"/>
          </p:cNvSpPr>
          <p:nvPr/>
        </p:nvSpPr>
        <p:spPr bwMode="auto">
          <a:xfrm flipV="1">
            <a:off x="6801644" y="2670893"/>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12">
            <a:extLst>
              <a:ext uri="{FF2B5EF4-FFF2-40B4-BE49-F238E27FC236}">
                <a16:creationId xmlns:a16="http://schemas.microsoft.com/office/drawing/2014/main" id="{EC7CD6F9-B39F-E315-E0B9-7A96E35FBA1D}"/>
              </a:ext>
            </a:extLst>
          </p:cNvPr>
          <p:cNvSpPr>
            <a:spLocks noChangeShapeType="1"/>
          </p:cNvSpPr>
          <p:nvPr/>
        </p:nvSpPr>
        <p:spPr bwMode="auto">
          <a:xfrm flipV="1">
            <a:off x="7214394" y="2670893"/>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13">
            <a:extLst>
              <a:ext uri="{FF2B5EF4-FFF2-40B4-BE49-F238E27FC236}">
                <a16:creationId xmlns:a16="http://schemas.microsoft.com/office/drawing/2014/main" id="{A046AA49-2ED7-7E80-C2E6-EB484F3DAE8A}"/>
              </a:ext>
            </a:extLst>
          </p:cNvPr>
          <p:cNvSpPr>
            <a:spLocks noChangeShapeType="1"/>
          </p:cNvSpPr>
          <p:nvPr/>
        </p:nvSpPr>
        <p:spPr bwMode="auto">
          <a:xfrm flipV="1">
            <a:off x="7638257" y="2670893"/>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14">
            <a:extLst>
              <a:ext uri="{FF2B5EF4-FFF2-40B4-BE49-F238E27FC236}">
                <a16:creationId xmlns:a16="http://schemas.microsoft.com/office/drawing/2014/main" id="{77529798-C341-9B72-C085-B205E9957319}"/>
              </a:ext>
            </a:extLst>
          </p:cNvPr>
          <p:cNvSpPr>
            <a:spLocks noChangeShapeType="1"/>
          </p:cNvSpPr>
          <p:nvPr/>
        </p:nvSpPr>
        <p:spPr bwMode="auto">
          <a:xfrm flipV="1">
            <a:off x="8030369" y="2670893"/>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15">
            <a:extLst>
              <a:ext uri="{FF2B5EF4-FFF2-40B4-BE49-F238E27FC236}">
                <a16:creationId xmlns:a16="http://schemas.microsoft.com/office/drawing/2014/main" id="{BDA61FD7-2E9F-5879-ED1B-B0F2E1B62541}"/>
              </a:ext>
            </a:extLst>
          </p:cNvPr>
          <p:cNvSpPr>
            <a:spLocks noChangeShapeType="1"/>
          </p:cNvSpPr>
          <p:nvPr/>
        </p:nvSpPr>
        <p:spPr bwMode="auto">
          <a:xfrm flipV="1">
            <a:off x="6811169" y="4204418"/>
            <a:ext cx="0" cy="2857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16">
            <a:extLst>
              <a:ext uri="{FF2B5EF4-FFF2-40B4-BE49-F238E27FC236}">
                <a16:creationId xmlns:a16="http://schemas.microsoft.com/office/drawing/2014/main" id="{F7116928-78EF-C83D-74F7-BAE104FED93D}"/>
              </a:ext>
            </a:extLst>
          </p:cNvPr>
          <p:cNvSpPr>
            <a:spLocks noChangeShapeType="1"/>
          </p:cNvSpPr>
          <p:nvPr/>
        </p:nvSpPr>
        <p:spPr bwMode="auto">
          <a:xfrm flipV="1">
            <a:off x="7214394" y="4198068"/>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7">
            <a:extLst>
              <a:ext uri="{FF2B5EF4-FFF2-40B4-BE49-F238E27FC236}">
                <a16:creationId xmlns:a16="http://schemas.microsoft.com/office/drawing/2014/main" id="{D7CA3E15-2757-DBCD-6316-422081BF326D}"/>
              </a:ext>
            </a:extLst>
          </p:cNvPr>
          <p:cNvSpPr>
            <a:spLocks noChangeShapeType="1"/>
          </p:cNvSpPr>
          <p:nvPr/>
        </p:nvSpPr>
        <p:spPr bwMode="auto">
          <a:xfrm flipV="1">
            <a:off x="7638257" y="4198068"/>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18">
            <a:extLst>
              <a:ext uri="{FF2B5EF4-FFF2-40B4-BE49-F238E27FC236}">
                <a16:creationId xmlns:a16="http://schemas.microsoft.com/office/drawing/2014/main" id="{3D09D220-8D15-A4D8-1C92-9DA7E8D3D246}"/>
              </a:ext>
            </a:extLst>
          </p:cNvPr>
          <p:cNvSpPr>
            <a:spLocks noChangeShapeType="1"/>
          </p:cNvSpPr>
          <p:nvPr/>
        </p:nvSpPr>
        <p:spPr bwMode="auto">
          <a:xfrm flipV="1">
            <a:off x="8030369" y="4198068"/>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19">
            <a:extLst>
              <a:ext uri="{FF2B5EF4-FFF2-40B4-BE49-F238E27FC236}">
                <a16:creationId xmlns:a16="http://schemas.microsoft.com/office/drawing/2014/main" id="{621894EA-7B17-8D20-EB83-759866235506}"/>
              </a:ext>
            </a:extLst>
          </p:cNvPr>
          <p:cNvSpPr>
            <a:spLocks noChangeShapeType="1"/>
          </p:cNvSpPr>
          <p:nvPr/>
        </p:nvSpPr>
        <p:spPr bwMode="auto">
          <a:xfrm>
            <a:off x="8916194" y="3282081"/>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20">
            <a:extLst>
              <a:ext uri="{FF2B5EF4-FFF2-40B4-BE49-F238E27FC236}">
                <a16:creationId xmlns:a16="http://schemas.microsoft.com/office/drawing/2014/main" id="{BC21F0DA-5686-B6D7-94CF-D75E3CD204C3}"/>
              </a:ext>
            </a:extLst>
          </p:cNvPr>
          <p:cNvSpPr>
            <a:spLocks noChangeShapeType="1"/>
          </p:cNvSpPr>
          <p:nvPr/>
        </p:nvSpPr>
        <p:spPr bwMode="auto">
          <a:xfrm>
            <a:off x="8916194" y="3586881"/>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21">
            <a:extLst>
              <a:ext uri="{FF2B5EF4-FFF2-40B4-BE49-F238E27FC236}">
                <a16:creationId xmlns:a16="http://schemas.microsoft.com/office/drawing/2014/main" id="{77B0A135-A81E-5015-47E9-D21FB0FE08C4}"/>
              </a:ext>
            </a:extLst>
          </p:cNvPr>
          <p:cNvSpPr>
            <a:spLocks noChangeShapeType="1"/>
          </p:cNvSpPr>
          <p:nvPr/>
        </p:nvSpPr>
        <p:spPr bwMode="auto">
          <a:xfrm>
            <a:off x="8916194" y="3891681"/>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3" name="Group 22">
            <a:extLst>
              <a:ext uri="{FF2B5EF4-FFF2-40B4-BE49-F238E27FC236}">
                <a16:creationId xmlns:a16="http://schemas.microsoft.com/office/drawing/2014/main" id="{EFD16BB9-C284-02AF-40EE-40F9E9AED90B}"/>
              </a:ext>
            </a:extLst>
          </p:cNvPr>
          <p:cNvGrpSpPr>
            <a:grpSpLocks/>
          </p:cNvGrpSpPr>
          <p:nvPr/>
        </p:nvGrpSpPr>
        <p:grpSpPr bwMode="auto">
          <a:xfrm>
            <a:off x="5663407" y="3282081"/>
            <a:ext cx="436562" cy="609600"/>
            <a:chOff x="3130" y="1127"/>
            <a:chExt cx="206" cy="384"/>
          </a:xfrm>
        </p:grpSpPr>
        <p:sp>
          <p:nvSpPr>
            <p:cNvPr id="24" name="Line 23">
              <a:extLst>
                <a:ext uri="{FF2B5EF4-FFF2-40B4-BE49-F238E27FC236}">
                  <a16:creationId xmlns:a16="http://schemas.microsoft.com/office/drawing/2014/main" id="{9782C239-E485-8416-C79F-5FC74D57A610}"/>
                </a:ext>
              </a:extLst>
            </p:cNvPr>
            <p:cNvSpPr>
              <a:spLocks noChangeShapeType="1"/>
            </p:cNvSpPr>
            <p:nvPr/>
          </p:nvSpPr>
          <p:spPr bwMode="auto">
            <a:xfrm>
              <a:off x="3130" y="1127"/>
              <a:ext cx="20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4">
              <a:extLst>
                <a:ext uri="{FF2B5EF4-FFF2-40B4-BE49-F238E27FC236}">
                  <a16:creationId xmlns:a16="http://schemas.microsoft.com/office/drawing/2014/main" id="{BAA229E1-433B-3A35-86EB-601A5CDC50AD}"/>
                </a:ext>
              </a:extLst>
            </p:cNvPr>
            <p:cNvSpPr>
              <a:spLocks noChangeShapeType="1"/>
            </p:cNvSpPr>
            <p:nvPr/>
          </p:nvSpPr>
          <p:spPr bwMode="auto">
            <a:xfrm>
              <a:off x="3136" y="1319"/>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5">
              <a:extLst>
                <a:ext uri="{FF2B5EF4-FFF2-40B4-BE49-F238E27FC236}">
                  <a16:creationId xmlns:a16="http://schemas.microsoft.com/office/drawing/2014/main" id="{5FAED795-FAF4-02AD-D2CF-FFF3B02A758D}"/>
                </a:ext>
              </a:extLst>
            </p:cNvPr>
            <p:cNvSpPr>
              <a:spLocks noChangeShapeType="1"/>
            </p:cNvSpPr>
            <p:nvPr/>
          </p:nvSpPr>
          <p:spPr bwMode="auto">
            <a:xfrm>
              <a:off x="3136" y="1511"/>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7" name="Text Box 26">
            <a:extLst>
              <a:ext uri="{FF2B5EF4-FFF2-40B4-BE49-F238E27FC236}">
                <a16:creationId xmlns:a16="http://schemas.microsoft.com/office/drawing/2014/main" id="{4BBCBE59-DBE0-4B29-F282-C746E3497C35}"/>
              </a:ext>
            </a:extLst>
          </p:cNvPr>
          <p:cNvSpPr txBox="1">
            <a:spLocks noChangeArrowheads="1"/>
          </p:cNvSpPr>
          <p:nvPr/>
        </p:nvSpPr>
        <p:spPr bwMode="auto">
          <a:xfrm>
            <a:off x="6630194" y="2901081"/>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Q</a:t>
            </a:r>
            <a:r>
              <a:rPr kumimoji="1" lang="en-US" altLang="zh-CN" sz="1600" b="0"/>
              <a:t>3</a:t>
            </a:r>
            <a:r>
              <a:rPr kumimoji="1" lang="en-US" altLang="zh-CN" sz="2400" b="0"/>
              <a:t> Q</a:t>
            </a:r>
            <a:r>
              <a:rPr kumimoji="1" lang="en-US" altLang="zh-CN" sz="1600" b="0"/>
              <a:t>2</a:t>
            </a:r>
            <a:r>
              <a:rPr kumimoji="1" lang="en-US" altLang="zh-CN" sz="2400" b="0"/>
              <a:t> Q</a:t>
            </a:r>
            <a:r>
              <a:rPr kumimoji="1" lang="en-US" altLang="zh-CN" sz="1600" b="0"/>
              <a:t>1</a:t>
            </a:r>
            <a:r>
              <a:rPr kumimoji="1" lang="en-US" altLang="zh-CN" sz="2400" b="0"/>
              <a:t> Q</a:t>
            </a:r>
            <a:r>
              <a:rPr kumimoji="1" lang="en-US" altLang="zh-CN" sz="1600" b="0"/>
              <a:t>0</a:t>
            </a:r>
            <a:endParaRPr kumimoji="1" lang="en-US" altLang="zh-CN" sz="2400" b="0"/>
          </a:p>
        </p:txBody>
      </p:sp>
      <p:sp>
        <p:nvSpPr>
          <p:cNvPr id="28" name="Text Box 27">
            <a:extLst>
              <a:ext uri="{FF2B5EF4-FFF2-40B4-BE49-F238E27FC236}">
                <a16:creationId xmlns:a16="http://schemas.microsoft.com/office/drawing/2014/main" id="{04E62AB8-E417-6E3B-2EB6-81DC05A9FC8B}"/>
              </a:ext>
            </a:extLst>
          </p:cNvPr>
          <p:cNvSpPr txBox="1">
            <a:spLocks noChangeArrowheads="1"/>
          </p:cNvSpPr>
          <p:nvPr/>
        </p:nvSpPr>
        <p:spPr bwMode="auto">
          <a:xfrm>
            <a:off x="6082507" y="3031256"/>
            <a:ext cx="573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TC</a:t>
            </a:r>
          </a:p>
        </p:txBody>
      </p:sp>
      <p:sp>
        <p:nvSpPr>
          <p:cNvPr id="29" name="Text Box 28">
            <a:extLst>
              <a:ext uri="{FF2B5EF4-FFF2-40B4-BE49-F238E27FC236}">
                <a16:creationId xmlns:a16="http://schemas.microsoft.com/office/drawing/2014/main" id="{74DB8B4D-5CC3-55C7-5AE7-40C248359450}"/>
              </a:ext>
            </a:extLst>
          </p:cNvPr>
          <p:cNvSpPr txBox="1">
            <a:spLocks noChangeArrowheads="1"/>
          </p:cNvSpPr>
          <p:nvPr/>
        </p:nvSpPr>
        <p:spPr bwMode="auto">
          <a:xfrm>
            <a:off x="8181182" y="3020143"/>
            <a:ext cx="74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CEP</a:t>
            </a:r>
          </a:p>
        </p:txBody>
      </p:sp>
      <p:sp>
        <p:nvSpPr>
          <p:cNvPr id="30" name="Text Box 29">
            <a:extLst>
              <a:ext uri="{FF2B5EF4-FFF2-40B4-BE49-F238E27FC236}">
                <a16:creationId xmlns:a16="http://schemas.microsoft.com/office/drawing/2014/main" id="{C7E1E664-71DF-BF58-0564-5153B57BC78A}"/>
              </a:ext>
            </a:extLst>
          </p:cNvPr>
          <p:cNvSpPr txBox="1">
            <a:spLocks noChangeArrowheads="1"/>
          </p:cNvSpPr>
          <p:nvPr/>
        </p:nvSpPr>
        <p:spPr bwMode="auto">
          <a:xfrm>
            <a:off x="8163719" y="3336056"/>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CET</a:t>
            </a:r>
          </a:p>
        </p:txBody>
      </p:sp>
      <p:sp>
        <p:nvSpPr>
          <p:cNvPr id="31" name="Text Box 30">
            <a:extLst>
              <a:ext uri="{FF2B5EF4-FFF2-40B4-BE49-F238E27FC236}">
                <a16:creationId xmlns:a16="http://schemas.microsoft.com/office/drawing/2014/main" id="{E331F5C7-DDB8-758C-AEB7-B6A929921E51}"/>
              </a:ext>
            </a:extLst>
          </p:cNvPr>
          <p:cNvSpPr txBox="1">
            <a:spLocks noChangeArrowheads="1"/>
          </p:cNvSpPr>
          <p:nvPr/>
        </p:nvSpPr>
        <p:spPr bwMode="auto">
          <a:xfrm>
            <a:off x="6855619" y="3326531"/>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74x160</a:t>
            </a:r>
          </a:p>
        </p:txBody>
      </p:sp>
      <p:sp>
        <p:nvSpPr>
          <p:cNvPr id="32" name="Text Box 31">
            <a:extLst>
              <a:ext uri="{FF2B5EF4-FFF2-40B4-BE49-F238E27FC236}">
                <a16:creationId xmlns:a16="http://schemas.microsoft.com/office/drawing/2014/main" id="{0A73409D-4384-72EF-BB3F-9765233CB8DB}"/>
              </a:ext>
            </a:extLst>
          </p:cNvPr>
          <p:cNvSpPr txBox="1">
            <a:spLocks noChangeArrowheads="1"/>
          </p:cNvSpPr>
          <p:nvPr/>
        </p:nvSpPr>
        <p:spPr bwMode="auto">
          <a:xfrm>
            <a:off x="6101557" y="3378918"/>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CR</a:t>
            </a:r>
          </a:p>
        </p:txBody>
      </p:sp>
      <p:sp>
        <p:nvSpPr>
          <p:cNvPr id="33" name="Text Box 34">
            <a:extLst>
              <a:ext uri="{FF2B5EF4-FFF2-40B4-BE49-F238E27FC236}">
                <a16:creationId xmlns:a16="http://schemas.microsoft.com/office/drawing/2014/main" id="{964DEB67-2D1F-BF60-7DE3-09E4C5075EB1}"/>
              </a:ext>
            </a:extLst>
          </p:cNvPr>
          <p:cNvSpPr txBox="1">
            <a:spLocks noChangeArrowheads="1"/>
          </p:cNvSpPr>
          <p:nvPr/>
        </p:nvSpPr>
        <p:spPr bwMode="auto">
          <a:xfrm>
            <a:off x="6614319" y="3739281"/>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D</a:t>
            </a:r>
            <a:r>
              <a:rPr kumimoji="1" lang="en-US" altLang="zh-CN" sz="1600" b="0"/>
              <a:t>3</a:t>
            </a:r>
            <a:r>
              <a:rPr kumimoji="1" lang="en-US" altLang="zh-CN" sz="2400" b="0"/>
              <a:t> D</a:t>
            </a:r>
            <a:r>
              <a:rPr kumimoji="1" lang="en-US" altLang="zh-CN" sz="1600" b="0"/>
              <a:t>2</a:t>
            </a:r>
            <a:r>
              <a:rPr kumimoji="1" lang="en-US" altLang="zh-CN" sz="2400" b="0"/>
              <a:t> D</a:t>
            </a:r>
            <a:r>
              <a:rPr kumimoji="1" lang="en-US" altLang="zh-CN" sz="1600" b="0"/>
              <a:t>1</a:t>
            </a:r>
            <a:r>
              <a:rPr kumimoji="1" lang="en-US" altLang="zh-CN" sz="2400" b="0"/>
              <a:t> D</a:t>
            </a:r>
            <a:r>
              <a:rPr kumimoji="1" lang="en-US" altLang="zh-CN" sz="1600" b="0"/>
              <a:t>0</a:t>
            </a:r>
            <a:endParaRPr kumimoji="1" lang="en-US" altLang="zh-CN" sz="2400" b="0"/>
          </a:p>
        </p:txBody>
      </p:sp>
      <p:grpSp>
        <p:nvGrpSpPr>
          <p:cNvPr id="34" name="Group 35">
            <a:extLst>
              <a:ext uri="{FF2B5EF4-FFF2-40B4-BE49-F238E27FC236}">
                <a16:creationId xmlns:a16="http://schemas.microsoft.com/office/drawing/2014/main" id="{2C2E70A5-6B7C-C280-7308-3271AF1043EE}"/>
              </a:ext>
            </a:extLst>
          </p:cNvPr>
          <p:cNvGrpSpPr>
            <a:grpSpLocks/>
          </p:cNvGrpSpPr>
          <p:nvPr/>
        </p:nvGrpSpPr>
        <p:grpSpPr bwMode="auto">
          <a:xfrm>
            <a:off x="8770144" y="3769443"/>
            <a:ext cx="144463" cy="215900"/>
            <a:chOff x="2041" y="1638"/>
            <a:chExt cx="91" cy="182"/>
          </a:xfrm>
        </p:grpSpPr>
        <p:sp>
          <p:nvSpPr>
            <p:cNvPr id="35" name="Line 36">
              <a:extLst>
                <a:ext uri="{FF2B5EF4-FFF2-40B4-BE49-F238E27FC236}">
                  <a16:creationId xmlns:a16="http://schemas.microsoft.com/office/drawing/2014/main" id="{09B8F618-808A-0322-983B-0DD534374A49}"/>
                </a:ext>
              </a:extLst>
            </p:cNvPr>
            <p:cNvSpPr>
              <a:spLocks noChangeShapeType="1"/>
            </p:cNvSpPr>
            <p:nvPr/>
          </p:nvSpPr>
          <p:spPr bwMode="auto">
            <a:xfrm flipH="1">
              <a:off x="2041" y="1638"/>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37">
              <a:extLst>
                <a:ext uri="{FF2B5EF4-FFF2-40B4-BE49-F238E27FC236}">
                  <a16:creationId xmlns:a16="http://schemas.microsoft.com/office/drawing/2014/main" id="{232AD7B6-EE0D-A3DC-C53C-2FC790FA8179}"/>
                </a:ext>
              </a:extLst>
            </p:cNvPr>
            <p:cNvSpPr>
              <a:spLocks noChangeShapeType="1"/>
            </p:cNvSpPr>
            <p:nvPr/>
          </p:nvSpPr>
          <p:spPr bwMode="auto">
            <a:xfrm>
              <a:off x="2041" y="1729"/>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7" name="Oval 38">
            <a:extLst>
              <a:ext uri="{FF2B5EF4-FFF2-40B4-BE49-F238E27FC236}">
                <a16:creationId xmlns:a16="http://schemas.microsoft.com/office/drawing/2014/main" id="{50C8F0C1-1718-D746-7893-7E467BECFDCD}"/>
              </a:ext>
            </a:extLst>
          </p:cNvPr>
          <p:cNvSpPr>
            <a:spLocks noChangeArrowheads="1"/>
          </p:cNvSpPr>
          <p:nvPr/>
        </p:nvSpPr>
        <p:spPr bwMode="auto">
          <a:xfrm rot="10800000">
            <a:off x="5971382" y="3825006"/>
            <a:ext cx="125412" cy="12541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38" name="Oval 39">
            <a:extLst>
              <a:ext uri="{FF2B5EF4-FFF2-40B4-BE49-F238E27FC236}">
                <a16:creationId xmlns:a16="http://schemas.microsoft.com/office/drawing/2014/main" id="{6F30EF3C-7414-DDB2-52ED-52DD481B779C}"/>
              </a:ext>
            </a:extLst>
          </p:cNvPr>
          <p:cNvSpPr>
            <a:spLocks noChangeArrowheads="1"/>
          </p:cNvSpPr>
          <p:nvPr/>
        </p:nvSpPr>
        <p:spPr bwMode="auto">
          <a:xfrm rot="10800000">
            <a:off x="5971382" y="3536081"/>
            <a:ext cx="125412" cy="12541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Tree>
    <p:extLst>
      <p:ext uri="{BB962C8B-B14F-4D97-AF65-F5344CB8AC3E}">
        <p14:creationId xmlns:p14="http://schemas.microsoft.com/office/powerpoint/2010/main" val="1441243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DEEF1A-ECA6-F3C7-62D7-6820BC60548D}"/>
              </a:ext>
            </a:extLst>
          </p:cNvPr>
          <p:cNvSpPr>
            <a:spLocks noGrp="1"/>
          </p:cNvSpPr>
          <p:nvPr>
            <p:ph type="title"/>
          </p:nvPr>
        </p:nvSpPr>
        <p:spPr/>
        <p:txBody>
          <a:bodyPr>
            <a:normAutofit fontScale="90000"/>
          </a:bodyPr>
          <a:lstStyle/>
          <a:p>
            <a:r>
              <a:rPr lang="zh-CN" altLang="en-US" dirty="0"/>
              <a:t>任意进制计数器构成方法</a:t>
            </a:r>
            <a:endParaRPr kumimoji="1" lang="zh-CN" altLang="en-US" dirty="0"/>
          </a:p>
        </p:txBody>
      </p:sp>
      <p:sp>
        <p:nvSpPr>
          <p:cNvPr id="3" name="内容占位符 2">
            <a:extLst>
              <a:ext uri="{FF2B5EF4-FFF2-40B4-BE49-F238E27FC236}">
                <a16:creationId xmlns:a16="http://schemas.microsoft.com/office/drawing/2014/main" id="{7E3D8B0E-F33D-5D6D-DF72-5CBFCA5E326D}"/>
              </a:ext>
            </a:extLst>
          </p:cNvPr>
          <p:cNvSpPr>
            <a:spLocks noGrp="1"/>
          </p:cNvSpPr>
          <p:nvPr>
            <p:ph idx="1"/>
          </p:nvPr>
        </p:nvSpPr>
        <p:spPr/>
        <p:txBody>
          <a:bodyPr/>
          <a:lstStyle/>
          <a:p>
            <a:r>
              <a:rPr lang="zh-CN" altLang="en-US" dirty="0"/>
              <a:t>用</a:t>
            </a:r>
            <a:r>
              <a:rPr lang="en-US" altLang="zh-CN" dirty="0"/>
              <a:t>N</a:t>
            </a:r>
            <a:r>
              <a:rPr lang="zh-CN" altLang="en-US" dirty="0"/>
              <a:t>进制计数器构成</a:t>
            </a:r>
            <a:r>
              <a:rPr lang="en-US" altLang="zh-CN" dirty="0"/>
              <a:t>M</a:t>
            </a:r>
            <a:r>
              <a:rPr lang="zh-CN" altLang="en-US" dirty="0"/>
              <a:t>进制计数器</a:t>
            </a:r>
          </a:p>
          <a:p>
            <a:r>
              <a:rPr lang="zh-CN" altLang="en-US" dirty="0"/>
              <a:t>若</a:t>
            </a:r>
            <a:r>
              <a:rPr lang="en-US" altLang="zh-CN" dirty="0"/>
              <a:t>M</a:t>
            </a:r>
            <a:r>
              <a:rPr lang="zh-CN" altLang="en-US" dirty="0"/>
              <a:t> </a:t>
            </a:r>
            <a:r>
              <a:rPr lang="en-US" altLang="zh-CN" dirty="0"/>
              <a:t>&lt; N </a:t>
            </a:r>
            <a:r>
              <a:rPr lang="zh-CN" altLang="en-US" dirty="0"/>
              <a:t>，可在计数过程中设法跳过</a:t>
            </a:r>
            <a:r>
              <a:rPr lang="en-US" altLang="zh-CN" dirty="0"/>
              <a:t>N-M</a:t>
            </a:r>
            <a:r>
              <a:rPr lang="zh-CN" altLang="en-US" dirty="0"/>
              <a:t>个多余状态</a:t>
            </a:r>
          </a:p>
          <a:p>
            <a:pPr lvl="1"/>
            <a:r>
              <a:rPr kumimoji="1" lang="zh-CN" altLang="en-US" dirty="0"/>
              <a:t>反馈清零法，简称清零法</a:t>
            </a:r>
          </a:p>
          <a:p>
            <a:pPr lvl="1"/>
            <a:r>
              <a:rPr kumimoji="1" lang="zh-CN" altLang="en-US" dirty="0"/>
              <a:t>反馈</a:t>
            </a:r>
            <a:r>
              <a:rPr lang="zh-CN" altLang="en-US" dirty="0"/>
              <a:t>置数法</a:t>
            </a:r>
            <a:r>
              <a:rPr kumimoji="1" lang="zh-CN" altLang="en-US" dirty="0"/>
              <a:t>，简称置数法</a:t>
            </a:r>
            <a:endParaRPr lang="en-US" altLang="zh-CN" dirty="0"/>
          </a:p>
          <a:p>
            <a:r>
              <a:rPr lang="zh-CN" altLang="en-US" dirty="0"/>
              <a:t>若</a:t>
            </a:r>
            <a:r>
              <a:rPr lang="en-US" altLang="zh-CN" dirty="0"/>
              <a:t>M</a:t>
            </a:r>
            <a:r>
              <a:rPr lang="zh-CN" altLang="en-US" dirty="0"/>
              <a:t> </a:t>
            </a:r>
            <a:r>
              <a:rPr lang="en-US" altLang="zh-CN" dirty="0"/>
              <a:t>&gt; N</a:t>
            </a:r>
            <a:r>
              <a:rPr lang="zh-CN" altLang="en-US" dirty="0"/>
              <a:t>，用多片</a:t>
            </a:r>
            <a:r>
              <a:rPr lang="en-US" altLang="zh-CN" dirty="0"/>
              <a:t>N</a:t>
            </a:r>
            <a:r>
              <a:rPr lang="zh-CN" altLang="en-US" dirty="0"/>
              <a:t>进制计数器级连，配合</a:t>
            </a:r>
            <a:r>
              <a:rPr kumimoji="1" lang="zh-CN" altLang="en-US" dirty="0"/>
              <a:t>清零</a:t>
            </a:r>
            <a:r>
              <a:rPr kumimoji="1" lang="en-US" altLang="zh-CN" dirty="0"/>
              <a:t>/</a:t>
            </a:r>
            <a:r>
              <a:rPr kumimoji="1" lang="zh-CN" altLang="en-US" dirty="0"/>
              <a:t>置数法</a:t>
            </a:r>
            <a:r>
              <a:rPr lang="zh-CN" altLang="en-US" dirty="0"/>
              <a:t>构成</a:t>
            </a:r>
          </a:p>
          <a:p>
            <a:endParaRPr kumimoji="1" lang="zh-CN" altLang="en-US" dirty="0"/>
          </a:p>
        </p:txBody>
      </p:sp>
      <p:sp>
        <p:nvSpPr>
          <p:cNvPr id="4" name="页脚占位符 3">
            <a:extLst>
              <a:ext uri="{FF2B5EF4-FFF2-40B4-BE49-F238E27FC236}">
                <a16:creationId xmlns:a16="http://schemas.microsoft.com/office/drawing/2014/main" id="{ED66D9D6-02AA-1B1A-2A62-7C36312A900E}"/>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48813F80-7A41-0BF6-C896-677916145D72}"/>
              </a:ext>
            </a:extLst>
          </p:cNvPr>
          <p:cNvSpPr>
            <a:spLocks noGrp="1"/>
          </p:cNvSpPr>
          <p:nvPr>
            <p:ph type="sldNum" sz="quarter" idx="12"/>
          </p:nvPr>
        </p:nvSpPr>
        <p:spPr/>
        <p:txBody>
          <a:bodyPr/>
          <a:lstStyle/>
          <a:p>
            <a:fld id="{9E260BC5-5BF3-8746-862B-DC45E9CAA88B}" type="slidenum">
              <a:rPr lang="en-US" smtClean="0"/>
              <a:pPr/>
              <a:t>14</a:t>
            </a:fld>
            <a:r>
              <a:rPr lang="en-US" altLang="zh-CN" dirty="0"/>
              <a:t>/34</a:t>
            </a:r>
            <a:endParaRPr lang="en-US" dirty="0"/>
          </a:p>
        </p:txBody>
      </p:sp>
    </p:spTree>
    <p:extLst>
      <p:ext uri="{BB962C8B-B14F-4D97-AF65-F5344CB8AC3E}">
        <p14:creationId xmlns:p14="http://schemas.microsoft.com/office/powerpoint/2010/main" val="2475707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077B9B-2DB4-559D-11D4-08D904761BED}"/>
              </a:ext>
            </a:extLst>
          </p:cNvPr>
          <p:cNvSpPr>
            <a:spLocks noGrp="1"/>
          </p:cNvSpPr>
          <p:nvPr>
            <p:ph type="title"/>
          </p:nvPr>
        </p:nvSpPr>
        <p:spPr/>
        <p:txBody>
          <a:bodyPr>
            <a:normAutofit fontScale="90000"/>
          </a:bodyPr>
          <a:lstStyle/>
          <a:p>
            <a:r>
              <a:rPr kumimoji="1" lang="zh-CN" altLang="en-US" dirty="0"/>
              <a:t>清零法和置数法</a:t>
            </a:r>
          </a:p>
        </p:txBody>
      </p:sp>
      <p:sp>
        <p:nvSpPr>
          <p:cNvPr id="4" name="页脚占位符 3">
            <a:extLst>
              <a:ext uri="{FF2B5EF4-FFF2-40B4-BE49-F238E27FC236}">
                <a16:creationId xmlns:a16="http://schemas.microsoft.com/office/drawing/2014/main" id="{B4846479-2F21-D88B-C76A-24104324BE29}"/>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F01A8DF7-A71E-C630-95FC-484F41D59B5C}"/>
              </a:ext>
            </a:extLst>
          </p:cNvPr>
          <p:cNvSpPr>
            <a:spLocks noGrp="1"/>
          </p:cNvSpPr>
          <p:nvPr>
            <p:ph type="sldNum" sz="quarter" idx="12"/>
          </p:nvPr>
        </p:nvSpPr>
        <p:spPr/>
        <p:txBody>
          <a:bodyPr/>
          <a:lstStyle/>
          <a:p>
            <a:fld id="{9E260BC5-5BF3-8746-862B-DC45E9CAA88B}" type="slidenum">
              <a:rPr lang="en-US" smtClean="0"/>
              <a:pPr/>
              <a:t>15</a:t>
            </a:fld>
            <a:r>
              <a:rPr lang="en-US" altLang="zh-CN" dirty="0"/>
              <a:t>/34</a:t>
            </a:r>
            <a:endParaRPr lang="en-US" dirty="0"/>
          </a:p>
        </p:txBody>
      </p:sp>
      <p:pic>
        <p:nvPicPr>
          <p:cNvPr id="6" name="图片 5">
            <a:extLst>
              <a:ext uri="{FF2B5EF4-FFF2-40B4-BE49-F238E27FC236}">
                <a16:creationId xmlns:a16="http://schemas.microsoft.com/office/drawing/2014/main" id="{FB763205-7C40-7377-EF49-A61834263D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1723" y="2497121"/>
            <a:ext cx="1184711" cy="976867"/>
          </a:xfrm>
          <a:prstGeom prst="rect">
            <a:avLst/>
          </a:prstGeom>
        </p:spPr>
      </p:pic>
      <p:sp>
        <p:nvSpPr>
          <p:cNvPr id="7" name="Rectangle 3">
            <a:extLst>
              <a:ext uri="{FF2B5EF4-FFF2-40B4-BE49-F238E27FC236}">
                <a16:creationId xmlns:a16="http://schemas.microsoft.com/office/drawing/2014/main" id="{D270CCC4-8A1B-62F1-533D-FAEF6425A06F}"/>
              </a:ext>
            </a:extLst>
          </p:cNvPr>
          <p:cNvSpPr txBox="1">
            <a:spLocks noChangeArrowheads="1"/>
          </p:cNvSpPr>
          <p:nvPr/>
        </p:nvSpPr>
        <p:spPr>
          <a:xfrm>
            <a:off x="1476321" y="963838"/>
            <a:ext cx="2587095" cy="62388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accent1">
                    <a:lumMod val="50000"/>
                  </a:schemeClr>
                </a:solidFill>
                <a:latin typeface="+mj-ea"/>
                <a:ea typeface="+mj-ea"/>
                <a:cs typeface="+mn-cs"/>
              </a:defRPr>
            </a:lvl1pPr>
            <a:lvl2pPr marL="742950" indent="-285750" algn="l" defTabSz="457200" rtl="0" eaLnBrk="1" latinLnBrk="0" hangingPunct="1">
              <a:spcBef>
                <a:spcPct val="20000"/>
              </a:spcBef>
              <a:buFont typeface="Arial"/>
              <a:buChar char="–"/>
              <a:defRPr sz="2400" kern="1200">
                <a:solidFill>
                  <a:schemeClr val="accent1">
                    <a:lumMod val="75000"/>
                  </a:schemeClr>
                </a:solidFill>
                <a:latin typeface="+mj-ea"/>
                <a:ea typeface="+mj-ea"/>
                <a:cs typeface="+mn-cs"/>
              </a:defRPr>
            </a:lvl2pPr>
            <a:lvl3pPr marL="1143000" indent="-228600" algn="l" defTabSz="457200" rtl="0" eaLnBrk="1" latinLnBrk="0" hangingPunct="1">
              <a:spcBef>
                <a:spcPct val="20000"/>
              </a:spcBef>
              <a:buFont typeface="Arial"/>
              <a:buChar char="•"/>
              <a:defRPr sz="2000" kern="1200">
                <a:solidFill>
                  <a:schemeClr val="tx1">
                    <a:lumMod val="50000"/>
                    <a:lumOff val="50000"/>
                  </a:schemeClr>
                </a:solidFill>
                <a:latin typeface="+mj-ea"/>
                <a:ea typeface="+mj-ea"/>
                <a:cs typeface="+mn-cs"/>
              </a:defRPr>
            </a:lvl3pPr>
            <a:lvl4pPr marL="1600200" indent="-228600" algn="l" defTabSz="457200" rtl="0" eaLnBrk="1" latinLnBrk="0" hangingPunct="1">
              <a:spcBef>
                <a:spcPct val="20000"/>
              </a:spcBef>
              <a:buFont typeface="Arial"/>
              <a:buChar char="–"/>
              <a:defRPr sz="2000" kern="1200">
                <a:solidFill>
                  <a:schemeClr val="tx1">
                    <a:lumMod val="50000"/>
                    <a:lumOff val="50000"/>
                  </a:schemeClr>
                </a:solidFill>
                <a:latin typeface="+mj-ea"/>
                <a:ea typeface="+mj-ea"/>
                <a:cs typeface="+mn-cs"/>
              </a:defRPr>
            </a:lvl4pPr>
            <a:lvl5pPr marL="2057400" indent="-228600" algn="l" defTabSz="457200" rtl="0" eaLnBrk="1" latinLnBrk="0" hangingPunct="1">
              <a:spcBef>
                <a:spcPct val="20000"/>
              </a:spcBef>
              <a:buFont typeface="Arial"/>
              <a:buChar char="»"/>
              <a:defRPr sz="2000" kern="1200">
                <a:solidFill>
                  <a:schemeClr val="tx1">
                    <a:lumMod val="50000"/>
                    <a:lumOff val="50000"/>
                  </a:schemeClr>
                </a:solidFill>
                <a:latin typeface="+mj-ea"/>
                <a:ea typeface="+mj-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kumimoji="1" lang="zh-CN" altLang="en-US" dirty="0">
                <a:solidFill>
                  <a:srgbClr val="00B050"/>
                </a:solidFill>
                <a:latin typeface="Microsoft YaHei" panose="020B0503020204020204" pitchFamily="34" charset="-122"/>
                <a:ea typeface="Microsoft YaHei" panose="020B0503020204020204" pitchFamily="34" charset="-122"/>
              </a:rPr>
              <a:t>同步</a:t>
            </a:r>
            <a:r>
              <a:rPr kumimoji="1" lang="zh-CN" altLang="en-US" dirty="0">
                <a:latin typeface="Microsoft YaHei" panose="020B0503020204020204" pitchFamily="34" charset="-122"/>
                <a:ea typeface="Microsoft YaHei" panose="020B0503020204020204" pitchFamily="34" charset="-122"/>
              </a:rPr>
              <a:t>清零法</a:t>
            </a:r>
            <a:endParaRPr kumimoji="1" lang="en-US" altLang="zh-CN" dirty="0">
              <a:latin typeface="Microsoft YaHei" panose="020B0503020204020204" pitchFamily="34" charset="-122"/>
              <a:ea typeface="Microsoft YaHei" panose="020B0503020204020204" pitchFamily="34" charset="-122"/>
            </a:endParaRPr>
          </a:p>
        </p:txBody>
      </p:sp>
      <p:sp>
        <p:nvSpPr>
          <p:cNvPr id="8" name="Rectangle 4">
            <a:extLst>
              <a:ext uri="{FF2B5EF4-FFF2-40B4-BE49-F238E27FC236}">
                <a16:creationId xmlns:a16="http://schemas.microsoft.com/office/drawing/2014/main" id="{DFC0BAB0-70EB-3F4F-A4E9-064175A233DF}"/>
              </a:ext>
            </a:extLst>
          </p:cNvPr>
          <p:cNvSpPr>
            <a:spLocks noChangeArrowheads="1"/>
          </p:cNvSpPr>
          <p:nvPr/>
        </p:nvSpPr>
        <p:spPr bwMode="auto">
          <a:xfrm>
            <a:off x="5681945" y="956081"/>
            <a:ext cx="267652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r>
              <a:rPr kumimoji="1" lang="zh-CN" altLang="en-US" b="0" dirty="0">
                <a:solidFill>
                  <a:srgbClr val="FF0000"/>
                </a:solidFill>
                <a:latin typeface="Microsoft YaHei" panose="020B0503020204020204" pitchFamily="34" charset="-122"/>
                <a:ea typeface="Microsoft YaHei" panose="020B0503020204020204" pitchFamily="34" charset="-122"/>
              </a:rPr>
              <a:t>异步</a:t>
            </a:r>
            <a:r>
              <a:rPr kumimoji="1" lang="zh-CN" altLang="en-US" b="0" dirty="0">
                <a:solidFill>
                  <a:schemeClr val="accent1">
                    <a:lumMod val="50000"/>
                  </a:schemeClr>
                </a:solidFill>
                <a:latin typeface="Microsoft YaHei" panose="020B0503020204020204" pitchFamily="34" charset="-122"/>
                <a:ea typeface="Microsoft YaHei" panose="020B0503020204020204" pitchFamily="34" charset="-122"/>
              </a:rPr>
              <a:t>清零法</a:t>
            </a:r>
            <a:endParaRPr kumimoji="1" lang="en-US" altLang="zh-CN" b="0" dirty="0">
              <a:solidFill>
                <a:schemeClr val="accent1">
                  <a:lumMod val="50000"/>
                </a:schemeClr>
              </a:solidFill>
              <a:latin typeface="Microsoft YaHei" panose="020B0503020204020204" pitchFamily="34" charset="-122"/>
              <a:ea typeface="Microsoft YaHei" panose="020B0503020204020204" pitchFamily="34" charset="-122"/>
            </a:endParaRPr>
          </a:p>
        </p:txBody>
      </p:sp>
      <p:sp>
        <p:nvSpPr>
          <p:cNvPr id="9" name="Rectangle 5">
            <a:extLst>
              <a:ext uri="{FF2B5EF4-FFF2-40B4-BE49-F238E27FC236}">
                <a16:creationId xmlns:a16="http://schemas.microsoft.com/office/drawing/2014/main" id="{03A2B010-A39A-FE95-4466-70A07D7CD10E}"/>
              </a:ext>
            </a:extLst>
          </p:cNvPr>
          <p:cNvSpPr>
            <a:spLocks noChangeArrowheads="1"/>
          </p:cNvSpPr>
          <p:nvPr/>
        </p:nvSpPr>
        <p:spPr bwMode="auto">
          <a:xfrm>
            <a:off x="3496341" y="5077051"/>
            <a:ext cx="1250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zh-CN" altLang="en-US" dirty="0">
                <a:solidFill>
                  <a:srgbClr val="009900"/>
                </a:solidFill>
                <a:latin typeface="Arial" panose="020B0604020202020204" pitchFamily="34" charset="0"/>
              </a:rPr>
              <a:t>同步法</a:t>
            </a:r>
          </a:p>
        </p:txBody>
      </p:sp>
      <p:sp>
        <p:nvSpPr>
          <p:cNvPr id="10" name="Oval 7">
            <a:extLst>
              <a:ext uri="{FF2B5EF4-FFF2-40B4-BE49-F238E27FC236}">
                <a16:creationId xmlns:a16="http://schemas.microsoft.com/office/drawing/2014/main" id="{873844E3-BAE1-66EC-B38D-738E10298FDE}"/>
              </a:ext>
            </a:extLst>
          </p:cNvPr>
          <p:cNvSpPr>
            <a:spLocks noChangeArrowheads="1"/>
          </p:cNvSpPr>
          <p:nvPr/>
        </p:nvSpPr>
        <p:spPr bwMode="auto">
          <a:xfrm>
            <a:off x="839733" y="1711550"/>
            <a:ext cx="576263"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600"/>
              <a:t>0</a:t>
            </a:r>
          </a:p>
        </p:txBody>
      </p:sp>
      <p:sp>
        <p:nvSpPr>
          <p:cNvPr id="11" name="Oval 8">
            <a:extLst>
              <a:ext uri="{FF2B5EF4-FFF2-40B4-BE49-F238E27FC236}">
                <a16:creationId xmlns:a16="http://schemas.microsoft.com/office/drawing/2014/main" id="{84D1BB78-FE18-91D3-6C3A-1EE7E7270492}"/>
              </a:ext>
            </a:extLst>
          </p:cNvPr>
          <p:cNvSpPr>
            <a:spLocks noChangeArrowheads="1"/>
          </p:cNvSpPr>
          <p:nvPr/>
        </p:nvSpPr>
        <p:spPr bwMode="auto">
          <a:xfrm>
            <a:off x="1774771" y="1711550"/>
            <a:ext cx="576262"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600"/>
              <a:t>1</a:t>
            </a:r>
          </a:p>
        </p:txBody>
      </p:sp>
      <p:sp>
        <p:nvSpPr>
          <p:cNvPr id="12" name="Oval 9">
            <a:extLst>
              <a:ext uri="{FF2B5EF4-FFF2-40B4-BE49-F238E27FC236}">
                <a16:creationId xmlns:a16="http://schemas.microsoft.com/office/drawing/2014/main" id="{D58CD7C3-3344-B999-7947-079277105755}"/>
              </a:ext>
            </a:extLst>
          </p:cNvPr>
          <p:cNvSpPr>
            <a:spLocks noChangeArrowheads="1"/>
          </p:cNvSpPr>
          <p:nvPr/>
        </p:nvSpPr>
        <p:spPr bwMode="auto">
          <a:xfrm>
            <a:off x="3648021" y="4411888"/>
            <a:ext cx="576262" cy="576262"/>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200"/>
              <a:t>M</a:t>
            </a:r>
            <a:r>
              <a:rPr lang="en-US" altLang="zh-CN" sz="2000"/>
              <a:t>-</a:t>
            </a:r>
            <a:r>
              <a:rPr lang="en-US" altLang="zh-CN" sz="1400"/>
              <a:t>1</a:t>
            </a:r>
          </a:p>
        </p:txBody>
      </p:sp>
      <p:sp>
        <p:nvSpPr>
          <p:cNvPr id="13" name="Line 10">
            <a:extLst>
              <a:ext uri="{FF2B5EF4-FFF2-40B4-BE49-F238E27FC236}">
                <a16:creationId xmlns:a16="http://schemas.microsoft.com/office/drawing/2014/main" id="{782E5F98-B239-747C-2FF4-13389BCE231E}"/>
              </a:ext>
            </a:extLst>
          </p:cNvPr>
          <p:cNvSpPr>
            <a:spLocks noChangeShapeType="1"/>
          </p:cNvSpPr>
          <p:nvPr/>
        </p:nvSpPr>
        <p:spPr bwMode="auto">
          <a:xfrm>
            <a:off x="1415996" y="2035400"/>
            <a:ext cx="360362"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4" name="Line 11">
            <a:extLst>
              <a:ext uri="{FF2B5EF4-FFF2-40B4-BE49-F238E27FC236}">
                <a16:creationId xmlns:a16="http://schemas.microsoft.com/office/drawing/2014/main" id="{080E5179-6289-1EEE-76C8-12ADEB02BF0C}"/>
              </a:ext>
            </a:extLst>
          </p:cNvPr>
          <p:cNvSpPr>
            <a:spLocks noChangeShapeType="1"/>
          </p:cNvSpPr>
          <p:nvPr/>
        </p:nvSpPr>
        <p:spPr bwMode="auto">
          <a:xfrm>
            <a:off x="3935358" y="4088038"/>
            <a:ext cx="0" cy="32385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5" name="Oval 12">
            <a:extLst>
              <a:ext uri="{FF2B5EF4-FFF2-40B4-BE49-F238E27FC236}">
                <a16:creationId xmlns:a16="http://schemas.microsoft.com/office/drawing/2014/main" id="{CEFBAA80-2FBC-3C4E-6B10-352E0B8CBF7A}"/>
              </a:ext>
            </a:extLst>
          </p:cNvPr>
          <p:cNvSpPr>
            <a:spLocks noChangeArrowheads="1"/>
          </p:cNvSpPr>
          <p:nvPr/>
        </p:nvSpPr>
        <p:spPr bwMode="auto">
          <a:xfrm>
            <a:off x="2709808" y="1711550"/>
            <a:ext cx="576263"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600"/>
              <a:t>2</a:t>
            </a:r>
          </a:p>
        </p:txBody>
      </p:sp>
      <p:sp>
        <p:nvSpPr>
          <p:cNvPr id="16" name="Line 13">
            <a:extLst>
              <a:ext uri="{FF2B5EF4-FFF2-40B4-BE49-F238E27FC236}">
                <a16:creationId xmlns:a16="http://schemas.microsoft.com/office/drawing/2014/main" id="{9E90A09C-0840-588D-72E4-BB50543BDCC2}"/>
              </a:ext>
            </a:extLst>
          </p:cNvPr>
          <p:cNvSpPr>
            <a:spLocks noChangeShapeType="1"/>
          </p:cNvSpPr>
          <p:nvPr/>
        </p:nvSpPr>
        <p:spPr bwMode="auto">
          <a:xfrm>
            <a:off x="2351033" y="2035400"/>
            <a:ext cx="360363"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 name="Oval 14">
            <a:extLst>
              <a:ext uri="{FF2B5EF4-FFF2-40B4-BE49-F238E27FC236}">
                <a16:creationId xmlns:a16="http://schemas.microsoft.com/office/drawing/2014/main" id="{2D55669B-45A2-D458-2B8C-8C734F9A830C}"/>
              </a:ext>
            </a:extLst>
          </p:cNvPr>
          <p:cNvSpPr>
            <a:spLocks noChangeArrowheads="1"/>
          </p:cNvSpPr>
          <p:nvPr/>
        </p:nvSpPr>
        <p:spPr bwMode="auto">
          <a:xfrm>
            <a:off x="3648021" y="1711550"/>
            <a:ext cx="576262"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600"/>
              <a:t>3</a:t>
            </a:r>
          </a:p>
        </p:txBody>
      </p:sp>
      <p:sp>
        <p:nvSpPr>
          <p:cNvPr id="18" name="Line 15">
            <a:extLst>
              <a:ext uri="{FF2B5EF4-FFF2-40B4-BE49-F238E27FC236}">
                <a16:creationId xmlns:a16="http://schemas.microsoft.com/office/drawing/2014/main" id="{9A7775A7-EB09-59E1-D088-67AD8788BEB6}"/>
              </a:ext>
            </a:extLst>
          </p:cNvPr>
          <p:cNvSpPr>
            <a:spLocks noChangeShapeType="1"/>
          </p:cNvSpPr>
          <p:nvPr/>
        </p:nvSpPr>
        <p:spPr bwMode="auto">
          <a:xfrm>
            <a:off x="3287658" y="2035400"/>
            <a:ext cx="360363"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9" name="Oval 16">
            <a:extLst>
              <a:ext uri="{FF2B5EF4-FFF2-40B4-BE49-F238E27FC236}">
                <a16:creationId xmlns:a16="http://schemas.microsoft.com/office/drawing/2014/main" id="{3F63D77F-58F7-1DF4-4605-F98A5051409B}"/>
              </a:ext>
            </a:extLst>
          </p:cNvPr>
          <p:cNvSpPr>
            <a:spLocks noChangeArrowheads="1"/>
          </p:cNvSpPr>
          <p:nvPr/>
        </p:nvSpPr>
        <p:spPr bwMode="auto">
          <a:xfrm>
            <a:off x="3648021" y="3511775"/>
            <a:ext cx="576262"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200"/>
              <a:t>M</a:t>
            </a:r>
            <a:r>
              <a:rPr lang="en-US" altLang="zh-CN" sz="2000"/>
              <a:t>-</a:t>
            </a:r>
            <a:r>
              <a:rPr lang="en-US" altLang="zh-CN" sz="1400"/>
              <a:t>2</a:t>
            </a:r>
          </a:p>
        </p:txBody>
      </p:sp>
      <p:sp>
        <p:nvSpPr>
          <p:cNvPr id="20" name="Line 17">
            <a:extLst>
              <a:ext uri="{FF2B5EF4-FFF2-40B4-BE49-F238E27FC236}">
                <a16:creationId xmlns:a16="http://schemas.microsoft.com/office/drawing/2014/main" id="{52F3A669-62AE-C4B6-2204-15A9EF463604}"/>
              </a:ext>
            </a:extLst>
          </p:cNvPr>
          <p:cNvSpPr>
            <a:spLocks noChangeShapeType="1"/>
          </p:cNvSpPr>
          <p:nvPr/>
        </p:nvSpPr>
        <p:spPr bwMode="auto">
          <a:xfrm>
            <a:off x="3935358" y="2287813"/>
            <a:ext cx="0" cy="1223962"/>
          </a:xfrm>
          <a:prstGeom prst="line">
            <a:avLst/>
          </a:prstGeom>
          <a:noFill/>
          <a:ln w="28575">
            <a:solidFill>
              <a:schemeClr val="tx1"/>
            </a:solidFill>
            <a:prstDash val="dash"/>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1" name="Oval 18">
            <a:extLst>
              <a:ext uri="{FF2B5EF4-FFF2-40B4-BE49-F238E27FC236}">
                <a16:creationId xmlns:a16="http://schemas.microsoft.com/office/drawing/2014/main" id="{7352AFC6-6EEE-F898-77DF-8E29B7C7E9F4}"/>
              </a:ext>
            </a:extLst>
          </p:cNvPr>
          <p:cNvSpPr>
            <a:spLocks noChangeArrowheads="1"/>
          </p:cNvSpPr>
          <p:nvPr/>
        </p:nvSpPr>
        <p:spPr bwMode="auto">
          <a:xfrm>
            <a:off x="2700283" y="4423000"/>
            <a:ext cx="576263" cy="576263"/>
          </a:xfrm>
          <a:prstGeom prst="ellipse">
            <a:avLst/>
          </a:prstGeom>
          <a:solidFill>
            <a:schemeClr val="bg1"/>
          </a:solidFill>
          <a:ln w="38100">
            <a:solidFill>
              <a:schemeClr val="bg2"/>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200"/>
              <a:t>M</a:t>
            </a:r>
          </a:p>
        </p:txBody>
      </p:sp>
      <p:sp>
        <p:nvSpPr>
          <p:cNvPr id="22" name="Oval 19">
            <a:extLst>
              <a:ext uri="{FF2B5EF4-FFF2-40B4-BE49-F238E27FC236}">
                <a16:creationId xmlns:a16="http://schemas.microsoft.com/office/drawing/2014/main" id="{D12733B1-D8A7-0302-59C3-ABCDD4ECF3F6}"/>
              </a:ext>
            </a:extLst>
          </p:cNvPr>
          <p:cNvSpPr>
            <a:spLocks noChangeArrowheads="1"/>
          </p:cNvSpPr>
          <p:nvPr/>
        </p:nvSpPr>
        <p:spPr bwMode="auto">
          <a:xfrm>
            <a:off x="828621" y="3522888"/>
            <a:ext cx="576262" cy="576262"/>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400"/>
              <a:t>N-2</a:t>
            </a:r>
          </a:p>
        </p:txBody>
      </p:sp>
      <p:sp>
        <p:nvSpPr>
          <p:cNvPr id="23" name="Oval 20">
            <a:extLst>
              <a:ext uri="{FF2B5EF4-FFF2-40B4-BE49-F238E27FC236}">
                <a16:creationId xmlns:a16="http://schemas.microsoft.com/office/drawing/2014/main" id="{33B527E4-3112-E29E-C2E6-8ECBA40234A4}"/>
              </a:ext>
            </a:extLst>
          </p:cNvPr>
          <p:cNvSpPr>
            <a:spLocks noChangeArrowheads="1"/>
          </p:cNvSpPr>
          <p:nvPr/>
        </p:nvSpPr>
        <p:spPr bwMode="auto">
          <a:xfrm>
            <a:off x="828621" y="2622775"/>
            <a:ext cx="576262"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400"/>
              <a:t>N-1</a:t>
            </a:r>
          </a:p>
        </p:txBody>
      </p:sp>
      <p:sp>
        <p:nvSpPr>
          <p:cNvPr id="24" name="Line 21">
            <a:extLst>
              <a:ext uri="{FF2B5EF4-FFF2-40B4-BE49-F238E27FC236}">
                <a16:creationId xmlns:a16="http://schemas.microsoft.com/office/drawing/2014/main" id="{861BDEA4-748B-0471-562B-748FD8F6AC35}"/>
              </a:ext>
            </a:extLst>
          </p:cNvPr>
          <p:cNvSpPr>
            <a:spLocks noChangeShapeType="1"/>
          </p:cNvSpPr>
          <p:nvPr/>
        </p:nvSpPr>
        <p:spPr bwMode="auto">
          <a:xfrm>
            <a:off x="1115958" y="2298925"/>
            <a:ext cx="0" cy="338138"/>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5" name="Line 22">
            <a:extLst>
              <a:ext uri="{FF2B5EF4-FFF2-40B4-BE49-F238E27FC236}">
                <a16:creationId xmlns:a16="http://schemas.microsoft.com/office/drawing/2014/main" id="{141D7204-0D46-C209-1BCA-24BCF827AAB1}"/>
              </a:ext>
            </a:extLst>
          </p:cNvPr>
          <p:cNvSpPr>
            <a:spLocks noChangeShapeType="1"/>
          </p:cNvSpPr>
          <p:nvPr/>
        </p:nvSpPr>
        <p:spPr bwMode="auto">
          <a:xfrm>
            <a:off x="1115958" y="3199038"/>
            <a:ext cx="0" cy="320675"/>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6" name="Oval 23">
            <a:extLst>
              <a:ext uri="{FF2B5EF4-FFF2-40B4-BE49-F238E27FC236}">
                <a16:creationId xmlns:a16="http://schemas.microsoft.com/office/drawing/2014/main" id="{A0DA6648-50C4-1F7E-8C6C-E4E3954BFD7B}"/>
              </a:ext>
            </a:extLst>
          </p:cNvPr>
          <p:cNvSpPr>
            <a:spLocks noChangeArrowheads="1"/>
          </p:cNvSpPr>
          <p:nvPr/>
        </p:nvSpPr>
        <p:spPr bwMode="auto">
          <a:xfrm>
            <a:off x="828621" y="4423000"/>
            <a:ext cx="576262"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400"/>
              <a:t>N-3</a:t>
            </a:r>
          </a:p>
        </p:txBody>
      </p:sp>
      <p:sp>
        <p:nvSpPr>
          <p:cNvPr id="27" name="Line 24">
            <a:extLst>
              <a:ext uri="{FF2B5EF4-FFF2-40B4-BE49-F238E27FC236}">
                <a16:creationId xmlns:a16="http://schemas.microsoft.com/office/drawing/2014/main" id="{5D73C1C7-04BE-3798-113A-60D76CA58E3C}"/>
              </a:ext>
            </a:extLst>
          </p:cNvPr>
          <p:cNvSpPr>
            <a:spLocks noChangeShapeType="1"/>
          </p:cNvSpPr>
          <p:nvPr/>
        </p:nvSpPr>
        <p:spPr bwMode="auto">
          <a:xfrm>
            <a:off x="1115958" y="4099150"/>
            <a:ext cx="0" cy="319088"/>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8" name="Line 25">
            <a:extLst>
              <a:ext uri="{FF2B5EF4-FFF2-40B4-BE49-F238E27FC236}">
                <a16:creationId xmlns:a16="http://schemas.microsoft.com/office/drawing/2014/main" id="{94D51547-24F7-C1EA-5F4D-5785A67D71CC}"/>
              </a:ext>
            </a:extLst>
          </p:cNvPr>
          <p:cNvSpPr>
            <a:spLocks noChangeShapeType="1"/>
          </p:cNvSpPr>
          <p:nvPr/>
        </p:nvSpPr>
        <p:spPr bwMode="auto">
          <a:xfrm>
            <a:off x="3276546" y="4746850"/>
            <a:ext cx="360362" cy="0"/>
          </a:xfrm>
          <a:prstGeom prst="line">
            <a:avLst/>
          </a:prstGeom>
          <a:noFill/>
          <a:ln w="28575">
            <a:solidFill>
              <a:schemeClr val="bg2"/>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9" name="Line 26">
            <a:extLst>
              <a:ext uri="{FF2B5EF4-FFF2-40B4-BE49-F238E27FC236}">
                <a16:creationId xmlns:a16="http://schemas.microsoft.com/office/drawing/2014/main" id="{9D086C1F-CADE-73AE-2E29-5AA740087059}"/>
              </a:ext>
            </a:extLst>
          </p:cNvPr>
          <p:cNvSpPr>
            <a:spLocks noChangeShapeType="1"/>
          </p:cNvSpPr>
          <p:nvPr/>
        </p:nvSpPr>
        <p:spPr bwMode="auto">
          <a:xfrm>
            <a:off x="1404883" y="4746850"/>
            <a:ext cx="1295400" cy="0"/>
          </a:xfrm>
          <a:prstGeom prst="line">
            <a:avLst/>
          </a:prstGeom>
          <a:noFill/>
          <a:ln w="28575">
            <a:solidFill>
              <a:schemeClr val="tx1"/>
            </a:solidFill>
            <a:prstDash val="dash"/>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0" name="Rectangle 49">
            <a:extLst>
              <a:ext uri="{FF2B5EF4-FFF2-40B4-BE49-F238E27FC236}">
                <a16:creationId xmlns:a16="http://schemas.microsoft.com/office/drawing/2014/main" id="{A0D36B4B-5B86-21A1-DA66-4AE0A23B1490}"/>
              </a:ext>
            </a:extLst>
          </p:cNvPr>
          <p:cNvSpPr>
            <a:spLocks noChangeArrowheads="1"/>
          </p:cNvSpPr>
          <p:nvPr/>
        </p:nvSpPr>
        <p:spPr bwMode="auto">
          <a:xfrm>
            <a:off x="827033" y="5130277"/>
            <a:ext cx="1004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400" b="0" dirty="0">
                <a:solidFill>
                  <a:schemeClr val="tx2"/>
                </a:solidFill>
                <a:latin typeface="Arial" panose="020B0604020202020204" pitchFamily="34" charset="0"/>
              </a:rPr>
              <a:t>M</a:t>
            </a:r>
            <a:r>
              <a:rPr lang="zh-CN" altLang="en-US" sz="2400" b="0" dirty="0">
                <a:solidFill>
                  <a:schemeClr val="tx2"/>
                </a:solidFill>
                <a:latin typeface="Arial" panose="020B0604020202020204" pitchFamily="34" charset="0"/>
              </a:rPr>
              <a:t> </a:t>
            </a:r>
            <a:r>
              <a:rPr lang="en-US" altLang="zh-CN" sz="2400" b="0" dirty="0">
                <a:solidFill>
                  <a:schemeClr val="tx2"/>
                </a:solidFill>
                <a:latin typeface="Arial" panose="020B0604020202020204" pitchFamily="34" charset="0"/>
              </a:rPr>
              <a:t>&lt; N</a:t>
            </a:r>
            <a:endParaRPr lang="zh-CN" altLang="en-US" sz="2400" b="0" dirty="0">
              <a:solidFill>
                <a:schemeClr val="tx2"/>
              </a:solidFill>
              <a:latin typeface="Arial" panose="020B0604020202020204" pitchFamily="34" charset="0"/>
            </a:endParaRPr>
          </a:p>
        </p:txBody>
      </p:sp>
      <p:sp>
        <p:nvSpPr>
          <p:cNvPr id="31" name="Oval 50">
            <a:extLst>
              <a:ext uri="{FF2B5EF4-FFF2-40B4-BE49-F238E27FC236}">
                <a16:creationId xmlns:a16="http://schemas.microsoft.com/office/drawing/2014/main" id="{5A198701-888B-0229-20A5-FAFCE147E76B}"/>
              </a:ext>
            </a:extLst>
          </p:cNvPr>
          <p:cNvSpPr>
            <a:spLocks noChangeArrowheads="1"/>
          </p:cNvSpPr>
          <p:nvPr/>
        </p:nvSpPr>
        <p:spPr bwMode="auto">
          <a:xfrm>
            <a:off x="839733" y="1711550"/>
            <a:ext cx="576263" cy="576263"/>
          </a:xfrm>
          <a:prstGeom prst="ellipse">
            <a:avLst/>
          </a:prstGeom>
          <a:solidFill>
            <a:schemeClr val="bg1"/>
          </a:solidFill>
          <a:ln w="38100">
            <a:solidFill>
              <a:srgbClr val="0000FF"/>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600"/>
              <a:t>0</a:t>
            </a:r>
          </a:p>
        </p:txBody>
      </p:sp>
      <p:grpSp>
        <p:nvGrpSpPr>
          <p:cNvPr id="32" name="Group 51">
            <a:extLst>
              <a:ext uri="{FF2B5EF4-FFF2-40B4-BE49-F238E27FC236}">
                <a16:creationId xmlns:a16="http://schemas.microsoft.com/office/drawing/2014/main" id="{18F90857-05D5-86ED-92E4-9A85AEC04351}"/>
              </a:ext>
            </a:extLst>
          </p:cNvPr>
          <p:cNvGrpSpPr>
            <a:grpSpLocks/>
          </p:cNvGrpSpPr>
          <p:nvPr/>
        </p:nvGrpSpPr>
        <p:grpSpPr bwMode="auto">
          <a:xfrm>
            <a:off x="1342971" y="2179863"/>
            <a:ext cx="2881312" cy="2808287"/>
            <a:chOff x="793" y="1729"/>
            <a:chExt cx="1815" cy="1769"/>
          </a:xfrm>
        </p:grpSpPr>
        <p:sp>
          <p:nvSpPr>
            <p:cNvPr id="33" name="Oval 52">
              <a:extLst>
                <a:ext uri="{FF2B5EF4-FFF2-40B4-BE49-F238E27FC236}">
                  <a16:creationId xmlns:a16="http://schemas.microsoft.com/office/drawing/2014/main" id="{323D51AC-30AD-CEC7-4520-0BF8975C4E87}"/>
                </a:ext>
              </a:extLst>
            </p:cNvPr>
            <p:cNvSpPr>
              <a:spLocks noChangeArrowheads="1"/>
            </p:cNvSpPr>
            <p:nvPr/>
          </p:nvSpPr>
          <p:spPr bwMode="auto">
            <a:xfrm>
              <a:off x="2245" y="3135"/>
              <a:ext cx="363" cy="363"/>
            </a:xfrm>
            <a:prstGeom prst="ellipse">
              <a:avLst/>
            </a:prstGeom>
            <a:solidFill>
              <a:schemeClr val="bg1"/>
            </a:solidFill>
            <a:ln w="38100">
              <a:solidFill>
                <a:srgbClr val="009900"/>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200"/>
                <a:t>M</a:t>
              </a:r>
              <a:r>
                <a:rPr lang="en-US" altLang="zh-CN" sz="2000"/>
                <a:t>-</a:t>
              </a:r>
              <a:r>
                <a:rPr lang="en-US" altLang="zh-CN" sz="1400"/>
                <a:t>1</a:t>
              </a:r>
            </a:p>
          </p:txBody>
        </p:sp>
        <p:sp>
          <p:nvSpPr>
            <p:cNvPr id="34" name="Line 53">
              <a:extLst>
                <a:ext uri="{FF2B5EF4-FFF2-40B4-BE49-F238E27FC236}">
                  <a16:creationId xmlns:a16="http://schemas.microsoft.com/office/drawing/2014/main" id="{4166A856-DD28-D3C7-7613-55D88702C227}"/>
                </a:ext>
              </a:extLst>
            </p:cNvPr>
            <p:cNvSpPr>
              <a:spLocks noChangeShapeType="1"/>
            </p:cNvSpPr>
            <p:nvPr/>
          </p:nvSpPr>
          <p:spPr bwMode="auto">
            <a:xfrm flipH="1" flipV="1">
              <a:off x="793" y="1729"/>
              <a:ext cx="1497" cy="1452"/>
            </a:xfrm>
            <a:prstGeom prst="line">
              <a:avLst/>
            </a:prstGeom>
            <a:noFill/>
            <a:ln w="28575">
              <a:solidFill>
                <a:srgbClr val="0099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grpSp>
        <p:nvGrpSpPr>
          <p:cNvPr id="35" name="Group 70">
            <a:extLst>
              <a:ext uri="{FF2B5EF4-FFF2-40B4-BE49-F238E27FC236}">
                <a16:creationId xmlns:a16="http://schemas.microsoft.com/office/drawing/2014/main" id="{10A39F78-6BAB-FE6D-97E7-64C4DC881F63}"/>
              </a:ext>
            </a:extLst>
          </p:cNvPr>
          <p:cNvGrpSpPr>
            <a:grpSpLocks/>
          </p:cNvGrpSpPr>
          <p:nvPr/>
        </p:nvGrpSpPr>
        <p:grpSpPr bwMode="auto">
          <a:xfrm>
            <a:off x="827033" y="2302100"/>
            <a:ext cx="576263" cy="2700338"/>
            <a:chOff x="2443" y="1398"/>
            <a:chExt cx="363" cy="1701"/>
          </a:xfrm>
        </p:grpSpPr>
        <p:sp>
          <p:nvSpPr>
            <p:cNvPr id="36" name="Oval 71">
              <a:extLst>
                <a:ext uri="{FF2B5EF4-FFF2-40B4-BE49-F238E27FC236}">
                  <a16:creationId xmlns:a16="http://schemas.microsoft.com/office/drawing/2014/main" id="{89BB81FF-8977-D227-59D9-0E09720B34D7}"/>
                </a:ext>
              </a:extLst>
            </p:cNvPr>
            <p:cNvSpPr>
              <a:spLocks noChangeArrowheads="1"/>
            </p:cNvSpPr>
            <p:nvPr/>
          </p:nvSpPr>
          <p:spPr bwMode="auto">
            <a:xfrm>
              <a:off x="2443" y="2169"/>
              <a:ext cx="363" cy="363"/>
            </a:xfrm>
            <a:prstGeom prst="ellipse">
              <a:avLst/>
            </a:prstGeom>
            <a:solidFill>
              <a:schemeClr val="bg1"/>
            </a:solidFill>
            <a:ln w="38100">
              <a:solidFill>
                <a:srgbClr val="777777"/>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400"/>
                <a:t>N-2</a:t>
              </a:r>
            </a:p>
          </p:txBody>
        </p:sp>
        <p:sp>
          <p:nvSpPr>
            <p:cNvPr id="37" name="Oval 72">
              <a:extLst>
                <a:ext uri="{FF2B5EF4-FFF2-40B4-BE49-F238E27FC236}">
                  <a16:creationId xmlns:a16="http://schemas.microsoft.com/office/drawing/2014/main" id="{F645C22D-4DD5-12A3-3D64-582FF03515FC}"/>
                </a:ext>
              </a:extLst>
            </p:cNvPr>
            <p:cNvSpPr>
              <a:spLocks noChangeArrowheads="1"/>
            </p:cNvSpPr>
            <p:nvPr/>
          </p:nvSpPr>
          <p:spPr bwMode="auto">
            <a:xfrm>
              <a:off x="2443" y="1602"/>
              <a:ext cx="363" cy="363"/>
            </a:xfrm>
            <a:prstGeom prst="ellipse">
              <a:avLst/>
            </a:prstGeom>
            <a:solidFill>
              <a:schemeClr val="bg1"/>
            </a:solidFill>
            <a:ln w="38100">
              <a:solidFill>
                <a:srgbClr val="777777"/>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400"/>
                <a:t>N-1</a:t>
              </a:r>
            </a:p>
          </p:txBody>
        </p:sp>
        <p:sp>
          <p:nvSpPr>
            <p:cNvPr id="38" name="Line 73">
              <a:extLst>
                <a:ext uri="{FF2B5EF4-FFF2-40B4-BE49-F238E27FC236}">
                  <a16:creationId xmlns:a16="http://schemas.microsoft.com/office/drawing/2014/main" id="{1F2D8299-7428-0E6F-5DD0-38341AFC10E3}"/>
                </a:ext>
              </a:extLst>
            </p:cNvPr>
            <p:cNvSpPr>
              <a:spLocks noChangeShapeType="1"/>
            </p:cNvSpPr>
            <p:nvPr/>
          </p:nvSpPr>
          <p:spPr bwMode="auto">
            <a:xfrm>
              <a:off x="2624" y="1398"/>
              <a:ext cx="0" cy="213"/>
            </a:xfrm>
            <a:prstGeom prst="line">
              <a:avLst/>
            </a:prstGeom>
            <a:noFill/>
            <a:ln w="28575">
              <a:solidFill>
                <a:srgbClr val="777777"/>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9" name="Line 74">
              <a:extLst>
                <a:ext uri="{FF2B5EF4-FFF2-40B4-BE49-F238E27FC236}">
                  <a16:creationId xmlns:a16="http://schemas.microsoft.com/office/drawing/2014/main" id="{DAAA5F25-28E1-7DC3-7086-E03FCBD73140}"/>
                </a:ext>
              </a:extLst>
            </p:cNvPr>
            <p:cNvSpPr>
              <a:spLocks noChangeShapeType="1"/>
            </p:cNvSpPr>
            <p:nvPr/>
          </p:nvSpPr>
          <p:spPr bwMode="auto">
            <a:xfrm>
              <a:off x="2624" y="1965"/>
              <a:ext cx="0" cy="202"/>
            </a:xfrm>
            <a:prstGeom prst="line">
              <a:avLst/>
            </a:prstGeom>
            <a:noFill/>
            <a:ln w="28575">
              <a:solidFill>
                <a:srgbClr val="777777"/>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40" name="Oval 75">
              <a:extLst>
                <a:ext uri="{FF2B5EF4-FFF2-40B4-BE49-F238E27FC236}">
                  <a16:creationId xmlns:a16="http://schemas.microsoft.com/office/drawing/2014/main" id="{67C686F6-A778-ADB5-549C-1B2B42AAC133}"/>
                </a:ext>
              </a:extLst>
            </p:cNvPr>
            <p:cNvSpPr>
              <a:spLocks noChangeArrowheads="1"/>
            </p:cNvSpPr>
            <p:nvPr/>
          </p:nvSpPr>
          <p:spPr bwMode="auto">
            <a:xfrm>
              <a:off x="2443" y="2736"/>
              <a:ext cx="363" cy="363"/>
            </a:xfrm>
            <a:prstGeom prst="ellipse">
              <a:avLst/>
            </a:prstGeom>
            <a:solidFill>
              <a:schemeClr val="bg1"/>
            </a:solidFill>
            <a:ln w="38100">
              <a:solidFill>
                <a:srgbClr val="777777"/>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400"/>
                <a:t>N-3</a:t>
              </a:r>
            </a:p>
          </p:txBody>
        </p:sp>
        <p:sp>
          <p:nvSpPr>
            <p:cNvPr id="41" name="Line 76">
              <a:extLst>
                <a:ext uri="{FF2B5EF4-FFF2-40B4-BE49-F238E27FC236}">
                  <a16:creationId xmlns:a16="http://schemas.microsoft.com/office/drawing/2014/main" id="{C0DA0997-4C64-856C-72ED-C34337AE3078}"/>
                </a:ext>
              </a:extLst>
            </p:cNvPr>
            <p:cNvSpPr>
              <a:spLocks noChangeShapeType="1"/>
            </p:cNvSpPr>
            <p:nvPr/>
          </p:nvSpPr>
          <p:spPr bwMode="auto">
            <a:xfrm>
              <a:off x="2624" y="2532"/>
              <a:ext cx="0" cy="201"/>
            </a:xfrm>
            <a:prstGeom prst="line">
              <a:avLst/>
            </a:prstGeom>
            <a:noFill/>
            <a:ln w="28575">
              <a:solidFill>
                <a:srgbClr val="777777"/>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grpSp>
      <p:sp>
        <p:nvSpPr>
          <p:cNvPr id="42" name="Line 77">
            <a:extLst>
              <a:ext uri="{FF2B5EF4-FFF2-40B4-BE49-F238E27FC236}">
                <a16:creationId xmlns:a16="http://schemas.microsoft.com/office/drawing/2014/main" id="{16DE78A3-C687-01A1-C80D-210C3910C7F3}"/>
              </a:ext>
            </a:extLst>
          </p:cNvPr>
          <p:cNvSpPr>
            <a:spLocks noChangeShapeType="1"/>
          </p:cNvSpPr>
          <p:nvPr/>
        </p:nvSpPr>
        <p:spPr bwMode="auto">
          <a:xfrm>
            <a:off x="1411233" y="4740500"/>
            <a:ext cx="1295400" cy="0"/>
          </a:xfrm>
          <a:prstGeom prst="line">
            <a:avLst/>
          </a:prstGeom>
          <a:noFill/>
          <a:ln w="28575">
            <a:solidFill>
              <a:srgbClr val="777777"/>
            </a:solidFill>
            <a:prstDash val="dash"/>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43" name="Rectangle 6">
            <a:extLst>
              <a:ext uri="{FF2B5EF4-FFF2-40B4-BE49-F238E27FC236}">
                <a16:creationId xmlns:a16="http://schemas.microsoft.com/office/drawing/2014/main" id="{66F53D54-AE56-C1BB-7166-6D23D388C8D6}"/>
              </a:ext>
            </a:extLst>
          </p:cNvPr>
          <p:cNvSpPr>
            <a:spLocks noChangeArrowheads="1"/>
          </p:cNvSpPr>
          <p:nvPr/>
        </p:nvSpPr>
        <p:spPr bwMode="auto">
          <a:xfrm>
            <a:off x="6708212" y="5068365"/>
            <a:ext cx="1250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zh-CN" altLang="en-US" dirty="0">
                <a:solidFill>
                  <a:srgbClr val="FF0000"/>
                </a:solidFill>
                <a:latin typeface="Arial" panose="020B0604020202020204" pitchFamily="34" charset="0"/>
              </a:rPr>
              <a:t>异步法</a:t>
            </a:r>
          </a:p>
        </p:txBody>
      </p:sp>
      <p:sp>
        <p:nvSpPr>
          <p:cNvPr id="44" name="Oval 7">
            <a:extLst>
              <a:ext uri="{FF2B5EF4-FFF2-40B4-BE49-F238E27FC236}">
                <a16:creationId xmlns:a16="http://schemas.microsoft.com/office/drawing/2014/main" id="{149E62C2-6F5C-A93E-1A9A-4581785F8FF2}"/>
              </a:ext>
            </a:extLst>
          </p:cNvPr>
          <p:cNvSpPr>
            <a:spLocks noChangeArrowheads="1"/>
          </p:cNvSpPr>
          <p:nvPr/>
        </p:nvSpPr>
        <p:spPr bwMode="auto">
          <a:xfrm>
            <a:off x="5275929" y="1653606"/>
            <a:ext cx="576263"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600"/>
              <a:t>0</a:t>
            </a:r>
          </a:p>
        </p:txBody>
      </p:sp>
      <p:sp>
        <p:nvSpPr>
          <p:cNvPr id="45" name="Oval 8">
            <a:extLst>
              <a:ext uri="{FF2B5EF4-FFF2-40B4-BE49-F238E27FC236}">
                <a16:creationId xmlns:a16="http://schemas.microsoft.com/office/drawing/2014/main" id="{D0ABF0A8-C2FE-D4D4-D2C0-BB3AFCE080D0}"/>
              </a:ext>
            </a:extLst>
          </p:cNvPr>
          <p:cNvSpPr>
            <a:spLocks noChangeArrowheads="1"/>
          </p:cNvSpPr>
          <p:nvPr/>
        </p:nvSpPr>
        <p:spPr bwMode="auto">
          <a:xfrm>
            <a:off x="6210967" y="1653606"/>
            <a:ext cx="576262"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600"/>
              <a:t>1</a:t>
            </a:r>
          </a:p>
        </p:txBody>
      </p:sp>
      <p:sp>
        <p:nvSpPr>
          <p:cNvPr id="46" name="Oval 9">
            <a:extLst>
              <a:ext uri="{FF2B5EF4-FFF2-40B4-BE49-F238E27FC236}">
                <a16:creationId xmlns:a16="http://schemas.microsoft.com/office/drawing/2014/main" id="{9384FC93-BD0D-85A8-1E4F-530915ACCCF8}"/>
              </a:ext>
            </a:extLst>
          </p:cNvPr>
          <p:cNvSpPr>
            <a:spLocks noChangeArrowheads="1"/>
          </p:cNvSpPr>
          <p:nvPr/>
        </p:nvSpPr>
        <p:spPr bwMode="auto">
          <a:xfrm>
            <a:off x="8084217" y="4353944"/>
            <a:ext cx="576262" cy="576262"/>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200"/>
              <a:t>M</a:t>
            </a:r>
            <a:r>
              <a:rPr lang="en-US" altLang="zh-CN" sz="2000"/>
              <a:t>-</a:t>
            </a:r>
            <a:r>
              <a:rPr lang="en-US" altLang="zh-CN" sz="1400"/>
              <a:t>1</a:t>
            </a:r>
          </a:p>
        </p:txBody>
      </p:sp>
      <p:sp>
        <p:nvSpPr>
          <p:cNvPr id="47" name="Line 10">
            <a:extLst>
              <a:ext uri="{FF2B5EF4-FFF2-40B4-BE49-F238E27FC236}">
                <a16:creationId xmlns:a16="http://schemas.microsoft.com/office/drawing/2014/main" id="{E824A500-C0AE-FA64-61C2-E6CE0B645058}"/>
              </a:ext>
            </a:extLst>
          </p:cNvPr>
          <p:cNvSpPr>
            <a:spLocks noChangeShapeType="1"/>
          </p:cNvSpPr>
          <p:nvPr/>
        </p:nvSpPr>
        <p:spPr bwMode="auto">
          <a:xfrm>
            <a:off x="5852192" y="1977456"/>
            <a:ext cx="360362"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8" name="Line 11">
            <a:extLst>
              <a:ext uri="{FF2B5EF4-FFF2-40B4-BE49-F238E27FC236}">
                <a16:creationId xmlns:a16="http://schemas.microsoft.com/office/drawing/2014/main" id="{7983731C-7903-B0DC-9650-6DE3DBF57EB5}"/>
              </a:ext>
            </a:extLst>
          </p:cNvPr>
          <p:cNvSpPr>
            <a:spLocks noChangeShapeType="1"/>
          </p:cNvSpPr>
          <p:nvPr/>
        </p:nvSpPr>
        <p:spPr bwMode="auto">
          <a:xfrm>
            <a:off x="8371554" y="4030094"/>
            <a:ext cx="0" cy="32385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9" name="Oval 12">
            <a:extLst>
              <a:ext uri="{FF2B5EF4-FFF2-40B4-BE49-F238E27FC236}">
                <a16:creationId xmlns:a16="http://schemas.microsoft.com/office/drawing/2014/main" id="{0380B325-214A-8232-EBBC-CD46EB8B03B9}"/>
              </a:ext>
            </a:extLst>
          </p:cNvPr>
          <p:cNvSpPr>
            <a:spLocks noChangeArrowheads="1"/>
          </p:cNvSpPr>
          <p:nvPr/>
        </p:nvSpPr>
        <p:spPr bwMode="auto">
          <a:xfrm>
            <a:off x="7146004" y="1653606"/>
            <a:ext cx="576263"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600"/>
              <a:t>2</a:t>
            </a:r>
          </a:p>
        </p:txBody>
      </p:sp>
      <p:sp>
        <p:nvSpPr>
          <p:cNvPr id="50" name="Line 13">
            <a:extLst>
              <a:ext uri="{FF2B5EF4-FFF2-40B4-BE49-F238E27FC236}">
                <a16:creationId xmlns:a16="http://schemas.microsoft.com/office/drawing/2014/main" id="{2D437F7F-C1DF-48B7-4E00-AAC0FA4EAA3F}"/>
              </a:ext>
            </a:extLst>
          </p:cNvPr>
          <p:cNvSpPr>
            <a:spLocks noChangeShapeType="1"/>
          </p:cNvSpPr>
          <p:nvPr/>
        </p:nvSpPr>
        <p:spPr bwMode="auto">
          <a:xfrm>
            <a:off x="6787229" y="1977456"/>
            <a:ext cx="360363"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1" name="Oval 14">
            <a:extLst>
              <a:ext uri="{FF2B5EF4-FFF2-40B4-BE49-F238E27FC236}">
                <a16:creationId xmlns:a16="http://schemas.microsoft.com/office/drawing/2014/main" id="{24BB8062-1B2A-2D76-FCD2-ABF01F032C31}"/>
              </a:ext>
            </a:extLst>
          </p:cNvPr>
          <p:cNvSpPr>
            <a:spLocks noChangeArrowheads="1"/>
          </p:cNvSpPr>
          <p:nvPr/>
        </p:nvSpPr>
        <p:spPr bwMode="auto">
          <a:xfrm>
            <a:off x="8084217" y="1653606"/>
            <a:ext cx="576262"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600"/>
              <a:t>3</a:t>
            </a:r>
          </a:p>
        </p:txBody>
      </p:sp>
      <p:sp>
        <p:nvSpPr>
          <p:cNvPr id="52" name="Line 15">
            <a:extLst>
              <a:ext uri="{FF2B5EF4-FFF2-40B4-BE49-F238E27FC236}">
                <a16:creationId xmlns:a16="http://schemas.microsoft.com/office/drawing/2014/main" id="{11066380-F550-EA27-89CA-1C3A646DF5C6}"/>
              </a:ext>
            </a:extLst>
          </p:cNvPr>
          <p:cNvSpPr>
            <a:spLocks noChangeShapeType="1"/>
          </p:cNvSpPr>
          <p:nvPr/>
        </p:nvSpPr>
        <p:spPr bwMode="auto">
          <a:xfrm>
            <a:off x="7723854" y="1977456"/>
            <a:ext cx="360363"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3" name="Oval 16">
            <a:extLst>
              <a:ext uri="{FF2B5EF4-FFF2-40B4-BE49-F238E27FC236}">
                <a16:creationId xmlns:a16="http://schemas.microsoft.com/office/drawing/2014/main" id="{D95F17FC-61A0-4099-84F8-1FC690CAD8B2}"/>
              </a:ext>
            </a:extLst>
          </p:cNvPr>
          <p:cNvSpPr>
            <a:spLocks noChangeArrowheads="1"/>
          </p:cNvSpPr>
          <p:nvPr/>
        </p:nvSpPr>
        <p:spPr bwMode="auto">
          <a:xfrm>
            <a:off x="8084217" y="3453831"/>
            <a:ext cx="576262"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200"/>
              <a:t>M</a:t>
            </a:r>
            <a:r>
              <a:rPr lang="en-US" altLang="zh-CN" sz="2000"/>
              <a:t>-</a:t>
            </a:r>
            <a:r>
              <a:rPr lang="en-US" altLang="zh-CN" sz="1400"/>
              <a:t>2</a:t>
            </a:r>
          </a:p>
        </p:txBody>
      </p:sp>
      <p:sp>
        <p:nvSpPr>
          <p:cNvPr id="54" name="Line 17">
            <a:extLst>
              <a:ext uri="{FF2B5EF4-FFF2-40B4-BE49-F238E27FC236}">
                <a16:creationId xmlns:a16="http://schemas.microsoft.com/office/drawing/2014/main" id="{5E44960F-6B5E-5445-22A8-479947A37D77}"/>
              </a:ext>
            </a:extLst>
          </p:cNvPr>
          <p:cNvSpPr>
            <a:spLocks noChangeShapeType="1"/>
          </p:cNvSpPr>
          <p:nvPr/>
        </p:nvSpPr>
        <p:spPr bwMode="auto">
          <a:xfrm>
            <a:off x="8371554" y="2229869"/>
            <a:ext cx="0" cy="1223962"/>
          </a:xfrm>
          <a:prstGeom prst="line">
            <a:avLst/>
          </a:prstGeom>
          <a:noFill/>
          <a:ln w="28575">
            <a:solidFill>
              <a:schemeClr val="tx1"/>
            </a:solidFill>
            <a:prstDash val="dash"/>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5" name="Oval 18">
            <a:extLst>
              <a:ext uri="{FF2B5EF4-FFF2-40B4-BE49-F238E27FC236}">
                <a16:creationId xmlns:a16="http://schemas.microsoft.com/office/drawing/2014/main" id="{C8F45064-207B-BC15-8E93-22B862EAAEB2}"/>
              </a:ext>
            </a:extLst>
          </p:cNvPr>
          <p:cNvSpPr>
            <a:spLocks noChangeArrowheads="1"/>
          </p:cNvSpPr>
          <p:nvPr/>
        </p:nvSpPr>
        <p:spPr bwMode="auto">
          <a:xfrm>
            <a:off x="7136479" y="4365056"/>
            <a:ext cx="576263"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200"/>
              <a:t>M</a:t>
            </a:r>
          </a:p>
        </p:txBody>
      </p:sp>
      <p:sp>
        <p:nvSpPr>
          <p:cNvPr id="56" name="Oval 19">
            <a:extLst>
              <a:ext uri="{FF2B5EF4-FFF2-40B4-BE49-F238E27FC236}">
                <a16:creationId xmlns:a16="http://schemas.microsoft.com/office/drawing/2014/main" id="{0E3333AA-6A92-E22F-8A0B-672CD3ADE4B3}"/>
              </a:ext>
            </a:extLst>
          </p:cNvPr>
          <p:cNvSpPr>
            <a:spLocks noChangeArrowheads="1"/>
          </p:cNvSpPr>
          <p:nvPr/>
        </p:nvSpPr>
        <p:spPr bwMode="auto">
          <a:xfrm>
            <a:off x="5264817" y="3464944"/>
            <a:ext cx="576262" cy="576262"/>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400"/>
              <a:t>N-2</a:t>
            </a:r>
          </a:p>
        </p:txBody>
      </p:sp>
      <p:sp>
        <p:nvSpPr>
          <p:cNvPr id="57" name="Oval 20">
            <a:extLst>
              <a:ext uri="{FF2B5EF4-FFF2-40B4-BE49-F238E27FC236}">
                <a16:creationId xmlns:a16="http://schemas.microsoft.com/office/drawing/2014/main" id="{15DEF653-5BF8-0508-97F5-7FBFC8732829}"/>
              </a:ext>
            </a:extLst>
          </p:cNvPr>
          <p:cNvSpPr>
            <a:spLocks noChangeArrowheads="1"/>
          </p:cNvSpPr>
          <p:nvPr/>
        </p:nvSpPr>
        <p:spPr bwMode="auto">
          <a:xfrm>
            <a:off x="5264817" y="2564831"/>
            <a:ext cx="576262"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400"/>
              <a:t>N-1</a:t>
            </a:r>
          </a:p>
        </p:txBody>
      </p:sp>
      <p:sp>
        <p:nvSpPr>
          <p:cNvPr id="58" name="Line 21">
            <a:extLst>
              <a:ext uri="{FF2B5EF4-FFF2-40B4-BE49-F238E27FC236}">
                <a16:creationId xmlns:a16="http://schemas.microsoft.com/office/drawing/2014/main" id="{1887CCE3-CFE2-4A8C-EA46-AB1A4F0F97EE}"/>
              </a:ext>
            </a:extLst>
          </p:cNvPr>
          <p:cNvSpPr>
            <a:spLocks noChangeShapeType="1"/>
          </p:cNvSpPr>
          <p:nvPr/>
        </p:nvSpPr>
        <p:spPr bwMode="auto">
          <a:xfrm>
            <a:off x="5552154" y="2240981"/>
            <a:ext cx="0" cy="338138"/>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59" name="Line 22">
            <a:extLst>
              <a:ext uri="{FF2B5EF4-FFF2-40B4-BE49-F238E27FC236}">
                <a16:creationId xmlns:a16="http://schemas.microsoft.com/office/drawing/2014/main" id="{1143E310-35A8-5BB8-A3DE-1ABC0B8649E1}"/>
              </a:ext>
            </a:extLst>
          </p:cNvPr>
          <p:cNvSpPr>
            <a:spLocks noChangeShapeType="1"/>
          </p:cNvSpPr>
          <p:nvPr/>
        </p:nvSpPr>
        <p:spPr bwMode="auto">
          <a:xfrm>
            <a:off x="5552154" y="3141094"/>
            <a:ext cx="0" cy="320675"/>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60" name="Oval 23">
            <a:extLst>
              <a:ext uri="{FF2B5EF4-FFF2-40B4-BE49-F238E27FC236}">
                <a16:creationId xmlns:a16="http://schemas.microsoft.com/office/drawing/2014/main" id="{68925F47-D52F-1BB2-6246-046986580F6E}"/>
              </a:ext>
            </a:extLst>
          </p:cNvPr>
          <p:cNvSpPr>
            <a:spLocks noChangeArrowheads="1"/>
          </p:cNvSpPr>
          <p:nvPr/>
        </p:nvSpPr>
        <p:spPr bwMode="auto">
          <a:xfrm>
            <a:off x="5264817" y="4365056"/>
            <a:ext cx="576262"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400"/>
              <a:t>N-3</a:t>
            </a:r>
          </a:p>
        </p:txBody>
      </p:sp>
      <p:sp>
        <p:nvSpPr>
          <p:cNvPr id="61" name="Line 24">
            <a:extLst>
              <a:ext uri="{FF2B5EF4-FFF2-40B4-BE49-F238E27FC236}">
                <a16:creationId xmlns:a16="http://schemas.microsoft.com/office/drawing/2014/main" id="{8B8C912C-FC24-3AE8-8953-057F780154B3}"/>
              </a:ext>
            </a:extLst>
          </p:cNvPr>
          <p:cNvSpPr>
            <a:spLocks noChangeShapeType="1"/>
          </p:cNvSpPr>
          <p:nvPr/>
        </p:nvSpPr>
        <p:spPr bwMode="auto">
          <a:xfrm>
            <a:off x="5552154" y="4041206"/>
            <a:ext cx="0" cy="319088"/>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62" name="Line 25">
            <a:extLst>
              <a:ext uri="{FF2B5EF4-FFF2-40B4-BE49-F238E27FC236}">
                <a16:creationId xmlns:a16="http://schemas.microsoft.com/office/drawing/2014/main" id="{C944F2E2-77A3-6519-85BC-9F16E239F080}"/>
              </a:ext>
            </a:extLst>
          </p:cNvPr>
          <p:cNvSpPr>
            <a:spLocks noChangeShapeType="1"/>
          </p:cNvSpPr>
          <p:nvPr/>
        </p:nvSpPr>
        <p:spPr bwMode="auto">
          <a:xfrm>
            <a:off x="7712742" y="4688906"/>
            <a:ext cx="360362" cy="0"/>
          </a:xfrm>
          <a:prstGeom prst="line">
            <a:avLst/>
          </a:prstGeom>
          <a:noFill/>
          <a:ln w="19050">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63" name="Line 26">
            <a:extLst>
              <a:ext uri="{FF2B5EF4-FFF2-40B4-BE49-F238E27FC236}">
                <a16:creationId xmlns:a16="http://schemas.microsoft.com/office/drawing/2014/main" id="{39FABB66-E2F4-46EF-B140-EE2D1E27FC0E}"/>
              </a:ext>
            </a:extLst>
          </p:cNvPr>
          <p:cNvSpPr>
            <a:spLocks noChangeShapeType="1"/>
          </p:cNvSpPr>
          <p:nvPr/>
        </p:nvSpPr>
        <p:spPr bwMode="auto">
          <a:xfrm>
            <a:off x="5841079" y="4688906"/>
            <a:ext cx="1295400" cy="0"/>
          </a:xfrm>
          <a:prstGeom prst="line">
            <a:avLst/>
          </a:prstGeom>
          <a:noFill/>
          <a:ln w="28575">
            <a:solidFill>
              <a:schemeClr val="tx1"/>
            </a:solidFill>
            <a:prstDash val="dash"/>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64" name="Rectangle 49">
            <a:extLst>
              <a:ext uri="{FF2B5EF4-FFF2-40B4-BE49-F238E27FC236}">
                <a16:creationId xmlns:a16="http://schemas.microsoft.com/office/drawing/2014/main" id="{0E6BCAFC-D2BC-745B-2E06-5946E548DF4D}"/>
              </a:ext>
            </a:extLst>
          </p:cNvPr>
          <p:cNvSpPr>
            <a:spLocks noChangeArrowheads="1"/>
          </p:cNvSpPr>
          <p:nvPr/>
        </p:nvSpPr>
        <p:spPr bwMode="auto">
          <a:xfrm>
            <a:off x="5312799" y="5133551"/>
            <a:ext cx="1004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400" b="0" dirty="0">
                <a:solidFill>
                  <a:schemeClr val="tx2"/>
                </a:solidFill>
                <a:latin typeface="Arial" panose="020B0604020202020204" pitchFamily="34" charset="0"/>
              </a:rPr>
              <a:t>M</a:t>
            </a:r>
            <a:r>
              <a:rPr lang="zh-CN" altLang="en-US" sz="2400" b="0" dirty="0">
                <a:solidFill>
                  <a:schemeClr val="tx2"/>
                </a:solidFill>
                <a:latin typeface="Arial" panose="020B0604020202020204" pitchFamily="34" charset="0"/>
              </a:rPr>
              <a:t> </a:t>
            </a:r>
            <a:r>
              <a:rPr lang="en-US" altLang="zh-CN" sz="2400" b="0" dirty="0">
                <a:solidFill>
                  <a:schemeClr val="tx2"/>
                </a:solidFill>
                <a:latin typeface="Arial" panose="020B0604020202020204" pitchFamily="34" charset="0"/>
              </a:rPr>
              <a:t>&lt; N</a:t>
            </a:r>
            <a:endParaRPr lang="zh-CN" altLang="en-US" sz="2400" b="0" dirty="0">
              <a:solidFill>
                <a:schemeClr val="tx2"/>
              </a:solidFill>
              <a:latin typeface="Arial" panose="020B0604020202020204" pitchFamily="34" charset="0"/>
            </a:endParaRPr>
          </a:p>
        </p:txBody>
      </p:sp>
      <p:sp>
        <p:nvSpPr>
          <p:cNvPr id="65" name="Oval 50">
            <a:extLst>
              <a:ext uri="{FF2B5EF4-FFF2-40B4-BE49-F238E27FC236}">
                <a16:creationId xmlns:a16="http://schemas.microsoft.com/office/drawing/2014/main" id="{B4E8E3C8-E6C4-76A2-4EDC-2BE83547F4D4}"/>
              </a:ext>
            </a:extLst>
          </p:cNvPr>
          <p:cNvSpPr>
            <a:spLocks noChangeArrowheads="1"/>
          </p:cNvSpPr>
          <p:nvPr/>
        </p:nvSpPr>
        <p:spPr bwMode="auto">
          <a:xfrm>
            <a:off x="5275929" y="1653606"/>
            <a:ext cx="576263" cy="576263"/>
          </a:xfrm>
          <a:prstGeom prst="ellipse">
            <a:avLst/>
          </a:prstGeom>
          <a:solidFill>
            <a:schemeClr val="bg1"/>
          </a:solidFill>
          <a:ln w="38100">
            <a:solidFill>
              <a:srgbClr val="0000FF"/>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600"/>
              <a:t>0</a:t>
            </a:r>
          </a:p>
        </p:txBody>
      </p:sp>
      <p:grpSp>
        <p:nvGrpSpPr>
          <p:cNvPr id="66" name="Group 55">
            <a:extLst>
              <a:ext uri="{FF2B5EF4-FFF2-40B4-BE49-F238E27FC236}">
                <a16:creationId xmlns:a16="http://schemas.microsoft.com/office/drawing/2014/main" id="{2E5A01AF-D934-8FC4-6DD4-91D54BDBD03D}"/>
              </a:ext>
            </a:extLst>
          </p:cNvPr>
          <p:cNvGrpSpPr>
            <a:grpSpLocks/>
          </p:cNvGrpSpPr>
          <p:nvPr/>
        </p:nvGrpSpPr>
        <p:grpSpPr bwMode="auto">
          <a:xfrm>
            <a:off x="5267992" y="2237806"/>
            <a:ext cx="2447925" cy="2700338"/>
            <a:chOff x="488" y="1519"/>
            <a:chExt cx="1542" cy="1701"/>
          </a:xfrm>
        </p:grpSpPr>
        <p:sp>
          <p:nvSpPr>
            <p:cNvPr id="67" name="Oval 56">
              <a:extLst>
                <a:ext uri="{FF2B5EF4-FFF2-40B4-BE49-F238E27FC236}">
                  <a16:creationId xmlns:a16="http://schemas.microsoft.com/office/drawing/2014/main" id="{8844BD9E-A3CB-32C5-11E2-DCA1AEA5B9DC}"/>
                </a:ext>
              </a:extLst>
            </p:cNvPr>
            <p:cNvSpPr>
              <a:spLocks noChangeArrowheads="1"/>
            </p:cNvSpPr>
            <p:nvPr/>
          </p:nvSpPr>
          <p:spPr bwMode="auto">
            <a:xfrm>
              <a:off x="1667" y="2857"/>
              <a:ext cx="363" cy="363"/>
            </a:xfrm>
            <a:prstGeom prst="ellipse">
              <a:avLst/>
            </a:prstGeom>
            <a:solidFill>
              <a:schemeClr val="bg1"/>
            </a:solidFill>
            <a:ln w="38100">
              <a:solidFill>
                <a:srgbClr val="777777"/>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200"/>
                <a:t>M</a:t>
              </a:r>
            </a:p>
          </p:txBody>
        </p:sp>
        <p:sp>
          <p:nvSpPr>
            <p:cNvPr id="68" name="Oval 57">
              <a:extLst>
                <a:ext uri="{FF2B5EF4-FFF2-40B4-BE49-F238E27FC236}">
                  <a16:creationId xmlns:a16="http://schemas.microsoft.com/office/drawing/2014/main" id="{97F7425D-36CE-53E2-64D3-533898AF33DC}"/>
                </a:ext>
              </a:extLst>
            </p:cNvPr>
            <p:cNvSpPr>
              <a:spLocks noChangeArrowheads="1"/>
            </p:cNvSpPr>
            <p:nvPr/>
          </p:nvSpPr>
          <p:spPr bwMode="auto">
            <a:xfrm>
              <a:off x="488" y="2290"/>
              <a:ext cx="363" cy="363"/>
            </a:xfrm>
            <a:prstGeom prst="ellipse">
              <a:avLst/>
            </a:prstGeom>
            <a:solidFill>
              <a:schemeClr val="bg1"/>
            </a:solidFill>
            <a:ln w="38100">
              <a:solidFill>
                <a:srgbClr val="777777"/>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400"/>
                <a:t>N-2</a:t>
              </a:r>
            </a:p>
          </p:txBody>
        </p:sp>
        <p:sp>
          <p:nvSpPr>
            <p:cNvPr id="69" name="Oval 58">
              <a:extLst>
                <a:ext uri="{FF2B5EF4-FFF2-40B4-BE49-F238E27FC236}">
                  <a16:creationId xmlns:a16="http://schemas.microsoft.com/office/drawing/2014/main" id="{CC6AC06E-278C-F268-6F77-659AEBD3128B}"/>
                </a:ext>
              </a:extLst>
            </p:cNvPr>
            <p:cNvSpPr>
              <a:spLocks noChangeArrowheads="1"/>
            </p:cNvSpPr>
            <p:nvPr/>
          </p:nvSpPr>
          <p:spPr bwMode="auto">
            <a:xfrm>
              <a:off x="488" y="1723"/>
              <a:ext cx="363" cy="363"/>
            </a:xfrm>
            <a:prstGeom prst="ellipse">
              <a:avLst/>
            </a:prstGeom>
            <a:solidFill>
              <a:schemeClr val="bg1"/>
            </a:solidFill>
            <a:ln w="38100">
              <a:solidFill>
                <a:srgbClr val="777777"/>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400"/>
                <a:t>N-1</a:t>
              </a:r>
            </a:p>
          </p:txBody>
        </p:sp>
        <p:sp>
          <p:nvSpPr>
            <p:cNvPr id="70" name="Line 59">
              <a:extLst>
                <a:ext uri="{FF2B5EF4-FFF2-40B4-BE49-F238E27FC236}">
                  <a16:creationId xmlns:a16="http://schemas.microsoft.com/office/drawing/2014/main" id="{C9CF75A1-9792-D00A-A9D2-6B3D9D622CF0}"/>
                </a:ext>
              </a:extLst>
            </p:cNvPr>
            <p:cNvSpPr>
              <a:spLocks noChangeShapeType="1"/>
            </p:cNvSpPr>
            <p:nvPr/>
          </p:nvSpPr>
          <p:spPr bwMode="auto">
            <a:xfrm>
              <a:off x="669" y="1519"/>
              <a:ext cx="0" cy="213"/>
            </a:xfrm>
            <a:prstGeom prst="line">
              <a:avLst/>
            </a:prstGeom>
            <a:noFill/>
            <a:ln w="28575">
              <a:solidFill>
                <a:srgbClr val="777777"/>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71" name="Line 60">
              <a:extLst>
                <a:ext uri="{FF2B5EF4-FFF2-40B4-BE49-F238E27FC236}">
                  <a16:creationId xmlns:a16="http://schemas.microsoft.com/office/drawing/2014/main" id="{600815C7-8E79-E2E6-76A0-CB68D63EBF5A}"/>
                </a:ext>
              </a:extLst>
            </p:cNvPr>
            <p:cNvSpPr>
              <a:spLocks noChangeShapeType="1"/>
            </p:cNvSpPr>
            <p:nvPr/>
          </p:nvSpPr>
          <p:spPr bwMode="auto">
            <a:xfrm>
              <a:off x="669" y="2086"/>
              <a:ext cx="0" cy="202"/>
            </a:xfrm>
            <a:prstGeom prst="line">
              <a:avLst/>
            </a:prstGeom>
            <a:noFill/>
            <a:ln w="28575">
              <a:solidFill>
                <a:srgbClr val="777777"/>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72" name="Oval 61">
              <a:extLst>
                <a:ext uri="{FF2B5EF4-FFF2-40B4-BE49-F238E27FC236}">
                  <a16:creationId xmlns:a16="http://schemas.microsoft.com/office/drawing/2014/main" id="{3A203592-7D52-D8C3-0845-02661537C21B}"/>
                </a:ext>
              </a:extLst>
            </p:cNvPr>
            <p:cNvSpPr>
              <a:spLocks noChangeArrowheads="1"/>
            </p:cNvSpPr>
            <p:nvPr/>
          </p:nvSpPr>
          <p:spPr bwMode="auto">
            <a:xfrm>
              <a:off x="488" y="2857"/>
              <a:ext cx="363" cy="363"/>
            </a:xfrm>
            <a:prstGeom prst="ellipse">
              <a:avLst/>
            </a:prstGeom>
            <a:solidFill>
              <a:schemeClr val="bg1"/>
            </a:solidFill>
            <a:ln w="38100">
              <a:solidFill>
                <a:srgbClr val="777777"/>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400"/>
                <a:t>N-3</a:t>
              </a:r>
            </a:p>
          </p:txBody>
        </p:sp>
        <p:sp>
          <p:nvSpPr>
            <p:cNvPr id="73" name="Line 62">
              <a:extLst>
                <a:ext uri="{FF2B5EF4-FFF2-40B4-BE49-F238E27FC236}">
                  <a16:creationId xmlns:a16="http://schemas.microsoft.com/office/drawing/2014/main" id="{80DBD62A-91C9-E375-AB6E-B5F4BF393245}"/>
                </a:ext>
              </a:extLst>
            </p:cNvPr>
            <p:cNvSpPr>
              <a:spLocks noChangeShapeType="1"/>
            </p:cNvSpPr>
            <p:nvPr/>
          </p:nvSpPr>
          <p:spPr bwMode="auto">
            <a:xfrm>
              <a:off x="669" y="2653"/>
              <a:ext cx="0" cy="201"/>
            </a:xfrm>
            <a:prstGeom prst="line">
              <a:avLst/>
            </a:prstGeom>
            <a:noFill/>
            <a:ln w="28575">
              <a:solidFill>
                <a:srgbClr val="777777"/>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74" name="Line 63">
              <a:extLst>
                <a:ext uri="{FF2B5EF4-FFF2-40B4-BE49-F238E27FC236}">
                  <a16:creationId xmlns:a16="http://schemas.microsoft.com/office/drawing/2014/main" id="{BEE14167-9B4D-185D-5B2B-2DA5164AE5B9}"/>
                </a:ext>
              </a:extLst>
            </p:cNvPr>
            <p:cNvSpPr>
              <a:spLocks noChangeShapeType="1"/>
            </p:cNvSpPr>
            <p:nvPr/>
          </p:nvSpPr>
          <p:spPr bwMode="auto">
            <a:xfrm>
              <a:off x="851" y="3061"/>
              <a:ext cx="816" cy="0"/>
            </a:xfrm>
            <a:prstGeom prst="line">
              <a:avLst/>
            </a:prstGeom>
            <a:noFill/>
            <a:ln w="28575">
              <a:solidFill>
                <a:srgbClr val="777777"/>
              </a:solidFill>
              <a:prstDash val="dash"/>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grpSp>
      <p:grpSp>
        <p:nvGrpSpPr>
          <p:cNvPr id="75" name="Group 64">
            <a:extLst>
              <a:ext uri="{FF2B5EF4-FFF2-40B4-BE49-F238E27FC236}">
                <a16:creationId xmlns:a16="http://schemas.microsoft.com/office/drawing/2014/main" id="{07868AE6-F67C-623C-226F-383F93083DFF}"/>
              </a:ext>
            </a:extLst>
          </p:cNvPr>
          <p:cNvGrpSpPr>
            <a:grpSpLocks/>
          </p:cNvGrpSpPr>
          <p:nvPr/>
        </p:nvGrpSpPr>
        <p:grpSpPr bwMode="auto">
          <a:xfrm>
            <a:off x="5733129" y="2169544"/>
            <a:ext cx="2339975" cy="2771775"/>
            <a:chOff x="690" y="674"/>
            <a:chExt cx="1474" cy="1746"/>
          </a:xfrm>
        </p:grpSpPr>
        <p:sp>
          <p:nvSpPr>
            <p:cNvPr id="76" name="Oval 65">
              <a:extLst>
                <a:ext uri="{FF2B5EF4-FFF2-40B4-BE49-F238E27FC236}">
                  <a16:creationId xmlns:a16="http://schemas.microsoft.com/office/drawing/2014/main" id="{30F1A7D1-CB48-CF49-55A8-73B6E5C0AED2}"/>
                </a:ext>
              </a:extLst>
            </p:cNvPr>
            <p:cNvSpPr>
              <a:spLocks noChangeArrowheads="1"/>
            </p:cNvSpPr>
            <p:nvPr/>
          </p:nvSpPr>
          <p:spPr bwMode="auto">
            <a:xfrm>
              <a:off x="1573" y="2057"/>
              <a:ext cx="363" cy="363"/>
            </a:xfrm>
            <a:prstGeom prst="ellipse">
              <a:avLst/>
            </a:prstGeom>
            <a:solidFill>
              <a:schemeClr val="bg1"/>
            </a:solidFill>
            <a:ln w="38100">
              <a:solidFill>
                <a:schemeClr val="bg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200"/>
                <a:t>M</a:t>
              </a:r>
            </a:p>
          </p:txBody>
        </p:sp>
        <p:sp>
          <p:nvSpPr>
            <p:cNvPr id="77" name="Line 66">
              <a:extLst>
                <a:ext uri="{FF2B5EF4-FFF2-40B4-BE49-F238E27FC236}">
                  <a16:creationId xmlns:a16="http://schemas.microsoft.com/office/drawing/2014/main" id="{35A37021-54D0-D289-3699-3C6BB94DABD7}"/>
                </a:ext>
              </a:extLst>
            </p:cNvPr>
            <p:cNvSpPr>
              <a:spLocks noChangeShapeType="1"/>
            </p:cNvSpPr>
            <p:nvPr/>
          </p:nvSpPr>
          <p:spPr bwMode="auto">
            <a:xfrm>
              <a:off x="1937" y="2261"/>
              <a:ext cx="227" cy="0"/>
            </a:xfrm>
            <a:prstGeom prst="line">
              <a:avLst/>
            </a:prstGeom>
            <a:noFill/>
            <a:ln w="28575">
              <a:solidFill>
                <a:schemeClr val="bg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78" name="Oval 67">
              <a:extLst>
                <a:ext uri="{FF2B5EF4-FFF2-40B4-BE49-F238E27FC236}">
                  <a16:creationId xmlns:a16="http://schemas.microsoft.com/office/drawing/2014/main" id="{3F5D5C7F-298B-1D08-2976-219DDA550533}"/>
                </a:ext>
              </a:extLst>
            </p:cNvPr>
            <p:cNvSpPr>
              <a:spLocks noChangeArrowheads="1"/>
            </p:cNvSpPr>
            <p:nvPr/>
          </p:nvSpPr>
          <p:spPr bwMode="auto">
            <a:xfrm>
              <a:off x="1574" y="2057"/>
              <a:ext cx="363" cy="363"/>
            </a:xfrm>
            <a:prstGeom prst="ellipse">
              <a:avLst/>
            </a:prstGeom>
            <a:solidFill>
              <a:schemeClr val="bg1"/>
            </a:solidFill>
            <a:ln w="38100">
              <a:solidFill>
                <a:srgbClr val="FF3300"/>
              </a:solidFill>
              <a:prstDash val="sysDot"/>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200"/>
                <a:t>M</a:t>
              </a:r>
            </a:p>
          </p:txBody>
        </p:sp>
        <p:sp>
          <p:nvSpPr>
            <p:cNvPr id="79" name="Line 68">
              <a:extLst>
                <a:ext uri="{FF2B5EF4-FFF2-40B4-BE49-F238E27FC236}">
                  <a16:creationId xmlns:a16="http://schemas.microsoft.com/office/drawing/2014/main" id="{E813EB5E-25E8-DF22-13EA-448E65F030E2}"/>
                </a:ext>
              </a:extLst>
            </p:cNvPr>
            <p:cNvSpPr>
              <a:spLocks noChangeShapeType="1"/>
            </p:cNvSpPr>
            <p:nvPr/>
          </p:nvSpPr>
          <p:spPr bwMode="auto">
            <a:xfrm>
              <a:off x="1937" y="2261"/>
              <a:ext cx="227" cy="0"/>
            </a:xfrm>
            <a:prstGeom prst="line">
              <a:avLst/>
            </a:prstGeom>
            <a:noFill/>
            <a:ln w="28575">
              <a:solidFill>
                <a:srgbClr val="FF3300"/>
              </a:solidFill>
              <a:prstDash val="sysDot"/>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80" name="Line 69">
              <a:extLst>
                <a:ext uri="{FF2B5EF4-FFF2-40B4-BE49-F238E27FC236}">
                  <a16:creationId xmlns:a16="http://schemas.microsoft.com/office/drawing/2014/main" id="{7A5B9BF1-C967-0871-E78C-AB8CEC9A49C8}"/>
                </a:ext>
              </a:extLst>
            </p:cNvPr>
            <p:cNvSpPr>
              <a:spLocks noChangeShapeType="1"/>
            </p:cNvSpPr>
            <p:nvPr/>
          </p:nvSpPr>
          <p:spPr bwMode="auto">
            <a:xfrm flipH="1" flipV="1">
              <a:off x="690" y="674"/>
              <a:ext cx="953" cy="1420"/>
            </a:xfrm>
            <a:prstGeom prst="line">
              <a:avLst/>
            </a:prstGeom>
            <a:noFill/>
            <a:ln w="28575">
              <a:solidFill>
                <a:srgbClr val="FF3300"/>
              </a:solidFill>
              <a:prstDash val="sysDot"/>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grpSp>
        <p:nvGrpSpPr>
          <p:cNvPr id="81" name="Group 70">
            <a:extLst>
              <a:ext uri="{FF2B5EF4-FFF2-40B4-BE49-F238E27FC236}">
                <a16:creationId xmlns:a16="http://schemas.microsoft.com/office/drawing/2014/main" id="{0297464A-9C93-0AB1-B630-A4E8FC1D344E}"/>
              </a:ext>
            </a:extLst>
          </p:cNvPr>
          <p:cNvGrpSpPr>
            <a:grpSpLocks/>
          </p:cNvGrpSpPr>
          <p:nvPr/>
        </p:nvGrpSpPr>
        <p:grpSpPr bwMode="auto">
          <a:xfrm>
            <a:off x="5263229" y="2244156"/>
            <a:ext cx="576263" cy="2700338"/>
            <a:chOff x="2443" y="1398"/>
            <a:chExt cx="363" cy="1701"/>
          </a:xfrm>
        </p:grpSpPr>
        <p:sp>
          <p:nvSpPr>
            <p:cNvPr id="82" name="Oval 71">
              <a:extLst>
                <a:ext uri="{FF2B5EF4-FFF2-40B4-BE49-F238E27FC236}">
                  <a16:creationId xmlns:a16="http://schemas.microsoft.com/office/drawing/2014/main" id="{915ABD0D-665B-F50E-42C6-F08D1400C049}"/>
                </a:ext>
              </a:extLst>
            </p:cNvPr>
            <p:cNvSpPr>
              <a:spLocks noChangeArrowheads="1"/>
            </p:cNvSpPr>
            <p:nvPr/>
          </p:nvSpPr>
          <p:spPr bwMode="auto">
            <a:xfrm>
              <a:off x="2443" y="2169"/>
              <a:ext cx="363" cy="363"/>
            </a:xfrm>
            <a:prstGeom prst="ellipse">
              <a:avLst/>
            </a:prstGeom>
            <a:solidFill>
              <a:schemeClr val="bg1"/>
            </a:solidFill>
            <a:ln w="38100">
              <a:solidFill>
                <a:srgbClr val="777777"/>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400"/>
                <a:t>N-2</a:t>
              </a:r>
            </a:p>
          </p:txBody>
        </p:sp>
        <p:sp>
          <p:nvSpPr>
            <p:cNvPr id="83" name="Oval 72">
              <a:extLst>
                <a:ext uri="{FF2B5EF4-FFF2-40B4-BE49-F238E27FC236}">
                  <a16:creationId xmlns:a16="http://schemas.microsoft.com/office/drawing/2014/main" id="{47F461C5-1C16-9D4A-72F8-990D5DBCEC7D}"/>
                </a:ext>
              </a:extLst>
            </p:cNvPr>
            <p:cNvSpPr>
              <a:spLocks noChangeArrowheads="1"/>
            </p:cNvSpPr>
            <p:nvPr/>
          </p:nvSpPr>
          <p:spPr bwMode="auto">
            <a:xfrm>
              <a:off x="2443" y="1602"/>
              <a:ext cx="363" cy="363"/>
            </a:xfrm>
            <a:prstGeom prst="ellipse">
              <a:avLst/>
            </a:prstGeom>
            <a:solidFill>
              <a:schemeClr val="bg1"/>
            </a:solidFill>
            <a:ln w="38100">
              <a:solidFill>
                <a:srgbClr val="777777"/>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400"/>
                <a:t>N-1</a:t>
              </a:r>
            </a:p>
          </p:txBody>
        </p:sp>
        <p:sp>
          <p:nvSpPr>
            <p:cNvPr id="84" name="Line 73">
              <a:extLst>
                <a:ext uri="{FF2B5EF4-FFF2-40B4-BE49-F238E27FC236}">
                  <a16:creationId xmlns:a16="http://schemas.microsoft.com/office/drawing/2014/main" id="{38311FC3-772A-BFD8-717B-B4AE6B2373A0}"/>
                </a:ext>
              </a:extLst>
            </p:cNvPr>
            <p:cNvSpPr>
              <a:spLocks noChangeShapeType="1"/>
            </p:cNvSpPr>
            <p:nvPr/>
          </p:nvSpPr>
          <p:spPr bwMode="auto">
            <a:xfrm>
              <a:off x="2624" y="1398"/>
              <a:ext cx="0" cy="213"/>
            </a:xfrm>
            <a:prstGeom prst="line">
              <a:avLst/>
            </a:prstGeom>
            <a:noFill/>
            <a:ln w="28575">
              <a:solidFill>
                <a:srgbClr val="777777"/>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85" name="Line 74">
              <a:extLst>
                <a:ext uri="{FF2B5EF4-FFF2-40B4-BE49-F238E27FC236}">
                  <a16:creationId xmlns:a16="http://schemas.microsoft.com/office/drawing/2014/main" id="{D51201FB-6042-557E-2AFD-C3AD3CBAA66A}"/>
                </a:ext>
              </a:extLst>
            </p:cNvPr>
            <p:cNvSpPr>
              <a:spLocks noChangeShapeType="1"/>
            </p:cNvSpPr>
            <p:nvPr/>
          </p:nvSpPr>
          <p:spPr bwMode="auto">
            <a:xfrm>
              <a:off x="2624" y="1965"/>
              <a:ext cx="0" cy="202"/>
            </a:xfrm>
            <a:prstGeom prst="line">
              <a:avLst/>
            </a:prstGeom>
            <a:noFill/>
            <a:ln w="28575">
              <a:solidFill>
                <a:srgbClr val="777777"/>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86" name="Oval 75">
              <a:extLst>
                <a:ext uri="{FF2B5EF4-FFF2-40B4-BE49-F238E27FC236}">
                  <a16:creationId xmlns:a16="http://schemas.microsoft.com/office/drawing/2014/main" id="{2B9C5AFB-217C-2653-CAAD-893CC53439F5}"/>
                </a:ext>
              </a:extLst>
            </p:cNvPr>
            <p:cNvSpPr>
              <a:spLocks noChangeArrowheads="1"/>
            </p:cNvSpPr>
            <p:nvPr/>
          </p:nvSpPr>
          <p:spPr bwMode="auto">
            <a:xfrm>
              <a:off x="2443" y="2736"/>
              <a:ext cx="363" cy="363"/>
            </a:xfrm>
            <a:prstGeom prst="ellipse">
              <a:avLst/>
            </a:prstGeom>
            <a:solidFill>
              <a:schemeClr val="bg1"/>
            </a:solidFill>
            <a:ln w="38100">
              <a:solidFill>
                <a:srgbClr val="777777"/>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400"/>
                <a:t>N-3</a:t>
              </a:r>
            </a:p>
          </p:txBody>
        </p:sp>
        <p:sp>
          <p:nvSpPr>
            <p:cNvPr id="87" name="Line 76">
              <a:extLst>
                <a:ext uri="{FF2B5EF4-FFF2-40B4-BE49-F238E27FC236}">
                  <a16:creationId xmlns:a16="http://schemas.microsoft.com/office/drawing/2014/main" id="{FA4F0CDB-85B8-8CF8-7230-12C0753B92FF}"/>
                </a:ext>
              </a:extLst>
            </p:cNvPr>
            <p:cNvSpPr>
              <a:spLocks noChangeShapeType="1"/>
            </p:cNvSpPr>
            <p:nvPr/>
          </p:nvSpPr>
          <p:spPr bwMode="auto">
            <a:xfrm>
              <a:off x="2624" y="2532"/>
              <a:ext cx="0" cy="201"/>
            </a:xfrm>
            <a:prstGeom prst="line">
              <a:avLst/>
            </a:prstGeom>
            <a:noFill/>
            <a:ln w="28575">
              <a:solidFill>
                <a:srgbClr val="777777"/>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grpSp>
      <p:sp>
        <p:nvSpPr>
          <p:cNvPr id="88" name="Line 77">
            <a:extLst>
              <a:ext uri="{FF2B5EF4-FFF2-40B4-BE49-F238E27FC236}">
                <a16:creationId xmlns:a16="http://schemas.microsoft.com/office/drawing/2014/main" id="{0D31114F-A146-57BB-051C-07423A83660D}"/>
              </a:ext>
            </a:extLst>
          </p:cNvPr>
          <p:cNvSpPr>
            <a:spLocks noChangeShapeType="1"/>
          </p:cNvSpPr>
          <p:nvPr/>
        </p:nvSpPr>
        <p:spPr bwMode="auto">
          <a:xfrm>
            <a:off x="5847429" y="4682556"/>
            <a:ext cx="1295400" cy="0"/>
          </a:xfrm>
          <a:prstGeom prst="line">
            <a:avLst/>
          </a:prstGeom>
          <a:noFill/>
          <a:ln w="28575">
            <a:solidFill>
              <a:srgbClr val="777777"/>
            </a:solidFill>
            <a:prstDash val="dash"/>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89" name="文本框 88">
            <a:extLst>
              <a:ext uri="{FF2B5EF4-FFF2-40B4-BE49-F238E27FC236}">
                <a16:creationId xmlns:a16="http://schemas.microsoft.com/office/drawing/2014/main" id="{4663C919-C7A4-BF0E-04B5-070E4C7EC4FC}"/>
              </a:ext>
            </a:extLst>
          </p:cNvPr>
          <p:cNvSpPr txBox="1"/>
          <p:nvPr/>
        </p:nvSpPr>
        <p:spPr>
          <a:xfrm>
            <a:off x="5163217" y="5675199"/>
            <a:ext cx="4165600" cy="369332"/>
          </a:xfrm>
          <a:prstGeom prst="rect">
            <a:avLst/>
          </a:prstGeom>
          <a:noFill/>
        </p:spPr>
        <p:txBody>
          <a:bodyPr wrap="square" rtlCol="0">
            <a:spAutoFit/>
          </a:bodyPr>
          <a:lstStyle/>
          <a:p>
            <a:r>
              <a:rPr kumimoji="1" lang="zh-CN" altLang="en-US" dirty="0">
                <a:latin typeface="Microsoft YaHei" panose="020B0503020204020204" pitchFamily="34" charset="-122"/>
                <a:ea typeface="Microsoft YaHei" panose="020B0503020204020204" pitchFamily="34" charset="-122"/>
              </a:rPr>
              <a:t>第</a:t>
            </a:r>
            <a:r>
              <a:rPr kumimoji="1" lang="en-US" altLang="zh-CN" dirty="0">
                <a:latin typeface="Microsoft YaHei" panose="020B0503020204020204" pitchFamily="34" charset="-122"/>
                <a:ea typeface="Microsoft YaHei" panose="020B0503020204020204" pitchFamily="34" charset="-122"/>
              </a:rPr>
              <a:t>M+1</a:t>
            </a:r>
            <a:r>
              <a:rPr kumimoji="1" lang="zh-CN" altLang="en-US" dirty="0">
                <a:latin typeface="Microsoft YaHei" panose="020B0503020204020204" pitchFamily="34" charset="-122"/>
                <a:ea typeface="Microsoft YaHei" panose="020B0503020204020204" pitchFamily="34" charset="-122"/>
              </a:rPr>
              <a:t>个状态</a:t>
            </a:r>
            <a:r>
              <a:rPr kumimoji="1" lang="en-US" altLang="zh-CN" dirty="0">
                <a:latin typeface="Microsoft YaHei" panose="020B0503020204020204" pitchFamily="34" charset="-122"/>
                <a:ea typeface="Microsoft YaHei" panose="020B0503020204020204" pitchFamily="34" charset="-122"/>
              </a:rPr>
              <a:t>S</a:t>
            </a:r>
            <a:r>
              <a:rPr kumimoji="1" lang="en-US" altLang="zh-CN" baseline="-25000" dirty="0">
                <a:latin typeface="Microsoft YaHei" panose="020B0503020204020204" pitchFamily="34" charset="-122"/>
                <a:ea typeface="Microsoft YaHei" panose="020B0503020204020204" pitchFamily="34" charset="-122"/>
              </a:rPr>
              <a:t>M</a:t>
            </a:r>
            <a:r>
              <a:rPr kumimoji="1" lang="zh-CN" altLang="en-US" dirty="0">
                <a:latin typeface="Microsoft YaHei" panose="020B0503020204020204" pitchFamily="34" charset="-122"/>
                <a:ea typeface="Microsoft YaHei" panose="020B0503020204020204" pitchFamily="34" charset="-122"/>
              </a:rPr>
              <a:t>仅存在很短的一瞬间</a:t>
            </a:r>
          </a:p>
        </p:txBody>
      </p:sp>
      <p:sp>
        <p:nvSpPr>
          <p:cNvPr id="90" name="文本框 89">
            <a:extLst>
              <a:ext uri="{FF2B5EF4-FFF2-40B4-BE49-F238E27FC236}">
                <a16:creationId xmlns:a16="http://schemas.microsoft.com/office/drawing/2014/main" id="{DAFBE4A1-A672-6A08-EE78-39DB9F5EC094}"/>
              </a:ext>
            </a:extLst>
          </p:cNvPr>
          <p:cNvSpPr txBox="1"/>
          <p:nvPr/>
        </p:nvSpPr>
        <p:spPr>
          <a:xfrm>
            <a:off x="839733" y="5708127"/>
            <a:ext cx="4165600" cy="369332"/>
          </a:xfrm>
          <a:prstGeom prst="rect">
            <a:avLst/>
          </a:prstGeom>
          <a:noFill/>
        </p:spPr>
        <p:txBody>
          <a:bodyPr wrap="square" rtlCol="0">
            <a:spAutoFit/>
          </a:bodyPr>
          <a:lstStyle/>
          <a:p>
            <a:r>
              <a:rPr kumimoji="1" lang="zh-CN" altLang="en-US" dirty="0">
                <a:latin typeface="Microsoft YaHei" panose="020B0503020204020204" pitchFamily="34" charset="-122"/>
                <a:ea typeface="Microsoft YaHei" panose="020B0503020204020204" pitchFamily="34" charset="-122"/>
              </a:rPr>
              <a:t>共</a:t>
            </a:r>
            <a:r>
              <a:rPr kumimoji="1" lang="en-US" altLang="zh-CN" dirty="0">
                <a:latin typeface="Microsoft YaHei" panose="020B0503020204020204" pitchFamily="34" charset="-122"/>
                <a:ea typeface="Microsoft YaHei" panose="020B0503020204020204" pitchFamily="34" charset="-122"/>
              </a:rPr>
              <a:t>M</a:t>
            </a:r>
            <a:r>
              <a:rPr kumimoji="1" lang="zh-CN" altLang="en-US" dirty="0">
                <a:latin typeface="Microsoft YaHei" panose="020B0503020204020204" pitchFamily="34" charset="-122"/>
                <a:ea typeface="Microsoft YaHei" panose="020B0503020204020204" pitchFamily="34" charset="-122"/>
              </a:rPr>
              <a:t>个状态，每次存在一个时钟周期</a:t>
            </a:r>
          </a:p>
        </p:txBody>
      </p:sp>
      <p:pic>
        <p:nvPicPr>
          <p:cNvPr id="91" name="图片 90">
            <a:extLst>
              <a:ext uri="{FF2B5EF4-FFF2-40B4-BE49-F238E27FC236}">
                <a16:creationId xmlns:a16="http://schemas.microsoft.com/office/drawing/2014/main" id="{B2B7E144-63F7-3C86-A501-9E7D3D2584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8212" y="2531228"/>
            <a:ext cx="1184711" cy="976867"/>
          </a:xfrm>
          <a:prstGeom prst="rect">
            <a:avLst/>
          </a:prstGeom>
        </p:spPr>
      </p:pic>
    </p:spTree>
    <p:extLst>
      <p:ext uri="{BB962C8B-B14F-4D97-AF65-F5344CB8AC3E}">
        <p14:creationId xmlns:p14="http://schemas.microsoft.com/office/powerpoint/2010/main" val="511720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B7829D-7763-9958-558F-665C75B9C41E}"/>
              </a:ext>
            </a:extLst>
          </p:cNvPr>
          <p:cNvSpPr>
            <a:spLocks noGrp="1"/>
          </p:cNvSpPr>
          <p:nvPr>
            <p:ph type="title"/>
          </p:nvPr>
        </p:nvSpPr>
        <p:spPr/>
        <p:txBody>
          <a:bodyPr>
            <a:normAutofit fontScale="90000"/>
          </a:bodyPr>
          <a:lstStyle/>
          <a:p>
            <a:r>
              <a:rPr kumimoji="1" lang="zh-CN" altLang="en-US" dirty="0"/>
              <a:t>清零法和置数法 </a:t>
            </a:r>
            <a:r>
              <a:rPr kumimoji="1" lang="en-US" altLang="zh-CN" dirty="0"/>
              <a:t>(</a:t>
            </a:r>
            <a:r>
              <a:rPr kumimoji="1" lang="zh-CN" altLang="en-US" dirty="0"/>
              <a:t>另一套方案</a:t>
            </a:r>
            <a:r>
              <a:rPr kumimoji="1" lang="en-US" altLang="zh-CN" dirty="0"/>
              <a:t>)</a:t>
            </a:r>
            <a:endParaRPr kumimoji="1" lang="zh-CN" altLang="en-US" dirty="0"/>
          </a:p>
        </p:txBody>
      </p:sp>
      <p:sp>
        <p:nvSpPr>
          <p:cNvPr id="4" name="页脚占位符 3">
            <a:extLst>
              <a:ext uri="{FF2B5EF4-FFF2-40B4-BE49-F238E27FC236}">
                <a16:creationId xmlns:a16="http://schemas.microsoft.com/office/drawing/2014/main" id="{7E17793C-058C-61E9-B842-6D7B86A9EDFD}"/>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80EBF363-FBB1-B764-AE70-83F2B238C7DE}"/>
              </a:ext>
            </a:extLst>
          </p:cNvPr>
          <p:cNvSpPr>
            <a:spLocks noGrp="1"/>
          </p:cNvSpPr>
          <p:nvPr>
            <p:ph type="sldNum" sz="quarter" idx="12"/>
          </p:nvPr>
        </p:nvSpPr>
        <p:spPr/>
        <p:txBody>
          <a:bodyPr/>
          <a:lstStyle/>
          <a:p>
            <a:fld id="{9E260BC5-5BF3-8746-862B-DC45E9CAA88B}" type="slidenum">
              <a:rPr lang="en-US" smtClean="0"/>
              <a:pPr/>
              <a:t>16</a:t>
            </a:fld>
            <a:r>
              <a:rPr lang="en-US" altLang="zh-CN" dirty="0"/>
              <a:t>/34</a:t>
            </a:r>
            <a:endParaRPr lang="en-US" dirty="0"/>
          </a:p>
        </p:txBody>
      </p:sp>
      <p:sp>
        <p:nvSpPr>
          <p:cNvPr id="6" name="Rectangle 3">
            <a:extLst>
              <a:ext uri="{FF2B5EF4-FFF2-40B4-BE49-F238E27FC236}">
                <a16:creationId xmlns:a16="http://schemas.microsoft.com/office/drawing/2014/main" id="{F1F6DCC4-BCB7-5B2B-5694-BCF0EDE2B1D4}"/>
              </a:ext>
            </a:extLst>
          </p:cNvPr>
          <p:cNvSpPr txBox="1">
            <a:spLocks noChangeArrowheads="1"/>
          </p:cNvSpPr>
          <p:nvPr/>
        </p:nvSpPr>
        <p:spPr>
          <a:xfrm>
            <a:off x="1455300" y="1287025"/>
            <a:ext cx="2587095" cy="62388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accent1">
                    <a:lumMod val="50000"/>
                  </a:schemeClr>
                </a:solidFill>
                <a:latin typeface="+mj-ea"/>
                <a:ea typeface="+mj-ea"/>
                <a:cs typeface="+mn-cs"/>
              </a:defRPr>
            </a:lvl1pPr>
            <a:lvl2pPr marL="742950" indent="-285750" algn="l" defTabSz="457200" rtl="0" eaLnBrk="1" latinLnBrk="0" hangingPunct="1">
              <a:spcBef>
                <a:spcPct val="20000"/>
              </a:spcBef>
              <a:buFont typeface="Arial"/>
              <a:buChar char="–"/>
              <a:defRPr sz="2400" kern="1200">
                <a:solidFill>
                  <a:schemeClr val="accent1">
                    <a:lumMod val="75000"/>
                  </a:schemeClr>
                </a:solidFill>
                <a:latin typeface="+mj-ea"/>
                <a:ea typeface="+mj-ea"/>
                <a:cs typeface="+mn-cs"/>
              </a:defRPr>
            </a:lvl2pPr>
            <a:lvl3pPr marL="1143000" indent="-228600" algn="l" defTabSz="457200" rtl="0" eaLnBrk="1" latinLnBrk="0" hangingPunct="1">
              <a:spcBef>
                <a:spcPct val="20000"/>
              </a:spcBef>
              <a:buFont typeface="Arial"/>
              <a:buChar char="•"/>
              <a:defRPr sz="2000" kern="1200">
                <a:solidFill>
                  <a:schemeClr val="tx1">
                    <a:lumMod val="50000"/>
                    <a:lumOff val="50000"/>
                  </a:schemeClr>
                </a:solidFill>
                <a:latin typeface="+mj-ea"/>
                <a:ea typeface="+mj-ea"/>
                <a:cs typeface="+mn-cs"/>
              </a:defRPr>
            </a:lvl3pPr>
            <a:lvl4pPr marL="1600200" indent="-228600" algn="l" defTabSz="457200" rtl="0" eaLnBrk="1" latinLnBrk="0" hangingPunct="1">
              <a:spcBef>
                <a:spcPct val="20000"/>
              </a:spcBef>
              <a:buFont typeface="Arial"/>
              <a:buChar char="–"/>
              <a:defRPr sz="2000" kern="1200">
                <a:solidFill>
                  <a:schemeClr val="tx1">
                    <a:lumMod val="50000"/>
                    <a:lumOff val="50000"/>
                  </a:schemeClr>
                </a:solidFill>
                <a:latin typeface="+mj-ea"/>
                <a:ea typeface="+mj-ea"/>
                <a:cs typeface="+mn-cs"/>
              </a:defRPr>
            </a:lvl4pPr>
            <a:lvl5pPr marL="2057400" indent="-228600" algn="l" defTabSz="457200" rtl="0" eaLnBrk="1" latinLnBrk="0" hangingPunct="1">
              <a:spcBef>
                <a:spcPct val="20000"/>
              </a:spcBef>
              <a:buFont typeface="Arial"/>
              <a:buChar char="»"/>
              <a:defRPr sz="2000" kern="1200">
                <a:solidFill>
                  <a:schemeClr val="tx1">
                    <a:lumMod val="50000"/>
                    <a:lumOff val="50000"/>
                  </a:schemeClr>
                </a:solidFill>
                <a:latin typeface="+mj-ea"/>
                <a:ea typeface="+mj-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kumimoji="1" lang="zh-CN" altLang="en-US" dirty="0">
                <a:solidFill>
                  <a:srgbClr val="00B050"/>
                </a:solidFill>
                <a:latin typeface="Microsoft YaHei" panose="020B0503020204020204" pitchFamily="34" charset="-122"/>
                <a:ea typeface="Microsoft YaHei" panose="020B0503020204020204" pitchFamily="34" charset="-122"/>
              </a:rPr>
              <a:t>同步</a:t>
            </a:r>
            <a:r>
              <a:rPr kumimoji="1" lang="zh-CN" altLang="en-US" dirty="0">
                <a:latin typeface="Microsoft YaHei" panose="020B0503020204020204" pitchFamily="34" charset="-122"/>
                <a:ea typeface="Microsoft YaHei" panose="020B0503020204020204" pitchFamily="34" charset="-122"/>
              </a:rPr>
              <a:t>置数法</a:t>
            </a:r>
            <a:endParaRPr kumimoji="1" lang="en-US" altLang="zh-CN" dirty="0">
              <a:latin typeface="Microsoft YaHei" panose="020B0503020204020204" pitchFamily="34" charset="-122"/>
              <a:ea typeface="Microsoft YaHei" panose="020B0503020204020204" pitchFamily="34" charset="-122"/>
            </a:endParaRPr>
          </a:p>
        </p:txBody>
      </p:sp>
      <p:sp>
        <p:nvSpPr>
          <p:cNvPr id="7" name="Rectangle 4">
            <a:extLst>
              <a:ext uri="{FF2B5EF4-FFF2-40B4-BE49-F238E27FC236}">
                <a16:creationId xmlns:a16="http://schemas.microsoft.com/office/drawing/2014/main" id="{4A4D0423-F5AF-7417-EC6B-D56D93A88091}"/>
              </a:ext>
            </a:extLst>
          </p:cNvPr>
          <p:cNvSpPr>
            <a:spLocks noChangeArrowheads="1"/>
          </p:cNvSpPr>
          <p:nvPr/>
        </p:nvSpPr>
        <p:spPr bwMode="auto">
          <a:xfrm>
            <a:off x="5666936" y="1279087"/>
            <a:ext cx="258709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r>
              <a:rPr kumimoji="1" lang="zh-CN" altLang="en-US" b="0" dirty="0">
                <a:solidFill>
                  <a:srgbClr val="FF0000"/>
                </a:solidFill>
                <a:latin typeface="Microsoft YaHei" panose="020B0503020204020204" pitchFamily="34" charset="-122"/>
                <a:ea typeface="Microsoft YaHei" panose="020B0503020204020204" pitchFamily="34" charset="-122"/>
              </a:rPr>
              <a:t>异步</a:t>
            </a:r>
            <a:r>
              <a:rPr kumimoji="1" lang="zh-CN" altLang="en-US" b="0" dirty="0">
                <a:solidFill>
                  <a:schemeClr val="accent1">
                    <a:lumMod val="50000"/>
                  </a:schemeClr>
                </a:solidFill>
                <a:latin typeface="Microsoft YaHei" panose="020B0503020204020204" pitchFamily="34" charset="-122"/>
                <a:ea typeface="Microsoft YaHei" panose="020B0503020204020204" pitchFamily="34" charset="-122"/>
              </a:rPr>
              <a:t>置数法</a:t>
            </a:r>
            <a:endParaRPr kumimoji="1" lang="en-US" altLang="zh-CN" b="0" dirty="0">
              <a:solidFill>
                <a:schemeClr val="accent1">
                  <a:lumMod val="50000"/>
                </a:schemeClr>
              </a:solidFill>
              <a:latin typeface="Microsoft YaHei" panose="020B0503020204020204" pitchFamily="34" charset="-122"/>
              <a:ea typeface="Microsoft YaHei" panose="020B0503020204020204" pitchFamily="34" charset="-122"/>
            </a:endParaRPr>
          </a:p>
        </p:txBody>
      </p:sp>
      <p:sp>
        <p:nvSpPr>
          <p:cNvPr id="8" name="Oval 28">
            <a:extLst>
              <a:ext uri="{FF2B5EF4-FFF2-40B4-BE49-F238E27FC236}">
                <a16:creationId xmlns:a16="http://schemas.microsoft.com/office/drawing/2014/main" id="{B9CA45D7-C125-DCFE-FDD7-CDD0E9C98931}"/>
              </a:ext>
            </a:extLst>
          </p:cNvPr>
          <p:cNvSpPr>
            <a:spLocks noChangeArrowheads="1"/>
          </p:cNvSpPr>
          <p:nvPr/>
        </p:nvSpPr>
        <p:spPr bwMode="auto">
          <a:xfrm>
            <a:off x="4958912" y="2034737"/>
            <a:ext cx="576263"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600"/>
              <a:t>0</a:t>
            </a:r>
          </a:p>
        </p:txBody>
      </p:sp>
      <p:sp>
        <p:nvSpPr>
          <p:cNvPr id="9" name="Oval 29">
            <a:extLst>
              <a:ext uri="{FF2B5EF4-FFF2-40B4-BE49-F238E27FC236}">
                <a16:creationId xmlns:a16="http://schemas.microsoft.com/office/drawing/2014/main" id="{E28D8A0A-01FF-A326-E5A1-8618D6D478C9}"/>
              </a:ext>
            </a:extLst>
          </p:cNvPr>
          <p:cNvSpPr>
            <a:spLocks noChangeArrowheads="1"/>
          </p:cNvSpPr>
          <p:nvPr/>
        </p:nvSpPr>
        <p:spPr bwMode="auto">
          <a:xfrm>
            <a:off x="7767200" y="4735075"/>
            <a:ext cx="576263" cy="576263"/>
          </a:xfrm>
          <a:prstGeom prst="ellipse">
            <a:avLst/>
          </a:prstGeom>
          <a:solidFill>
            <a:schemeClr val="bg1"/>
          </a:solidFill>
          <a:ln w="38100">
            <a:solidFill>
              <a:srgbClr val="B2B2B2"/>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200"/>
              <a:t>j</a:t>
            </a:r>
            <a:r>
              <a:rPr lang="en-US" altLang="zh-CN" sz="2000"/>
              <a:t>-</a:t>
            </a:r>
            <a:r>
              <a:rPr lang="en-US" altLang="zh-CN" sz="1400"/>
              <a:t>1</a:t>
            </a:r>
          </a:p>
        </p:txBody>
      </p:sp>
      <p:sp>
        <p:nvSpPr>
          <p:cNvPr id="10" name="Oval 30">
            <a:extLst>
              <a:ext uri="{FF2B5EF4-FFF2-40B4-BE49-F238E27FC236}">
                <a16:creationId xmlns:a16="http://schemas.microsoft.com/office/drawing/2014/main" id="{C13A47A5-318E-BC1F-F84A-A6BDBAB17328}"/>
              </a:ext>
            </a:extLst>
          </p:cNvPr>
          <p:cNvSpPr>
            <a:spLocks noChangeArrowheads="1"/>
          </p:cNvSpPr>
          <p:nvPr/>
        </p:nvSpPr>
        <p:spPr bwMode="auto">
          <a:xfrm>
            <a:off x="6830575" y="4735075"/>
            <a:ext cx="576263" cy="576263"/>
          </a:xfrm>
          <a:prstGeom prst="ellipse">
            <a:avLst/>
          </a:prstGeom>
          <a:solidFill>
            <a:schemeClr val="bg1"/>
          </a:solidFill>
          <a:ln w="38100">
            <a:solidFill>
              <a:srgbClr val="0000FF"/>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200"/>
              <a:t>j</a:t>
            </a:r>
          </a:p>
        </p:txBody>
      </p:sp>
      <p:sp>
        <p:nvSpPr>
          <p:cNvPr id="11" name="Oval 31">
            <a:extLst>
              <a:ext uri="{FF2B5EF4-FFF2-40B4-BE49-F238E27FC236}">
                <a16:creationId xmlns:a16="http://schemas.microsoft.com/office/drawing/2014/main" id="{01E81EA7-A1C3-775C-B127-DA403A2227CE}"/>
              </a:ext>
            </a:extLst>
          </p:cNvPr>
          <p:cNvSpPr>
            <a:spLocks noChangeArrowheads="1"/>
          </p:cNvSpPr>
          <p:nvPr/>
        </p:nvSpPr>
        <p:spPr bwMode="auto">
          <a:xfrm>
            <a:off x="4958912" y="3834962"/>
            <a:ext cx="576263"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400"/>
              <a:t>N-2</a:t>
            </a:r>
          </a:p>
        </p:txBody>
      </p:sp>
      <p:sp>
        <p:nvSpPr>
          <p:cNvPr id="12" name="Oval 32">
            <a:extLst>
              <a:ext uri="{FF2B5EF4-FFF2-40B4-BE49-F238E27FC236}">
                <a16:creationId xmlns:a16="http://schemas.microsoft.com/office/drawing/2014/main" id="{47F3B551-3796-C7FC-146B-4F92D0BCD39B}"/>
              </a:ext>
            </a:extLst>
          </p:cNvPr>
          <p:cNvSpPr>
            <a:spLocks noChangeArrowheads="1"/>
          </p:cNvSpPr>
          <p:nvPr/>
        </p:nvSpPr>
        <p:spPr bwMode="auto">
          <a:xfrm>
            <a:off x="4958912" y="2934850"/>
            <a:ext cx="576263"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400"/>
              <a:t>N-1</a:t>
            </a:r>
          </a:p>
        </p:txBody>
      </p:sp>
      <p:sp>
        <p:nvSpPr>
          <p:cNvPr id="13" name="Line 33">
            <a:extLst>
              <a:ext uri="{FF2B5EF4-FFF2-40B4-BE49-F238E27FC236}">
                <a16:creationId xmlns:a16="http://schemas.microsoft.com/office/drawing/2014/main" id="{E9605F62-B259-088B-0DEE-F8A01E0C0C67}"/>
              </a:ext>
            </a:extLst>
          </p:cNvPr>
          <p:cNvSpPr>
            <a:spLocks noChangeShapeType="1"/>
          </p:cNvSpPr>
          <p:nvPr/>
        </p:nvSpPr>
        <p:spPr bwMode="auto">
          <a:xfrm>
            <a:off x="5535175" y="2358587"/>
            <a:ext cx="1295400" cy="0"/>
          </a:xfrm>
          <a:prstGeom prst="line">
            <a:avLst/>
          </a:prstGeom>
          <a:noFill/>
          <a:ln w="28575">
            <a:solidFill>
              <a:schemeClr val="tx1"/>
            </a:solidFill>
            <a:prstDash val="dash"/>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4" name="Line 34">
            <a:extLst>
              <a:ext uri="{FF2B5EF4-FFF2-40B4-BE49-F238E27FC236}">
                <a16:creationId xmlns:a16="http://schemas.microsoft.com/office/drawing/2014/main" id="{E4A98F63-72B4-D52F-D62F-E92FE792B926}"/>
              </a:ext>
            </a:extLst>
          </p:cNvPr>
          <p:cNvSpPr>
            <a:spLocks noChangeShapeType="1"/>
          </p:cNvSpPr>
          <p:nvPr/>
        </p:nvSpPr>
        <p:spPr bwMode="auto">
          <a:xfrm>
            <a:off x="8054537" y="3511112"/>
            <a:ext cx="0" cy="1223963"/>
          </a:xfrm>
          <a:prstGeom prst="line">
            <a:avLst/>
          </a:prstGeom>
          <a:noFill/>
          <a:ln w="28575">
            <a:solidFill>
              <a:schemeClr val="bg2"/>
            </a:solidFill>
            <a:prstDash val="sysDot"/>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5" name="Line 35">
            <a:extLst>
              <a:ext uri="{FF2B5EF4-FFF2-40B4-BE49-F238E27FC236}">
                <a16:creationId xmlns:a16="http://schemas.microsoft.com/office/drawing/2014/main" id="{661E9697-EB3E-A7FA-26EF-7C7686E28C41}"/>
              </a:ext>
            </a:extLst>
          </p:cNvPr>
          <p:cNvSpPr>
            <a:spLocks noChangeShapeType="1"/>
          </p:cNvSpPr>
          <p:nvPr/>
        </p:nvSpPr>
        <p:spPr bwMode="auto">
          <a:xfrm>
            <a:off x="5246250" y="2611000"/>
            <a:ext cx="0" cy="32385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6" name="Line 36">
            <a:extLst>
              <a:ext uri="{FF2B5EF4-FFF2-40B4-BE49-F238E27FC236}">
                <a16:creationId xmlns:a16="http://schemas.microsoft.com/office/drawing/2014/main" id="{CACCE040-7162-07D1-EA43-DF2D6FD42A9C}"/>
              </a:ext>
            </a:extLst>
          </p:cNvPr>
          <p:cNvSpPr>
            <a:spLocks noChangeShapeType="1"/>
          </p:cNvSpPr>
          <p:nvPr/>
        </p:nvSpPr>
        <p:spPr bwMode="auto">
          <a:xfrm>
            <a:off x="5246250" y="3511112"/>
            <a:ext cx="0" cy="32385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7" name="Oval 37">
            <a:extLst>
              <a:ext uri="{FF2B5EF4-FFF2-40B4-BE49-F238E27FC236}">
                <a16:creationId xmlns:a16="http://schemas.microsoft.com/office/drawing/2014/main" id="{58D3FA1B-4EA9-7978-6B06-599AE5957BDF}"/>
              </a:ext>
            </a:extLst>
          </p:cNvPr>
          <p:cNvSpPr>
            <a:spLocks noChangeArrowheads="1"/>
          </p:cNvSpPr>
          <p:nvPr/>
        </p:nvSpPr>
        <p:spPr bwMode="auto">
          <a:xfrm>
            <a:off x="4958912" y="4735075"/>
            <a:ext cx="576263"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400"/>
              <a:t>N-3</a:t>
            </a:r>
          </a:p>
        </p:txBody>
      </p:sp>
      <p:sp>
        <p:nvSpPr>
          <p:cNvPr id="18" name="Line 38">
            <a:extLst>
              <a:ext uri="{FF2B5EF4-FFF2-40B4-BE49-F238E27FC236}">
                <a16:creationId xmlns:a16="http://schemas.microsoft.com/office/drawing/2014/main" id="{9C1B1699-C0FE-8D00-3878-6CF46B2B0EAB}"/>
              </a:ext>
            </a:extLst>
          </p:cNvPr>
          <p:cNvSpPr>
            <a:spLocks noChangeShapeType="1"/>
          </p:cNvSpPr>
          <p:nvPr/>
        </p:nvSpPr>
        <p:spPr bwMode="auto">
          <a:xfrm>
            <a:off x="5246250" y="4411225"/>
            <a:ext cx="0" cy="32385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9" name="Oval 39">
            <a:extLst>
              <a:ext uri="{FF2B5EF4-FFF2-40B4-BE49-F238E27FC236}">
                <a16:creationId xmlns:a16="http://schemas.microsoft.com/office/drawing/2014/main" id="{0740C3B3-D700-9777-CF5D-7F7726C70D93}"/>
              </a:ext>
            </a:extLst>
          </p:cNvPr>
          <p:cNvSpPr>
            <a:spLocks noChangeArrowheads="1"/>
          </p:cNvSpPr>
          <p:nvPr/>
        </p:nvSpPr>
        <p:spPr bwMode="auto">
          <a:xfrm>
            <a:off x="6828987" y="2034737"/>
            <a:ext cx="576263" cy="576263"/>
          </a:xfrm>
          <a:prstGeom prst="ellipse">
            <a:avLst/>
          </a:prstGeom>
          <a:no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dirty="0"/>
              <a:t>S</a:t>
            </a:r>
            <a:r>
              <a:rPr lang="en-US" altLang="zh-CN" sz="1600" dirty="0"/>
              <a:t>i</a:t>
            </a:r>
          </a:p>
        </p:txBody>
      </p:sp>
      <p:sp>
        <p:nvSpPr>
          <p:cNvPr id="20" name="Oval 40">
            <a:extLst>
              <a:ext uri="{FF2B5EF4-FFF2-40B4-BE49-F238E27FC236}">
                <a16:creationId xmlns:a16="http://schemas.microsoft.com/office/drawing/2014/main" id="{468C0D79-69E7-C582-5127-EDBA90F1F1E6}"/>
              </a:ext>
            </a:extLst>
          </p:cNvPr>
          <p:cNvSpPr>
            <a:spLocks noChangeArrowheads="1"/>
          </p:cNvSpPr>
          <p:nvPr/>
        </p:nvSpPr>
        <p:spPr bwMode="auto">
          <a:xfrm>
            <a:off x="7767200" y="2034737"/>
            <a:ext cx="576263" cy="576263"/>
          </a:xfrm>
          <a:prstGeom prst="ellipse">
            <a:avLst/>
          </a:prstGeom>
          <a:solidFill>
            <a:schemeClr val="bg1"/>
          </a:solidFill>
          <a:ln w="38100">
            <a:solidFill>
              <a:srgbClr val="FF3300"/>
            </a:solidFill>
            <a:prstDash val="sysDot"/>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600"/>
              <a:t>i+1</a:t>
            </a:r>
          </a:p>
        </p:txBody>
      </p:sp>
      <p:sp>
        <p:nvSpPr>
          <p:cNvPr id="21" name="Line 41">
            <a:extLst>
              <a:ext uri="{FF2B5EF4-FFF2-40B4-BE49-F238E27FC236}">
                <a16:creationId xmlns:a16="http://schemas.microsoft.com/office/drawing/2014/main" id="{3E645B15-BD5D-043B-1CE2-EF3509FC3722}"/>
              </a:ext>
            </a:extLst>
          </p:cNvPr>
          <p:cNvSpPr>
            <a:spLocks noChangeShapeType="1"/>
          </p:cNvSpPr>
          <p:nvPr/>
        </p:nvSpPr>
        <p:spPr bwMode="auto">
          <a:xfrm>
            <a:off x="7406837" y="2358587"/>
            <a:ext cx="360363" cy="0"/>
          </a:xfrm>
          <a:prstGeom prst="line">
            <a:avLst/>
          </a:prstGeom>
          <a:noFill/>
          <a:ln w="28575">
            <a:solidFill>
              <a:srgbClr val="FF3300"/>
            </a:solidFill>
            <a:prstDash val="sysDot"/>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2" name="Line 42">
            <a:extLst>
              <a:ext uri="{FF2B5EF4-FFF2-40B4-BE49-F238E27FC236}">
                <a16:creationId xmlns:a16="http://schemas.microsoft.com/office/drawing/2014/main" id="{2208821B-C937-A028-6E05-B18CD05658C3}"/>
              </a:ext>
            </a:extLst>
          </p:cNvPr>
          <p:cNvSpPr>
            <a:spLocks noChangeShapeType="1"/>
          </p:cNvSpPr>
          <p:nvPr/>
        </p:nvSpPr>
        <p:spPr bwMode="auto">
          <a:xfrm>
            <a:off x="7406837" y="5058925"/>
            <a:ext cx="360363" cy="0"/>
          </a:xfrm>
          <a:prstGeom prst="line">
            <a:avLst/>
          </a:prstGeom>
          <a:noFill/>
          <a:ln w="28575">
            <a:solidFill>
              <a:schemeClr val="bg2"/>
            </a:solidFill>
            <a:prstDash val="sysDot"/>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3" name="Line 43">
            <a:extLst>
              <a:ext uri="{FF2B5EF4-FFF2-40B4-BE49-F238E27FC236}">
                <a16:creationId xmlns:a16="http://schemas.microsoft.com/office/drawing/2014/main" id="{ABE4B0B2-FFA0-931F-6377-974CF636F8D4}"/>
              </a:ext>
            </a:extLst>
          </p:cNvPr>
          <p:cNvSpPr>
            <a:spLocks noChangeShapeType="1"/>
          </p:cNvSpPr>
          <p:nvPr/>
        </p:nvSpPr>
        <p:spPr bwMode="auto">
          <a:xfrm>
            <a:off x="8054537" y="2611000"/>
            <a:ext cx="0" cy="323850"/>
          </a:xfrm>
          <a:prstGeom prst="line">
            <a:avLst/>
          </a:prstGeom>
          <a:noFill/>
          <a:ln w="28575">
            <a:solidFill>
              <a:schemeClr val="bg2"/>
            </a:solidFill>
            <a:prstDash val="sysDot"/>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4" name="Line 44">
            <a:extLst>
              <a:ext uri="{FF2B5EF4-FFF2-40B4-BE49-F238E27FC236}">
                <a16:creationId xmlns:a16="http://schemas.microsoft.com/office/drawing/2014/main" id="{1D3F19C7-F2B1-51AA-C506-A7D1BEABBC45}"/>
              </a:ext>
            </a:extLst>
          </p:cNvPr>
          <p:cNvSpPr>
            <a:spLocks noChangeShapeType="1"/>
          </p:cNvSpPr>
          <p:nvPr/>
        </p:nvSpPr>
        <p:spPr bwMode="auto">
          <a:xfrm>
            <a:off x="5535175" y="5058925"/>
            <a:ext cx="1295400" cy="0"/>
          </a:xfrm>
          <a:prstGeom prst="line">
            <a:avLst/>
          </a:prstGeom>
          <a:noFill/>
          <a:ln w="28575">
            <a:solidFill>
              <a:schemeClr val="tx1"/>
            </a:solidFill>
            <a:prstDash val="dash"/>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5" name="Line 45">
            <a:extLst>
              <a:ext uri="{FF2B5EF4-FFF2-40B4-BE49-F238E27FC236}">
                <a16:creationId xmlns:a16="http://schemas.microsoft.com/office/drawing/2014/main" id="{27C80D44-4A6C-8396-AF85-4FD1F4E42DD9}"/>
              </a:ext>
            </a:extLst>
          </p:cNvPr>
          <p:cNvSpPr>
            <a:spLocks noChangeShapeType="1"/>
          </p:cNvSpPr>
          <p:nvPr/>
        </p:nvSpPr>
        <p:spPr bwMode="auto">
          <a:xfrm flipH="1">
            <a:off x="7117912" y="2539562"/>
            <a:ext cx="757238" cy="2195513"/>
          </a:xfrm>
          <a:prstGeom prst="line">
            <a:avLst/>
          </a:prstGeom>
          <a:noFill/>
          <a:ln w="28575">
            <a:solidFill>
              <a:srgbClr val="FF3300"/>
            </a:solidFill>
            <a:prstDash val="sysDot"/>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6" name="Arc 46">
            <a:extLst>
              <a:ext uri="{FF2B5EF4-FFF2-40B4-BE49-F238E27FC236}">
                <a16:creationId xmlns:a16="http://schemas.microsoft.com/office/drawing/2014/main" id="{09949227-D24C-E15A-6106-B297E68766F8}"/>
              </a:ext>
            </a:extLst>
          </p:cNvPr>
          <p:cNvSpPr>
            <a:spLocks/>
          </p:cNvSpPr>
          <p:nvPr/>
        </p:nvSpPr>
        <p:spPr bwMode="auto">
          <a:xfrm rot="5452412" flipV="1">
            <a:off x="5357375" y="3290450"/>
            <a:ext cx="1979613" cy="906463"/>
          </a:xfrm>
          <a:custGeom>
            <a:avLst/>
            <a:gdLst>
              <a:gd name="T0" fmla="*/ 0 w 43200"/>
              <a:gd name="T1" fmla="*/ 0 h 42946"/>
              <a:gd name="T2" fmla="*/ 0 w 43200"/>
              <a:gd name="T3" fmla="*/ 0 h 42946"/>
              <a:gd name="T4" fmla="*/ 0 w 43200"/>
              <a:gd name="T5" fmla="*/ 0 h 42946"/>
              <a:gd name="T6" fmla="*/ 0 60000 65536"/>
              <a:gd name="T7" fmla="*/ 0 60000 65536"/>
              <a:gd name="T8" fmla="*/ 0 60000 65536"/>
              <a:gd name="T9" fmla="*/ 0 w 43200"/>
              <a:gd name="T10" fmla="*/ 0 h 42946"/>
              <a:gd name="T11" fmla="*/ 43200 w 43200"/>
              <a:gd name="T12" fmla="*/ 42946 h 42946"/>
            </a:gdLst>
            <a:ahLst/>
            <a:cxnLst>
              <a:cxn ang="T6">
                <a:pos x="T0" y="T1"/>
              </a:cxn>
              <a:cxn ang="T7">
                <a:pos x="T2" y="T3"/>
              </a:cxn>
              <a:cxn ang="T8">
                <a:pos x="T4" y="T5"/>
              </a:cxn>
            </a:cxnLst>
            <a:rect l="T9" t="T10" r="T11" b="T12"/>
            <a:pathLst>
              <a:path w="43200" h="42946" fill="none" extrusionOk="0">
                <a:moveTo>
                  <a:pt x="24904" y="0"/>
                </a:moveTo>
                <a:cubicBezTo>
                  <a:pt x="35432" y="1630"/>
                  <a:pt x="43200" y="10692"/>
                  <a:pt x="43200" y="21346"/>
                </a:cubicBezTo>
                <a:cubicBezTo>
                  <a:pt x="43200" y="33275"/>
                  <a:pt x="33529" y="42946"/>
                  <a:pt x="21600" y="42946"/>
                </a:cubicBezTo>
                <a:cubicBezTo>
                  <a:pt x="9670" y="42946"/>
                  <a:pt x="0" y="33275"/>
                  <a:pt x="0" y="21346"/>
                </a:cubicBezTo>
                <a:cubicBezTo>
                  <a:pt x="-1" y="10763"/>
                  <a:pt x="7667" y="1739"/>
                  <a:pt x="18110" y="29"/>
                </a:cubicBezTo>
              </a:path>
              <a:path w="43200" h="42946" stroke="0" extrusionOk="0">
                <a:moveTo>
                  <a:pt x="24904" y="0"/>
                </a:moveTo>
                <a:cubicBezTo>
                  <a:pt x="35432" y="1630"/>
                  <a:pt x="43200" y="10692"/>
                  <a:pt x="43200" y="21346"/>
                </a:cubicBezTo>
                <a:cubicBezTo>
                  <a:pt x="43200" y="33275"/>
                  <a:pt x="33529" y="42946"/>
                  <a:pt x="21600" y="42946"/>
                </a:cubicBezTo>
                <a:cubicBezTo>
                  <a:pt x="9670" y="42946"/>
                  <a:pt x="0" y="33275"/>
                  <a:pt x="0" y="21346"/>
                </a:cubicBezTo>
                <a:cubicBezTo>
                  <a:pt x="-1" y="10763"/>
                  <a:pt x="7667" y="1739"/>
                  <a:pt x="18110" y="29"/>
                </a:cubicBezTo>
                <a:lnTo>
                  <a:pt x="21600" y="21346"/>
                </a:lnTo>
                <a:lnTo>
                  <a:pt x="24904" y="0"/>
                </a:lnTo>
                <a:close/>
              </a:path>
            </a:pathLst>
          </a:custGeom>
          <a:noFill/>
          <a:ln w="28575">
            <a:solidFill>
              <a:schemeClr val="tx1"/>
            </a:solidFill>
            <a:round/>
            <a:headEnd type="triangle" w="med" len="lg"/>
            <a:tailEnd type="non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 name="Oval 48">
            <a:extLst>
              <a:ext uri="{FF2B5EF4-FFF2-40B4-BE49-F238E27FC236}">
                <a16:creationId xmlns:a16="http://schemas.microsoft.com/office/drawing/2014/main" id="{0B6FE715-B005-4B07-7ECF-9D8424B5803B}"/>
              </a:ext>
            </a:extLst>
          </p:cNvPr>
          <p:cNvSpPr>
            <a:spLocks noChangeArrowheads="1"/>
          </p:cNvSpPr>
          <p:nvPr/>
        </p:nvSpPr>
        <p:spPr bwMode="auto">
          <a:xfrm>
            <a:off x="7767200" y="2934850"/>
            <a:ext cx="576263" cy="576263"/>
          </a:xfrm>
          <a:prstGeom prst="ellipse">
            <a:avLst/>
          </a:prstGeom>
          <a:solidFill>
            <a:schemeClr val="bg1"/>
          </a:solidFill>
          <a:ln w="38100">
            <a:solidFill>
              <a:srgbClr val="B2B2B2"/>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600"/>
              <a:t>i+2</a:t>
            </a:r>
          </a:p>
        </p:txBody>
      </p:sp>
      <p:sp>
        <p:nvSpPr>
          <p:cNvPr id="28" name="Oval 28">
            <a:extLst>
              <a:ext uri="{FF2B5EF4-FFF2-40B4-BE49-F238E27FC236}">
                <a16:creationId xmlns:a16="http://schemas.microsoft.com/office/drawing/2014/main" id="{12778AD3-515E-C798-8838-4B1E6895B642}"/>
              </a:ext>
            </a:extLst>
          </p:cNvPr>
          <p:cNvSpPr>
            <a:spLocks noChangeArrowheads="1"/>
          </p:cNvSpPr>
          <p:nvPr/>
        </p:nvSpPr>
        <p:spPr bwMode="auto">
          <a:xfrm>
            <a:off x="1056572" y="2072837"/>
            <a:ext cx="576263"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600"/>
              <a:t>0</a:t>
            </a:r>
          </a:p>
        </p:txBody>
      </p:sp>
      <p:sp>
        <p:nvSpPr>
          <p:cNvPr id="29" name="Oval 29">
            <a:extLst>
              <a:ext uri="{FF2B5EF4-FFF2-40B4-BE49-F238E27FC236}">
                <a16:creationId xmlns:a16="http://schemas.microsoft.com/office/drawing/2014/main" id="{8B825EDE-5696-2E09-1960-C96B3784863C}"/>
              </a:ext>
            </a:extLst>
          </p:cNvPr>
          <p:cNvSpPr>
            <a:spLocks noChangeArrowheads="1"/>
          </p:cNvSpPr>
          <p:nvPr/>
        </p:nvSpPr>
        <p:spPr bwMode="auto">
          <a:xfrm>
            <a:off x="3864860" y="4773175"/>
            <a:ext cx="576263" cy="576263"/>
          </a:xfrm>
          <a:prstGeom prst="ellipse">
            <a:avLst/>
          </a:prstGeom>
          <a:solidFill>
            <a:schemeClr val="bg1"/>
          </a:solidFill>
          <a:ln w="38100">
            <a:solidFill>
              <a:srgbClr val="B2B2B2"/>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200"/>
              <a:t>j</a:t>
            </a:r>
            <a:r>
              <a:rPr lang="en-US" altLang="zh-CN" sz="2000"/>
              <a:t>-</a:t>
            </a:r>
            <a:r>
              <a:rPr lang="en-US" altLang="zh-CN" sz="1400"/>
              <a:t>1</a:t>
            </a:r>
          </a:p>
        </p:txBody>
      </p:sp>
      <p:sp>
        <p:nvSpPr>
          <p:cNvPr id="30" name="Oval 30">
            <a:extLst>
              <a:ext uri="{FF2B5EF4-FFF2-40B4-BE49-F238E27FC236}">
                <a16:creationId xmlns:a16="http://schemas.microsoft.com/office/drawing/2014/main" id="{20A63FE0-CF72-CEC8-99E4-7BCE06C83220}"/>
              </a:ext>
            </a:extLst>
          </p:cNvPr>
          <p:cNvSpPr>
            <a:spLocks noChangeArrowheads="1"/>
          </p:cNvSpPr>
          <p:nvPr/>
        </p:nvSpPr>
        <p:spPr bwMode="auto">
          <a:xfrm>
            <a:off x="2928235" y="4773175"/>
            <a:ext cx="576263" cy="576263"/>
          </a:xfrm>
          <a:prstGeom prst="ellipse">
            <a:avLst/>
          </a:prstGeom>
          <a:solidFill>
            <a:schemeClr val="bg1"/>
          </a:solidFill>
          <a:ln w="38100">
            <a:solidFill>
              <a:srgbClr val="0000FF"/>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200"/>
              <a:t>j</a:t>
            </a:r>
          </a:p>
        </p:txBody>
      </p:sp>
      <p:sp>
        <p:nvSpPr>
          <p:cNvPr id="31" name="Oval 31">
            <a:extLst>
              <a:ext uri="{FF2B5EF4-FFF2-40B4-BE49-F238E27FC236}">
                <a16:creationId xmlns:a16="http://schemas.microsoft.com/office/drawing/2014/main" id="{78F82950-2510-1540-9F07-2DE79B4452B7}"/>
              </a:ext>
            </a:extLst>
          </p:cNvPr>
          <p:cNvSpPr>
            <a:spLocks noChangeArrowheads="1"/>
          </p:cNvSpPr>
          <p:nvPr/>
        </p:nvSpPr>
        <p:spPr bwMode="auto">
          <a:xfrm>
            <a:off x="1056572" y="3873062"/>
            <a:ext cx="576263"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400"/>
              <a:t>N-2</a:t>
            </a:r>
          </a:p>
        </p:txBody>
      </p:sp>
      <p:sp>
        <p:nvSpPr>
          <p:cNvPr id="32" name="Oval 32">
            <a:extLst>
              <a:ext uri="{FF2B5EF4-FFF2-40B4-BE49-F238E27FC236}">
                <a16:creationId xmlns:a16="http://schemas.microsoft.com/office/drawing/2014/main" id="{F9B61915-09C3-C12B-0BDB-820A5EAAE532}"/>
              </a:ext>
            </a:extLst>
          </p:cNvPr>
          <p:cNvSpPr>
            <a:spLocks noChangeArrowheads="1"/>
          </p:cNvSpPr>
          <p:nvPr/>
        </p:nvSpPr>
        <p:spPr bwMode="auto">
          <a:xfrm>
            <a:off x="1056572" y="2972950"/>
            <a:ext cx="576263"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400"/>
              <a:t>N-1</a:t>
            </a:r>
          </a:p>
        </p:txBody>
      </p:sp>
      <p:sp>
        <p:nvSpPr>
          <p:cNvPr id="33" name="Line 33">
            <a:extLst>
              <a:ext uri="{FF2B5EF4-FFF2-40B4-BE49-F238E27FC236}">
                <a16:creationId xmlns:a16="http://schemas.microsoft.com/office/drawing/2014/main" id="{5686BC96-0C3F-2363-732C-CB53627E6A4F}"/>
              </a:ext>
            </a:extLst>
          </p:cNvPr>
          <p:cNvSpPr>
            <a:spLocks noChangeShapeType="1"/>
          </p:cNvSpPr>
          <p:nvPr/>
        </p:nvSpPr>
        <p:spPr bwMode="auto">
          <a:xfrm>
            <a:off x="1632835" y="2396687"/>
            <a:ext cx="1295400" cy="0"/>
          </a:xfrm>
          <a:prstGeom prst="line">
            <a:avLst/>
          </a:prstGeom>
          <a:noFill/>
          <a:ln w="28575">
            <a:solidFill>
              <a:schemeClr val="tx1"/>
            </a:solidFill>
            <a:prstDash val="dash"/>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4" name="Line 34">
            <a:extLst>
              <a:ext uri="{FF2B5EF4-FFF2-40B4-BE49-F238E27FC236}">
                <a16:creationId xmlns:a16="http://schemas.microsoft.com/office/drawing/2014/main" id="{DE51B392-E7B2-855A-FB6C-69C1B0F706A1}"/>
              </a:ext>
            </a:extLst>
          </p:cNvPr>
          <p:cNvSpPr>
            <a:spLocks noChangeShapeType="1"/>
          </p:cNvSpPr>
          <p:nvPr/>
        </p:nvSpPr>
        <p:spPr bwMode="auto">
          <a:xfrm>
            <a:off x="4152197" y="3549212"/>
            <a:ext cx="0" cy="1223963"/>
          </a:xfrm>
          <a:prstGeom prst="line">
            <a:avLst/>
          </a:prstGeom>
          <a:noFill/>
          <a:ln w="28575">
            <a:solidFill>
              <a:schemeClr val="tx1"/>
            </a:solidFill>
            <a:prstDash val="sysDot"/>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5" name="Line 35">
            <a:extLst>
              <a:ext uri="{FF2B5EF4-FFF2-40B4-BE49-F238E27FC236}">
                <a16:creationId xmlns:a16="http://schemas.microsoft.com/office/drawing/2014/main" id="{29E43DE5-DAE3-7418-F264-6A66FB8BF478}"/>
              </a:ext>
            </a:extLst>
          </p:cNvPr>
          <p:cNvSpPr>
            <a:spLocks noChangeShapeType="1"/>
          </p:cNvSpPr>
          <p:nvPr/>
        </p:nvSpPr>
        <p:spPr bwMode="auto">
          <a:xfrm>
            <a:off x="1343910" y="2649100"/>
            <a:ext cx="0" cy="32385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6" name="Line 36">
            <a:extLst>
              <a:ext uri="{FF2B5EF4-FFF2-40B4-BE49-F238E27FC236}">
                <a16:creationId xmlns:a16="http://schemas.microsoft.com/office/drawing/2014/main" id="{BB604A1F-D786-92E4-CFFD-C1CB268DB5AC}"/>
              </a:ext>
            </a:extLst>
          </p:cNvPr>
          <p:cNvSpPr>
            <a:spLocks noChangeShapeType="1"/>
          </p:cNvSpPr>
          <p:nvPr/>
        </p:nvSpPr>
        <p:spPr bwMode="auto">
          <a:xfrm>
            <a:off x="1343910" y="3549212"/>
            <a:ext cx="0" cy="32385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7" name="Oval 37">
            <a:extLst>
              <a:ext uri="{FF2B5EF4-FFF2-40B4-BE49-F238E27FC236}">
                <a16:creationId xmlns:a16="http://schemas.microsoft.com/office/drawing/2014/main" id="{BDC95C2C-D8CB-FFF2-4733-6B390DC7C0F9}"/>
              </a:ext>
            </a:extLst>
          </p:cNvPr>
          <p:cNvSpPr>
            <a:spLocks noChangeArrowheads="1"/>
          </p:cNvSpPr>
          <p:nvPr/>
        </p:nvSpPr>
        <p:spPr bwMode="auto">
          <a:xfrm>
            <a:off x="1056572" y="4773175"/>
            <a:ext cx="576263" cy="576263"/>
          </a:xfrm>
          <a:prstGeom prst="ellipse">
            <a:avLst/>
          </a:prstGeom>
          <a:solidFill>
            <a:schemeClr val="bg1"/>
          </a:solidFill>
          <a:ln w="38100">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400"/>
              <a:t>N-3</a:t>
            </a:r>
          </a:p>
        </p:txBody>
      </p:sp>
      <p:sp>
        <p:nvSpPr>
          <p:cNvPr id="38" name="Line 38">
            <a:extLst>
              <a:ext uri="{FF2B5EF4-FFF2-40B4-BE49-F238E27FC236}">
                <a16:creationId xmlns:a16="http://schemas.microsoft.com/office/drawing/2014/main" id="{4464FAD9-4702-2CC3-3456-6823FBCF364B}"/>
              </a:ext>
            </a:extLst>
          </p:cNvPr>
          <p:cNvSpPr>
            <a:spLocks noChangeShapeType="1"/>
          </p:cNvSpPr>
          <p:nvPr/>
        </p:nvSpPr>
        <p:spPr bwMode="auto">
          <a:xfrm>
            <a:off x="1343910" y="4449325"/>
            <a:ext cx="0" cy="32385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9" name="Oval 39">
            <a:extLst>
              <a:ext uri="{FF2B5EF4-FFF2-40B4-BE49-F238E27FC236}">
                <a16:creationId xmlns:a16="http://schemas.microsoft.com/office/drawing/2014/main" id="{D0C5C198-C9C3-4163-A8C3-A963DDCA0E8C}"/>
              </a:ext>
            </a:extLst>
          </p:cNvPr>
          <p:cNvSpPr>
            <a:spLocks noChangeArrowheads="1"/>
          </p:cNvSpPr>
          <p:nvPr/>
        </p:nvSpPr>
        <p:spPr bwMode="auto">
          <a:xfrm>
            <a:off x="2926647" y="2072837"/>
            <a:ext cx="576263" cy="576263"/>
          </a:xfrm>
          <a:prstGeom prst="ellipse">
            <a:avLst/>
          </a:prstGeom>
          <a:solidFill>
            <a:schemeClr val="bg1"/>
          </a:solidFill>
          <a:ln w="38100">
            <a:solidFill>
              <a:srgbClr val="009900"/>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600"/>
              <a:t>i</a:t>
            </a:r>
          </a:p>
        </p:txBody>
      </p:sp>
      <p:sp>
        <p:nvSpPr>
          <p:cNvPr id="40" name="Oval 40">
            <a:extLst>
              <a:ext uri="{FF2B5EF4-FFF2-40B4-BE49-F238E27FC236}">
                <a16:creationId xmlns:a16="http://schemas.microsoft.com/office/drawing/2014/main" id="{A710A680-E723-3999-A191-BC956F42989F}"/>
              </a:ext>
            </a:extLst>
          </p:cNvPr>
          <p:cNvSpPr>
            <a:spLocks noChangeArrowheads="1"/>
          </p:cNvSpPr>
          <p:nvPr/>
        </p:nvSpPr>
        <p:spPr bwMode="auto">
          <a:xfrm>
            <a:off x="3864860" y="2072837"/>
            <a:ext cx="576263" cy="576263"/>
          </a:xfrm>
          <a:prstGeom prst="ellipse">
            <a:avLst/>
          </a:prstGeom>
          <a:solidFill>
            <a:schemeClr val="bg1"/>
          </a:solidFill>
          <a:ln w="38100">
            <a:solidFill>
              <a:schemeClr val="bg2"/>
            </a:solidFill>
            <a:prstDash val="sysDot"/>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dirty="0"/>
              <a:t>S</a:t>
            </a:r>
            <a:r>
              <a:rPr lang="en-US" altLang="zh-CN" sz="1600" dirty="0"/>
              <a:t>i+1</a:t>
            </a:r>
          </a:p>
        </p:txBody>
      </p:sp>
      <p:sp>
        <p:nvSpPr>
          <p:cNvPr id="41" name="Line 41">
            <a:extLst>
              <a:ext uri="{FF2B5EF4-FFF2-40B4-BE49-F238E27FC236}">
                <a16:creationId xmlns:a16="http://schemas.microsoft.com/office/drawing/2014/main" id="{F2780C4D-0594-1617-2986-9CF5BD5815C5}"/>
              </a:ext>
            </a:extLst>
          </p:cNvPr>
          <p:cNvSpPr>
            <a:spLocks noChangeShapeType="1"/>
          </p:cNvSpPr>
          <p:nvPr/>
        </p:nvSpPr>
        <p:spPr bwMode="auto">
          <a:xfrm>
            <a:off x="3504497" y="2396687"/>
            <a:ext cx="360363" cy="0"/>
          </a:xfrm>
          <a:prstGeom prst="line">
            <a:avLst/>
          </a:prstGeom>
          <a:noFill/>
          <a:ln w="28575">
            <a:solidFill>
              <a:schemeClr val="bg2"/>
            </a:solidFill>
            <a:prstDash val="sysDot"/>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2" name="Line 42">
            <a:extLst>
              <a:ext uri="{FF2B5EF4-FFF2-40B4-BE49-F238E27FC236}">
                <a16:creationId xmlns:a16="http://schemas.microsoft.com/office/drawing/2014/main" id="{C1A1A965-5C7A-1FF0-DDB3-F9486E99273C}"/>
              </a:ext>
            </a:extLst>
          </p:cNvPr>
          <p:cNvSpPr>
            <a:spLocks noChangeShapeType="1"/>
          </p:cNvSpPr>
          <p:nvPr/>
        </p:nvSpPr>
        <p:spPr bwMode="auto">
          <a:xfrm>
            <a:off x="3504497" y="5097025"/>
            <a:ext cx="360363" cy="0"/>
          </a:xfrm>
          <a:prstGeom prst="line">
            <a:avLst/>
          </a:prstGeom>
          <a:noFill/>
          <a:ln w="28575">
            <a:solidFill>
              <a:schemeClr val="bg2"/>
            </a:solidFill>
            <a:prstDash val="sysDot"/>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43" name="Line 43">
            <a:extLst>
              <a:ext uri="{FF2B5EF4-FFF2-40B4-BE49-F238E27FC236}">
                <a16:creationId xmlns:a16="http://schemas.microsoft.com/office/drawing/2014/main" id="{8D82A746-D79D-35F5-9FFD-A2712E10B811}"/>
              </a:ext>
            </a:extLst>
          </p:cNvPr>
          <p:cNvSpPr>
            <a:spLocks noChangeShapeType="1"/>
          </p:cNvSpPr>
          <p:nvPr/>
        </p:nvSpPr>
        <p:spPr bwMode="auto">
          <a:xfrm>
            <a:off x="4152197" y="2649100"/>
            <a:ext cx="0" cy="323850"/>
          </a:xfrm>
          <a:prstGeom prst="line">
            <a:avLst/>
          </a:prstGeom>
          <a:noFill/>
          <a:ln w="28575">
            <a:solidFill>
              <a:schemeClr val="tx1"/>
            </a:solidFill>
            <a:prstDash val="sysDot"/>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4" name="Line 44">
            <a:extLst>
              <a:ext uri="{FF2B5EF4-FFF2-40B4-BE49-F238E27FC236}">
                <a16:creationId xmlns:a16="http://schemas.microsoft.com/office/drawing/2014/main" id="{B0373DD3-F1B4-E3CC-9952-83C03E04DFCD}"/>
              </a:ext>
            </a:extLst>
          </p:cNvPr>
          <p:cNvSpPr>
            <a:spLocks noChangeShapeType="1"/>
          </p:cNvSpPr>
          <p:nvPr/>
        </p:nvSpPr>
        <p:spPr bwMode="auto">
          <a:xfrm>
            <a:off x="1632835" y="5097025"/>
            <a:ext cx="1295400" cy="0"/>
          </a:xfrm>
          <a:prstGeom prst="line">
            <a:avLst/>
          </a:prstGeom>
          <a:noFill/>
          <a:ln w="28575">
            <a:solidFill>
              <a:schemeClr val="tx1"/>
            </a:solidFill>
            <a:prstDash val="dash"/>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45" name="Arc 46">
            <a:extLst>
              <a:ext uri="{FF2B5EF4-FFF2-40B4-BE49-F238E27FC236}">
                <a16:creationId xmlns:a16="http://schemas.microsoft.com/office/drawing/2014/main" id="{ABD2CADD-5CC0-4A28-DB17-374040F1FA2E}"/>
              </a:ext>
            </a:extLst>
          </p:cNvPr>
          <p:cNvSpPr>
            <a:spLocks/>
          </p:cNvSpPr>
          <p:nvPr/>
        </p:nvSpPr>
        <p:spPr bwMode="auto">
          <a:xfrm rot="5452412" flipV="1">
            <a:off x="1455035" y="3328550"/>
            <a:ext cx="1979613" cy="906463"/>
          </a:xfrm>
          <a:custGeom>
            <a:avLst/>
            <a:gdLst>
              <a:gd name="T0" fmla="*/ 0 w 43200"/>
              <a:gd name="T1" fmla="*/ 0 h 42946"/>
              <a:gd name="T2" fmla="*/ 0 w 43200"/>
              <a:gd name="T3" fmla="*/ 0 h 42946"/>
              <a:gd name="T4" fmla="*/ 0 w 43200"/>
              <a:gd name="T5" fmla="*/ 0 h 42946"/>
              <a:gd name="T6" fmla="*/ 0 60000 65536"/>
              <a:gd name="T7" fmla="*/ 0 60000 65536"/>
              <a:gd name="T8" fmla="*/ 0 60000 65536"/>
              <a:gd name="T9" fmla="*/ 0 w 43200"/>
              <a:gd name="T10" fmla="*/ 0 h 42946"/>
              <a:gd name="T11" fmla="*/ 43200 w 43200"/>
              <a:gd name="T12" fmla="*/ 42946 h 42946"/>
            </a:gdLst>
            <a:ahLst/>
            <a:cxnLst>
              <a:cxn ang="T6">
                <a:pos x="T0" y="T1"/>
              </a:cxn>
              <a:cxn ang="T7">
                <a:pos x="T2" y="T3"/>
              </a:cxn>
              <a:cxn ang="T8">
                <a:pos x="T4" y="T5"/>
              </a:cxn>
            </a:cxnLst>
            <a:rect l="T9" t="T10" r="T11" b="T12"/>
            <a:pathLst>
              <a:path w="43200" h="42946" fill="none" extrusionOk="0">
                <a:moveTo>
                  <a:pt x="24904" y="0"/>
                </a:moveTo>
                <a:cubicBezTo>
                  <a:pt x="35432" y="1630"/>
                  <a:pt x="43200" y="10692"/>
                  <a:pt x="43200" y="21346"/>
                </a:cubicBezTo>
                <a:cubicBezTo>
                  <a:pt x="43200" y="33275"/>
                  <a:pt x="33529" y="42946"/>
                  <a:pt x="21600" y="42946"/>
                </a:cubicBezTo>
                <a:cubicBezTo>
                  <a:pt x="9670" y="42946"/>
                  <a:pt x="0" y="33275"/>
                  <a:pt x="0" y="21346"/>
                </a:cubicBezTo>
                <a:cubicBezTo>
                  <a:pt x="-1" y="10763"/>
                  <a:pt x="7667" y="1739"/>
                  <a:pt x="18110" y="29"/>
                </a:cubicBezTo>
              </a:path>
              <a:path w="43200" h="42946" stroke="0" extrusionOk="0">
                <a:moveTo>
                  <a:pt x="24904" y="0"/>
                </a:moveTo>
                <a:cubicBezTo>
                  <a:pt x="35432" y="1630"/>
                  <a:pt x="43200" y="10692"/>
                  <a:pt x="43200" y="21346"/>
                </a:cubicBezTo>
                <a:cubicBezTo>
                  <a:pt x="43200" y="33275"/>
                  <a:pt x="33529" y="42946"/>
                  <a:pt x="21600" y="42946"/>
                </a:cubicBezTo>
                <a:cubicBezTo>
                  <a:pt x="9670" y="42946"/>
                  <a:pt x="0" y="33275"/>
                  <a:pt x="0" y="21346"/>
                </a:cubicBezTo>
                <a:cubicBezTo>
                  <a:pt x="-1" y="10763"/>
                  <a:pt x="7667" y="1739"/>
                  <a:pt x="18110" y="29"/>
                </a:cubicBezTo>
                <a:lnTo>
                  <a:pt x="21600" y="21346"/>
                </a:lnTo>
                <a:lnTo>
                  <a:pt x="24904" y="0"/>
                </a:lnTo>
                <a:close/>
              </a:path>
            </a:pathLst>
          </a:custGeom>
          <a:noFill/>
          <a:ln w="28575">
            <a:solidFill>
              <a:schemeClr val="tx1"/>
            </a:solidFill>
            <a:round/>
            <a:headEnd type="triangle" w="med" len="lg"/>
            <a:tailEnd type="non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6" name="Line 47">
            <a:extLst>
              <a:ext uri="{FF2B5EF4-FFF2-40B4-BE49-F238E27FC236}">
                <a16:creationId xmlns:a16="http://schemas.microsoft.com/office/drawing/2014/main" id="{7641FBA0-285B-C03B-3B79-E371DF59A5B0}"/>
              </a:ext>
            </a:extLst>
          </p:cNvPr>
          <p:cNvSpPr>
            <a:spLocks noChangeShapeType="1"/>
          </p:cNvSpPr>
          <p:nvPr/>
        </p:nvSpPr>
        <p:spPr bwMode="auto">
          <a:xfrm flipH="1">
            <a:off x="3180647" y="2650687"/>
            <a:ext cx="36513" cy="2122488"/>
          </a:xfrm>
          <a:prstGeom prst="line">
            <a:avLst/>
          </a:prstGeom>
          <a:noFill/>
          <a:ln w="28575">
            <a:solidFill>
              <a:srgbClr val="0099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7" name="Oval 48">
            <a:extLst>
              <a:ext uri="{FF2B5EF4-FFF2-40B4-BE49-F238E27FC236}">
                <a16:creationId xmlns:a16="http://schemas.microsoft.com/office/drawing/2014/main" id="{0275BF55-1F80-D1AE-7B24-9E116A1D2B8A}"/>
              </a:ext>
            </a:extLst>
          </p:cNvPr>
          <p:cNvSpPr>
            <a:spLocks noChangeArrowheads="1"/>
          </p:cNvSpPr>
          <p:nvPr/>
        </p:nvSpPr>
        <p:spPr bwMode="auto">
          <a:xfrm>
            <a:off x="3864860" y="2972950"/>
            <a:ext cx="576263" cy="576263"/>
          </a:xfrm>
          <a:prstGeom prst="ellipse">
            <a:avLst/>
          </a:prstGeom>
          <a:solidFill>
            <a:schemeClr val="bg1"/>
          </a:solidFill>
          <a:ln w="38100">
            <a:solidFill>
              <a:srgbClr val="B2B2B2"/>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S</a:t>
            </a:r>
            <a:r>
              <a:rPr lang="en-US" altLang="zh-CN" sz="1600"/>
              <a:t>i+2</a:t>
            </a:r>
          </a:p>
        </p:txBody>
      </p:sp>
      <p:sp>
        <p:nvSpPr>
          <p:cNvPr id="48" name="文本框 47">
            <a:extLst>
              <a:ext uri="{FF2B5EF4-FFF2-40B4-BE49-F238E27FC236}">
                <a16:creationId xmlns:a16="http://schemas.microsoft.com/office/drawing/2014/main" id="{01216C0B-EDFA-E249-4217-3A24EFFADF41}"/>
              </a:ext>
            </a:extLst>
          </p:cNvPr>
          <p:cNvSpPr txBox="1"/>
          <p:nvPr/>
        </p:nvSpPr>
        <p:spPr>
          <a:xfrm>
            <a:off x="5142196" y="5675330"/>
            <a:ext cx="3376097" cy="369332"/>
          </a:xfrm>
          <a:prstGeom prst="rect">
            <a:avLst/>
          </a:prstGeom>
          <a:noFill/>
        </p:spPr>
        <p:txBody>
          <a:bodyPr wrap="square" rtlCol="0">
            <a:spAutoFit/>
          </a:bodyPr>
          <a:lstStyle/>
          <a:p>
            <a:r>
              <a:rPr kumimoji="1" lang="zh-CN" altLang="en-US" dirty="0">
                <a:latin typeface="Microsoft YaHei" panose="020B0503020204020204" pitchFamily="34" charset="-122"/>
                <a:ea typeface="Microsoft YaHei" panose="020B0503020204020204" pitchFamily="34" charset="-122"/>
              </a:rPr>
              <a:t>状态</a:t>
            </a:r>
            <a:r>
              <a:rPr kumimoji="1" lang="en-US" altLang="zh-CN" dirty="0">
                <a:latin typeface="Microsoft YaHei" panose="020B0503020204020204" pitchFamily="34" charset="-122"/>
                <a:ea typeface="Microsoft YaHei" panose="020B0503020204020204" pitchFamily="34" charset="-122"/>
              </a:rPr>
              <a:t>S</a:t>
            </a:r>
            <a:r>
              <a:rPr kumimoji="1" lang="en-US" altLang="zh-CN" baseline="-25000" dirty="0">
                <a:latin typeface="Microsoft YaHei" panose="020B0503020204020204" pitchFamily="34" charset="-122"/>
                <a:ea typeface="Microsoft YaHei" panose="020B0503020204020204" pitchFamily="34" charset="-122"/>
              </a:rPr>
              <a:t>j+1</a:t>
            </a:r>
            <a:r>
              <a:rPr kumimoji="1" lang="zh-CN" altLang="en-US" dirty="0">
                <a:latin typeface="Microsoft YaHei" panose="020B0503020204020204" pitchFamily="34" charset="-122"/>
                <a:ea typeface="Microsoft YaHei" panose="020B0503020204020204" pitchFamily="34" charset="-122"/>
              </a:rPr>
              <a:t>仅存在很短的一瞬间</a:t>
            </a:r>
          </a:p>
        </p:txBody>
      </p:sp>
    </p:spTree>
    <p:extLst>
      <p:ext uri="{BB962C8B-B14F-4D97-AF65-F5344CB8AC3E}">
        <p14:creationId xmlns:p14="http://schemas.microsoft.com/office/powerpoint/2010/main" val="900077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C4A77F-AB84-D8C4-D762-E1882C766B21}"/>
              </a:ext>
            </a:extLst>
          </p:cNvPr>
          <p:cNvSpPr>
            <a:spLocks noGrp="1"/>
          </p:cNvSpPr>
          <p:nvPr>
            <p:ph type="title"/>
          </p:nvPr>
        </p:nvSpPr>
        <p:spPr/>
        <p:txBody>
          <a:bodyPr>
            <a:normAutofit fontScale="90000"/>
          </a:bodyPr>
          <a:lstStyle/>
          <a:p>
            <a:r>
              <a:rPr lang="zh-CN" altLang="en-US" dirty="0"/>
              <a:t>示例</a:t>
            </a:r>
            <a:r>
              <a:rPr lang="en-US" altLang="zh-CN" dirty="0"/>
              <a:t>1:</a:t>
            </a:r>
            <a:r>
              <a:rPr lang="zh-CN" altLang="en-US" dirty="0"/>
              <a:t> 用</a:t>
            </a:r>
            <a:r>
              <a:rPr lang="en-US" altLang="zh-CN" dirty="0"/>
              <a:t>74x161</a:t>
            </a:r>
            <a:r>
              <a:rPr lang="zh-CN" altLang="en-US" dirty="0"/>
              <a:t>构成六进制</a:t>
            </a:r>
            <a:r>
              <a:rPr lang="en-US" altLang="zh-CN" dirty="0"/>
              <a:t> (1)</a:t>
            </a:r>
            <a:endParaRPr kumimoji="1" lang="zh-CN" altLang="en-US" dirty="0"/>
          </a:p>
        </p:txBody>
      </p:sp>
      <p:sp>
        <p:nvSpPr>
          <p:cNvPr id="3" name="内容占位符 2">
            <a:extLst>
              <a:ext uri="{FF2B5EF4-FFF2-40B4-BE49-F238E27FC236}">
                <a16:creationId xmlns:a16="http://schemas.microsoft.com/office/drawing/2014/main" id="{8A19E88B-B354-8D2C-EEC7-A2E6D2D133CC}"/>
              </a:ext>
            </a:extLst>
          </p:cNvPr>
          <p:cNvSpPr>
            <a:spLocks noGrp="1"/>
          </p:cNvSpPr>
          <p:nvPr>
            <p:ph idx="1"/>
          </p:nvPr>
        </p:nvSpPr>
        <p:spPr/>
        <p:txBody>
          <a:bodyPr/>
          <a:lstStyle/>
          <a:p>
            <a:r>
              <a:rPr lang="zh-CN" altLang="en-US" dirty="0"/>
              <a:t>异步清零法</a:t>
            </a:r>
            <a:endParaRPr kumimoji="1" lang="zh-CN" altLang="en-US" dirty="0"/>
          </a:p>
          <a:p>
            <a:endParaRPr kumimoji="1" lang="zh-CN" altLang="en-US" dirty="0"/>
          </a:p>
        </p:txBody>
      </p:sp>
      <p:sp>
        <p:nvSpPr>
          <p:cNvPr id="4" name="页脚占位符 3">
            <a:extLst>
              <a:ext uri="{FF2B5EF4-FFF2-40B4-BE49-F238E27FC236}">
                <a16:creationId xmlns:a16="http://schemas.microsoft.com/office/drawing/2014/main" id="{BE33C144-D742-4DDF-3C67-1790712D4C2C}"/>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D9C33235-86E0-25D1-DE9A-DA3AA329CB02}"/>
              </a:ext>
            </a:extLst>
          </p:cNvPr>
          <p:cNvSpPr>
            <a:spLocks noGrp="1"/>
          </p:cNvSpPr>
          <p:nvPr>
            <p:ph type="sldNum" sz="quarter" idx="12"/>
          </p:nvPr>
        </p:nvSpPr>
        <p:spPr/>
        <p:txBody>
          <a:bodyPr/>
          <a:lstStyle/>
          <a:p>
            <a:fld id="{9E260BC5-5BF3-8746-862B-DC45E9CAA88B}" type="slidenum">
              <a:rPr lang="en-US" smtClean="0"/>
              <a:pPr/>
              <a:t>17</a:t>
            </a:fld>
            <a:r>
              <a:rPr lang="en-US" altLang="zh-CN" dirty="0"/>
              <a:t>/34</a:t>
            </a:r>
            <a:endParaRPr lang="en-US" dirty="0"/>
          </a:p>
        </p:txBody>
      </p:sp>
      <p:pic>
        <p:nvPicPr>
          <p:cNvPr id="6" name="图片 5">
            <a:extLst>
              <a:ext uri="{FF2B5EF4-FFF2-40B4-BE49-F238E27FC236}">
                <a16:creationId xmlns:a16="http://schemas.microsoft.com/office/drawing/2014/main" id="{AC63024B-1FA8-5709-F31F-6D21769CC8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4757" y="4732481"/>
            <a:ext cx="1184711" cy="639211"/>
          </a:xfrm>
          <a:prstGeom prst="rect">
            <a:avLst/>
          </a:prstGeom>
        </p:spPr>
      </p:pic>
      <p:sp>
        <p:nvSpPr>
          <p:cNvPr id="7" name="Line 6">
            <a:extLst>
              <a:ext uri="{FF2B5EF4-FFF2-40B4-BE49-F238E27FC236}">
                <a16:creationId xmlns:a16="http://schemas.microsoft.com/office/drawing/2014/main" id="{239816A1-369D-CBCC-E7C5-FCEEDA2DB54C}"/>
              </a:ext>
            </a:extLst>
          </p:cNvPr>
          <p:cNvSpPr>
            <a:spLocks noChangeShapeType="1"/>
          </p:cNvSpPr>
          <p:nvPr/>
        </p:nvSpPr>
        <p:spPr bwMode="auto">
          <a:xfrm flipH="1" flipV="1">
            <a:off x="1058045" y="4643866"/>
            <a:ext cx="1296987" cy="1174750"/>
          </a:xfrm>
          <a:prstGeom prst="line">
            <a:avLst/>
          </a:prstGeom>
          <a:noFill/>
          <a:ln w="28575">
            <a:solidFill>
              <a:srgbClr val="FF3300"/>
            </a:solidFill>
            <a:prstDash val="sysDot"/>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8" name="Oval 11">
            <a:extLst>
              <a:ext uri="{FF2B5EF4-FFF2-40B4-BE49-F238E27FC236}">
                <a16:creationId xmlns:a16="http://schemas.microsoft.com/office/drawing/2014/main" id="{3D84AEBF-9234-3B96-43D2-B3E65EB034F3}"/>
              </a:ext>
            </a:extLst>
          </p:cNvPr>
          <p:cNvSpPr>
            <a:spLocks noChangeArrowheads="1"/>
          </p:cNvSpPr>
          <p:nvPr/>
        </p:nvSpPr>
        <p:spPr bwMode="auto">
          <a:xfrm>
            <a:off x="662757" y="4175553"/>
            <a:ext cx="503238" cy="503238"/>
          </a:xfrm>
          <a:prstGeom prst="ellipse">
            <a:avLst/>
          </a:prstGeom>
          <a:solidFill>
            <a:schemeClr val="bg1"/>
          </a:solidFill>
          <a:ln w="28575">
            <a:solidFill>
              <a:srgbClr val="0000FF"/>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a:t>0000</a:t>
            </a:r>
          </a:p>
        </p:txBody>
      </p:sp>
      <p:sp>
        <p:nvSpPr>
          <p:cNvPr id="9" name="Oval 12">
            <a:extLst>
              <a:ext uri="{FF2B5EF4-FFF2-40B4-BE49-F238E27FC236}">
                <a16:creationId xmlns:a16="http://schemas.microsoft.com/office/drawing/2014/main" id="{C3353BA7-E3E0-3313-2DF2-CB7F986B9AB7}"/>
              </a:ext>
            </a:extLst>
          </p:cNvPr>
          <p:cNvSpPr>
            <a:spLocks noChangeArrowheads="1"/>
          </p:cNvSpPr>
          <p:nvPr/>
        </p:nvSpPr>
        <p:spPr bwMode="auto">
          <a:xfrm>
            <a:off x="1454920" y="4175553"/>
            <a:ext cx="503237" cy="503238"/>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a:t>0001</a:t>
            </a:r>
          </a:p>
        </p:txBody>
      </p:sp>
      <p:sp>
        <p:nvSpPr>
          <p:cNvPr id="10" name="Oval 13">
            <a:extLst>
              <a:ext uri="{FF2B5EF4-FFF2-40B4-BE49-F238E27FC236}">
                <a16:creationId xmlns:a16="http://schemas.microsoft.com/office/drawing/2014/main" id="{EE08922F-B33A-076B-6F64-AEA5298D9319}"/>
              </a:ext>
            </a:extLst>
          </p:cNvPr>
          <p:cNvSpPr>
            <a:spLocks noChangeArrowheads="1"/>
          </p:cNvSpPr>
          <p:nvPr/>
        </p:nvSpPr>
        <p:spPr bwMode="auto">
          <a:xfrm>
            <a:off x="2245495" y="4175553"/>
            <a:ext cx="503237" cy="503238"/>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a:t>0010</a:t>
            </a:r>
          </a:p>
        </p:txBody>
      </p:sp>
      <p:sp>
        <p:nvSpPr>
          <p:cNvPr id="11" name="Oval 14">
            <a:extLst>
              <a:ext uri="{FF2B5EF4-FFF2-40B4-BE49-F238E27FC236}">
                <a16:creationId xmlns:a16="http://schemas.microsoft.com/office/drawing/2014/main" id="{5A9B4381-2AEC-AF29-1EBB-755FD1E859EC}"/>
              </a:ext>
            </a:extLst>
          </p:cNvPr>
          <p:cNvSpPr>
            <a:spLocks noChangeArrowheads="1"/>
          </p:cNvSpPr>
          <p:nvPr/>
        </p:nvSpPr>
        <p:spPr bwMode="auto">
          <a:xfrm>
            <a:off x="3037657" y="4175553"/>
            <a:ext cx="503238" cy="503238"/>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a:t>0011</a:t>
            </a:r>
          </a:p>
        </p:txBody>
      </p:sp>
      <p:sp>
        <p:nvSpPr>
          <p:cNvPr id="12" name="Oval 15">
            <a:extLst>
              <a:ext uri="{FF2B5EF4-FFF2-40B4-BE49-F238E27FC236}">
                <a16:creationId xmlns:a16="http://schemas.microsoft.com/office/drawing/2014/main" id="{23991512-3142-0392-C59D-697EBCD670CC}"/>
              </a:ext>
            </a:extLst>
          </p:cNvPr>
          <p:cNvSpPr>
            <a:spLocks noChangeArrowheads="1"/>
          </p:cNvSpPr>
          <p:nvPr/>
        </p:nvSpPr>
        <p:spPr bwMode="auto">
          <a:xfrm>
            <a:off x="3037657" y="4967716"/>
            <a:ext cx="503238" cy="503237"/>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a:t>0100</a:t>
            </a:r>
          </a:p>
        </p:txBody>
      </p:sp>
      <p:sp>
        <p:nvSpPr>
          <p:cNvPr id="13" name="Oval 16">
            <a:extLst>
              <a:ext uri="{FF2B5EF4-FFF2-40B4-BE49-F238E27FC236}">
                <a16:creationId xmlns:a16="http://schemas.microsoft.com/office/drawing/2014/main" id="{7E4034F5-2403-C7AE-FE5A-2D11E6ED8719}"/>
              </a:ext>
            </a:extLst>
          </p:cNvPr>
          <p:cNvSpPr>
            <a:spLocks noChangeArrowheads="1"/>
          </p:cNvSpPr>
          <p:nvPr/>
        </p:nvSpPr>
        <p:spPr bwMode="auto">
          <a:xfrm>
            <a:off x="3037657" y="5759878"/>
            <a:ext cx="503238" cy="503238"/>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a:t>0101</a:t>
            </a:r>
          </a:p>
        </p:txBody>
      </p:sp>
      <p:sp>
        <p:nvSpPr>
          <p:cNvPr id="14" name="Oval 17">
            <a:extLst>
              <a:ext uri="{FF2B5EF4-FFF2-40B4-BE49-F238E27FC236}">
                <a16:creationId xmlns:a16="http://schemas.microsoft.com/office/drawing/2014/main" id="{ECEE3EDC-A0CD-9769-386E-1888D2CF871E}"/>
              </a:ext>
            </a:extLst>
          </p:cNvPr>
          <p:cNvSpPr>
            <a:spLocks noChangeArrowheads="1"/>
          </p:cNvSpPr>
          <p:nvPr/>
        </p:nvSpPr>
        <p:spPr bwMode="auto">
          <a:xfrm>
            <a:off x="2245495" y="5759878"/>
            <a:ext cx="503237" cy="503238"/>
          </a:xfrm>
          <a:prstGeom prst="ellipse">
            <a:avLst/>
          </a:prstGeom>
          <a:solidFill>
            <a:schemeClr val="bg1"/>
          </a:solidFill>
          <a:ln w="28575">
            <a:solidFill>
              <a:srgbClr val="FF0000"/>
            </a:solidFill>
            <a:prstDash val="sysDot"/>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a:solidFill>
                  <a:srgbClr val="FF3300"/>
                </a:solidFill>
              </a:rPr>
              <a:t>0110</a:t>
            </a:r>
          </a:p>
        </p:txBody>
      </p:sp>
      <p:sp>
        <p:nvSpPr>
          <p:cNvPr id="15" name="Line 20">
            <a:extLst>
              <a:ext uri="{FF2B5EF4-FFF2-40B4-BE49-F238E27FC236}">
                <a16:creationId xmlns:a16="http://schemas.microsoft.com/office/drawing/2014/main" id="{1CF3B570-BDC7-4AF5-74CD-AFABB39C00B8}"/>
              </a:ext>
            </a:extLst>
          </p:cNvPr>
          <p:cNvSpPr>
            <a:spLocks noChangeShapeType="1"/>
          </p:cNvSpPr>
          <p:nvPr/>
        </p:nvSpPr>
        <p:spPr bwMode="auto">
          <a:xfrm>
            <a:off x="1165995" y="4427966"/>
            <a:ext cx="28892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 name="Line 21">
            <a:extLst>
              <a:ext uri="{FF2B5EF4-FFF2-40B4-BE49-F238E27FC236}">
                <a16:creationId xmlns:a16="http://schemas.microsoft.com/office/drawing/2014/main" id="{1CE39DE1-E09B-DBB0-A4E9-283EC89D3B20}"/>
              </a:ext>
            </a:extLst>
          </p:cNvPr>
          <p:cNvSpPr>
            <a:spLocks noChangeShapeType="1"/>
          </p:cNvSpPr>
          <p:nvPr/>
        </p:nvSpPr>
        <p:spPr bwMode="auto">
          <a:xfrm>
            <a:off x="1958157" y="4427966"/>
            <a:ext cx="28892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 name="Line 22">
            <a:extLst>
              <a:ext uri="{FF2B5EF4-FFF2-40B4-BE49-F238E27FC236}">
                <a16:creationId xmlns:a16="http://schemas.microsoft.com/office/drawing/2014/main" id="{0A7825CD-DCF4-9DD1-FC8D-050322D8D39B}"/>
              </a:ext>
            </a:extLst>
          </p:cNvPr>
          <p:cNvSpPr>
            <a:spLocks noChangeShapeType="1"/>
          </p:cNvSpPr>
          <p:nvPr/>
        </p:nvSpPr>
        <p:spPr bwMode="auto">
          <a:xfrm>
            <a:off x="2750320" y="4427966"/>
            <a:ext cx="28892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 name="Line 23">
            <a:extLst>
              <a:ext uri="{FF2B5EF4-FFF2-40B4-BE49-F238E27FC236}">
                <a16:creationId xmlns:a16="http://schemas.microsoft.com/office/drawing/2014/main" id="{47C65459-8AE2-C395-3E04-8C579D79899E}"/>
              </a:ext>
            </a:extLst>
          </p:cNvPr>
          <p:cNvSpPr>
            <a:spLocks noChangeShapeType="1"/>
          </p:cNvSpPr>
          <p:nvPr/>
        </p:nvSpPr>
        <p:spPr bwMode="auto">
          <a:xfrm>
            <a:off x="3290070" y="4680378"/>
            <a:ext cx="0" cy="287338"/>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9" name="Line 24">
            <a:extLst>
              <a:ext uri="{FF2B5EF4-FFF2-40B4-BE49-F238E27FC236}">
                <a16:creationId xmlns:a16="http://schemas.microsoft.com/office/drawing/2014/main" id="{2B11E359-CF6F-A613-C116-0C87906D564D}"/>
              </a:ext>
            </a:extLst>
          </p:cNvPr>
          <p:cNvSpPr>
            <a:spLocks noChangeShapeType="1"/>
          </p:cNvSpPr>
          <p:nvPr/>
        </p:nvSpPr>
        <p:spPr bwMode="auto">
          <a:xfrm>
            <a:off x="3290070" y="5472541"/>
            <a:ext cx="0" cy="287337"/>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0" name="Line 26">
            <a:extLst>
              <a:ext uri="{FF2B5EF4-FFF2-40B4-BE49-F238E27FC236}">
                <a16:creationId xmlns:a16="http://schemas.microsoft.com/office/drawing/2014/main" id="{ABB9D557-450B-DAD3-205B-77C387D038C3}"/>
              </a:ext>
            </a:extLst>
          </p:cNvPr>
          <p:cNvSpPr>
            <a:spLocks noChangeShapeType="1"/>
          </p:cNvSpPr>
          <p:nvPr/>
        </p:nvSpPr>
        <p:spPr bwMode="auto">
          <a:xfrm>
            <a:off x="2750320" y="6012291"/>
            <a:ext cx="288925" cy="0"/>
          </a:xfrm>
          <a:prstGeom prst="line">
            <a:avLst/>
          </a:prstGeom>
          <a:noFill/>
          <a:ln w="28575">
            <a:solidFill>
              <a:srgbClr val="FF3300"/>
            </a:solidFill>
            <a:prstDash val="sysDot"/>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1" name="Rectangle 30">
            <a:extLst>
              <a:ext uri="{FF2B5EF4-FFF2-40B4-BE49-F238E27FC236}">
                <a16:creationId xmlns:a16="http://schemas.microsoft.com/office/drawing/2014/main" id="{5122F2D7-5F60-FB06-7D86-55203DF1D62C}"/>
              </a:ext>
            </a:extLst>
          </p:cNvPr>
          <p:cNvSpPr>
            <a:spLocks noChangeArrowheads="1"/>
          </p:cNvSpPr>
          <p:nvPr/>
        </p:nvSpPr>
        <p:spPr bwMode="auto">
          <a:xfrm>
            <a:off x="186725" y="2669080"/>
            <a:ext cx="3529013"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lvl="1"/>
            <a:r>
              <a:rPr lang="zh-CN" altLang="en-US" b="1"/>
              <a:t>当</a:t>
            </a:r>
            <a:r>
              <a:rPr kumimoji="1" lang="en-US" altLang="zh-CN" b="1"/>
              <a:t>Q</a:t>
            </a:r>
            <a:r>
              <a:rPr kumimoji="1" lang="en-US" altLang="zh-CN" sz="1600" b="1"/>
              <a:t>2</a:t>
            </a:r>
            <a:r>
              <a:rPr kumimoji="1" lang="en-US" altLang="zh-CN" b="1"/>
              <a:t>Q</a:t>
            </a:r>
            <a:r>
              <a:rPr kumimoji="1" lang="en-US" altLang="zh-CN" sz="1600" b="1"/>
              <a:t>1</a:t>
            </a:r>
            <a:r>
              <a:rPr kumimoji="1" lang="en-US" altLang="zh-CN" b="1"/>
              <a:t>Q</a:t>
            </a:r>
            <a:r>
              <a:rPr kumimoji="1" lang="en-US" altLang="zh-CN" sz="1600" b="1"/>
              <a:t>0 </a:t>
            </a:r>
            <a:r>
              <a:rPr kumimoji="1" lang="en-US" altLang="zh-CN" b="1"/>
              <a:t>= 101 </a:t>
            </a:r>
            <a:r>
              <a:rPr kumimoji="1" lang="zh-CN" altLang="en-US" b="1"/>
              <a:t>时</a:t>
            </a:r>
          </a:p>
          <a:p>
            <a:pPr lvl="1">
              <a:buFontTx/>
              <a:buNone/>
            </a:pPr>
            <a:r>
              <a:rPr lang="en-US" altLang="zh-CN" b="1"/>
              <a:t>    C = 1</a:t>
            </a:r>
            <a:endParaRPr lang="zh-CN" altLang="en-US" b="1"/>
          </a:p>
        </p:txBody>
      </p:sp>
      <p:grpSp>
        <p:nvGrpSpPr>
          <p:cNvPr id="22" name="Group 31">
            <a:extLst>
              <a:ext uri="{FF2B5EF4-FFF2-40B4-BE49-F238E27FC236}">
                <a16:creationId xmlns:a16="http://schemas.microsoft.com/office/drawing/2014/main" id="{9D11321A-2A9C-4A59-C0A2-3119936E7621}"/>
              </a:ext>
            </a:extLst>
          </p:cNvPr>
          <p:cNvGrpSpPr>
            <a:grpSpLocks/>
          </p:cNvGrpSpPr>
          <p:nvPr/>
        </p:nvGrpSpPr>
        <p:grpSpPr bwMode="auto">
          <a:xfrm>
            <a:off x="943963" y="1876917"/>
            <a:ext cx="1908175" cy="755650"/>
            <a:chOff x="635" y="2183"/>
            <a:chExt cx="1202" cy="476"/>
          </a:xfrm>
        </p:grpSpPr>
        <p:sp>
          <p:nvSpPr>
            <p:cNvPr id="23" name="Text Box 32">
              <a:extLst>
                <a:ext uri="{FF2B5EF4-FFF2-40B4-BE49-F238E27FC236}">
                  <a16:creationId xmlns:a16="http://schemas.microsoft.com/office/drawing/2014/main" id="{0BA8EABB-7E63-8456-7E4B-0B3A20747A0D}"/>
                </a:ext>
              </a:extLst>
            </p:cNvPr>
            <p:cNvSpPr txBox="1">
              <a:spLocks noChangeArrowheads="1"/>
            </p:cNvSpPr>
            <p:nvPr/>
          </p:nvSpPr>
          <p:spPr bwMode="auto">
            <a:xfrm>
              <a:off x="635" y="2325"/>
              <a:ext cx="1202"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Aft>
                  <a:spcPct val="0"/>
                </a:spcAft>
                <a:buFontTx/>
                <a:buNone/>
              </a:pPr>
              <a:r>
                <a:rPr kumimoji="1" lang="en-US" altLang="zh-CN" sz="2400"/>
                <a:t>Q</a:t>
              </a:r>
              <a:r>
                <a:rPr kumimoji="1" lang="en-US" altLang="zh-CN" sz="1600"/>
                <a:t>2</a:t>
              </a:r>
              <a:r>
                <a:rPr kumimoji="1" lang="en-US" altLang="zh-CN" sz="2400"/>
                <a:t>Q</a:t>
              </a:r>
              <a:r>
                <a:rPr kumimoji="1" lang="en-US" altLang="zh-CN" sz="1600"/>
                <a:t>1</a:t>
              </a:r>
              <a:r>
                <a:rPr kumimoji="1" lang="en-US" altLang="zh-CN" sz="2400"/>
                <a:t>Q</a:t>
              </a:r>
              <a:r>
                <a:rPr kumimoji="1" lang="en-US" altLang="zh-CN" sz="1600"/>
                <a:t>0 </a:t>
              </a:r>
              <a:r>
                <a:rPr kumimoji="1" lang="en-US" altLang="zh-CN" sz="2400"/>
                <a:t>=</a:t>
              </a:r>
              <a:r>
                <a:rPr kumimoji="1" lang="en-US" altLang="zh-CN" sz="2400">
                  <a:solidFill>
                    <a:srgbClr val="0000FF"/>
                  </a:solidFill>
                </a:rPr>
                <a:t>000</a:t>
              </a:r>
              <a:endParaRPr lang="en-US" altLang="zh-CN" sz="2400">
                <a:solidFill>
                  <a:srgbClr val="0000FF"/>
                </a:solidFill>
                <a:latin typeface="Arial" panose="020B0604020202020204" pitchFamily="34" charset="0"/>
              </a:endParaRPr>
            </a:p>
          </p:txBody>
        </p:sp>
        <p:grpSp>
          <p:nvGrpSpPr>
            <p:cNvPr id="24" name="Group 33">
              <a:extLst>
                <a:ext uri="{FF2B5EF4-FFF2-40B4-BE49-F238E27FC236}">
                  <a16:creationId xmlns:a16="http://schemas.microsoft.com/office/drawing/2014/main" id="{32B6392C-33BC-4F95-B859-31D9A46ECDA8}"/>
                </a:ext>
              </a:extLst>
            </p:cNvPr>
            <p:cNvGrpSpPr>
              <a:grpSpLocks/>
            </p:cNvGrpSpPr>
            <p:nvPr/>
          </p:nvGrpSpPr>
          <p:grpSpPr bwMode="auto">
            <a:xfrm>
              <a:off x="1315" y="2183"/>
              <a:ext cx="295" cy="204"/>
              <a:chOff x="1292" y="2727"/>
              <a:chExt cx="137" cy="204"/>
            </a:xfrm>
          </p:grpSpPr>
          <p:sp>
            <p:nvSpPr>
              <p:cNvPr id="25" name="Line 34">
                <a:extLst>
                  <a:ext uri="{FF2B5EF4-FFF2-40B4-BE49-F238E27FC236}">
                    <a16:creationId xmlns:a16="http://schemas.microsoft.com/office/drawing/2014/main" id="{119AA435-7125-9872-A2E5-38EFE7175C2B}"/>
                  </a:ext>
                </a:extLst>
              </p:cNvPr>
              <p:cNvSpPr>
                <a:spLocks noChangeShapeType="1"/>
              </p:cNvSpPr>
              <p:nvPr/>
            </p:nvSpPr>
            <p:spPr bwMode="auto">
              <a:xfrm>
                <a:off x="1429" y="2727"/>
                <a:ext cx="0" cy="204"/>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26" name="Line 35">
                <a:extLst>
                  <a:ext uri="{FF2B5EF4-FFF2-40B4-BE49-F238E27FC236}">
                    <a16:creationId xmlns:a16="http://schemas.microsoft.com/office/drawing/2014/main" id="{75C8AB76-191B-3E65-FA1A-A85708D79CA8}"/>
                  </a:ext>
                </a:extLst>
              </p:cNvPr>
              <p:cNvSpPr>
                <a:spLocks noChangeShapeType="1"/>
              </p:cNvSpPr>
              <p:nvPr/>
            </p:nvSpPr>
            <p:spPr bwMode="auto">
              <a:xfrm flipH="1">
                <a:off x="1292" y="2727"/>
                <a:ext cx="1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27" name="Rectangle 36">
            <a:extLst>
              <a:ext uri="{FF2B5EF4-FFF2-40B4-BE49-F238E27FC236}">
                <a16:creationId xmlns:a16="http://schemas.microsoft.com/office/drawing/2014/main" id="{727DBD7D-CE56-A589-D5F7-248792BE7EDC}"/>
              </a:ext>
            </a:extLst>
          </p:cNvPr>
          <p:cNvSpPr>
            <a:spLocks noChangeArrowheads="1"/>
          </p:cNvSpPr>
          <p:nvPr/>
        </p:nvSpPr>
        <p:spPr bwMode="auto">
          <a:xfrm>
            <a:off x="186725" y="1156192"/>
            <a:ext cx="3529013"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lvl="1">
              <a:spcBef>
                <a:spcPct val="30000"/>
              </a:spcBef>
            </a:pPr>
            <a:r>
              <a:rPr lang="zh-CN" altLang="en-US" b="1" dirty="0"/>
              <a:t>当</a:t>
            </a:r>
            <a:r>
              <a:rPr kumimoji="1" lang="en-US" altLang="zh-CN" b="1" dirty="0"/>
              <a:t>Q</a:t>
            </a:r>
            <a:r>
              <a:rPr kumimoji="1" lang="en-US" altLang="zh-CN" sz="1600" b="1" dirty="0"/>
              <a:t>2</a:t>
            </a:r>
            <a:r>
              <a:rPr kumimoji="1" lang="en-US" altLang="zh-CN" b="1" dirty="0"/>
              <a:t>Q</a:t>
            </a:r>
            <a:r>
              <a:rPr kumimoji="1" lang="en-US" altLang="zh-CN" sz="1600" b="1" dirty="0"/>
              <a:t>1</a:t>
            </a:r>
            <a:r>
              <a:rPr kumimoji="1" lang="en-US" altLang="zh-CN" b="1" dirty="0"/>
              <a:t>Q</a:t>
            </a:r>
            <a:r>
              <a:rPr kumimoji="1" lang="en-US" altLang="zh-CN" sz="1600" b="1" dirty="0"/>
              <a:t>0 </a:t>
            </a:r>
            <a:r>
              <a:rPr kumimoji="1" lang="en-US" altLang="zh-CN" b="1" dirty="0"/>
              <a:t>= </a:t>
            </a:r>
            <a:r>
              <a:rPr kumimoji="1" lang="en-US" altLang="zh-CN" b="1" dirty="0">
                <a:solidFill>
                  <a:srgbClr val="FF3300"/>
                </a:solidFill>
              </a:rPr>
              <a:t>110</a:t>
            </a:r>
            <a:r>
              <a:rPr kumimoji="1" lang="en-US" altLang="zh-CN" b="1" dirty="0"/>
              <a:t> </a:t>
            </a:r>
            <a:r>
              <a:rPr kumimoji="1" lang="zh-CN" altLang="en-US" b="1" dirty="0"/>
              <a:t>时</a:t>
            </a:r>
          </a:p>
          <a:p>
            <a:pPr lvl="1">
              <a:spcBef>
                <a:spcPct val="30000"/>
              </a:spcBef>
              <a:buFontTx/>
              <a:buNone/>
            </a:pPr>
            <a:r>
              <a:rPr lang="en-US" altLang="zh-CN" b="1" dirty="0"/>
              <a:t>    CR = 0</a:t>
            </a:r>
            <a:endParaRPr lang="zh-CN" altLang="en-US" b="1" dirty="0"/>
          </a:p>
        </p:txBody>
      </p:sp>
      <p:sp>
        <p:nvSpPr>
          <p:cNvPr id="28" name="Line 37">
            <a:extLst>
              <a:ext uri="{FF2B5EF4-FFF2-40B4-BE49-F238E27FC236}">
                <a16:creationId xmlns:a16="http://schemas.microsoft.com/office/drawing/2014/main" id="{72AFA85E-932D-7178-62E0-BCA04C4BBB23}"/>
              </a:ext>
            </a:extLst>
          </p:cNvPr>
          <p:cNvSpPr>
            <a:spLocks noChangeShapeType="1"/>
          </p:cNvSpPr>
          <p:nvPr/>
        </p:nvSpPr>
        <p:spPr bwMode="auto">
          <a:xfrm>
            <a:off x="1051913" y="1773730"/>
            <a:ext cx="3603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9" name="Group 38">
            <a:extLst>
              <a:ext uri="{FF2B5EF4-FFF2-40B4-BE49-F238E27FC236}">
                <a16:creationId xmlns:a16="http://schemas.microsoft.com/office/drawing/2014/main" id="{07289D02-D45A-04C8-CB41-D572B900D6F5}"/>
              </a:ext>
            </a:extLst>
          </p:cNvPr>
          <p:cNvGrpSpPr>
            <a:grpSpLocks/>
          </p:cNvGrpSpPr>
          <p:nvPr/>
        </p:nvGrpSpPr>
        <p:grpSpPr bwMode="auto">
          <a:xfrm>
            <a:off x="4798988" y="4141323"/>
            <a:ext cx="4503737" cy="2052638"/>
            <a:chOff x="2607" y="2886"/>
            <a:chExt cx="2837" cy="1293"/>
          </a:xfrm>
        </p:grpSpPr>
        <p:sp>
          <p:nvSpPr>
            <p:cNvPr id="30" name="Line 39">
              <a:extLst>
                <a:ext uri="{FF2B5EF4-FFF2-40B4-BE49-F238E27FC236}">
                  <a16:creationId xmlns:a16="http://schemas.microsoft.com/office/drawing/2014/main" id="{10F93D0E-ABD9-9CA9-035C-D5514BB87A0A}"/>
                </a:ext>
              </a:extLst>
            </p:cNvPr>
            <p:cNvSpPr>
              <a:spLocks noChangeShapeType="1"/>
            </p:cNvSpPr>
            <p:nvPr/>
          </p:nvSpPr>
          <p:spPr bwMode="auto">
            <a:xfrm>
              <a:off x="2947" y="3110"/>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40">
              <a:extLst>
                <a:ext uri="{FF2B5EF4-FFF2-40B4-BE49-F238E27FC236}">
                  <a16:creationId xmlns:a16="http://schemas.microsoft.com/office/drawing/2014/main" id="{99C3AA5D-B93B-031D-5825-CB8582A1BC92}"/>
                </a:ext>
              </a:extLst>
            </p:cNvPr>
            <p:cNvSpPr>
              <a:spLocks noChangeShapeType="1"/>
            </p:cNvSpPr>
            <p:nvPr/>
          </p:nvSpPr>
          <p:spPr bwMode="auto">
            <a:xfrm flipV="1">
              <a:off x="3139" y="2954"/>
              <a:ext cx="0" cy="1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41">
              <a:extLst>
                <a:ext uri="{FF2B5EF4-FFF2-40B4-BE49-F238E27FC236}">
                  <a16:creationId xmlns:a16="http://schemas.microsoft.com/office/drawing/2014/main" id="{BA3B02D6-7066-82B2-7EAB-6AC2DE01D30B}"/>
                </a:ext>
              </a:extLst>
            </p:cNvPr>
            <p:cNvSpPr>
              <a:spLocks noChangeShapeType="1"/>
            </p:cNvSpPr>
            <p:nvPr/>
          </p:nvSpPr>
          <p:spPr bwMode="auto">
            <a:xfrm>
              <a:off x="3139" y="2954"/>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42">
              <a:extLst>
                <a:ext uri="{FF2B5EF4-FFF2-40B4-BE49-F238E27FC236}">
                  <a16:creationId xmlns:a16="http://schemas.microsoft.com/office/drawing/2014/main" id="{B039B8B9-5701-FC0F-D49B-BD2B37798D45}"/>
                </a:ext>
              </a:extLst>
            </p:cNvPr>
            <p:cNvSpPr>
              <a:spLocks noChangeShapeType="1"/>
            </p:cNvSpPr>
            <p:nvPr/>
          </p:nvSpPr>
          <p:spPr bwMode="auto">
            <a:xfrm>
              <a:off x="3331" y="2954"/>
              <a:ext cx="0" cy="1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43">
              <a:extLst>
                <a:ext uri="{FF2B5EF4-FFF2-40B4-BE49-F238E27FC236}">
                  <a16:creationId xmlns:a16="http://schemas.microsoft.com/office/drawing/2014/main" id="{29A1D390-599D-8B38-0CDA-7D913E7BA900}"/>
                </a:ext>
              </a:extLst>
            </p:cNvPr>
            <p:cNvSpPr>
              <a:spLocks noChangeShapeType="1"/>
            </p:cNvSpPr>
            <p:nvPr/>
          </p:nvSpPr>
          <p:spPr bwMode="auto">
            <a:xfrm>
              <a:off x="3331" y="3110"/>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44">
              <a:extLst>
                <a:ext uri="{FF2B5EF4-FFF2-40B4-BE49-F238E27FC236}">
                  <a16:creationId xmlns:a16="http://schemas.microsoft.com/office/drawing/2014/main" id="{4EF589CB-234F-26F7-AE31-DEBE2E70A1FA}"/>
                </a:ext>
              </a:extLst>
            </p:cNvPr>
            <p:cNvSpPr>
              <a:spLocks noChangeShapeType="1"/>
            </p:cNvSpPr>
            <p:nvPr/>
          </p:nvSpPr>
          <p:spPr bwMode="auto">
            <a:xfrm flipV="1">
              <a:off x="3523" y="2954"/>
              <a:ext cx="0" cy="1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45">
              <a:extLst>
                <a:ext uri="{FF2B5EF4-FFF2-40B4-BE49-F238E27FC236}">
                  <a16:creationId xmlns:a16="http://schemas.microsoft.com/office/drawing/2014/main" id="{BD6A15FD-1B18-516B-0B19-AEBFCE6F332E}"/>
                </a:ext>
              </a:extLst>
            </p:cNvPr>
            <p:cNvSpPr>
              <a:spLocks noChangeShapeType="1"/>
            </p:cNvSpPr>
            <p:nvPr/>
          </p:nvSpPr>
          <p:spPr bwMode="auto">
            <a:xfrm>
              <a:off x="3523" y="2954"/>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46">
              <a:extLst>
                <a:ext uri="{FF2B5EF4-FFF2-40B4-BE49-F238E27FC236}">
                  <a16:creationId xmlns:a16="http://schemas.microsoft.com/office/drawing/2014/main" id="{731DEF02-E3C6-641E-2190-30FE6F72087B}"/>
                </a:ext>
              </a:extLst>
            </p:cNvPr>
            <p:cNvSpPr>
              <a:spLocks noChangeShapeType="1"/>
            </p:cNvSpPr>
            <p:nvPr/>
          </p:nvSpPr>
          <p:spPr bwMode="auto">
            <a:xfrm>
              <a:off x="3715" y="2954"/>
              <a:ext cx="0" cy="1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47">
              <a:extLst>
                <a:ext uri="{FF2B5EF4-FFF2-40B4-BE49-F238E27FC236}">
                  <a16:creationId xmlns:a16="http://schemas.microsoft.com/office/drawing/2014/main" id="{2F4909FD-83F7-644C-1CDC-5CC5CFD583C4}"/>
                </a:ext>
              </a:extLst>
            </p:cNvPr>
            <p:cNvSpPr>
              <a:spLocks noChangeShapeType="1"/>
            </p:cNvSpPr>
            <p:nvPr/>
          </p:nvSpPr>
          <p:spPr bwMode="auto">
            <a:xfrm>
              <a:off x="3715" y="3110"/>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48">
              <a:extLst>
                <a:ext uri="{FF2B5EF4-FFF2-40B4-BE49-F238E27FC236}">
                  <a16:creationId xmlns:a16="http://schemas.microsoft.com/office/drawing/2014/main" id="{3333BC1B-457C-7E3F-AED4-9C0836CE4430}"/>
                </a:ext>
              </a:extLst>
            </p:cNvPr>
            <p:cNvSpPr>
              <a:spLocks noChangeShapeType="1"/>
            </p:cNvSpPr>
            <p:nvPr/>
          </p:nvSpPr>
          <p:spPr bwMode="auto">
            <a:xfrm flipV="1">
              <a:off x="3907" y="2954"/>
              <a:ext cx="0" cy="1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49">
              <a:extLst>
                <a:ext uri="{FF2B5EF4-FFF2-40B4-BE49-F238E27FC236}">
                  <a16:creationId xmlns:a16="http://schemas.microsoft.com/office/drawing/2014/main" id="{133C121A-7CA6-7077-C4DE-6A4C9833DD40}"/>
                </a:ext>
              </a:extLst>
            </p:cNvPr>
            <p:cNvSpPr>
              <a:spLocks noChangeShapeType="1"/>
            </p:cNvSpPr>
            <p:nvPr/>
          </p:nvSpPr>
          <p:spPr bwMode="auto">
            <a:xfrm>
              <a:off x="3907" y="2954"/>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50">
              <a:extLst>
                <a:ext uri="{FF2B5EF4-FFF2-40B4-BE49-F238E27FC236}">
                  <a16:creationId xmlns:a16="http://schemas.microsoft.com/office/drawing/2014/main" id="{411662D2-97E3-F61A-4F7A-0E192AE11212}"/>
                </a:ext>
              </a:extLst>
            </p:cNvPr>
            <p:cNvSpPr>
              <a:spLocks noChangeShapeType="1"/>
            </p:cNvSpPr>
            <p:nvPr/>
          </p:nvSpPr>
          <p:spPr bwMode="auto">
            <a:xfrm>
              <a:off x="4099" y="2954"/>
              <a:ext cx="0" cy="1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51">
              <a:extLst>
                <a:ext uri="{FF2B5EF4-FFF2-40B4-BE49-F238E27FC236}">
                  <a16:creationId xmlns:a16="http://schemas.microsoft.com/office/drawing/2014/main" id="{255C47DA-1809-872F-CF5F-44E670DBCEFB}"/>
                </a:ext>
              </a:extLst>
            </p:cNvPr>
            <p:cNvSpPr>
              <a:spLocks noChangeShapeType="1"/>
            </p:cNvSpPr>
            <p:nvPr/>
          </p:nvSpPr>
          <p:spPr bwMode="auto">
            <a:xfrm>
              <a:off x="4099" y="3110"/>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52">
              <a:extLst>
                <a:ext uri="{FF2B5EF4-FFF2-40B4-BE49-F238E27FC236}">
                  <a16:creationId xmlns:a16="http://schemas.microsoft.com/office/drawing/2014/main" id="{7014A8EF-5C64-E2EF-B8F0-98C70C988DB1}"/>
                </a:ext>
              </a:extLst>
            </p:cNvPr>
            <p:cNvSpPr>
              <a:spLocks noChangeShapeType="1"/>
            </p:cNvSpPr>
            <p:nvPr/>
          </p:nvSpPr>
          <p:spPr bwMode="auto">
            <a:xfrm flipV="1">
              <a:off x="4291" y="2954"/>
              <a:ext cx="0" cy="1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53">
              <a:extLst>
                <a:ext uri="{FF2B5EF4-FFF2-40B4-BE49-F238E27FC236}">
                  <a16:creationId xmlns:a16="http://schemas.microsoft.com/office/drawing/2014/main" id="{1E9B7784-E1D4-E967-187F-B2D37469FC99}"/>
                </a:ext>
              </a:extLst>
            </p:cNvPr>
            <p:cNvSpPr>
              <a:spLocks noChangeShapeType="1"/>
            </p:cNvSpPr>
            <p:nvPr/>
          </p:nvSpPr>
          <p:spPr bwMode="auto">
            <a:xfrm>
              <a:off x="4291" y="2954"/>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54">
              <a:extLst>
                <a:ext uri="{FF2B5EF4-FFF2-40B4-BE49-F238E27FC236}">
                  <a16:creationId xmlns:a16="http://schemas.microsoft.com/office/drawing/2014/main" id="{96063E33-584C-708E-10A8-119E0BE91F55}"/>
                </a:ext>
              </a:extLst>
            </p:cNvPr>
            <p:cNvSpPr>
              <a:spLocks noChangeShapeType="1"/>
            </p:cNvSpPr>
            <p:nvPr/>
          </p:nvSpPr>
          <p:spPr bwMode="auto">
            <a:xfrm>
              <a:off x="4483" y="2954"/>
              <a:ext cx="0" cy="1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55">
              <a:extLst>
                <a:ext uri="{FF2B5EF4-FFF2-40B4-BE49-F238E27FC236}">
                  <a16:creationId xmlns:a16="http://schemas.microsoft.com/office/drawing/2014/main" id="{C8A2A67E-70EB-400C-DB16-5748A1CCBB7A}"/>
                </a:ext>
              </a:extLst>
            </p:cNvPr>
            <p:cNvSpPr>
              <a:spLocks noChangeShapeType="1"/>
            </p:cNvSpPr>
            <p:nvPr/>
          </p:nvSpPr>
          <p:spPr bwMode="auto">
            <a:xfrm>
              <a:off x="4483" y="3110"/>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56">
              <a:extLst>
                <a:ext uri="{FF2B5EF4-FFF2-40B4-BE49-F238E27FC236}">
                  <a16:creationId xmlns:a16="http://schemas.microsoft.com/office/drawing/2014/main" id="{F3FBDE6D-8965-1290-C1BD-F3C3EAAB14A2}"/>
                </a:ext>
              </a:extLst>
            </p:cNvPr>
            <p:cNvSpPr>
              <a:spLocks noChangeShapeType="1"/>
            </p:cNvSpPr>
            <p:nvPr/>
          </p:nvSpPr>
          <p:spPr bwMode="auto">
            <a:xfrm flipV="1">
              <a:off x="4675" y="2954"/>
              <a:ext cx="0" cy="1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57">
              <a:extLst>
                <a:ext uri="{FF2B5EF4-FFF2-40B4-BE49-F238E27FC236}">
                  <a16:creationId xmlns:a16="http://schemas.microsoft.com/office/drawing/2014/main" id="{6D1BB650-8A86-C9CC-7D5A-C6FE17FB6E69}"/>
                </a:ext>
              </a:extLst>
            </p:cNvPr>
            <p:cNvSpPr>
              <a:spLocks noChangeShapeType="1"/>
            </p:cNvSpPr>
            <p:nvPr/>
          </p:nvSpPr>
          <p:spPr bwMode="auto">
            <a:xfrm>
              <a:off x="4675" y="2954"/>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58">
              <a:extLst>
                <a:ext uri="{FF2B5EF4-FFF2-40B4-BE49-F238E27FC236}">
                  <a16:creationId xmlns:a16="http://schemas.microsoft.com/office/drawing/2014/main" id="{C95AEBDE-C61C-8DB5-B20E-5A28F520EBBA}"/>
                </a:ext>
              </a:extLst>
            </p:cNvPr>
            <p:cNvSpPr>
              <a:spLocks noChangeShapeType="1"/>
            </p:cNvSpPr>
            <p:nvPr/>
          </p:nvSpPr>
          <p:spPr bwMode="auto">
            <a:xfrm>
              <a:off x="4867" y="2954"/>
              <a:ext cx="0" cy="1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59">
              <a:extLst>
                <a:ext uri="{FF2B5EF4-FFF2-40B4-BE49-F238E27FC236}">
                  <a16:creationId xmlns:a16="http://schemas.microsoft.com/office/drawing/2014/main" id="{B604BCE3-04CF-EAD7-84B6-279CDA3C642B}"/>
                </a:ext>
              </a:extLst>
            </p:cNvPr>
            <p:cNvSpPr>
              <a:spLocks noChangeShapeType="1"/>
            </p:cNvSpPr>
            <p:nvPr/>
          </p:nvSpPr>
          <p:spPr bwMode="auto">
            <a:xfrm>
              <a:off x="4867" y="3110"/>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60">
              <a:extLst>
                <a:ext uri="{FF2B5EF4-FFF2-40B4-BE49-F238E27FC236}">
                  <a16:creationId xmlns:a16="http://schemas.microsoft.com/office/drawing/2014/main" id="{2E417855-36FD-E992-2D7D-CEF368B29712}"/>
                </a:ext>
              </a:extLst>
            </p:cNvPr>
            <p:cNvSpPr>
              <a:spLocks noChangeShapeType="1"/>
            </p:cNvSpPr>
            <p:nvPr/>
          </p:nvSpPr>
          <p:spPr bwMode="auto">
            <a:xfrm flipV="1">
              <a:off x="5059" y="2954"/>
              <a:ext cx="0" cy="1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61">
              <a:extLst>
                <a:ext uri="{FF2B5EF4-FFF2-40B4-BE49-F238E27FC236}">
                  <a16:creationId xmlns:a16="http://schemas.microsoft.com/office/drawing/2014/main" id="{8120CF6E-865F-FBA1-4C40-F06466784405}"/>
                </a:ext>
              </a:extLst>
            </p:cNvPr>
            <p:cNvSpPr>
              <a:spLocks noChangeShapeType="1"/>
            </p:cNvSpPr>
            <p:nvPr/>
          </p:nvSpPr>
          <p:spPr bwMode="auto">
            <a:xfrm>
              <a:off x="5059" y="2954"/>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62">
              <a:extLst>
                <a:ext uri="{FF2B5EF4-FFF2-40B4-BE49-F238E27FC236}">
                  <a16:creationId xmlns:a16="http://schemas.microsoft.com/office/drawing/2014/main" id="{F72CE96C-CC1F-9BB5-4E16-21E81DD4218F}"/>
                </a:ext>
              </a:extLst>
            </p:cNvPr>
            <p:cNvSpPr>
              <a:spLocks noChangeShapeType="1"/>
            </p:cNvSpPr>
            <p:nvPr/>
          </p:nvSpPr>
          <p:spPr bwMode="auto">
            <a:xfrm>
              <a:off x="5251" y="2954"/>
              <a:ext cx="0" cy="1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63">
              <a:extLst>
                <a:ext uri="{FF2B5EF4-FFF2-40B4-BE49-F238E27FC236}">
                  <a16:creationId xmlns:a16="http://schemas.microsoft.com/office/drawing/2014/main" id="{0C4EE40B-FBBA-6020-71A9-45E09817FF34}"/>
                </a:ext>
              </a:extLst>
            </p:cNvPr>
            <p:cNvSpPr>
              <a:spLocks noChangeShapeType="1"/>
            </p:cNvSpPr>
            <p:nvPr/>
          </p:nvSpPr>
          <p:spPr bwMode="auto">
            <a:xfrm>
              <a:off x="5251" y="3110"/>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5" name="Group 64">
              <a:extLst>
                <a:ext uri="{FF2B5EF4-FFF2-40B4-BE49-F238E27FC236}">
                  <a16:creationId xmlns:a16="http://schemas.microsoft.com/office/drawing/2014/main" id="{8C750E09-04D4-CF95-4925-456B947AEF1A}"/>
                </a:ext>
              </a:extLst>
            </p:cNvPr>
            <p:cNvGrpSpPr>
              <a:grpSpLocks/>
            </p:cNvGrpSpPr>
            <p:nvPr/>
          </p:nvGrpSpPr>
          <p:grpSpPr bwMode="auto">
            <a:xfrm>
              <a:off x="3139" y="3068"/>
              <a:ext cx="1920" cy="1065"/>
              <a:chOff x="3139" y="3155"/>
              <a:chExt cx="1920" cy="819"/>
            </a:xfrm>
          </p:grpSpPr>
          <p:sp>
            <p:nvSpPr>
              <p:cNvPr id="95" name="Line 65">
                <a:extLst>
                  <a:ext uri="{FF2B5EF4-FFF2-40B4-BE49-F238E27FC236}">
                    <a16:creationId xmlns:a16="http://schemas.microsoft.com/office/drawing/2014/main" id="{27819C6E-BA4A-B096-B1AE-C7076A1D725B}"/>
                  </a:ext>
                </a:extLst>
              </p:cNvPr>
              <p:cNvSpPr>
                <a:spLocks noChangeShapeType="1"/>
              </p:cNvSpPr>
              <p:nvPr/>
            </p:nvSpPr>
            <p:spPr bwMode="auto">
              <a:xfrm>
                <a:off x="3139" y="3155"/>
                <a:ext cx="0" cy="81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 name="Line 66">
                <a:extLst>
                  <a:ext uri="{FF2B5EF4-FFF2-40B4-BE49-F238E27FC236}">
                    <a16:creationId xmlns:a16="http://schemas.microsoft.com/office/drawing/2014/main" id="{AC6BC527-B812-375C-8D0B-9A2B3C264D40}"/>
                  </a:ext>
                </a:extLst>
              </p:cNvPr>
              <p:cNvSpPr>
                <a:spLocks noChangeShapeType="1"/>
              </p:cNvSpPr>
              <p:nvPr/>
            </p:nvSpPr>
            <p:spPr bwMode="auto">
              <a:xfrm>
                <a:off x="3523" y="3155"/>
                <a:ext cx="0" cy="81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 name="Line 67">
                <a:extLst>
                  <a:ext uri="{FF2B5EF4-FFF2-40B4-BE49-F238E27FC236}">
                    <a16:creationId xmlns:a16="http://schemas.microsoft.com/office/drawing/2014/main" id="{51A73A2E-CE88-ECB1-A66D-3BEC6F96E7E9}"/>
                  </a:ext>
                </a:extLst>
              </p:cNvPr>
              <p:cNvSpPr>
                <a:spLocks noChangeShapeType="1"/>
              </p:cNvSpPr>
              <p:nvPr/>
            </p:nvSpPr>
            <p:spPr bwMode="auto">
              <a:xfrm>
                <a:off x="3907" y="3155"/>
                <a:ext cx="0" cy="81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Line 68">
                <a:extLst>
                  <a:ext uri="{FF2B5EF4-FFF2-40B4-BE49-F238E27FC236}">
                    <a16:creationId xmlns:a16="http://schemas.microsoft.com/office/drawing/2014/main" id="{E4171F22-D271-7493-01C2-6FA3885C403C}"/>
                  </a:ext>
                </a:extLst>
              </p:cNvPr>
              <p:cNvSpPr>
                <a:spLocks noChangeShapeType="1"/>
              </p:cNvSpPr>
              <p:nvPr/>
            </p:nvSpPr>
            <p:spPr bwMode="auto">
              <a:xfrm>
                <a:off x="4291" y="3155"/>
                <a:ext cx="0" cy="81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69">
                <a:extLst>
                  <a:ext uri="{FF2B5EF4-FFF2-40B4-BE49-F238E27FC236}">
                    <a16:creationId xmlns:a16="http://schemas.microsoft.com/office/drawing/2014/main" id="{7C4BC6D8-C7B2-6B9D-2606-D0B84BA52490}"/>
                  </a:ext>
                </a:extLst>
              </p:cNvPr>
              <p:cNvSpPr>
                <a:spLocks noChangeShapeType="1"/>
              </p:cNvSpPr>
              <p:nvPr/>
            </p:nvSpPr>
            <p:spPr bwMode="auto">
              <a:xfrm>
                <a:off x="4675" y="3155"/>
                <a:ext cx="0" cy="81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 name="Line 70">
                <a:extLst>
                  <a:ext uri="{FF2B5EF4-FFF2-40B4-BE49-F238E27FC236}">
                    <a16:creationId xmlns:a16="http://schemas.microsoft.com/office/drawing/2014/main" id="{4F7387AD-6041-B36E-F4C6-F9BDC65AEB26}"/>
                  </a:ext>
                </a:extLst>
              </p:cNvPr>
              <p:cNvSpPr>
                <a:spLocks noChangeShapeType="1"/>
              </p:cNvSpPr>
              <p:nvPr/>
            </p:nvSpPr>
            <p:spPr bwMode="auto">
              <a:xfrm>
                <a:off x="5059" y="3155"/>
                <a:ext cx="0" cy="81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6" name="Line 71">
              <a:extLst>
                <a:ext uri="{FF2B5EF4-FFF2-40B4-BE49-F238E27FC236}">
                  <a16:creationId xmlns:a16="http://schemas.microsoft.com/office/drawing/2014/main" id="{79B99BEE-A051-A47F-EFE6-2DF341DBDE24}"/>
                </a:ext>
              </a:extLst>
            </p:cNvPr>
            <p:cNvSpPr>
              <a:spLocks noChangeShapeType="1"/>
            </p:cNvSpPr>
            <p:nvPr/>
          </p:nvSpPr>
          <p:spPr bwMode="auto">
            <a:xfrm>
              <a:off x="2948" y="3344"/>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72">
              <a:extLst>
                <a:ext uri="{FF2B5EF4-FFF2-40B4-BE49-F238E27FC236}">
                  <a16:creationId xmlns:a16="http://schemas.microsoft.com/office/drawing/2014/main" id="{59A3E2EE-B461-EADB-496B-C59651078FE5}"/>
                </a:ext>
              </a:extLst>
            </p:cNvPr>
            <p:cNvSpPr>
              <a:spLocks noChangeShapeType="1"/>
            </p:cNvSpPr>
            <p:nvPr/>
          </p:nvSpPr>
          <p:spPr bwMode="auto">
            <a:xfrm flipV="1">
              <a:off x="3140" y="3227"/>
              <a:ext cx="0" cy="11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73">
              <a:extLst>
                <a:ext uri="{FF2B5EF4-FFF2-40B4-BE49-F238E27FC236}">
                  <a16:creationId xmlns:a16="http://schemas.microsoft.com/office/drawing/2014/main" id="{D4320AB0-8FD3-D18F-9759-8CC89256E0D1}"/>
                </a:ext>
              </a:extLst>
            </p:cNvPr>
            <p:cNvSpPr>
              <a:spLocks noChangeShapeType="1"/>
            </p:cNvSpPr>
            <p:nvPr/>
          </p:nvSpPr>
          <p:spPr bwMode="auto">
            <a:xfrm>
              <a:off x="3140" y="3227"/>
              <a:ext cx="38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74">
              <a:extLst>
                <a:ext uri="{FF2B5EF4-FFF2-40B4-BE49-F238E27FC236}">
                  <a16:creationId xmlns:a16="http://schemas.microsoft.com/office/drawing/2014/main" id="{9A049B7E-AC4A-74A6-A381-3D180EC04CDC}"/>
                </a:ext>
              </a:extLst>
            </p:cNvPr>
            <p:cNvSpPr>
              <a:spLocks noChangeShapeType="1"/>
            </p:cNvSpPr>
            <p:nvPr/>
          </p:nvSpPr>
          <p:spPr bwMode="auto">
            <a:xfrm>
              <a:off x="3524" y="3227"/>
              <a:ext cx="0" cy="11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75">
              <a:extLst>
                <a:ext uri="{FF2B5EF4-FFF2-40B4-BE49-F238E27FC236}">
                  <a16:creationId xmlns:a16="http://schemas.microsoft.com/office/drawing/2014/main" id="{467F3F86-5718-A0F7-FA18-6AA37E94763E}"/>
                </a:ext>
              </a:extLst>
            </p:cNvPr>
            <p:cNvSpPr>
              <a:spLocks noChangeShapeType="1"/>
            </p:cNvSpPr>
            <p:nvPr/>
          </p:nvSpPr>
          <p:spPr bwMode="auto">
            <a:xfrm>
              <a:off x="3524" y="3344"/>
              <a:ext cx="38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76">
              <a:extLst>
                <a:ext uri="{FF2B5EF4-FFF2-40B4-BE49-F238E27FC236}">
                  <a16:creationId xmlns:a16="http://schemas.microsoft.com/office/drawing/2014/main" id="{5F60E92D-4C69-C31A-EE92-8CA62D47DB17}"/>
                </a:ext>
              </a:extLst>
            </p:cNvPr>
            <p:cNvSpPr>
              <a:spLocks noChangeShapeType="1"/>
            </p:cNvSpPr>
            <p:nvPr/>
          </p:nvSpPr>
          <p:spPr bwMode="auto">
            <a:xfrm flipV="1">
              <a:off x="3908" y="3227"/>
              <a:ext cx="0" cy="11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77">
              <a:extLst>
                <a:ext uri="{FF2B5EF4-FFF2-40B4-BE49-F238E27FC236}">
                  <a16:creationId xmlns:a16="http://schemas.microsoft.com/office/drawing/2014/main" id="{A6848FE4-81DE-5958-C580-A015BE15B31B}"/>
                </a:ext>
              </a:extLst>
            </p:cNvPr>
            <p:cNvSpPr>
              <a:spLocks noChangeShapeType="1"/>
            </p:cNvSpPr>
            <p:nvPr/>
          </p:nvSpPr>
          <p:spPr bwMode="auto">
            <a:xfrm>
              <a:off x="3908" y="3227"/>
              <a:ext cx="38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Line 78">
              <a:extLst>
                <a:ext uri="{FF2B5EF4-FFF2-40B4-BE49-F238E27FC236}">
                  <a16:creationId xmlns:a16="http://schemas.microsoft.com/office/drawing/2014/main" id="{A94AD684-7CAA-E7DE-5C71-409DF5234EB7}"/>
                </a:ext>
              </a:extLst>
            </p:cNvPr>
            <p:cNvSpPr>
              <a:spLocks noChangeShapeType="1"/>
            </p:cNvSpPr>
            <p:nvPr/>
          </p:nvSpPr>
          <p:spPr bwMode="auto">
            <a:xfrm>
              <a:off x="4292" y="3227"/>
              <a:ext cx="0" cy="11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79">
              <a:extLst>
                <a:ext uri="{FF2B5EF4-FFF2-40B4-BE49-F238E27FC236}">
                  <a16:creationId xmlns:a16="http://schemas.microsoft.com/office/drawing/2014/main" id="{65EDECA5-EA7D-FAD2-8A6C-341331D0A169}"/>
                </a:ext>
              </a:extLst>
            </p:cNvPr>
            <p:cNvSpPr>
              <a:spLocks noChangeShapeType="1"/>
            </p:cNvSpPr>
            <p:nvPr/>
          </p:nvSpPr>
          <p:spPr bwMode="auto">
            <a:xfrm>
              <a:off x="4292" y="3344"/>
              <a:ext cx="38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80">
              <a:extLst>
                <a:ext uri="{FF2B5EF4-FFF2-40B4-BE49-F238E27FC236}">
                  <a16:creationId xmlns:a16="http://schemas.microsoft.com/office/drawing/2014/main" id="{610C556A-E493-03E3-6BD9-5D5A5F045183}"/>
                </a:ext>
              </a:extLst>
            </p:cNvPr>
            <p:cNvSpPr>
              <a:spLocks noChangeShapeType="1"/>
            </p:cNvSpPr>
            <p:nvPr/>
          </p:nvSpPr>
          <p:spPr bwMode="auto">
            <a:xfrm flipV="1">
              <a:off x="4676" y="3227"/>
              <a:ext cx="0" cy="11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81">
              <a:extLst>
                <a:ext uri="{FF2B5EF4-FFF2-40B4-BE49-F238E27FC236}">
                  <a16:creationId xmlns:a16="http://schemas.microsoft.com/office/drawing/2014/main" id="{1521577E-3698-41E8-5E4A-8F3192D80EEF}"/>
                </a:ext>
              </a:extLst>
            </p:cNvPr>
            <p:cNvSpPr>
              <a:spLocks noChangeShapeType="1"/>
            </p:cNvSpPr>
            <p:nvPr/>
          </p:nvSpPr>
          <p:spPr bwMode="auto">
            <a:xfrm>
              <a:off x="4676" y="3227"/>
              <a:ext cx="38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82">
              <a:extLst>
                <a:ext uri="{FF2B5EF4-FFF2-40B4-BE49-F238E27FC236}">
                  <a16:creationId xmlns:a16="http://schemas.microsoft.com/office/drawing/2014/main" id="{F29F54FE-91AB-6E78-8B22-1050C9A48AD2}"/>
                </a:ext>
              </a:extLst>
            </p:cNvPr>
            <p:cNvSpPr>
              <a:spLocks noChangeShapeType="1"/>
            </p:cNvSpPr>
            <p:nvPr/>
          </p:nvSpPr>
          <p:spPr bwMode="auto">
            <a:xfrm>
              <a:off x="5060" y="3227"/>
              <a:ext cx="0" cy="117"/>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83">
              <a:extLst>
                <a:ext uri="{FF2B5EF4-FFF2-40B4-BE49-F238E27FC236}">
                  <a16:creationId xmlns:a16="http://schemas.microsoft.com/office/drawing/2014/main" id="{4BABCEA3-CB9B-990B-4184-FBB9AC324817}"/>
                </a:ext>
              </a:extLst>
            </p:cNvPr>
            <p:cNvSpPr>
              <a:spLocks noChangeShapeType="1"/>
            </p:cNvSpPr>
            <p:nvPr/>
          </p:nvSpPr>
          <p:spPr bwMode="auto">
            <a:xfrm>
              <a:off x="2948" y="3617"/>
              <a:ext cx="57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Line 84">
              <a:extLst>
                <a:ext uri="{FF2B5EF4-FFF2-40B4-BE49-F238E27FC236}">
                  <a16:creationId xmlns:a16="http://schemas.microsoft.com/office/drawing/2014/main" id="{0C9AB83F-8CAD-7DE9-B1FD-CFECAD1F7854}"/>
                </a:ext>
              </a:extLst>
            </p:cNvPr>
            <p:cNvSpPr>
              <a:spLocks noChangeShapeType="1"/>
            </p:cNvSpPr>
            <p:nvPr/>
          </p:nvSpPr>
          <p:spPr bwMode="auto">
            <a:xfrm flipV="1">
              <a:off x="3524" y="3461"/>
              <a:ext cx="0" cy="1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Line 85">
              <a:extLst>
                <a:ext uri="{FF2B5EF4-FFF2-40B4-BE49-F238E27FC236}">
                  <a16:creationId xmlns:a16="http://schemas.microsoft.com/office/drawing/2014/main" id="{BBAAF7EF-E83C-3843-F1A1-5C39B2168551}"/>
                </a:ext>
              </a:extLst>
            </p:cNvPr>
            <p:cNvSpPr>
              <a:spLocks noChangeShapeType="1"/>
            </p:cNvSpPr>
            <p:nvPr/>
          </p:nvSpPr>
          <p:spPr bwMode="auto">
            <a:xfrm>
              <a:off x="3524" y="3461"/>
              <a:ext cx="7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86">
              <a:extLst>
                <a:ext uri="{FF2B5EF4-FFF2-40B4-BE49-F238E27FC236}">
                  <a16:creationId xmlns:a16="http://schemas.microsoft.com/office/drawing/2014/main" id="{B9452A35-CB64-CDBD-0C5D-FAD6AC143479}"/>
                </a:ext>
              </a:extLst>
            </p:cNvPr>
            <p:cNvSpPr>
              <a:spLocks noChangeShapeType="1"/>
            </p:cNvSpPr>
            <p:nvPr/>
          </p:nvSpPr>
          <p:spPr bwMode="auto">
            <a:xfrm>
              <a:off x="4292" y="3461"/>
              <a:ext cx="0" cy="1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87">
              <a:extLst>
                <a:ext uri="{FF2B5EF4-FFF2-40B4-BE49-F238E27FC236}">
                  <a16:creationId xmlns:a16="http://schemas.microsoft.com/office/drawing/2014/main" id="{DF0A20CE-E670-69CF-B75F-89B748F1D46F}"/>
                </a:ext>
              </a:extLst>
            </p:cNvPr>
            <p:cNvSpPr>
              <a:spLocks noChangeShapeType="1"/>
            </p:cNvSpPr>
            <p:nvPr/>
          </p:nvSpPr>
          <p:spPr bwMode="auto">
            <a:xfrm>
              <a:off x="4292" y="3617"/>
              <a:ext cx="7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88">
              <a:extLst>
                <a:ext uri="{FF2B5EF4-FFF2-40B4-BE49-F238E27FC236}">
                  <a16:creationId xmlns:a16="http://schemas.microsoft.com/office/drawing/2014/main" id="{8FBB3354-B62F-BCB3-8392-4B1C08177566}"/>
                </a:ext>
              </a:extLst>
            </p:cNvPr>
            <p:cNvSpPr>
              <a:spLocks noChangeShapeType="1"/>
            </p:cNvSpPr>
            <p:nvPr/>
          </p:nvSpPr>
          <p:spPr bwMode="auto">
            <a:xfrm>
              <a:off x="5125" y="3617"/>
              <a:ext cx="318" cy="0"/>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89">
              <a:extLst>
                <a:ext uri="{FF2B5EF4-FFF2-40B4-BE49-F238E27FC236}">
                  <a16:creationId xmlns:a16="http://schemas.microsoft.com/office/drawing/2014/main" id="{79DE1263-DA5D-F73F-FE76-8EC855E7762C}"/>
                </a:ext>
              </a:extLst>
            </p:cNvPr>
            <p:cNvSpPr>
              <a:spLocks noChangeShapeType="1"/>
            </p:cNvSpPr>
            <p:nvPr/>
          </p:nvSpPr>
          <p:spPr bwMode="auto">
            <a:xfrm>
              <a:off x="2948" y="3884"/>
              <a:ext cx="13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90">
              <a:extLst>
                <a:ext uri="{FF2B5EF4-FFF2-40B4-BE49-F238E27FC236}">
                  <a16:creationId xmlns:a16="http://schemas.microsoft.com/office/drawing/2014/main" id="{D34D9DEF-C7D6-1645-F2CF-24F1592D2CED}"/>
                </a:ext>
              </a:extLst>
            </p:cNvPr>
            <p:cNvSpPr>
              <a:spLocks noChangeShapeType="1"/>
            </p:cNvSpPr>
            <p:nvPr/>
          </p:nvSpPr>
          <p:spPr bwMode="auto">
            <a:xfrm flipV="1">
              <a:off x="4292" y="3725"/>
              <a:ext cx="0" cy="16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Line 91">
              <a:extLst>
                <a:ext uri="{FF2B5EF4-FFF2-40B4-BE49-F238E27FC236}">
                  <a16:creationId xmlns:a16="http://schemas.microsoft.com/office/drawing/2014/main" id="{3A3529C7-836F-8D77-0661-DBACFB1F35CE}"/>
                </a:ext>
              </a:extLst>
            </p:cNvPr>
            <p:cNvSpPr>
              <a:spLocks noChangeShapeType="1"/>
            </p:cNvSpPr>
            <p:nvPr/>
          </p:nvSpPr>
          <p:spPr bwMode="auto">
            <a:xfrm>
              <a:off x="4292" y="3725"/>
              <a:ext cx="7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92">
              <a:extLst>
                <a:ext uri="{FF2B5EF4-FFF2-40B4-BE49-F238E27FC236}">
                  <a16:creationId xmlns:a16="http://schemas.microsoft.com/office/drawing/2014/main" id="{3F2B9F0E-9D57-5117-ABF6-B66C23541DBA}"/>
                </a:ext>
              </a:extLst>
            </p:cNvPr>
            <p:cNvSpPr>
              <a:spLocks noChangeShapeType="1"/>
            </p:cNvSpPr>
            <p:nvPr/>
          </p:nvSpPr>
          <p:spPr bwMode="auto">
            <a:xfrm>
              <a:off x="5125" y="3884"/>
              <a:ext cx="319" cy="0"/>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Text Box 93">
              <a:extLst>
                <a:ext uri="{FF2B5EF4-FFF2-40B4-BE49-F238E27FC236}">
                  <a16:creationId xmlns:a16="http://schemas.microsoft.com/office/drawing/2014/main" id="{D35F8A52-E4B6-F3D2-0CD6-CB84EE871922}"/>
                </a:ext>
              </a:extLst>
            </p:cNvPr>
            <p:cNvSpPr txBox="1">
              <a:spLocks noChangeArrowheads="1"/>
            </p:cNvSpPr>
            <p:nvPr/>
          </p:nvSpPr>
          <p:spPr bwMode="auto">
            <a:xfrm>
              <a:off x="2607" y="2886"/>
              <a:ext cx="33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CP</a:t>
              </a:r>
            </a:p>
          </p:txBody>
        </p:sp>
        <p:sp>
          <p:nvSpPr>
            <p:cNvPr id="79" name="Text Box 94">
              <a:extLst>
                <a:ext uri="{FF2B5EF4-FFF2-40B4-BE49-F238E27FC236}">
                  <a16:creationId xmlns:a16="http://schemas.microsoft.com/office/drawing/2014/main" id="{EECDCF4B-1AFD-46BC-A26B-0A8711B3F2A5}"/>
                </a:ext>
              </a:extLst>
            </p:cNvPr>
            <p:cNvSpPr txBox="1">
              <a:spLocks noChangeArrowheads="1"/>
            </p:cNvSpPr>
            <p:nvPr/>
          </p:nvSpPr>
          <p:spPr bwMode="auto">
            <a:xfrm>
              <a:off x="2607" y="3135"/>
              <a:ext cx="2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2000" baseline="-25000"/>
                <a:t>0</a:t>
              </a:r>
              <a:endParaRPr kumimoji="1" lang="en-US" altLang="zh-CN" sz="2000"/>
            </a:p>
          </p:txBody>
        </p:sp>
        <p:sp>
          <p:nvSpPr>
            <p:cNvPr id="80" name="Text Box 95">
              <a:extLst>
                <a:ext uri="{FF2B5EF4-FFF2-40B4-BE49-F238E27FC236}">
                  <a16:creationId xmlns:a16="http://schemas.microsoft.com/office/drawing/2014/main" id="{632B4DF7-13EC-77D3-F4CC-FA74B78D4FED}"/>
                </a:ext>
              </a:extLst>
            </p:cNvPr>
            <p:cNvSpPr txBox="1">
              <a:spLocks noChangeArrowheads="1"/>
            </p:cNvSpPr>
            <p:nvPr/>
          </p:nvSpPr>
          <p:spPr bwMode="auto">
            <a:xfrm>
              <a:off x="2607" y="3385"/>
              <a:ext cx="3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2000" baseline="-25000"/>
                <a:t>1</a:t>
              </a:r>
              <a:endParaRPr kumimoji="1" lang="en-US" altLang="zh-CN" sz="2000"/>
            </a:p>
          </p:txBody>
        </p:sp>
        <p:sp>
          <p:nvSpPr>
            <p:cNvPr id="81" name="Text Box 96">
              <a:extLst>
                <a:ext uri="{FF2B5EF4-FFF2-40B4-BE49-F238E27FC236}">
                  <a16:creationId xmlns:a16="http://schemas.microsoft.com/office/drawing/2014/main" id="{23B029E4-38CC-6FFE-D668-A4B7A8C0D64C}"/>
                </a:ext>
              </a:extLst>
            </p:cNvPr>
            <p:cNvSpPr txBox="1">
              <a:spLocks noChangeArrowheads="1"/>
            </p:cNvSpPr>
            <p:nvPr/>
          </p:nvSpPr>
          <p:spPr bwMode="auto">
            <a:xfrm>
              <a:off x="2607" y="3657"/>
              <a:ext cx="3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2000" baseline="-25000"/>
                <a:t>2</a:t>
              </a:r>
              <a:endParaRPr kumimoji="1" lang="en-US" altLang="zh-CN" sz="2000"/>
            </a:p>
          </p:txBody>
        </p:sp>
        <p:sp>
          <p:nvSpPr>
            <p:cNvPr id="82" name="Line 97">
              <a:extLst>
                <a:ext uri="{FF2B5EF4-FFF2-40B4-BE49-F238E27FC236}">
                  <a16:creationId xmlns:a16="http://schemas.microsoft.com/office/drawing/2014/main" id="{2CDBDD40-4AE3-7897-33DA-2B202FAAFA58}"/>
                </a:ext>
              </a:extLst>
            </p:cNvPr>
            <p:cNvSpPr>
              <a:spLocks noChangeShapeType="1"/>
            </p:cNvSpPr>
            <p:nvPr/>
          </p:nvSpPr>
          <p:spPr bwMode="auto">
            <a:xfrm>
              <a:off x="2947" y="4134"/>
              <a:ext cx="17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Line 98">
              <a:extLst>
                <a:ext uri="{FF2B5EF4-FFF2-40B4-BE49-F238E27FC236}">
                  <a16:creationId xmlns:a16="http://schemas.microsoft.com/office/drawing/2014/main" id="{10B0DFE0-1F23-30AE-DE0C-1515A9EE1819}"/>
                </a:ext>
              </a:extLst>
            </p:cNvPr>
            <p:cNvSpPr>
              <a:spLocks noChangeShapeType="1"/>
            </p:cNvSpPr>
            <p:nvPr/>
          </p:nvSpPr>
          <p:spPr bwMode="auto">
            <a:xfrm flipV="1">
              <a:off x="4672" y="3975"/>
              <a:ext cx="0" cy="15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Line 99">
              <a:extLst>
                <a:ext uri="{FF2B5EF4-FFF2-40B4-BE49-F238E27FC236}">
                  <a16:creationId xmlns:a16="http://schemas.microsoft.com/office/drawing/2014/main" id="{11A5BACC-2283-CF67-7E68-0C6C42A6ED88}"/>
                </a:ext>
              </a:extLst>
            </p:cNvPr>
            <p:cNvSpPr>
              <a:spLocks noChangeShapeType="1"/>
            </p:cNvSpPr>
            <p:nvPr/>
          </p:nvSpPr>
          <p:spPr bwMode="auto">
            <a:xfrm>
              <a:off x="4672" y="3975"/>
              <a:ext cx="38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 name="Line 100">
              <a:extLst>
                <a:ext uri="{FF2B5EF4-FFF2-40B4-BE49-F238E27FC236}">
                  <a16:creationId xmlns:a16="http://schemas.microsoft.com/office/drawing/2014/main" id="{389BA2BD-76EE-AD59-3693-4A6101E8610A}"/>
                </a:ext>
              </a:extLst>
            </p:cNvPr>
            <p:cNvSpPr>
              <a:spLocks noChangeShapeType="1"/>
            </p:cNvSpPr>
            <p:nvPr/>
          </p:nvSpPr>
          <p:spPr bwMode="auto">
            <a:xfrm>
              <a:off x="5057" y="4134"/>
              <a:ext cx="38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 name="Text Box 101">
              <a:extLst>
                <a:ext uri="{FF2B5EF4-FFF2-40B4-BE49-F238E27FC236}">
                  <a16:creationId xmlns:a16="http://schemas.microsoft.com/office/drawing/2014/main" id="{54009EE4-E633-5E02-4495-C0177D0F50CD}"/>
                </a:ext>
              </a:extLst>
            </p:cNvPr>
            <p:cNvSpPr txBox="1">
              <a:spLocks noChangeArrowheads="1"/>
            </p:cNvSpPr>
            <p:nvPr/>
          </p:nvSpPr>
          <p:spPr bwMode="auto">
            <a:xfrm>
              <a:off x="2623" y="3929"/>
              <a:ext cx="25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C</a:t>
              </a:r>
            </a:p>
          </p:txBody>
        </p:sp>
        <p:sp>
          <p:nvSpPr>
            <p:cNvPr id="87" name="Line 102">
              <a:extLst>
                <a:ext uri="{FF2B5EF4-FFF2-40B4-BE49-F238E27FC236}">
                  <a16:creationId xmlns:a16="http://schemas.microsoft.com/office/drawing/2014/main" id="{CE79FEA3-2CE6-655D-951D-1E2770CAFC09}"/>
                </a:ext>
              </a:extLst>
            </p:cNvPr>
            <p:cNvSpPr>
              <a:spLocks noChangeShapeType="1"/>
            </p:cNvSpPr>
            <p:nvPr/>
          </p:nvSpPr>
          <p:spPr bwMode="auto">
            <a:xfrm>
              <a:off x="5125" y="3725"/>
              <a:ext cx="0" cy="156"/>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 name="Line 103">
              <a:extLst>
                <a:ext uri="{FF2B5EF4-FFF2-40B4-BE49-F238E27FC236}">
                  <a16:creationId xmlns:a16="http://schemas.microsoft.com/office/drawing/2014/main" id="{D1A1E690-128A-47FC-9DD4-A61DAEECA662}"/>
                </a:ext>
              </a:extLst>
            </p:cNvPr>
            <p:cNvSpPr>
              <a:spLocks noChangeShapeType="1"/>
            </p:cNvSpPr>
            <p:nvPr/>
          </p:nvSpPr>
          <p:spPr bwMode="auto">
            <a:xfrm>
              <a:off x="5057" y="3453"/>
              <a:ext cx="0" cy="156"/>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 name="Line 104">
              <a:extLst>
                <a:ext uri="{FF2B5EF4-FFF2-40B4-BE49-F238E27FC236}">
                  <a16:creationId xmlns:a16="http://schemas.microsoft.com/office/drawing/2014/main" id="{387714CF-4340-3AD2-F1A8-763BB06BF11D}"/>
                </a:ext>
              </a:extLst>
            </p:cNvPr>
            <p:cNvSpPr>
              <a:spLocks noChangeShapeType="1"/>
            </p:cNvSpPr>
            <p:nvPr/>
          </p:nvSpPr>
          <p:spPr bwMode="auto">
            <a:xfrm>
              <a:off x="5057" y="3975"/>
              <a:ext cx="0" cy="1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Line 105">
              <a:extLst>
                <a:ext uri="{FF2B5EF4-FFF2-40B4-BE49-F238E27FC236}">
                  <a16:creationId xmlns:a16="http://schemas.microsoft.com/office/drawing/2014/main" id="{CC1514BC-85A9-B5D0-DAC7-98EB997E9BD5}"/>
                </a:ext>
              </a:extLst>
            </p:cNvPr>
            <p:cNvSpPr>
              <a:spLocks noChangeShapeType="1"/>
            </p:cNvSpPr>
            <p:nvPr/>
          </p:nvSpPr>
          <p:spPr bwMode="auto">
            <a:xfrm>
              <a:off x="5125" y="3339"/>
              <a:ext cx="319" cy="0"/>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Line 106">
              <a:extLst>
                <a:ext uri="{FF2B5EF4-FFF2-40B4-BE49-F238E27FC236}">
                  <a16:creationId xmlns:a16="http://schemas.microsoft.com/office/drawing/2014/main" id="{C7334D97-A425-86A6-7865-DA1EB3AB5F78}"/>
                </a:ext>
              </a:extLst>
            </p:cNvPr>
            <p:cNvSpPr>
              <a:spLocks noChangeShapeType="1"/>
            </p:cNvSpPr>
            <p:nvPr/>
          </p:nvSpPr>
          <p:spPr bwMode="auto">
            <a:xfrm>
              <a:off x="5057" y="3725"/>
              <a:ext cx="71" cy="0"/>
            </a:xfrm>
            <a:prstGeom prst="line">
              <a:avLst/>
            </a:prstGeom>
            <a:noFill/>
            <a:ln w="57150">
              <a:solidFill>
                <a:srgbClr val="FF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 name="Line 107">
              <a:extLst>
                <a:ext uri="{FF2B5EF4-FFF2-40B4-BE49-F238E27FC236}">
                  <a16:creationId xmlns:a16="http://schemas.microsoft.com/office/drawing/2014/main" id="{8C3BA58B-35C9-5E58-4F25-6E444AED903A}"/>
                </a:ext>
              </a:extLst>
            </p:cNvPr>
            <p:cNvSpPr>
              <a:spLocks noChangeShapeType="1"/>
            </p:cNvSpPr>
            <p:nvPr/>
          </p:nvSpPr>
          <p:spPr bwMode="auto">
            <a:xfrm>
              <a:off x="5125" y="3456"/>
              <a:ext cx="0" cy="156"/>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 name="Line 108">
              <a:extLst>
                <a:ext uri="{FF2B5EF4-FFF2-40B4-BE49-F238E27FC236}">
                  <a16:creationId xmlns:a16="http://schemas.microsoft.com/office/drawing/2014/main" id="{7D532E03-E11C-B605-B975-43C86DAE4FD0}"/>
                </a:ext>
              </a:extLst>
            </p:cNvPr>
            <p:cNvSpPr>
              <a:spLocks noChangeShapeType="1"/>
            </p:cNvSpPr>
            <p:nvPr/>
          </p:nvSpPr>
          <p:spPr bwMode="auto">
            <a:xfrm>
              <a:off x="5057" y="3339"/>
              <a:ext cx="71" cy="0"/>
            </a:xfrm>
            <a:prstGeom prst="line">
              <a:avLst/>
            </a:prstGeom>
            <a:noFill/>
            <a:ln w="57150">
              <a:solidFill>
                <a:srgbClr val="FF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 name="Line 109">
              <a:extLst>
                <a:ext uri="{FF2B5EF4-FFF2-40B4-BE49-F238E27FC236}">
                  <a16:creationId xmlns:a16="http://schemas.microsoft.com/office/drawing/2014/main" id="{167D0F7D-FD39-4047-2AA7-4E62A01DD62A}"/>
                </a:ext>
              </a:extLst>
            </p:cNvPr>
            <p:cNvSpPr>
              <a:spLocks noChangeShapeType="1"/>
            </p:cNvSpPr>
            <p:nvPr/>
          </p:nvSpPr>
          <p:spPr bwMode="auto">
            <a:xfrm>
              <a:off x="5057" y="3453"/>
              <a:ext cx="71" cy="0"/>
            </a:xfrm>
            <a:prstGeom prst="line">
              <a:avLst/>
            </a:prstGeom>
            <a:noFill/>
            <a:ln w="57150">
              <a:solidFill>
                <a:srgbClr val="FF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1" name="Text Box 111">
            <a:extLst>
              <a:ext uri="{FF2B5EF4-FFF2-40B4-BE49-F238E27FC236}">
                <a16:creationId xmlns:a16="http://schemas.microsoft.com/office/drawing/2014/main" id="{C9214298-01BB-C626-382F-DA5212FCEF21}"/>
              </a:ext>
            </a:extLst>
          </p:cNvPr>
          <p:cNvSpPr txBox="1">
            <a:spLocks noChangeArrowheads="1"/>
          </p:cNvSpPr>
          <p:nvPr/>
        </p:nvSpPr>
        <p:spPr bwMode="auto">
          <a:xfrm>
            <a:off x="5613374" y="2774413"/>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PE</a:t>
            </a:r>
          </a:p>
        </p:txBody>
      </p:sp>
      <p:sp>
        <p:nvSpPr>
          <p:cNvPr id="102" name="Rectangle 112">
            <a:extLst>
              <a:ext uri="{FF2B5EF4-FFF2-40B4-BE49-F238E27FC236}">
                <a16:creationId xmlns:a16="http://schemas.microsoft.com/office/drawing/2014/main" id="{C0435771-AC5D-BCDA-C0DF-8DC73DA9642A}"/>
              </a:ext>
            </a:extLst>
          </p:cNvPr>
          <p:cNvSpPr>
            <a:spLocks noChangeArrowheads="1"/>
          </p:cNvSpPr>
          <p:nvPr/>
        </p:nvSpPr>
        <p:spPr bwMode="auto">
          <a:xfrm>
            <a:off x="5602261" y="2012413"/>
            <a:ext cx="2808288" cy="1219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endParaRPr kumimoji="1" lang="zh-CN" altLang="en-US" sz="2400" b="0"/>
          </a:p>
        </p:txBody>
      </p:sp>
      <p:sp>
        <p:nvSpPr>
          <p:cNvPr id="103" name="Line 113">
            <a:extLst>
              <a:ext uri="{FF2B5EF4-FFF2-40B4-BE49-F238E27FC236}">
                <a16:creationId xmlns:a16="http://schemas.microsoft.com/office/drawing/2014/main" id="{65CEF92E-DEE6-A4CA-0F9F-1BE5D693FFB7}"/>
              </a:ext>
            </a:extLst>
          </p:cNvPr>
          <p:cNvSpPr>
            <a:spLocks noChangeShapeType="1"/>
          </p:cNvSpPr>
          <p:nvPr/>
        </p:nvSpPr>
        <p:spPr bwMode="auto">
          <a:xfrm flipV="1">
            <a:off x="8734399" y="2318801"/>
            <a:ext cx="0" cy="301625"/>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Line 114">
            <a:extLst>
              <a:ext uri="{FF2B5EF4-FFF2-40B4-BE49-F238E27FC236}">
                <a16:creationId xmlns:a16="http://schemas.microsoft.com/office/drawing/2014/main" id="{4C783464-FAD3-0F42-3C39-28070964DAA2}"/>
              </a:ext>
            </a:extLst>
          </p:cNvPr>
          <p:cNvSpPr>
            <a:spLocks noChangeShapeType="1"/>
          </p:cNvSpPr>
          <p:nvPr/>
        </p:nvSpPr>
        <p:spPr bwMode="auto">
          <a:xfrm flipV="1">
            <a:off x="6719861" y="950376"/>
            <a:ext cx="0" cy="10572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Line 115">
            <a:extLst>
              <a:ext uri="{FF2B5EF4-FFF2-40B4-BE49-F238E27FC236}">
                <a16:creationId xmlns:a16="http://schemas.microsoft.com/office/drawing/2014/main" id="{3EFDAE4B-895B-A8A6-E696-7B45CAF00631}"/>
              </a:ext>
            </a:extLst>
          </p:cNvPr>
          <p:cNvSpPr>
            <a:spLocks noChangeShapeType="1"/>
          </p:cNvSpPr>
          <p:nvPr/>
        </p:nvSpPr>
        <p:spPr bwMode="auto">
          <a:xfrm flipV="1">
            <a:off x="7143724" y="950376"/>
            <a:ext cx="0" cy="10572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 name="Line 116">
            <a:extLst>
              <a:ext uri="{FF2B5EF4-FFF2-40B4-BE49-F238E27FC236}">
                <a16:creationId xmlns:a16="http://schemas.microsoft.com/office/drawing/2014/main" id="{A99CB56E-73C1-DD44-4506-BD903D9C6E0D}"/>
              </a:ext>
            </a:extLst>
          </p:cNvPr>
          <p:cNvSpPr>
            <a:spLocks noChangeShapeType="1"/>
          </p:cNvSpPr>
          <p:nvPr/>
        </p:nvSpPr>
        <p:spPr bwMode="auto">
          <a:xfrm flipV="1">
            <a:off x="7535836" y="950376"/>
            <a:ext cx="0" cy="10572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 name="Line 117">
            <a:extLst>
              <a:ext uri="{FF2B5EF4-FFF2-40B4-BE49-F238E27FC236}">
                <a16:creationId xmlns:a16="http://schemas.microsoft.com/office/drawing/2014/main" id="{E28C0084-0A3A-1CCF-D871-667D535F733E}"/>
              </a:ext>
            </a:extLst>
          </p:cNvPr>
          <p:cNvSpPr>
            <a:spLocks noChangeShapeType="1"/>
          </p:cNvSpPr>
          <p:nvPr/>
        </p:nvSpPr>
        <p:spPr bwMode="auto">
          <a:xfrm flipV="1">
            <a:off x="6321399" y="3239551"/>
            <a:ext cx="0" cy="555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 name="Line 118">
            <a:extLst>
              <a:ext uri="{FF2B5EF4-FFF2-40B4-BE49-F238E27FC236}">
                <a16:creationId xmlns:a16="http://schemas.microsoft.com/office/drawing/2014/main" id="{67FAED57-23B6-E9A6-0C2B-67A4CBBA919E}"/>
              </a:ext>
            </a:extLst>
          </p:cNvPr>
          <p:cNvSpPr>
            <a:spLocks noChangeShapeType="1"/>
          </p:cNvSpPr>
          <p:nvPr/>
        </p:nvSpPr>
        <p:spPr bwMode="auto">
          <a:xfrm flipV="1">
            <a:off x="6719861" y="3233201"/>
            <a:ext cx="0" cy="301625"/>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 name="Line 119">
            <a:extLst>
              <a:ext uri="{FF2B5EF4-FFF2-40B4-BE49-F238E27FC236}">
                <a16:creationId xmlns:a16="http://schemas.microsoft.com/office/drawing/2014/main" id="{2B6D8606-7C9A-38BA-9332-942E3A61888B}"/>
              </a:ext>
            </a:extLst>
          </p:cNvPr>
          <p:cNvSpPr>
            <a:spLocks noChangeShapeType="1"/>
          </p:cNvSpPr>
          <p:nvPr/>
        </p:nvSpPr>
        <p:spPr bwMode="auto">
          <a:xfrm flipV="1">
            <a:off x="7143724" y="3233201"/>
            <a:ext cx="0" cy="301625"/>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 name="Line 120">
            <a:extLst>
              <a:ext uri="{FF2B5EF4-FFF2-40B4-BE49-F238E27FC236}">
                <a16:creationId xmlns:a16="http://schemas.microsoft.com/office/drawing/2014/main" id="{1D61A4C4-2399-1906-A4A0-5208FE7A7076}"/>
              </a:ext>
            </a:extLst>
          </p:cNvPr>
          <p:cNvSpPr>
            <a:spLocks noChangeShapeType="1"/>
          </p:cNvSpPr>
          <p:nvPr/>
        </p:nvSpPr>
        <p:spPr bwMode="auto">
          <a:xfrm flipV="1">
            <a:off x="7535836" y="3233201"/>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 name="Line 121">
            <a:extLst>
              <a:ext uri="{FF2B5EF4-FFF2-40B4-BE49-F238E27FC236}">
                <a16:creationId xmlns:a16="http://schemas.microsoft.com/office/drawing/2014/main" id="{F6BE1C7C-EE21-7CB5-47B7-D0F486CF2C1A}"/>
              </a:ext>
            </a:extLst>
          </p:cNvPr>
          <p:cNvSpPr>
            <a:spLocks noChangeShapeType="1"/>
          </p:cNvSpPr>
          <p:nvPr/>
        </p:nvSpPr>
        <p:spPr bwMode="auto">
          <a:xfrm>
            <a:off x="8429599" y="2317213"/>
            <a:ext cx="6286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 name="Line 122">
            <a:extLst>
              <a:ext uri="{FF2B5EF4-FFF2-40B4-BE49-F238E27FC236}">
                <a16:creationId xmlns:a16="http://schemas.microsoft.com/office/drawing/2014/main" id="{857C1521-0B3A-CFEB-A316-9F8D78B2CD2E}"/>
              </a:ext>
            </a:extLst>
          </p:cNvPr>
          <p:cNvSpPr>
            <a:spLocks noChangeShapeType="1"/>
          </p:cNvSpPr>
          <p:nvPr/>
        </p:nvSpPr>
        <p:spPr bwMode="auto">
          <a:xfrm>
            <a:off x="8429599" y="2622013"/>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 name="Line 123">
            <a:extLst>
              <a:ext uri="{FF2B5EF4-FFF2-40B4-BE49-F238E27FC236}">
                <a16:creationId xmlns:a16="http://schemas.microsoft.com/office/drawing/2014/main" id="{0D51434B-5EC6-07AA-D38F-512EC279F23C}"/>
              </a:ext>
            </a:extLst>
          </p:cNvPr>
          <p:cNvSpPr>
            <a:spLocks noChangeShapeType="1"/>
          </p:cNvSpPr>
          <p:nvPr/>
        </p:nvSpPr>
        <p:spPr bwMode="auto">
          <a:xfrm>
            <a:off x="8429599" y="2926813"/>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 name="Line 124">
            <a:extLst>
              <a:ext uri="{FF2B5EF4-FFF2-40B4-BE49-F238E27FC236}">
                <a16:creationId xmlns:a16="http://schemas.microsoft.com/office/drawing/2014/main" id="{B020F0E2-A9C1-E1ED-DB21-B21C0745812A}"/>
              </a:ext>
            </a:extLst>
          </p:cNvPr>
          <p:cNvSpPr>
            <a:spLocks noChangeShapeType="1"/>
          </p:cNvSpPr>
          <p:nvPr/>
        </p:nvSpPr>
        <p:spPr bwMode="auto">
          <a:xfrm>
            <a:off x="4916461" y="2622013"/>
            <a:ext cx="6715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 name="Line 125">
            <a:extLst>
              <a:ext uri="{FF2B5EF4-FFF2-40B4-BE49-F238E27FC236}">
                <a16:creationId xmlns:a16="http://schemas.microsoft.com/office/drawing/2014/main" id="{88C5867D-6FE9-8562-5948-66343AED5DF5}"/>
              </a:ext>
            </a:extLst>
          </p:cNvPr>
          <p:cNvSpPr>
            <a:spLocks noChangeShapeType="1"/>
          </p:cNvSpPr>
          <p:nvPr/>
        </p:nvSpPr>
        <p:spPr bwMode="auto">
          <a:xfrm>
            <a:off x="5181574" y="2926813"/>
            <a:ext cx="406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 name="Text Box 126">
            <a:extLst>
              <a:ext uri="{FF2B5EF4-FFF2-40B4-BE49-F238E27FC236}">
                <a16:creationId xmlns:a16="http://schemas.microsoft.com/office/drawing/2014/main" id="{92663339-E3A5-AB7C-8310-AB643F6C3FD6}"/>
              </a:ext>
            </a:extLst>
          </p:cNvPr>
          <p:cNvSpPr txBox="1">
            <a:spLocks noChangeArrowheads="1"/>
          </p:cNvSpPr>
          <p:nvPr/>
        </p:nvSpPr>
        <p:spPr bwMode="auto">
          <a:xfrm>
            <a:off x="6135661" y="1936213"/>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Q</a:t>
            </a:r>
            <a:r>
              <a:rPr kumimoji="1" lang="en-US" altLang="zh-CN" sz="1600" b="0"/>
              <a:t>3</a:t>
            </a:r>
            <a:r>
              <a:rPr kumimoji="1" lang="en-US" altLang="zh-CN" sz="2400" b="0"/>
              <a:t> Q</a:t>
            </a:r>
            <a:r>
              <a:rPr kumimoji="1" lang="en-US" altLang="zh-CN" sz="1600" b="0"/>
              <a:t>2</a:t>
            </a:r>
            <a:r>
              <a:rPr kumimoji="1" lang="en-US" altLang="zh-CN" sz="2400" b="0"/>
              <a:t> Q</a:t>
            </a:r>
            <a:r>
              <a:rPr kumimoji="1" lang="en-US" altLang="zh-CN" sz="1600" b="0"/>
              <a:t>1</a:t>
            </a:r>
            <a:r>
              <a:rPr kumimoji="1" lang="en-US" altLang="zh-CN" sz="2400" b="0"/>
              <a:t> Q</a:t>
            </a:r>
            <a:r>
              <a:rPr kumimoji="1" lang="en-US" altLang="zh-CN" sz="1600" b="0"/>
              <a:t>0</a:t>
            </a:r>
            <a:endParaRPr kumimoji="1" lang="en-US" altLang="zh-CN" sz="2400" b="0"/>
          </a:p>
        </p:txBody>
      </p:sp>
      <p:sp>
        <p:nvSpPr>
          <p:cNvPr id="117" name="Text Box 127">
            <a:extLst>
              <a:ext uri="{FF2B5EF4-FFF2-40B4-BE49-F238E27FC236}">
                <a16:creationId xmlns:a16="http://schemas.microsoft.com/office/drawing/2014/main" id="{DBEDF94D-BA25-6C6D-C402-63FD786F26F8}"/>
              </a:ext>
            </a:extLst>
          </p:cNvPr>
          <p:cNvSpPr txBox="1">
            <a:spLocks noChangeArrowheads="1"/>
          </p:cNvSpPr>
          <p:nvPr/>
        </p:nvSpPr>
        <p:spPr bwMode="auto">
          <a:xfrm>
            <a:off x="5603849" y="2029876"/>
            <a:ext cx="573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TC</a:t>
            </a:r>
          </a:p>
        </p:txBody>
      </p:sp>
      <p:sp>
        <p:nvSpPr>
          <p:cNvPr id="118" name="Text Box 128">
            <a:extLst>
              <a:ext uri="{FF2B5EF4-FFF2-40B4-BE49-F238E27FC236}">
                <a16:creationId xmlns:a16="http://schemas.microsoft.com/office/drawing/2014/main" id="{71645417-6D7A-F45D-B15E-E2B42C189482}"/>
              </a:ext>
            </a:extLst>
          </p:cNvPr>
          <p:cNvSpPr txBox="1">
            <a:spLocks noChangeArrowheads="1"/>
          </p:cNvSpPr>
          <p:nvPr/>
        </p:nvSpPr>
        <p:spPr bwMode="auto">
          <a:xfrm>
            <a:off x="7667599" y="2055276"/>
            <a:ext cx="74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CEP</a:t>
            </a:r>
          </a:p>
        </p:txBody>
      </p:sp>
      <p:sp>
        <p:nvSpPr>
          <p:cNvPr id="119" name="Text Box 129">
            <a:extLst>
              <a:ext uri="{FF2B5EF4-FFF2-40B4-BE49-F238E27FC236}">
                <a16:creationId xmlns:a16="http://schemas.microsoft.com/office/drawing/2014/main" id="{45654348-F138-FFFE-DC3E-934AA75ACE40}"/>
              </a:ext>
            </a:extLst>
          </p:cNvPr>
          <p:cNvSpPr txBox="1">
            <a:spLocks noChangeArrowheads="1"/>
          </p:cNvSpPr>
          <p:nvPr/>
        </p:nvSpPr>
        <p:spPr bwMode="auto">
          <a:xfrm>
            <a:off x="7686649" y="2371188"/>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CET</a:t>
            </a:r>
          </a:p>
        </p:txBody>
      </p:sp>
      <p:sp>
        <p:nvSpPr>
          <p:cNvPr id="120" name="Text Box 130">
            <a:extLst>
              <a:ext uri="{FF2B5EF4-FFF2-40B4-BE49-F238E27FC236}">
                <a16:creationId xmlns:a16="http://schemas.microsoft.com/office/drawing/2014/main" id="{23D49EB3-B532-2F5F-0015-5C8BB298179A}"/>
              </a:ext>
            </a:extLst>
          </p:cNvPr>
          <p:cNvSpPr txBox="1">
            <a:spLocks noChangeArrowheads="1"/>
          </p:cNvSpPr>
          <p:nvPr/>
        </p:nvSpPr>
        <p:spPr bwMode="auto">
          <a:xfrm>
            <a:off x="6361086" y="2361663"/>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74x161</a:t>
            </a:r>
          </a:p>
        </p:txBody>
      </p:sp>
      <p:sp>
        <p:nvSpPr>
          <p:cNvPr id="121" name="Text Box 131">
            <a:extLst>
              <a:ext uri="{FF2B5EF4-FFF2-40B4-BE49-F238E27FC236}">
                <a16:creationId xmlns:a16="http://schemas.microsoft.com/office/drawing/2014/main" id="{374799D0-BB9D-8D36-0340-5E880B8B784E}"/>
              </a:ext>
            </a:extLst>
          </p:cNvPr>
          <p:cNvSpPr txBox="1">
            <a:spLocks noChangeArrowheads="1"/>
          </p:cNvSpPr>
          <p:nvPr/>
        </p:nvSpPr>
        <p:spPr bwMode="auto">
          <a:xfrm>
            <a:off x="5602261" y="2414051"/>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CR</a:t>
            </a:r>
          </a:p>
        </p:txBody>
      </p:sp>
      <p:sp>
        <p:nvSpPr>
          <p:cNvPr id="122" name="Text Box 134">
            <a:extLst>
              <a:ext uri="{FF2B5EF4-FFF2-40B4-BE49-F238E27FC236}">
                <a16:creationId xmlns:a16="http://schemas.microsoft.com/office/drawing/2014/main" id="{7B162820-EAA8-66E7-A3B9-4A39E617A7BA}"/>
              </a:ext>
            </a:extLst>
          </p:cNvPr>
          <p:cNvSpPr txBox="1">
            <a:spLocks noChangeArrowheads="1"/>
          </p:cNvSpPr>
          <p:nvPr/>
        </p:nvSpPr>
        <p:spPr bwMode="auto">
          <a:xfrm>
            <a:off x="6119786" y="2774413"/>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D</a:t>
            </a:r>
            <a:r>
              <a:rPr kumimoji="1" lang="en-US" altLang="zh-CN" sz="1600" b="0"/>
              <a:t>3</a:t>
            </a:r>
            <a:r>
              <a:rPr kumimoji="1" lang="en-US" altLang="zh-CN" sz="2400" b="0"/>
              <a:t> D</a:t>
            </a:r>
            <a:r>
              <a:rPr kumimoji="1" lang="en-US" altLang="zh-CN" sz="1600" b="0"/>
              <a:t>2</a:t>
            </a:r>
            <a:r>
              <a:rPr kumimoji="1" lang="en-US" altLang="zh-CN" sz="2400" b="0"/>
              <a:t> D</a:t>
            </a:r>
            <a:r>
              <a:rPr kumimoji="1" lang="en-US" altLang="zh-CN" sz="1600" b="0"/>
              <a:t>1</a:t>
            </a:r>
            <a:r>
              <a:rPr kumimoji="1" lang="en-US" altLang="zh-CN" sz="2400" b="0"/>
              <a:t> D</a:t>
            </a:r>
            <a:r>
              <a:rPr kumimoji="1" lang="en-US" altLang="zh-CN" sz="1600" b="0"/>
              <a:t>0</a:t>
            </a:r>
            <a:endParaRPr kumimoji="1" lang="en-US" altLang="zh-CN" sz="2400" b="0"/>
          </a:p>
        </p:txBody>
      </p:sp>
      <p:grpSp>
        <p:nvGrpSpPr>
          <p:cNvPr id="123" name="Group 135">
            <a:extLst>
              <a:ext uri="{FF2B5EF4-FFF2-40B4-BE49-F238E27FC236}">
                <a16:creationId xmlns:a16="http://schemas.microsoft.com/office/drawing/2014/main" id="{2A16C77B-B53E-C819-6735-CDBAE2D4C986}"/>
              </a:ext>
            </a:extLst>
          </p:cNvPr>
          <p:cNvGrpSpPr>
            <a:grpSpLocks/>
          </p:cNvGrpSpPr>
          <p:nvPr/>
        </p:nvGrpSpPr>
        <p:grpSpPr bwMode="auto">
          <a:xfrm>
            <a:off x="8266086" y="2804576"/>
            <a:ext cx="144463" cy="215900"/>
            <a:chOff x="2041" y="1638"/>
            <a:chExt cx="91" cy="182"/>
          </a:xfrm>
        </p:grpSpPr>
        <p:sp>
          <p:nvSpPr>
            <p:cNvPr id="124" name="Line 136">
              <a:extLst>
                <a:ext uri="{FF2B5EF4-FFF2-40B4-BE49-F238E27FC236}">
                  <a16:creationId xmlns:a16="http://schemas.microsoft.com/office/drawing/2014/main" id="{4DCC8620-0C84-3CAB-1C8F-6DF5C4D53CB1}"/>
                </a:ext>
              </a:extLst>
            </p:cNvPr>
            <p:cNvSpPr>
              <a:spLocks noChangeShapeType="1"/>
            </p:cNvSpPr>
            <p:nvPr/>
          </p:nvSpPr>
          <p:spPr bwMode="auto">
            <a:xfrm flipH="1">
              <a:off x="2041" y="1638"/>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 name="Line 137">
              <a:extLst>
                <a:ext uri="{FF2B5EF4-FFF2-40B4-BE49-F238E27FC236}">
                  <a16:creationId xmlns:a16="http://schemas.microsoft.com/office/drawing/2014/main" id="{C6BAB1DB-F8C3-1DF4-1F49-6B1D3B94E7C3}"/>
                </a:ext>
              </a:extLst>
            </p:cNvPr>
            <p:cNvSpPr>
              <a:spLocks noChangeShapeType="1"/>
            </p:cNvSpPr>
            <p:nvPr/>
          </p:nvSpPr>
          <p:spPr bwMode="auto">
            <a:xfrm>
              <a:off x="2041" y="1729"/>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6" name="Oval 138">
            <a:extLst>
              <a:ext uri="{FF2B5EF4-FFF2-40B4-BE49-F238E27FC236}">
                <a16:creationId xmlns:a16="http://schemas.microsoft.com/office/drawing/2014/main" id="{1156BE85-E82C-7F20-91B3-FB0F666F7C43}"/>
              </a:ext>
            </a:extLst>
          </p:cNvPr>
          <p:cNvSpPr>
            <a:spLocks noChangeArrowheads="1"/>
          </p:cNvSpPr>
          <p:nvPr/>
        </p:nvSpPr>
        <p:spPr bwMode="auto">
          <a:xfrm rot="10800000">
            <a:off x="5476849" y="2860138"/>
            <a:ext cx="125412" cy="125413"/>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27" name="Oval 139">
            <a:extLst>
              <a:ext uri="{FF2B5EF4-FFF2-40B4-BE49-F238E27FC236}">
                <a16:creationId xmlns:a16="http://schemas.microsoft.com/office/drawing/2014/main" id="{BCFFE9FF-1921-9BB5-6403-6B0F87E46E4B}"/>
              </a:ext>
            </a:extLst>
          </p:cNvPr>
          <p:cNvSpPr>
            <a:spLocks noChangeArrowheads="1"/>
          </p:cNvSpPr>
          <p:nvPr/>
        </p:nvSpPr>
        <p:spPr bwMode="auto">
          <a:xfrm rot="10800000">
            <a:off x="5476849" y="2571213"/>
            <a:ext cx="125412" cy="125413"/>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28" name="Line 140">
            <a:extLst>
              <a:ext uri="{FF2B5EF4-FFF2-40B4-BE49-F238E27FC236}">
                <a16:creationId xmlns:a16="http://schemas.microsoft.com/office/drawing/2014/main" id="{4E073472-4083-3B8B-74E7-7B8022BCED38}"/>
              </a:ext>
            </a:extLst>
          </p:cNvPr>
          <p:cNvSpPr>
            <a:spLocks noChangeShapeType="1"/>
          </p:cNvSpPr>
          <p:nvPr/>
        </p:nvSpPr>
        <p:spPr bwMode="auto">
          <a:xfrm>
            <a:off x="5853086" y="1310738"/>
            <a:ext cx="12604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 name="Line 141">
            <a:extLst>
              <a:ext uri="{FF2B5EF4-FFF2-40B4-BE49-F238E27FC236}">
                <a16:creationId xmlns:a16="http://schemas.microsoft.com/office/drawing/2014/main" id="{BEAB579D-57BE-BEA8-9300-5AB251AE1C09}"/>
              </a:ext>
            </a:extLst>
          </p:cNvPr>
          <p:cNvSpPr>
            <a:spLocks noChangeShapeType="1"/>
          </p:cNvSpPr>
          <p:nvPr/>
        </p:nvSpPr>
        <p:spPr bwMode="auto">
          <a:xfrm>
            <a:off x="5853086" y="1563151"/>
            <a:ext cx="1296988" cy="0"/>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0" name="Group 142">
            <a:extLst>
              <a:ext uri="{FF2B5EF4-FFF2-40B4-BE49-F238E27FC236}">
                <a16:creationId xmlns:a16="http://schemas.microsoft.com/office/drawing/2014/main" id="{EAA1B9BB-BA62-7699-0DB4-47D128FCA7AB}"/>
              </a:ext>
            </a:extLst>
          </p:cNvPr>
          <p:cNvGrpSpPr>
            <a:grpSpLocks/>
          </p:cNvGrpSpPr>
          <p:nvPr/>
        </p:nvGrpSpPr>
        <p:grpSpPr bwMode="auto">
          <a:xfrm>
            <a:off x="5241899" y="1166276"/>
            <a:ext cx="603250" cy="542925"/>
            <a:chOff x="929" y="2294"/>
            <a:chExt cx="380" cy="342"/>
          </a:xfrm>
        </p:grpSpPr>
        <p:sp>
          <p:nvSpPr>
            <p:cNvPr id="131" name="Oval 143">
              <a:extLst>
                <a:ext uri="{FF2B5EF4-FFF2-40B4-BE49-F238E27FC236}">
                  <a16:creationId xmlns:a16="http://schemas.microsoft.com/office/drawing/2014/main" id="{B472EF39-91F9-C198-DF41-8AA9517E93CB}"/>
                </a:ext>
              </a:extLst>
            </p:cNvPr>
            <p:cNvSpPr>
              <a:spLocks noChangeArrowheads="1"/>
            </p:cNvSpPr>
            <p:nvPr/>
          </p:nvSpPr>
          <p:spPr bwMode="auto">
            <a:xfrm rot="10800000">
              <a:off x="929" y="2432"/>
              <a:ext cx="75" cy="75"/>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32" name="AutoShape 144">
              <a:extLst>
                <a:ext uri="{FF2B5EF4-FFF2-40B4-BE49-F238E27FC236}">
                  <a16:creationId xmlns:a16="http://schemas.microsoft.com/office/drawing/2014/main" id="{81BEB97B-E42F-6CC2-1E65-1B9EC6D2658B}"/>
                </a:ext>
              </a:extLst>
            </p:cNvPr>
            <p:cNvSpPr>
              <a:spLocks noChangeArrowheads="1"/>
            </p:cNvSpPr>
            <p:nvPr/>
          </p:nvSpPr>
          <p:spPr bwMode="auto">
            <a:xfrm rot="10800000">
              <a:off x="998" y="2294"/>
              <a:ext cx="311" cy="342"/>
            </a:xfrm>
            <a:prstGeom prst="flowChartDelay">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sp>
        <p:nvSpPr>
          <p:cNvPr id="133" name="Text Box 145">
            <a:extLst>
              <a:ext uri="{FF2B5EF4-FFF2-40B4-BE49-F238E27FC236}">
                <a16:creationId xmlns:a16="http://schemas.microsoft.com/office/drawing/2014/main" id="{D86206DB-4EC5-B7F0-3BA7-2B3484064145}"/>
              </a:ext>
            </a:extLst>
          </p:cNvPr>
          <p:cNvSpPr txBox="1">
            <a:spLocks noChangeArrowheads="1"/>
          </p:cNvSpPr>
          <p:nvPr/>
        </p:nvSpPr>
        <p:spPr bwMode="auto">
          <a:xfrm>
            <a:off x="9016974" y="1237713"/>
            <a:ext cx="220662"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C</a:t>
            </a:r>
            <a:endParaRPr kumimoji="1" lang="en-US" altLang="zh-CN" sz="1600" baseline="-25000"/>
          </a:p>
        </p:txBody>
      </p:sp>
      <p:sp>
        <p:nvSpPr>
          <p:cNvPr id="134" name="Line 146">
            <a:extLst>
              <a:ext uri="{FF2B5EF4-FFF2-40B4-BE49-F238E27FC236}">
                <a16:creationId xmlns:a16="http://schemas.microsoft.com/office/drawing/2014/main" id="{CC2EC9DA-B4E8-92DE-756F-AEDEA8A1F113}"/>
              </a:ext>
            </a:extLst>
          </p:cNvPr>
          <p:cNvSpPr>
            <a:spLocks noChangeShapeType="1"/>
          </p:cNvSpPr>
          <p:nvPr/>
        </p:nvSpPr>
        <p:spPr bwMode="auto">
          <a:xfrm>
            <a:off x="4916461" y="1455201"/>
            <a:ext cx="3159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 name="Line 147">
            <a:extLst>
              <a:ext uri="{FF2B5EF4-FFF2-40B4-BE49-F238E27FC236}">
                <a16:creationId xmlns:a16="http://schemas.microsoft.com/office/drawing/2014/main" id="{8CE9EC41-43F5-09E2-7401-5057BA6B93F0}"/>
              </a:ext>
            </a:extLst>
          </p:cNvPr>
          <p:cNvSpPr>
            <a:spLocks noChangeShapeType="1"/>
          </p:cNvSpPr>
          <p:nvPr/>
        </p:nvSpPr>
        <p:spPr bwMode="auto">
          <a:xfrm rot="10800000">
            <a:off x="7545361" y="1564738"/>
            <a:ext cx="431800" cy="0"/>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 name="Line 148">
            <a:extLst>
              <a:ext uri="{FF2B5EF4-FFF2-40B4-BE49-F238E27FC236}">
                <a16:creationId xmlns:a16="http://schemas.microsoft.com/office/drawing/2014/main" id="{581228C4-21BB-49CF-F21B-53017454E5E4}"/>
              </a:ext>
            </a:extLst>
          </p:cNvPr>
          <p:cNvSpPr>
            <a:spLocks noChangeShapeType="1"/>
          </p:cNvSpPr>
          <p:nvPr/>
        </p:nvSpPr>
        <p:spPr bwMode="auto">
          <a:xfrm rot="10800000">
            <a:off x="6716686" y="1312326"/>
            <a:ext cx="1260475" cy="0"/>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 name="AutoShape 149">
            <a:extLst>
              <a:ext uri="{FF2B5EF4-FFF2-40B4-BE49-F238E27FC236}">
                <a16:creationId xmlns:a16="http://schemas.microsoft.com/office/drawing/2014/main" id="{5DBA0D57-1F9F-A7B2-D5C7-A208037E9F07}"/>
              </a:ext>
            </a:extLst>
          </p:cNvPr>
          <p:cNvSpPr>
            <a:spLocks noChangeArrowheads="1"/>
          </p:cNvSpPr>
          <p:nvPr/>
        </p:nvSpPr>
        <p:spPr bwMode="auto">
          <a:xfrm>
            <a:off x="7985099" y="1164688"/>
            <a:ext cx="493712" cy="542925"/>
          </a:xfrm>
          <a:prstGeom prst="flowChartDelay">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38" name="Line 150">
            <a:extLst>
              <a:ext uri="{FF2B5EF4-FFF2-40B4-BE49-F238E27FC236}">
                <a16:creationId xmlns:a16="http://schemas.microsoft.com/office/drawing/2014/main" id="{37354D3D-3E26-71D6-8437-1109EEB4E4B9}"/>
              </a:ext>
            </a:extLst>
          </p:cNvPr>
          <p:cNvSpPr>
            <a:spLocks noChangeShapeType="1"/>
          </p:cNvSpPr>
          <p:nvPr/>
        </p:nvSpPr>
        <p:spPr bwMode="auto">
          <a:xfrm rot="10800000">
            <a:off x="8481986" y="1418688"/>
            <a:ext cx="431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 name="Line 151">
            <a:extLst>
              <a:ext uri="{FF2B5EF4-FFF2-40B4-BE49-F238E27FC236}">
                <a16:creationId xmlns:a16="http://schemas.microsoft.com/office/drawing/2014/main" id="{0ADCB27D-1786-CB44-FC78-E358669D7B21}"/>
              </a:ext>
            </a:extLst>
          </p:cNvPr>
          <p:cNvSpPr>
            <a:spLocks noChangeShapeType="1"/>
          </p:cNvSpPr>
          <p:nvPr/>
        </p:nvSpPr>
        <p:spPr bwMode="auto">
          <a:xfrm flipV="1">
            <a:off x="4916461" y="1455201"/>
            <a:ext cx="0" cy="1187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 name="Text Box 152">
            <a:extLst>
              <a:ext uri="{FF2B5EF4-FFF2-40B4-BE49-F238E27FC236}">
                <a16:creationId xmlns:a16="http://schemas.microsoft.com/office/drawing/2014/main" id="{DE2AB7C8-8AF3-B41B-1F7C-94F40BAE241A}"/>
              </a:ext>
            </a:extLst>
          </p:cNvPr>
          <p:cNvSpPr txBox="1">
            <a:spLocks noChangeArrowheads="1"/>
          </p:cNvSpPr>
          <p:nvPr/>
        </p:nvSpPr>
        <p:spPr bwMode="auto">
          <a:xfrm>
            <a:off x="8805836" y="2750601"/>
            <a:ext cx="53975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CP</a:t>
            </a:r>
            <a:endParaRPr kumimoji="1" lang="en-US" altLang="zh-CN" sz="1600" baseline="-25000"/>
          </a:p>
        </p:txBody>
      </p:sp>
      <p:sp>
        <p:nvSpPr>
          <p:cNvPr id="141" name="Text Box 153">
            <a:extLst>
              <a:ext uri="{FF2B5EF4-FFF2-40B4-BE49-F238E27FC236}">
                <a16:creationId xmlns:a16="http://schemas.microsoft.com/office/drawing/2014/main" id="{48428055-3F85-076B-E88B-F581F1E0CA9E}"/>
              </a:ext>
            </a:extLst>
          </p:cNvPr>
          <p:cNvSpPr txBox="1">
            <a:spLocks noChangeArrowheads="1"/>
          </p:cNvSpPr>
          <p:nvPr/>
        </p:nvSpPr>
        <p:spPr bwMode="auto">
          <a:xfrm>
            <a:off x="9131274" y="2134651"/>
            <a:ext cx="142875"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1</a:t>
            </a:r>
            <a:endParaRPr kumimoji="1" lang="en-US" altLang="zh-CN" sz="2400" baseline="-25000"/>
          </a:p>
        </p:txBody>
      </p:sp>
      <p:sp>
        <p:nvSpPr>
          <p:cNvPr id="142" name="Line 154">
            <a:extLst>
              <a:ext uri="{FF2B5EF4-FFF2-40B4-BE49-F238E27FC236}">
                <a16:creationId xmlns:a16="http://schemas.microsoft.com/office/drawing/2014/main" id="{3BB89E29-AABE-8161-08F8-047121877EF9}"/>
              </a:ext>
            </a:extLst>
          </p:cNvPr>
          <p:cNvSpPr>
            <a:spLocks noChangeShapeType="1"/>
          </p:cNvSpPr>
          <p:nvPr/>
        </p:nvSpPr>
        <p:spPr bwMode="auto">
          <a:xfrm>
            <a:off x="6321399" y="3542763"/>
            <a:ext cx="1223962" cy="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 name="Line 155">
            <a:extLst>
              <a:ext uri="{FF2B5EF4-FFF2-40B4-BE49-F238E27FC236}">
                <a16:creationId xmlns:a16="http://schemas.microsoft.com/office/drawing/2014/main" id="{8A2F4554-DAE3-F71E-BAD1-7DA2B1B1F94A}"/>
              </a:ext>
            </a:extLst>
          </p:cNvPr>
          <p:cNvSpPr>
            <a:spLocks noChangeShapeType="1"/>
          </p:cNvSpPr>
          <p:nvPr/>
        </p:nvSpPr>
        <p:spPr bwMode="auto">
          <a:xfrm>
            <a:off x="6181548" y="3794499"/>
            <a:ext cx="28892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 name="Text Box 156">
            <a:extLst>
              <a:ext uri="{FF2B5EF4-FFF2-40B4-BE49-F238E27FC236}">
                <a16:creationId xmlns:a16="http://schemas.microsoft.com/office/drawing/2014/main" id="{8B0C190E-F669-AF12-1992-D7B4252E3EFE}"/>
              </a:ext>
            </a:extLst>
          </p:cNvPr>
          <p:cNvSpPr txBox="1">
            <a:spLocks noChangeArrowheads="1"/>
          </p:cNvSpPr>
          <p:nvPr/>
        </p:nvSpPr>
        <p:spPr bwMode="auto">
          <a:xfrm>
            <a:off x="4881536" y="2787113"/>
            <a:ext cx="1428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1</a:t>
            </a:r>
            <a:endParaRPr kumimoji="1" lang="en-US" altLang="zh-CN" sz="2400" baseline="-25000"/>
          </a:p>
        </p:txBody>
      </p:sp>
      <p:sp>
        <p:nvSpPr>
          <p:cNvPr id="145" name="Text Box 157">
            <a:extLst>
              <a:ext uri="{FF2B5EF4-FFF2-40B4-BE49-F238E27FC236}">
                <a16:creationId xmlns:a16="http://schemas.microsoft.com/office/drawing/2014/main" id="{95BE1D83-A46F-0033-FDB1-E595795D1198}"/>
              </a:ext>
            </a:extLst>
          </p:cNvPr>
          <p:cNvSpPr txBox="1">
            <a:spLocks noChangeArrowheads="1"/>
          </p:cNvSpPr>
          <p:nvPr/>
        </p:nvSpPr>
        <p:spPr bwMode="auto">
          <a:xfrm>
            <a:off x="6483324" y="440788"/>
            <a:ext cx="1350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Q</a:t>
            </a:r>
            <a:r>
              <a:rPr kumimoji="1" lang="en-US" altLang="zh-CN" sz="1600"/>
              <a:t>2</a:t>
            </a:r>
            <a:r>
              <a:rPr kumimoji="1" lang="en-US" altLang="zh-CN" sz="2400"/>
              <a:t> Q</a:t>
            </a:r>
            <a:r>
              <a:rPr kumimoji="1" lang="en-US" altLang="zh-CN" sz="1600"/>
              <a:t>1</a:t>
            </a:r>
            <a:r>
              <a:rPr kumimoji="1" lang="en-US" altLang="zh-CN" sz="2400"/>
              <a:t> Q</a:t>
            </a:r>
            <a:r>
              <a:rPr kumimoji="1" lang="en-US" altLang="zh-CN" sz="1600"/>
              <a:t>0</a:t>
            </a:r>
            <a:endParaRPr kumimoji="1" lang="en-US" altLang="zh-CN" sz="2400"/>
          </a:p>
        </p:txBody>
      </p:sp>
      <p:sp>
        <p:nvSpPr>
          <p:cNvPr id="146" name="Text Box 158">
            <a:extLst>
              <a:ext uri="{FF2B5EF4-FFF2-40B4-BE49-F238E27FC236}">
                <a16:creationId xmlns:a16="http://schemas.microsoft.com/office/drawing/2014/main" id="{104F58D5-8879-DB76-D480-9295E520EE2D}"/>
              </a:ext>
            </a:extLst>
          </p:cNvPr>
          <p:cNvSpPr txBox="1">
            <a:spLocks noChangeArrowheads="1"/>
          </p:cNvSpPr>
          <p:nvPr/>
        </p:nvSpPr>
        <p:spPr bwMode="auto">
          <a:xfrm>
            <a:off x="8075586" y="1286926"/>
            <a:ext cx="2984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000"/>
              <a:t>G</a:t>
            </a:r>
            <a:r>
              <a:rPr kumimoji="1" lang="en-US" altLang="zh-CN" sz="1600"/>
              <a:t>1</a:t>
            </a:r>
            <a:endParaRPr kumimoji="1" lang="en-US" altLang="zh-CN" sz="1000" baseline="-25000"/>
          </a:p>
        </p:txBody>
      </p:sp>
      <p:sp>
        <p:nvSpPr>
          <p:cNvPr id="147" name="Text Box 159">
            <a:extLst>
              <a:ext uri="{FF2B5EF4-FFF2-40B4-BE49-F238E27FC236}">
                <a16:creationId xmlns:a16="http://schemas.microsoft.com/office/drawing/2014/main" id="{5C8AB5BD-604A-D96E-2D34-AD23DC373CCC}"/>
              </a:ext>
            </a:extLst>
          </p:cNvPr>
          <p:cNvSpPr txBox="1">
            <a:spLocks noChangeArrowheads="1"/>
          </p:cNvSpPr>
          <p:nvPr/>
        </p:nvSpPr>
        <p:spPr bwMode="auto">
          <a:xfrm>
            <a:off x="5457799" y="1288513"/>
            <a:ext cx="2984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000"/>
              <a:t>G</a:t>
            </a:r>
            <a:r>
              <a:rPr kumimoji="1" lang="en-US" altLang="zh-CN" sz="1600"/>
              <a:t>2</a:t>
            </a:r>
            <a:endParaRPr kumimoji="1" lang="en-US" altLang="zh-CN" sz="1000" baseline="-25000"/>
          </a:p>
        </p:txBody>
      </p:sp>
      <p:sp>
        <p:nvSpPr>
          <p:cNvPr id="148" name="Line 160">
            <a:extLst>
              <a:ext uri="{FF2B5EF4-FFF2-40B4-BE49-F238E27FC236}">
                <a16:creationId xmlns:a16="http://schemas.microsoft.com/office/drawing/2014/main" id="{4D05F7F6-5CE7-90E1-47CE-73D010D691B9}"/>
              </a:ext>
            </a:extLst>
          </p:cNvPr>
          <p:cNvSpPr>
            <a:spLocks noChangeShapeType="1"/>
          </p:cNvSpPr>
          <p:nvPr/>
        </p:nvSpPr>
        <p:spPr bwMode="auto">
          <a:xfrm>
            <a:off x="4846611" y="986888"/>
            <a:ext cx="1809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 name="Line 161">
            <a:extLst>
              <a:ext uri="{FF2B5EF4-FFF2-40B4-BE49-F238E27FC236}">
                <a16:creationId xmlns:a16="http://schemas.microsoft.com/office/drawing/2014/main" id="{189F1C30-CF9D-F648-22D4-0999835DB7D0}"/>
              </a:ext>
            </a:extLst>
          </p:cNvPr>
          <p:cNvSpPr>
            <a:spLocks noChangeShapeType="1"/>
          </p:cNvSpPr>
          <p:nvPr/>
        </p:nvSpPr>
        <p:spPr bwMode="auto">
          <a:xfrm rot="5400000">
            <a:off x="4901379" y="1113095"/>
            <a:ext cx="252413" cy="0"/>
          </a:xfrm>
          <a:prstGeom prst="line">
            <a:avLst/>
          </a:prstGeom>
          <a:noFill/>
          <a:ln w="28575">
            <a:solidFill>
              <a:srgbClr val="FF3300"/>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 name="Line 162">
            <a:extLst>
              <a:ext uri="{FF2B5EF4-FFF2-40B4-BE49-F238E27FC236}">
                <a16:creationId xmlns:a16="http://schemas.microsoft.com/office/drawing/2014/main" id="{7DD7B795-F3F2-5725-42BF-C6EC2CA0F2D3}"/>
              </a:ext>
            </a:extLst>
          </p:cNvPr>
          <p:cNvSpPr>
            <a:spLocks noChangeShapeType="1"/>
          </p:cNvSpPr>
          <p:nvPr/>
        </p:nvSpPr>
        <p:spPr bwMode="auto">
          <a:xfrm>
            <a:off x="5135536" y="986888"/>
            <a:ext cx="1809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1" name="Line 163">
            <a:extLst>
              <a:ext uri="{FF2B5EF4-FFF2-40B4-BE49-F238E27FC236}">
                <a16:creationId xmlns:a16="http://schemas.microsoft.com/office/drawing/2014/main" id="{C3D6F0CB-CAFC-7134-97E4-773AF62323E8}"/>
              </a:ext>
            </a:extLst>
          </p:cNvPr>
          <p:cNvSpPr>
            <a:spLocks noChangeShapeType="1"/>
          </p:cNvSpPr>
          <p:nvPr/>
        </p:nvSpPr>
        <p:spPr bwMode="auto">
          <a:xfrm rot="5400000">
            <a:off x="5009329" y="1113095"/>
            <a:ext cx="252413" cy="0"/>
          </a:xfrm>
          <a:prstGeom prst="line">
            <a:avLst/>
          </a:prstGeom>
          <a:noFill/>
          <a:ln w="28575">
            <a:solidFill>
              <a:srgbClr val="FF3300"/>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 name="Line 164">
            <a:extLst>
              <a:ext uri="{FF2B5EF4-FFF2-40B4-BE49-F238E27FC236}">
                <a16:creationId xmlns:a16="http://schemas.microsoft.com/office/drawing/2014/main" id="{4CE8CEFC-1C3F-4B2B-8B11-0E0FA32DE6CF}"/>
              </a:ext>
            </a:extLst>
          </p:cNvPr>
          <p:cNvSpPr>
            <a:spLocks noChangeShapeType="1"/>
          </p:cNvSpPr>
          <p:nvPr/>
        </p:nvSpPr>
        <p:spPr bwMode="auto">
          <a:xfrm>
            <a:off x="5027586" y="1239301"/>
            <a:ext cx="107950"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 name="Oval 16">
            <a:extLst>
              <a:ext uri="{FF2B5EF4-FFF2-40B4-BE49-F238E27FC236}">
                <a16:creationId xmlns:a16="http://schemas.microsoft.com/office/drawing/2014/main" id="{942D9C5D-D4B5-6BA9-8C88-C90443BED313}"/>
              </a:ext>
            </a:extLst>
          </p:cNvPr>
          <p:cNvSpPr>
            <a:spLocks noChangeArrowheads="1"/>
          </p:cNvSpPr>
          <p:nvPr/>
        </p:nvSpPr>
        <p:spPr bwMode="auto">
          <a:xfrm>
            <a:off x="671006" y="5747177"/>
            <a:ext cx="503238" cy="503238"/>
          </a:xfrm>
          <a:prstGeom prst="ellipse">
            <a:avLst/>
          </a:prstGeom>
          <a:solidFill>
            <a:schemeClr val="bg1"/>
          </a:solidFill>
          <a:ln w="28575">
            <a:solidFill>
              <a:schemeClr val="bg2"/>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dirty="0">
                <a:solidFill>
                  <a:schemeClr val="bg2"/>
                </a:solidFill>
              </a:rPr>
              <a:t>1110</a:t>
            </a:r>
          </a:p>
        </p:txBody>
      </p:sp>
      <p:sp>
        <p:nvSpPr>
          <p:cNvPr id="154" name="Oval 16">
            <a:extLst>
              <a:ext uri="{FF2B5EF4-FFF2-40B4-BE49-F238E27FC236}">
                <a16:creationId xmlns:a16="http://schemas.microsoft.com/office/drawing/2014/main" id="{D4779E5D-FEA9-C1B2-4951-02AB35436DD4}"/>
              </a:ext>
            </a:extLst>
          </p:cNvPr>
          <p:cNvSpPr>
            <a:spLocks noChangeArrowheads="1"/>
          </p:cNvSpPr>
          <p:nvPr/>
        </p:nvSpPr>
        <p:spPr bwMode="auto">
          <a:xfrm>
            <a:off x="669107" y="4964810"/>
            <a:ext cx="503238" cy="503238"/>
          </a:xfrm>
          <a:prstGeom prst="ellipse">
            <a:avLst/>
          </a:prstGeom>
          <a:solidFill>
            <a:schemeClr val="bg1"/>
          </a:solidFill>
          <a:ln w="28575">
            <a:solidFill>
              <a:schemeClr val="bg2"/>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dirty="0">
                <a:solidFill>
                  <a:schemeClr val="bg2"/>
                </a:solidFill>
              </a:rPr>
              <a:t>1111</a:t>
            </a:r>
          </a:p>
        </p:txBody>
      </p:sp>
      <p:sp>
        <p:nvSpPr>
          <p:cNvPr id="155" name="Line 26">
            <a:extLst>
              <a:ext uri="{FF2B5EF4-FFF2-40B4-BE49-F238E27FC236}">
                <a16:creationId xmlns:a16="http://schemas.microsoft.com/office/drawing/2014/main" id="{922B3301-E24D-727A-83B0-D6009A8AAF65}"/>
              </a:ext>
            </a:extLst>
          </p:cNvPr>
          <p:cNvSpPr>
            <a:spLocks noChangeShapeType="1"/>
          </p:cNvSpPr>
          <p:nvPr/>
        </p:nvSpPr>
        <p:spPr bwMode="auto">
          <a:xfrm>
            <a:off x="1172345" y="6011497"/>
            <a:ext cx="1073150" cy="0"/>
          </a:xfrm>
          <a:prstGeom prst="line">
            <a:avLst/>
          </a:prstGeom>
          <a:noFill/>
          <a:ln w="28575">
            <a:solidFill>
              <a:schemeClr val="bg2"/>
            </a:solidFill>
            <a:prstDash val="sysDot"/>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56" name="Line 26">
            <a:extLst>
              <a:ext uri="{FF2B5EF4-FFF2-40B4-BE49-F238E27FC236}">
                <a16:creationId xmlns:a16="http://schemas.microsoft.com/office/drawing/2014/main" id="{1794C026-631C-96F4-4486-17ED526F5CEF}"/>
              </a:ext>
            </a:extLst>
          </p:cNvPr>
          <p:cNvSpPr>
            <a:spLocks noChangeShapeType="1"/>
          </p:cNvSpPr>
          <p:nvPr/>
        </p:nvSpPr>
        <p:spPr bwMode="auto">
          <a:xfrm flipH="1">
            <a:off x="915170" y="5502972"/>
            <a:ext cx="0" cy="279129"/>
          </a:xfrm>
          <a:prstGeom prst="line">
            <a:avLst/>
          </a:prstGeom>
          <a:noFill/>
          <a:ln w="28575">
            <a:solidFill>
              <a:schemeClr val="bg2"/>
            </a:solidFill>
            <a:prstDash val="sysDot"/>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pic>
        <p:nvPicPr>
          <p:cNvPr id="157" name="图片 156">
            <a:extLst>
              <a:ext uri="{FF2B5EF4-FFF2-40B4-BE49-F238E27FC236}">
                <a16:creationId xmlns:a16="http://schemas.microsoft.com/office/drawing/2014/main" id="{C721A549-7773-FD2C-AB37-AC1316EF5A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5849" y="4768606"/>
            <a:ext cx="873972" cy="720644"/>
          </a:xfrm>
          <a:prstGeom prst="rect">
            <a:avLst/>
          </a:prstGeom>
        </p:spPr>
      </p:pic>
      <p:sp>
        <p:nvSpPr>
          <p:cNvPr id="158" name="Line 26">
            <a:extLst>
              <a:ext uri="{FF2B5EF4-FFF2-40B4-BE49-F238E27FC236}">
                <a16:creationId xmlns:a16="http://schemas.microsoft.com/office/drawing/2014/main" id="{8BB9FA92-28DD-7F47-E312-AA33725BF8FD}"/>
              </a:ext>
            </a:extLst>
          </p:cNvPr>
          <p:cNvSpPr>
            <a:spLocks noChangeShapeType="1"/>
          </p:cNvSpPr>
          <p:nvPr/>
        </p:nvSpPr>
        <p:spPr bwMode="auto">
          <a:xfrm flipH="1">
            <a:off x="910779" y="4686193"/>
            <a:ext cx="0" cy="279129"/>
          </a:xfrm>
          <a:prstGeom prst="line">
            <a:avLst/>
          </a:prstGeom>
          <a:noFill/>
          <a:ln w="28575">
            <a:solidFill>
              <a:schemeClr val="bg2"/>
            </a:solidFill>
            <a:prstDash val="sysDot"/>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59" name="Line 165">
            <a:extLst>
              <a:ext uri="{FF2B5EF4-FFF2-40B4-BE49-F238E27FC236}">
                <a16:creationId xmlns:a16="http://schemas.microsoft.com/office/drawing/2014/main" id="{1E8ED5DE-6B9E-9D3A-020B-7E7203ACCEC2}"/>
              </a:ext>
            </a:extLst>
          </p:cNvPr>
          <p:cNvSpPr>
            <a:spLocks noChangeShapeType="1"/>
          </p:cNvSpPr>
          <p:nvPr/>
        </p:nvSpPr>
        <p:spPr bwMode="auto">
          <a:xfrm flipH="1" flipV="1">
            <a:off x="1131070" y="4570841"/>
            <a:ext cx="1943100" cy="1296987"/>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pic>
        <p:nvPicPr>
          <p:cNvPr id="160" name="图片 159">
            <a:extLst>
              <a:ext uri="{FF2B5EF4-FFF2-40B4-BE49-F238E27FC236}">
                <a16:creationId xmlns:a16="http://schemas.microsoft.com/office/drawing/2014/main" id="{2E5E4860-993C-0BC0-FE70-5388154276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3894" y="4022360"/>
            <a:ext cx="3153359" cy="2317241"/>
          </a:xfrm>
          <a:prstGeom prst="rect">
            <a:avLst/>
          </a:prstGeom>
        </p:spPr>
      </p:pic>
      <p:grpSp>
        <p:nvGrpSpPr>
          <p:cNvPr id="161" name="Group 7">
            <a:extLst>
              <a:ext uri="{FF2B5EF4-FFF2-40B4-BE49-F238E27FC236}">
                <a16:creationId xmlns:a16="http://schemas.microsoft.com/office/drawing/2014/main" id="{59D4B3D1-2E52-B35D-01CA-6524D85023FC}"/>
              </a:ext>
            </a:extLst>
          </p:cNvPr>
          <p:cNvGrpSpPr>
            <a:grpSpLocks/>
          </p:cNvGrpSpPr>
          <p:nvPr/>
        </p:nvGrpSpPr>
        <p:grpSpPr bwMode="auto">
          <a:xfrm>
            <a:off x="3507557" y="3635803"/>
            <a:ext cx="1201738" cy="541338"/>
            <a:chOff x="2327" y="2500"/>
            <a:chExt cx="757" cy="341"/>
          </a:xfrm>
        </p:grpSpPr>
        <p:sp>
          <p:nvSpPr>
            <p:cNvPr id="162" name="Text Box 8">
              <a:extLst>
                <a:ext uri="{FF2B5EF4-FFF2-40B4-BE49-F238E27FC236}">
                  <a16:creationId xmlns:a16="http://schemas.microsoft.com/office/drawing/2014/main" id="{3D0CB7C1-CDEE-B709-3A61-CEF906EA07B9}"/>
                </a:ext>
              </a:extLst>
            </p:cNvPr>
            <p:cNvSpPr txBox="1">
              <a:spLocks noChangeArrowheads="1"/>
            </p:cNvSpPr>
            <p:nvPr/>
          </p:nvSpPr>
          <p:spPr bwMode="auto">
            <a:xfrm>
              <a:off x="2392" y="2577"/>
              <a:ext cx="6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dirty="0"/>
                <a:t>Q</a:t>
              </a:r>
              <a:r>
                <a:rPr lang="en-US" altLang="zh-CN" sz="1600" baseline="-15000" dirty="0"/>
                <a:t>3</a:t>
              </a:r>
              <a:r>
                <a:rPr lang="en-US" altLang="zh-CN" sz="1800" dirty="0"/>
                <a:t>Q</a:t>
              </a:r>
              <a:r>
                <a:rPr lang="en-US" altLang="zh-CN" sz="1600" baseline="-15000" dirty="0"/>
                <a:t>2</a:t>
              </a:r>
              <a:r>
                <a:rPr lang="en-US" altLang="zh-CN" sz="1800" dirty="0"/>
                <a:t>Q</a:t>
              </a:r>
              <a:r>
                <a:rPr lang="en-US" altLang="zh-CN" sz="1600" baseline="-15000" dirty="0"/>
                <a:t>1</a:t>
              </a:r>
              <a:r>
                <a:rPr lang="en-US" altLang="zh-CN" sz="1800" dirty="0"/>
                <a:t>Q</a:t>
              </a:r>
              <a:r>
                <a:rPr lang="en-US" altLang="zh-CN" sz="1600" baseline="-15000" dirty="0"/>
                <a:t>0</a:t>
              </a:r>
            </a:p>
          </p:txBody>
        </p:sp>
        <p:sp>
          <p:nvSpPr>
            <p:cNvPr id="163" name="Oval 9">
              <a:extLst>
                <a:ext uri="{FF2B5EF4-FFF2-40B4-BE49-F238E27FC236}">
                  <a16:creationId xmlns:a16="http://schemas.microsoft.com/office/drawing/2014/main" id="{8FED5EA8-49AE-54BD-7D1E-4791A4DC7126}"/>
                </a:ext>
              </a:extLst>
            </p:cNvPr>
            <p:cNvSpPr>
              <a:spLocks noChangeArrowheads="1"/>
            </p:cNvSpPr>
            <p:nvPr/>
          </p:nvSpPr>
          <p:spPr bwMode="auto">
            <a:xfrm>
              <a:off x="2327" y="2500"/>
              <a:ext cx="757" cy="34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spTree>
    <p:extLst>
      <p:ext uri="{BB962C8B-B14F-4D97-AF65-F5344CB8AC3E}">
        <p14:creationId xmlns:p14="http://schemas.microsoft.com/office/powerpoint/2010/main" val="2502612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7" grpId="0"/>
      <p:bldP spid="2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C3E304-05F1-0AD9-2386-55EDC52F63F3}"/>
              </a:ext>
            </a:extLst>
          </p:cNvPr>
          <p:cNvSpPr>
            <a:spLocks noGrp="1"/>
          </p:cNvSpPr>
          <p:nvPr>
            <p:ph type="title"/>
          </p:nvPr>
        </p:nvSpPr>
        <p:spPr/>
        <p:txBody>
          <a:bodyPr>
            <a:normAutofit fontScale="90000"/>
          </a:bodyPr>
          <a:lstStyle/>
          <a:p>
            <a:r>
              <a:rPr lang="zh-CN" altLang="en-US" dirty="0"/>
              <a:t>示例</a:t>
            </a:r>
            <a:r>
              <a:rPr lang="en-US" altLang="zh-CN" dirty="0"/>
              <a:t>1:</a:t>
            </a:r>
            <a:r>
              <a:rPr lang="zh-CN" altLang="en-US" dirty="0"/>
              <a:t> 用</a:t>
            </a:r>
            <a:r>
              <a:rPr lang="en-US" altLang="zh-CN" dirty="0"/>
              <a:t>74x161</a:t>
            </a:r>
            <a:r>
              <a:rPr lang="zh-CN" altLang="en-US" dirty="0"/>
              <a:t>构成六进制</a:t>
            </a:r>
            <a:r>
              <a:rPr lang="en-US" altLang="zh-CN" dirty="0"/>
              <a:t> (2)</a:t>
            </a:r>
            <a:endParaRPr kumimoji="1" lang="zh-CN" altLang="en-US" dirty="0"/>
          </a:p>
        </p:txBody>
      </p:sp>
      <p:sp>
        <p:nvSpPr>
          <p:cNvPr id="3" name="内容占位符 2">
            <a:extLst>
              <a:ext uri="{FF2B5EF4-FFF2-40B4-BE49-F238E27FC236}">
                <a16:creationId xmlns:a16="http://schemas.microsoft.com/office/drawing/2014/main" id="{E4066B56-AA62-F7CE-FA92-C81E7F508D20}"/>
              </a:ext>
            </a:extLst>
          </p:cNvPr>
          <p:cNvSpPr>
            <a:spLocks noGrp="1"/>
          </p:cNvSpPr>
          <p:nvPr>
            <p:ph idx="1"/>
          </p:nvPr>
        </p:nvSpPr>
        <p:spPr/>
        <p:txBody>
          <a:bodyPr/>
          <a:lstStyle/>
          <a:p>
            <a:r>
              <a:rPr lang="zh-CN" altLang="en-US" dirty="0"/>
              <a:t>异步清零法的改进</a:t>
            </a:r>
          </a:p>
          <a:p>
            <a:endParaRPr kumimoji="1" lang="zh-CN" altLang="en-US" dirty="0"/>
          </a:p>
        </p:txBody>
      </p:sp>
      <p:sp>
        <p:nvSpPr>
          <p:cNvPr id="4" name="页脚占位符 3">
            <a:extLst>
              <a:ext uri="{FF2B5EF4-FFF2-40B4-BE49-F238E27FC236}">
                <a16:creationId xmlns:a16="http://schemas.microsoft.com/office/drawing/2014/main" id="{B5AD17E3-E43B-18FE-FF02-D9ECF1978C6C}"/>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752931A7-5962-F8F7-3D38-8EA1E159FFDC}"/>
              </a:ext>
            </a:extLst>
          </p:cNvPr>
          <p:cNvSpPr>
            <a:spLocks noGrp="1"/>
          </p:cNvSpPr>
          <p:nvPr>
            <p:ph type="sldNum" sz="quarter" idx="12"/>
          </p:nvPr>
        </p:nvSpPr>
        <p:spPr/>
        <p:txBody>
          <a:bodyPr/>
          <a:lstStyle/>
          <a:p>
            <a:fld id="{9E260BC5-5BF3-8746-862B-DC45E9CAA88B}" type="slidenum">
              <a:rPr lang="en-US" smtClean="0"/>
              <a:pPr/>
              <a:t>18</a:t>
            </a:fld>
            <a:r>
              <a:rPr lang="en-US" altLang="zh-CN" dirty="0"/>
              <a:t>/34</a:t>
            </a:r>
            <a:endParaRPr lang="en-US" dirty="0"/>
          </a:p>
        </p:txBody>
      </p:sp>
      <p:sp>
        <p:nvSpPr>
          <p:cNvPr id="7" name="Rectangle 91">
            <a:extLst>
              <a:ext uri="{FF2B5EF4-FFF2-40B4-BE49-F238E27FC236}">
                <a16:creationId xmlns:a16="http://schemas.microsoft.com/office/drawing/2014/main" id="{95313546-7333-CF3A-2D26-259105680907}"/>
              </a:ext>
            </a:extLst>
          </p:cNvPr>
          <p:cNvSpPr>
            <a:spLocks noChangeArrowheads="1"/>
          </p:cNvSpPr>
          <p:nvPr/>
        </p:nvSpPr>
        <p:spPr bwMode="auto">
          <a:xfrm>
            <a:off x="239603" y="1295455"/>
            <a:ext cx="254635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lvl="1">
              <a:spcBef>
                <a:spcPts val="600"/>
              </a:spcBef>
              <a:spcAft>
                <a:spcPct val="0"/>
              </a:spcAft>
            </a:pPr>
            <a:r>
              <a:rPr lang="zh-CN" altLang="en-US" b="1"/>
              <a:t>当</a:t>
            </a:r>
            <a:r>
              <a:rPr lang="en-US" altLang="zh-CN" b="1">
                <a:solidFill>
                  <a:srgbClr val="000000"/>
                </a:solidFill>
              </a:rPr>
              <a:t>Q</a:t>
            </a:r>
            <a:r>
              <a:rPr lang="en-US" altLang="zh-CN" sz="1800" b="1">
                <a:solidFill>
                  <a:srgbClr val="000000"/>
                </a:solidFill>
              </a:rPr>
              <a:t>2</a:t>
            </a:r>
            <a:r>
              <a:rPr lang="en-US" altLang="zh-CN" b="1">
                <a:solidFill>
                  <a:srgbClr val="000000"/>
                </a:solidFill>
              </a:rPr>
              <a:t>Q</a:t>
            </a:r>
            <a:r>
              <a:rPr lang="en-US" altLang="zh-CN" sz="1800" b="1">
                <a:solidFill>
                  <a:srgbClr val="000000"/>
                </a:solidFill>
              </a:rPr>
              <a:t>1</a:t>
            </a:r>
            <a:r>
              <a:rPr lang="en-US" altLang="zh-CN" b="1">
                <a:solidFill>
                  <a:srgbClr val="000000"/>
                </a:solidFill>
              </a:rPr>
              <a:t>Q</a:t>
            </a:r>
            <a:r>
              <a:rPr lang="en-US" altLang="zh-CN" sz="1800" b="1">
                <a:solidFill>
                  <a:srgbClr val="000000"/>
                </a:solidFill>
              </a:rPr>
              <a:t>0 </a:t>
            </a:r>
          </a:p>
          <a:p>
            <a:pPr lvl="1">
              <a:spcBef>
                <a:spcPts val="600"/>
              </a:spcBef>
              <a:spcAft>
                <a:spcPct val="0"/>
              </a:spcAft>
              <a:buFontTx/>
              <a:buNone/>
            </a:pPr>
            <a:r>
              <a:rPr lang="en-US" altLang="zh-CN" b="1"/>
              <a:t>    ≠ 110</a:t>
            </a:r>
            <a:r>
              <a:rPr lang="zh-CN" altLang="en-US" b="1"/>
              <a:t>时</a:t>
            </a:r>
            <a:endParaRPr lang="en-US" altLang="zh-CN" b="1"/>
          </a:p>
          <a:p>
            <a:pPr lvl="1">
              <a:spcBef>
                <a:spcPts val="600"/>
              </a:spcBef>
              <a:spcAft>
                <a:spcPct val="0"/>
              </a:spcAft>
              <a:buFontTx/>
              <a:buNone/>
            </a:pPr>
            <a:r>
              <a:rPr lang="en-US" altLang="zh-CN" b="1"/>
              <a:t>    R</a:t>
            </a:r>
            <a:r>
              <a:rPr lang="en-US" altLang="zh-CN" sz="1600" b="1"/>
              <a:t>D</a:t>
            </a:r>
            <a:r>
              <a:rPr lang="en-US" altLang="zh-CN" b="1"/>
              <a:t> = 1</a:t>
            </a:r>
            <a:endParaRPr lang="zh-CN" altLang="en-US" b="1"/>
          </a:p>
        </p:txBody>
      </p:sp>
      <p:grpSp>
        <p:nvGrpSpPr>
          <p:cNvPr id="8" name="Group 93">
            <a:extLst>
              <a:ext uri="{FF2B5EF4-FFF2-40B4-BE49-F238E27FC236}">
                <a16:creationId xmlns:a16="http://schemas.microsoft.com/office/drawing/2014/main" id="{4CE66E71-C953-4233-00A8-D4A3189EA59E}"/>
              </a:ext>
            </a:extLst>
          </p:cNvPr>
          <p:cNvGrpSpPr>
            <a:grpSpLocks/>
          </p:cNvGrpSpPr>
          <p:nvPr/>
        </p:nvGrpSpPr>
        <p:grpSpPr bwMode="auto">
          <a:xfrm>
            <a:off x="995253" y="3903717"/>
            <a:ext cx="1908175" cy="792163"/>
            <a:chOff x="521" y="2659"/>
            <a:chExt cx="1202" cy="499"/>
          </a:xfrm>
        </p:grpSpPr>
        <p:sp>
          <p:nvSpPr>
            <p:cNvPr id="9" name="Text Box 94">
              <a:extLst>
                <a:ext uri="{FF2B5EF4-FFF2-40B4-BE49-F238E27FC236}">
                  <a16:creationId xmlns:a16="http://schemas.microsoft.com/office/drawing/2014/main" id="{B4ECF0D4-34C1-7534-AEEA-716A2931706B}"/>
                </a:ext>
              </a:extLst>
            </p:cNvPr>
            <p:cNvSpPr txBox="1">
              <a:spLocks noChangeArrowheads="1"/>
            </p:cNvSpPr>
            <p:nvPr/>
          </p:nvSpPr>
          <p:spPr bwMode="auto">
            <a:xfrm>
              <a:off x="521" y="2824"/>
              <a:ext cx="1202"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Aft>
                  <a:spcPct val="0"/>
                </a:spcAft>
                <a:buFontTx/>
                <a:buNone/>
              </a:pPr>
              <a:r>
                <a:rPr kumimoji="1" lang="en-US" altLang="zh-CN" sz="2400"/>
                <a:t>Q</a:t>
              </a:r>
              <a:r>
                <a:rPr kumimoji="1" lang="en-US" altLang="zh-CN" sz="1600"/>
                <a:t>2</a:t>
              </a:r>
              <a:r>
                <a:rPr kumimoji="1" lang="en-US" altLang="zh-CN" sz="2400"/>
                <a:t>Q</a:t>
              </a:r>
              <a:r>
                <a:rPr kumimoji="1" lang="en-US" altLang="zh-CN" sz="1600"/>
                <a:t>1</a:t>
              </a:r>
              <a:r>
                <a:rPr kumimoji="1" lang="en-US" altLang="zh-CN" sz="2400"/>
                <a:t>Q</a:t>
              </a:r>
              <a:r>
                <a:rPr kumimoji="1" lang="en-US" altLang="zh-CN" sz="1600"/>
                <a:t>0 </a:t>
              </a:r>
              <a:r>
                <a:rPr kumimoji="1" lang="en-US" altLang="zh-CN" sz="2400"/>
                <a:t>=000</a:t>
              </a:r>
              <a:endParaRPr lang="en-US" altLang="zh-CN" sz="2400">
                <a:latin typeface="Arial" panose="020B0604020202020204" pitchFamily="34" charset="0"/>
              </a:endParaRPr>
            </a:p>
          </p:txBody>
        </p:sp>
        <p:grpSp>
          <p:nvGrpSpPr>
            <p:cNvPr id="10" name="Group 95">
              <a:extLst>
                <a:ext uri="{FF2B5EF4-FFF2-40B4-BE49-F238E27FC236}">
                  <a16:creationId xmlns:a16="http://schemas.microsoft.com/office/drawing/2014/main" id="{CA0D5514-77A9-667C-7BAB-077F4EAB47B9}"/>
                </a:ext>
              </a:extLst>
            </p:cNvPr>
            <p:cNvGrpSpPr>
              <a:grpSpLocks/>
            </p:cNvGrpSpPr>
            <p:nvPr/>
          </p:nvGrpSpPr>
          <p:grpSpPr bwMode="auto">
            <a:xfrm>
              <a:off x="1202" y="2659"/>
              <a:ext cx="317" cy="204"/>
              <a:chOff x="1292" y="2727"/>
              <a:chExt cx="137" cy="204"/>
            </a:xfrm>
          </p:grpSpPr>
          <p:sp>
            <p:nvSpPr>
              <p:cNvPr id="11" name="Line 96">
                <a:extLst>
                  <a:ext uri="{FF2B5EF4-FFF2-40B4-BE49-F238E27FC236}">
                    <a16:creationId xmlns:a16="http://schemas.microsoft.com/office/drawing/2014/main" id="{6AA26F1A-25EA-F821-896C-D68893A104A4}"/>
                  </a:ext>
                </a:extLst>
              </p:cNvPr>
              <p:cNvSpPr>
                <a:spLocks noChangeShapeType="1"/>
              </p:cNvSpPr>
              <p:nvPr/>
            </p:nvSpPr>
            <p:spPr bwMode="auto">
              <a:xfrm>
                <a:off x="1429" y="2727"/>
                <a:ext cx="0" cy="204"/>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12" name="Line 97">
                <a:extLst>
                  <a:ext uri="{FF2B5EF4-FFF2-40B4-BE49-F238E27FC236}">
                    <a16:creationId xmlns:a16="http://schemas.microsoft.com/office/drawing/2014/main" id="{DA141631-1E1E-7FF2-D8F0-6CE0D874DCCD}"/>
                  </a:ext>
                </a:extLst>
              </p:cNvPr>
              <p:cNvSpPr>
                <a:spLocks noChangeShapeType="1"/>
              </p:cNvSpPr>
              <p:nvPr/>
            </p:nvSpPr>
            <p:spPr bwMode="auto">
              <a:xfrm flipH="1">
                <a:off x="1292" y="2727"/>
                <a:ext cx="1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 name="Rectangle 103">
            <a:extLst>
              <a:ext uri="{FF2B5EF4-FFF2-40B4-BE49-F238E27FC236}">
                <a16:creationId xmlns:a16="http://schemas.microsoft.com/office/drawing/2014/main" id="{8ED24815-E3FC-BDB0-9D7C-EBDDB39F1694}"/>
              </a:ext>
            </a:extLst>
          </p:cNvPr>
          <p:cNvSpPr>
            <a:spLocks noChangeArrowheads="1"/>
          </p:cNvSpPr>
          <p:nvPr/>
        </p:nvSpPr>
        <p:spPr bwMode="auto">
          <a:xfrm>
            <a:off x="239603" y="2644830"/>
            <a:ext cx="2700337"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lvl="1">
              <a:spcBef>
                <a:spcPct val="20000"/>
              </a:spcBef>
            </a:pPr>
            <a:r>
              <a:rPr lang="zh-CN" altLang="en-US" b="1"/>
              <a:t>当</a:t>
            </a:r>
            <a:r>
              <a:rPr lang="en-US" altLang="zh-CN" b="1"/>
              <a:t>Q</a:t>
            </a:r>
            <a:r>
              <a:rPr lang="en-US" altLang="zh-CN" sz="1800" b="1"/>
              <a:t>2</a:t>
            </a:r>
            <a:r>
              <a:rPr lang="en-US" altLang="zh-CN" b="1"/>
              <a:t>Q</a:t>
            </a:r>
            <a:r>
              <a:rPr lang="en-US" altLang="zh-CN" sz="1800" b="1"/>
              <a:t>1</a:t>
            </a:r>
            <a:r>
              <a:rPr lang="en-US" altLang="zh-CN" b="1"/>
              <a:t>Q</a:t>
            </a:r>
            <a:r>
              <a:rPr lang="en-US" altLang="zh-CN" sz="1800" b="1"/>
              <a:t>0</a:t>
            </a:r>
            <a:r>
              <a:rPr lang="en-US" altLang="zh-CN" b="1"/>
              <a:t> =</a:t>
            </a:r>
          </a:p>
          <a:p>
            <a:pPr lvl="1">
              <a:spcBef>
                <a:spcPct val="20000"/>
              </a:spcBef>
              <a:buFontTx/>
              <a:buNone/>
            </a:pPr>
            <a:r>
              <a:rPr lang="en-US" altLang="zh-CN" b="1"/>
              <a:t>    110</a:t>
            </a:r>
            <a:r>
              <a:rPr lang="zh-CN" altLang="en-US" b="1"/>
              <a:t>时</a:t>
            </a:r>
            <a:r>
              <a:rPr lang="en-US" altLang="zh-CN" b="1"/>
              <a:t>(CP=1)</a:t>
            </a:r>
          </a:p>
          <a:p>
            <a:pPr lvl="1">
              <a:spcBef>
                <a:spcPct val="20000"/>
              </a:spcBef>
              <a:buFontTx/>
              <a:buNone/>
            </a:pPr>
            <a:r>
              <a:rPr lang="en-US" altLang="zh-CN" b="1"/>
              <a:t>    R</a:t>
            </a:r>
            <a:r>
              <a:rPr lang="en-US" altLang="zh-CN" sz="1600" b="1"/>
              <a:t>D</a:t>
            </a:r>
            <a:r>
              <a:rPr lang="en-US" altLang="zh-CN" b="1"/>
              <a:t> = 0</a:t>
            </a:r>
            <a:endParaRPr lang="zh-CN" altLang="en-US" b="1"/>
          </a:p>
        </p:txBody>
      </p:sp>
      <p:sp>
        <p:nvSpPr>
          <p:cNvPr id="14" name="Rectangle 106">
            <a:extLst>
              <a:ext uri="{FF2B5EF4-FFF2-40B4-BE49-F238E27FC236}">
                <a16:creationId xmlns:a16="http://schemas.microsoft.com/office/drawing/2014/main" id="{1453D0A5-9A57-A132-82A5-DD65F9E881C6}"/>
              </a:ext>
            </a:extLst>
          </p:cNvPr>
          <p:cNvSpPr>
            <a:spLocks noChangeArrowheads="1"/>
          </p:cNvSpPr>
          <p:nvPr/>
        </p:nvSpPr>
        <p:spPr bwMode="auto">
          <a:xfrm>
            <a:off x="239603" y="4732392"/>
            <a:ext cx="2700337"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lvl="1">
              <a:spcBef>
                <a:spcPct val="20000"/>
              </a:spcBef>
            </a:pPr>
            <a:r>
              <a:rPr lang="zh-CN" altLang="en-US" b="1"/>
              <a:t>直到</a:t>
            </a:r>
            <a:r>
              <a:rPr lang="en-US" altLang="zh-CN" b="1"/>
              <a:t>CP=0</a:t>
            </a:r>
            <a:r>
              <a:rPr lang="zh-CN" altLang="en-US" b="1"/>
              <a:t>时</a:t>
            </a:r>
          </a:p>
          <a:p>
            <a:pPr lvl="1">
              <a:spcBef>
                <a:spcPct val="20000"/>
              </a:spcBef>
              <a:buFontTx/>
              <a:buNone/>
            </a:pPr>
            <a:r>
              <a:rPr lang="en-US" altLang="zh-CN" b="1"/>
              <a:t>    R</a:t>
            </a:r>
            <a:r>
              <a:rPr lang="en-US" altLang="zh-CN" sz="1600" b="1"/>
              <a:t>D</a:t>
            </a:r>
            <a:r>
              <a:rPr lang="en-US" altLang="zh-CN" b="1"/>
              <a:t> = 1</a:t>
            </a:r>
            <a:endParaRPr lang="zh-CN" altLang="en-US" b="1"/>
          </a:p>
        </p:txBody>
      </p:sp>
      <p:sp>
        <p:nvSpPr>
          <p:cNvPr id="15" name="Rectangle 4">
            <a:extLst>
              <a:ext uri="{FF2B5EF4-FFF2-40B4-BE49-F238E27FC236}">
                <a16:creationId xmlns:a16="http://schemas.microsoft.com/office/drawing/2014/main" id="{D9ACB94E-F107-69F8-4B41-5692A99952B1}"/>
              </a:ext>
            </a:extLst>
          </p:cNvPr>
          <p:cNvSpPr>
            <a:spLocks noChangeArrowheads="1"/>
          </p:cNvSpPr>
          <p:nvPr/>
        </p:nvSpPr>
        <p:spPr bwMode="auto">
          <a:xfrm>
            <a:off x="4030663" y="1449388"/>
            <a:ext cx="4494212"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12788" indent="-3492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marL="363538" lvl="1" indent="0">
              <a:buNone/>
            </a:pPr>
            <a:endParaRPr lang="zh-CN" altLang="en-US" b="1" dirty="0"/>
          </a:p>
        </p:txBody>
      </p:sp>
      <p:sp>
        <p:nvSpPr>
          <p:cNvPr id="16" name="Text Box 5">
            <a:extLst>
              <a:ext uri="{FF2B5EF4-FFF2-40B4-BE49-F238E27FC236}">
                <a16:creationId xmlns:a16="http://schemas.microsoft.com/office/drawing/2014/main" id="{7BBE09E7-25CE-CA3B-4E38-2A1ABB395417}"/>
              </a:ext>
            </a:extLst>
          </p:cNvPr>
          <p:cNvSpPr txBox="1">
            <a:spLocks noChangeArrowheads="1"/>
          </p:cNvSpPr>
          <p:nvPr/>
        </p:nvSpPr>
        <p:spPr bwMode="auto">
          <a:xfrm>
            <a:off x="5962436" y="4797583"/>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PE</a:t>
            </a:r>
          </a:p>
        </p:txBody>
      </p:sp>
      <p:sp>
        <p:nvSpPr>
          <p:cNvPr id="17" name="Rectangle 6">
            <a:extLst>
              <a:ext uri="{FF2B5EF4-FFF2-40B4-BE49-F238E27FC236}">
                <a16:creationId xmlns:a16="http://schemas.microsoft.com/office/drawing/2014/main" id="{A440ACB4-4790-246B-95A5-F55D43395AED}"/>
              </a:ext>
            </a:extLst>
          </p:cNvPr>
          <p:cNvSpPr>
            <a:spLocks noChangeArrowheads="1"/>
          </p:cNvSpPr>
          <p:nvPr/>
        </p:nvSpPr>
        <p:spPr bwMode="auto">
          <a:xfrm>
            <a:off x="5951323" y="4035583"/>
            <a:ext cx="2806700" cy="1219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endParaRPr kumimoji="1" lang="zh-CN" altLang="en-US" sz="2400" b="0"/>
          </a:p>
        </p:txBody>
      </p:sp>
      <p:sp>
        <p:nvSpPr>
          <p:cNvPr id="18" name="Line 7">
            <a:extLst>
              <a:ext uri="{FF2B5EF4-FFF2-40B4-BE49-F238E27FC236}">
                <a16:creationId xmlns:a16="http://schemas.microsoft.com/office/drawing/2014/main" id="{279FB9CB-6E19-9516-8F5F-79461ECE2463}"/>
              </a:ext>
            </a:extLst>
          </p:cNvPr>
          <p:cNvSpPr>
            <a:spLocks noChangeShapeType="1"/>
          </p:cNvSpPr>
          <p:nvPr/>
        </p:nvSpPr>
        <p:spPr bwMode="auto">
          <a:xfrm flipV="1">
            <a:off x="9083461" y="4341971"/>
            <a:ext cx="0" cy="301625"/>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8">
            <a:extLst>
              <a:ext uri="{FF2B5EF4-FFF2-40B4-BE49-F238E27FC236}">
                <a16:creationId xmlns:a16="http://schemas.microsoft.com/office/drawing/2014/main" id="{95C681C9-5BF2-1276-1A55-E0C1768D7831}"/>
              </a:ext>
            </a:extLst>
          </p:cNvPr>
          <p:cNvSpPr>
            <a:spLocks noChangeShapeType="1"/>
          </p:cNvSpPr>
          <p:nvPr/>
        </p:nvSpPr>
        <p:spPr bwMode="auto">
          <a:xfrm flipV="1">
            <a:off x="7068923" y="2973546"/>
            <a:ext cx="0" cy="10572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9">
            <a:extLst>
              <a:ext uri="{FF2B5EF4-FFF2-40B4-BE49-F238E27FC236}">
                <a16:creationId xmlns:a16="http://schemas.microsoft.com/office/drawing/2014/main" id="{A037E7B8-9EA5-4D3E-1E69-FFAAA2FD7B96}"/>
              </a:ext>
            </a:extLst>
          </p:cNvPr>
          <p:cNvSpPr>
            <a:spLocks noChangeShapeType="1"/>
          </p:cNvSpPr>
          <p:nvPr/>
        </p:nvSpPr>
        <p:spPr bwMode="auto">
          <a:xfrm flipV="1">
            <a:off x="7492786" y="2973546"/>
            <a:ext cx="0" cy="10572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10">
            <a:extLst>
              <a:ext uri="{FF2B5EF4-FFF2-40B4-BE49-F238E27FC236}">
                <a16:creationId xmlns:a16="http://schemas.microsoft.com/office/drawing/2014/main" id="{9229F54B-CA56-CE67-E050-F3657BD7BAAC}"/>
              </a:ext>
            </a:extLst>
          </p:cNvPr>
          <p:cNvSpPr>
            <a:spLocks noChangeShapeType="1"/>
          </p:cNvSpPr>
          <p:nvPr/>
        </p:nvSpPr>
        <p:spPr bwMode="auto">
          <a:xfrm flipV="1">
            <a:off x="7884898" y="2973546"/>
            <a:ext cx="0" cy="10572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11">
            <a:extLst>
              <a:ext uri="{FF2B5EF4-FFF2-40B4-BE49-F238E27FC236}">
                <a16:creationId xmlns:a16="http://schemas.microsoft.com/office/drawing/2014/main" id="{4B8B0A72-DBF2-5186-0A01-9612EFBDEE4D}"/>
              </a:ext>
            </a:extLst>
          </p:cNvPr>
          <p:cNvSpPr>
            <a:spLocks noChangeShapeType="1"/>
          </p:cNvSpPr>
          <p:nvPr/>
        </p:nvSpPr>
        <p:spPr bwMode="auto">
          <a:xfrm flipV="1">
            <a:off x="6668873" y="5262721"/>
            <a:ext cx="0" cy="555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12">
            <a:extLst>
              <a:ext uri="{FF2B5EF4-FFF2-40B4-BE49-F238E27FC236}">
                <a16:creationId xmlns:a16="http://schemas.microsoft.com/office/drawing/2014/main" id="{7402575A-CF45-E92C-AEEF-A9FF55A8DA13}"/>
              </a:ext>
            </a:extLst>
          </p:cNvPr>
          <p:cNvSpPr>
            <a:spLocks noChangeShapeType="1"/>
          </p:cNvSpPr>
          <p:nvPr/>
        </p:nvSpPr>
        <p:spPr bwMode="auto">
          <a:xfrm flipV="1">
            <a:off x="7068923" y="5256371"/>
            <a:ext cx="0" cy="301625"/>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13">
            <a:extLst>
              <a:ext uri="{FF2B5EF4-FFF2-40B4-BE49-F238E27FC236}">
                <a16:creationId xmlns:a16="http://schemas.microsoft.com/office/drawing/2014/main" id="{AA1E601E-D6E8-0EF7-A39F-FBB7943D93AF}"/>
              </a:ext>
            </a:extLst>
          </p:cNvPr>
          <p:cNvSpPr>
            <a:spLocks noChangeShapeType="1"/>
          </p:cNvSpPr>
          <p:nvPr/>
        </p:nvSpPr>
        <p:spPr bwMode="auto">
          <a:xfrm flipV="1">
            <a:off x="7492786" y="5256371"/>
            <a:ext cx="0" cy="301625"/>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14">
            <a:extLst>
              <a:ext uri="{FF2B5EF4-FFF2-40B4-BE49-F238E27FC236}">
                <a16:creationId xmlns:a16="http://schemas.microsoft.com/office/drawing/2014/main" id="{A0303ACA-7A43-08DC-0CC7-0C53B8797AAD}"/>
              </a:ext>
            </a:extLst>
          </p:cNvPr>
          <p:cNvSpPr>
            <a:spLocks noChangeShapeType="1"/>
          </p:cNvSpPr>
          <p:nvPr/>
        </p:nvSpPr>
        <p:spPr bwMode="auto">
          <a:xfrm flipV="1">
            <a:off x="7884898" y="5256371"/>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15">
            <a:extLst>
              <a:ext uri="{FF2B5EF4-FFF2-40B4-BE49-F238E27FC236}">
                <a16:creationId xmlns:a16="http://schemas.microsoft.com/office/drawing/2014/main" id="{DC3E243E-D67A-6EEA-4F06-2B684A5FABDD}"/>
              </a:ext>
            </a:extLst>
          </p:cNvPr>
          <p:cNvSpPr>
            <a:spLocks noChangeShapeType="1"/>
          </p:cNvSpPr>
          <p:nvPr/>
        </p:nvSpPr>
        <p:spPr bwMode="auto">
          <a:xfrm>
            <a:off x="8778661" y="4340383"/>
            <a:ext cx="6286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16">
            <a:extLst>
              <a:ext uri="{FF2B5EF4-FFF2-40B4-BE49-F238E27FC236}">
                <a16:creationId xmlns:a16="http://schemas.microsoft.com/office/drawing/2014/main" id="{3478DD18-5F35-62DD-633E-06A3F3229917}"/>
              </a:ext>
            </a:extLst>
          </p:cNvPr>
          <p:cNvSpPr>
            <a:spLocks noChangeShapeType="1"/>
          </p:cNvSpPr>
          <p:nvPr/>
        </p:nvSpPr>
        <p:spPr bwMode="auto">
          <a:xfrm>
            <a:off x="8778661" y="4645183"/>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17">
            <a:extLst>
              <a:ext uri="{FF2B5EF4-FFF2-40B4-BE49-F238E27FC236}">
                <a16:creationId xmlns:a16="http://schemas.microsoft.com/office/drawing/2014/main" id="{68FCFAF8-86A1-9A5A-DB8B-A98BD0BC2023}"/>
              </a:ext>
            </a:extLst>
          </p:cNvPr>
          <p:cNvSpPr>
            <a:spLocks noChangeShapeType="1"/>
          </p:cNvSpPr>
          <p:nvPr/>
        </p:nvSpPr>
        <p:spPr bwMode="auto">
          <a:xfrm>
            <a:off x="8778661" y="4949983"/>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18">
            <a:extLst>
              <a:ext uri="{FF2B5EF4-FFF2-40B4-BE49-F238E27FC236}">
                <a16:creationId xmlns:a16="http://schemas.microsoft.com/office/drawing/2014/main" id="{6073C1AA-DEA4-0458-853C-2FBCB1E89B38}"/>
              </a:ext>
            </a:extLst>
          </p:cNvPr>
          <p:cNvSpPr>
            <a:spLocks noChangeShapeType="1"/>
          </p:cNvSpPr>
          <p:nvPr/>
        </p:nvSpPr>
        <p:spPr bwMode="auto">
          <a:xfrm>
            <a:off x="3898686" y="4661058"/>
            <a:ext cx="2038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19">
            <a:extLst>
              <a:ext uri="{FF2B5EF4-FFF2-40B4-BE49-F238E27FC236}">
                <a16:creationId xmlns:a16="http://schemas.microsoft.com/office/drawing/2014/main" id="{2F95A6DB-1BF9-348C-4E78-F7A914966C72}"/>
              </a:ext>
            </a:extLst>
          </p:cNvPr>
          <p:cNvSpPr>
            <a:spLocks noChangeShapeType="1"/>
          </p:cNvSpPr>
          <p:nvPr/>
        </p:nvSpPr>
        <p:spPr bwMode="auto">
          <a:xfrm>
            <a:off x="5530636" y="4949983"/>
            <a:ext cx="406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Text Box 20">
            <a:extLst>
              <a:ext uri="{FF2B5EF4-FFF2-40B4-BE49-F238E27FC236}">
                <a16:creationId xmlns:a16="http://schemas.microsoft.com/office/drawing/2014/main" id="{7A95DE53-AFB2-943F-E5B2-7C665A6656EF}"/>
              </a:ext>
            </a:extLst>
          </p:cNvPr>
          <p:cNvSpPr txBox="1">
            <a:spLocks noChangeArrowheads="1"/>
          </p:cNvSpPr>
          <p:nvPr/>
        </p:nvSpPr>
        <p:spPr bwMode="auto">
          <a:xfrm>
            <a:off x="6484723" y="3959383"/>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Q</a:t>
            </a:r>
            <a:r>
              <a:rPr kumimoji="1" lang="en-US" altLang="zh-CN" sz="1600" b="0"/>
              <a:t>3</a:t>
            </a:r>
            <a:r>
              <a:rPr kumimoji="1" lang="en-US" altLang="zh-CN" sz="2400" b="0"/>
              <a:t> Q</a:t>
            </a:r>
            <a:r>
              <a:rPr kumimoji="1" lang="en-US" altLang="zh-CN" sz="1600" b="0"/>
              <a:t>2</a:t>
            </a:r>
            <a:r>
              <a:rPr kumimoji="1" lang="en-US" altLang="zh-CN" sz="2400" b="0"/>
              <a:t> Q</a:t>
            </a:r>
            <a:r>
              <a:rPr kumimoji="1" lang="en-US" altLang="zh-CN" sz="1600" b="0"/>
              <a:t>1</a:t>
            </a:r>
            <a:r>
              <a:rPr kumimoji="1" lang="en-US" altLang="zh-CN" sz="2400" b="0"/>
              <a:t> Q</a:t>
            </a:r>
            <a:r>
              <a:rPr kumimoji="1" lang="en-US" altLang="zh-CN" sz="1600" b="0"/>
              <a:t>0</a:t>
            </a:r>
            <a:endParaRPr kumimoji="1" lang="en-US" altLang="zh-CN" sz="2400" b="0"/>
          </a:p>
        </p:txBody>
      </p:sp>
      <p:sp>
        <p:nvSpPr>
          <p:cNvPr id="32" name="Text Box 21">
            <a:extLst>
              <a:ext uri="{FF2B5EF4-FFF2-40B4-BE49-F238E27FC236}">
                <a16:creationId xmlns:a16="http://schemas.microsoft.com/office/drawing/2014/main" id="{7D8B2A04-012A-8942-2D98-1568A2DF856B}"/>
              </a:ext>
            </a:extLst>
          </p:cNvPr>
          <p:cNvSpPr txBox="1">
            <a:spLocks noChangeArrowheads="1"/>
          </p:cNvSpPr>
          <p:nvPr/>
        </p:nvSpPr>
        <p:spPr bwMode="auto">
          <a:xfrm>
            <a:off x="5952911" y="4053046"/>
            <a:ext cx="573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TC</a:t>
            </a:r>
          </a:p>
        </p:txBody>
      </p:sp>
      <p:sp>
        <p:nvSpPr>
          <p:cNvPr id="33" name="Text Box 22">
            <a:extLst>
              <a:ext uri="{FF2B5EF4-FFF2-40B4-BE49-F238E27FC236}">
                <a16:creationId xmlns:a16="http://schemas.microsoft.com/office/drawing/2014/main" id="{0BC2B19F-0A23-1A0F-3E42-C78AABB4EEBD}"/>
              </a:ext>
            </a:extLst>
          </p:cNvPr>
          <p:cNvSpPr txBox="1">
            <a:spLocks noChangeArrowheads="1"/>
          </p:cNvSpPr>
          <p:nvPr/>
        </p:nvSpPr>
        <p:spPr bwMode="auto">
          <a:xfrm>
            <a:off x="8051586" y="4078446"/>
            <a:ext cx="74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CEP</a:t>
            </a:r>
          </a:p>
        </p:txBody>
      </p:sp>
      <p:sp>
        <p:nvSpPr>
          <p:cNvPr id="34" name="Text Box 23">
            <a:extLst>
              <a:ext uri="{FF2B5EF4-FFF2-40B4-BE49-F238E27FC236}">
                <a16:creationId xmlns:a16="http://schemas.microsoft.com/office/drawing/2014/main" id="{FF232672-70C2-6883-CE03-FE13D4C4D1B6}"/>
              </a:ext>
            </a:extLst>
          </p:cNvPr>
          <p:cNvSpPr txBox="1">
            <a:spLocks noChangeArrowheads="1"/>
          </p:cNvSpPr>
          <p:nvPr/>
        </p:nvSpPr>
        <p:spPr bwMode="auto">
          <a:xfrm>
            <a:off x="8034123" y="4394358"/>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CET</a:t>
            </a:r>
          </a:p>
        </p:txBody>
      </p:sp>
      <p:sp>
        <p:nvSpPr>
          <p:cNvPr id="35" name="Text Box 24">
            <a:extLst>
              <a:ext uri="{FF2B5EF4-FFF2-40B4-BE49-F238E27FC236}">
                <a16:creationId xmlns:a16="http://schemas.microsoft.com/office/drawing/2014/main" id="{3018685C-3F0A-250F-6547-8DAB696D9FD6}"/>
              </a:ext>
            </a:extLst>
          </p:cNvPr>
          <p:cNvSpPr txBox="1">
            <a:spLocks noChangeArrowheads="1"/>
          </p:cNvSpPr>
          <p:nvPr/>
        </p:nvSpPr>
        <p:spPr bwMode="auto">
          <a:xfrm>
            <a:off x="6710148" y="4384833"/>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74x161</a:t>
            </a:r>
          </a:p>
        </p:txBody>
      </p:sp>
      <p:sp>
        <p:nvSpPr>
          <p:cNvPr id="36" name="Text Box 25">
            <a:extLst>
              <a:ext uri="{FF2B5EF4-FFF2-40B4-BE49-F238E27FC236}">
                <a16:creationId xmlns:a16="http://schemas.microsoft.com/office/drawing/2014/main" id="{9F46FEF2-F41F-6110-387E-26864CAC4FCF}"/>
              </a:ext>
            </a:extLst>
          </p:cNvPr>
          <p:cNvSpPr txBox="1">
            <a:spLocks noChangeArrowheads="1"/>
          </p:cNvSpPr>
          <p:nvPr/>
        </p:nvSpPr>
        <p:spPr bwMode="auto">
          <a:xfrm>
            <a:off x="5935448" y="4437221"/>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CR</a:t>
            </a:r>
          </a:p>
        </p:txBody>
      </p:sp>
      <p:sp>
        <p:nvSpPr>
          <p:cNvPr id="37" name="Text Box 28">
            <a:extLst>
              <a:ext uri="{FF2B5EF4-FFF2-40B4-BE49-F238E27FC236}">
                <a16:creationId xmlns:a16="http://schemas.microsoft.com/office/drawing/2014/main" id="{30D99C48-5165-3025-8050-D813084D7DD6}"/>
              </a:ext>
            </a:extLst>
          </p:cNvPr>
          <p:cNvSpPr txBox="1">
            <a:spLocks noChangeArrowheads="1"/>
          </p:cNvSpPr>
          <p:nvPr/>
        </p:nvSpPr>
        <p:spPr bwMode="auto">
          <a:xfrm>
            <a:off x="6468848" y="4797583"/>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D</a:t>
            </a:r>
            <a:r>
              <a:rPr kumimoji="1" lang="en-US" altLang="zh-CN" sz="1600" b="0"/>
              <a:t>3</a:t>
            </a:r>
            <a:r>
              <a:rPr kumimoji="1" lang="en-US" altLang="zh-CN" sz="2400" b="0"/>
              <a:t> D</a:t>
            </a:r>
            <a:r>
              <a:rPr kumimoji="1" lang="en-US" altLang="zh-CN" sz="1600" b="0"/>
              <a:t>2</a:t>
            </a:r>
            <a:r>
              <a:rPr kumimoji="1" lang="en-US" altLang="zh-CN" sz="2400" b="0"/>
              <a:t> D</a:t>
            </a:r>
            <a:r>
              <a:rPr kumimoji="1" lang="en-US" altLang="zh-CN" sz="1600" b="0"/>
              <a:t>1</a:t>
            </a:r>
            <a:r>
              <a:rPr kumimoji="1" lang="en-US" altLang="zh-CN" sz="2400" b="0"/>
              <a:t> D</a:t>
            </a:r>
            <a:r>
              <a:rPr kumimoji="1" lang="en-US" altLang="zh-CN" sz="1600" b="0"/>
              <a:t>0</a:t>
            </a:r>
            <a:endParaRPr kumimoji="1" lang="en-US" altLang="zh-CN" sz="2400" b="0"/>
          </a:p>
        </p:txBody>
      </p:sp>
      <p:grpSp>
        <p:nvGrpSpPr>
          <p:cNvPr id="38" name="Group 29">
            <a:extLst>
              <a:ext uri="{FF2B5EF4-FFF2-40B4-BE49-F238E27FC236}">
                <a16:creationId xmlns:a16="http://schemas.microsoft.com/office/drawing/2014/main" id="{3E3C9DE5-A36F-0833-9DD5-6AE862D3E8A7}"/>
              </a:ext>
            </a:extLst>
          </p:cNvPr>
          <p:cNvGrpSpPr>
            <a:grpSpLocks/>
          </p:cNvGrpSpPr>
          <p:nvPr/>
        </p:nvGrpSpPr>
        <p:grpSpPr bwMode="auto">
          <a:xfrm>
            <a:off x="8599273" y="4827746"/>
            <a:ext cx="144463" cy="215900"/>
            <a:chOff x="2041" y="1638"/>
            <a:chExt cx="91" cy="182"/>
          </a:xfrm>
        </p:grpSpPr>
        <p:sp>
          <p:nvSpPr>
            <p:cNvPr id="39" name="Line 30">
              <a:extLst>
                <a:ext uri="{FF2B5EF4-FFF2-40B4-BE49-F238E27FC236}">
                  <a16:creationId xmlns:a16="http://schemas.microsoft.com/office/drawing/2014/main" id="{212B3705-157A-15DD-761B-21DC93F69D27}"/>
                </a:ext>
              </a:extLst>
            </p:cNvPr>
            <p:cNvSpPr>
              <a:spLocks noChangeShapeType="1"/>
            </p:cNvSpPr>
            <p:nvPr/>
          </p:nvSpPr>
          <p:spPr bwMode="auto">
            <a:xfrm flipH="1">
              <a:off x="2041" y="1638"/>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31">
              <a:extLst>
                <a:ext uri="{FF2B5EF4-FFF2-40B4-BE49-F238E27FC236}">
                  <a16:creationId xmlns:a16="http://schemas.microsoft.com/office/drawing/2014/main" id="{202A9454-B88A-5B6A-E479-DAD6C1F34A38}"/>
                </a:ext>
              </a:extLst>
            </p:cNvPr>
            <p:cNvSpPr>
              <a:spLocks noChangeShapeType="1"/>
            </p:cNvSpPr>
            <p:nvPr/>
          </p:nvSpPr>
          <p:spPr bwMode="auto">
            <a:xfrm>
              <a:off x="2041" y="1729"/>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1" name="Oval 32">
            <a:extLst>
              <a:ext uri="{FF2B5EF4-FFF2-40B4-BE49-F238E27FC236}">
                <a16:creationId xmlns:a16="http://schemas.microsoft.com/office/drawing/2014/main" id="{948A83B5-B1A4-75ED-599C-7A99B2ED16F6}"/>
              </a:ext>
            </a:extLst>
          </p:cNvPr>
          <p:cNvSpPr>
            <a:spLocks noChangeArrowheads="1"/>
          </p:cNvSpPr>
          <p:nvPr/>
        </p:nvSpPr>
        <p:spPr bwMode="auto">
          <a:xfrm rot="10800000">
            <a:off x="5825911" y="4883308"/>
            <a:ext cx="125412" cy="125413"/>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42" name="Oval 33">
            <a:extLst>
              <a:ext uri="{FF2B5EF4-FFF2-40B4-BE49-F238E27FC236}">
                <a16:creationId xmlns:a16="http://schemas.microsoft.com/office/drawing/2014/main" id="{6457D6F0-780B-6D96-CFBB-358D02338EFD}"/>
              </a:ext>
            </a:extLst>
          </p:cNvPr>
          <p:cNvSpPr>
            <a:spLocks noChangeArrowheads="1"/>
          </p:cNvSpPr>
          <p:nvPr/>
        </p:nvSpPr>
        <p:spPr bwMode="auto">
          <a:xfrm rot="10800000">
            <a:off x="5825911" y="4594383"/>
            <a:ext cx="125412" cy="125413"/>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43" name="Line 34">
            <a:extLst>
              <a:ext uri="{FF2B5EF4-FFF2-40B4-BE49-F238E27FC236}">
                <a16:creationId xmlns:a16="http://schemas.microsoft.com/office/drawing/2014/main" id="{B872F5BD-F81D-6422-2D6E-C820DD79782E}"/>
              </a:ext>
            </a:extLst>
          </p:cNvPr>
          <p:cNvSpPr>
            <a:spLocks noChangeShapeType="1"/>
          </p:cNvSpPr>
          <p:nvPr/>
        </p:nvSpPr>
        <p:spPr bwMode="auto">
          <a:xfrm>
            <a:off x="6202148" y="3333908"/>
            <a:ext cx="12604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35">
            <a:extLst>
              <a:ext uri="{FF2B5EF4-FFF2-40B4-BE49-F238E27FC236}">
                <a16:creationId xmlns:a16="http://schemas.microsoft.com/office/drawing/2014/main" id="{35288349-BFF3-8547-F3F8-48C02A195F6F}"/>
              </a:ext>
            </a:extLst>
          </p:cNvPr>
          <p:cNvSpPr>
            <a:spLocks noChangeShapeType="1"/>
          </p:cNvSpPr>
          <p:nvPr/>
        </p:nvSpPr>
        <p:spPr bwMode="auto">
          <a:xfrm>
            <a:off x="6202148" y="3586321"/>
            <a:ext cx="1296988" cy="0"/>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5" name="Group 36">
            <a:extLst>
              <a:ext uri="{FF2B5EF4-FFF2-40B4-BE49-F238E27FC236}">
                <a16:creationId xmlns:a16="http://schemas.microsoft.com/office/drawing/2014/main" id="{82137FB0-4220-7C4B-D710-5A69197634DF}"/>
              </a:ext>
            </a:extLst>
          </p:cNvPr>
          <p:cNvGrpSpPr>
            <a:grpSpLocks/>
          </p:cNvGrpSpPr>
          <p:nvPr/>
        </p:nvGrpSpPr>
        <p:grpSpPr bwMode="auto">
          <a:xfrm>
            <a:off x="5590961" y="3189446"/>
            <a:ext cx="603250" cy="542925"/>
            <a:chOff x="929" y="2294"/>
            <a:chExt cx="380" cy="342"/>
          </a:xfrm>
        </p:grpSpPr>
        <p:sp>
          <p:nvSpPr>
            <p:cNvPr id="46" name="Oval 37">
              <a:extLst>
                <a:ext uri="{FF2B5EF4-FFF2-40B4-BE49-F238E27FC236}">
                  <a16:creationId xmlns:a16="http://schemas.microsoft.com/office/drawing/2014/main" id="{DD6DA0CA-16A6-3655-D8C9-F62B9F31A525}"/>
                </a:ext>
              </a:extLst>
            </p:cNvPr>
            <p:cNvSpPr>
              <a:spLocks noChangeArrowheads="1"/>
            </p:cNvSpPr>
            <p:nvPr/>
          </p:nvSpPr>
          <p:spPr bwMode="auto">
            <a:xfrm rot="10800000">
              <a:off x="929" y="2432"/>
              <a:ext cx="75" cy="75"/>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47" name="AutoShape 38">
              <a:extLst>
                <a:ext uri="{FF2B5EF4-FFF2-40B4-BE49-F238E27FC236}">
                  <a16:creationId xmlns:a16="http://schemas.microsoft.com/office/drawing/2014/main" id="{15F6A4E1-ABAB-004D-0849-A65CC22B8CEB}"/>
                </a:ext>
              </a:extLst>
            </p:cNvPr>
            <p:cNvSpPr>
              <a:spLocks noChangeArrowheads="1"/>
            </p:cNvSpPr>
            <p:nvPr/>
          </p:nvSpPr>
          <p:spPr bwMode="auto">
            <a:xfrm rot="10800000">
              <a:off x="998" y="2294"/>
              <a:ext cx="311" cy="342"/>
            </a:xfrm>
            <a:prstGeom prst="flowChartDelay">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sp>
        <p:nvSpPr>
          <p:cNvPr id="48" name="Text Box 39">
            <a:extLst>
              <a:ext uri="{FF2B5EF4-FFF2-40B4-BE49-F238E27FC236}">
                <a16:creationId xmlns:a16="http://schemas.microsoft.com/office/drawing/2014/main" id="{A3B3AD77-E789-7C28-2B76-97C8FB9A5F41}"/>
              </a:ext>
            </a:extLst>
          </p:cNvPr>
          <p:cNvSpPr txBox="1">
            <a:spLocks noChangeArrowheads="1"/>
          </p:cNvSpPr>
          <p:nvPr/>
        </p:nvSpPr>
        <p:spPr bwMode="auto">
          <a:xfrm>
            <a:off x="9366036" y="3260883"/>
            <a:ext cx="220662"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C</a:t>
            </a:r>
            <a:endParaRPr kumimoji="1" lang="en-US" altLang="zh-CN" sz="1600" baseline="-25000"/>
          </a:p>
        </p:txBody>
      </p:sp>
      <p:sp>
        <p:nvSpPr>
          <p:cNvPr id="49" name="Line 40">
            <a:extLst>
              <a:ext uri="{FF2B5EF4-FFF2-40B4-BE49-F238E27FC236}">
                <a16:creationId xmlns:a16="http://schemas.microsoft.com/office/drawing/2014/main" id="{577B2D6D-7B85-C902-A944-A31C977A9C26}"/>
              </a:ext>
            </a:extLst>
          </p:cNvPr>
          <p:cNvSpPr>
            <a:spLocks noChangeShapeType="1"/>
          </p:cNvSpPr>
          <p:nvPr/>
        </p:nvSpPr>
        <p:spPr bwMode="auto">
          <a:xfrm>
            <a:off x="5051211" y="3478371"/>
            <a:ext cx="5302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41">
            <a:extLst>
              <a:ext uri="{FF2B5EF4-FFF2-40B4-BE49-F238E27FC236}">
                <a16:creationId xmlns:a16="http://schemas.microsoft.com/office/drawing/2014/main" id="{8CD4AC3D-2959-CE34-B5BC-C9E8ADD2D74C}"/>
              </a:ext>
            </a:extLst>
          </p:cNvPr>
          <p:cNvSpPr>
            <a:spLocks noChangeShapeType="1"/>
          </p:cNvSpPr>
          <p:nvPr/>
        </p:nvSpPr>
        <p:spPr bwMode="auto">
          <a:xfrm rot="10800000">
            <a:off x="7894423" y="3587908"/>
            <a:ext cx="431800" cy="0"/>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42">
            <a:extLst>
              <a:ext uri="{FF2B5EF4-FFF2-40B4-BE49-F238E27FC236}">
                <a16:creationId xmlns:a16="http://schemas.microsoft.com/office/drawing/2014/main" id="{81895296-9716-2D66-8F49-577470171E98}"/>
              </a:ext>
            </a:extLst>
          </p:cNvPr>
          <p:cNvSpPr>
            <a:spLocks noChangeShapeType="1"/>
          </p:cNvSpPr>
          <p:nvPr/>
        </p:nvSpPr>
        <p:spPr bwMode="auto">
          <a:xfrm rot="10800000">
            <a:off x="7065748" y="3335496"/>
            <a:ext cx="1260475" cy="0"/>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2" name="Group 43">
            <a:extLst>
              <a:ext uri="{FF2B5EF4-FFF2-40B4-BE49-F238E27FC236}">
                <a16:creationId xmlns:a16="http://schemas.microsoft.com/office/drawing/2014/main" id="{21A27B09-A1E7-BAA6-7956-25E786A01BB9}"/>
              </a:ext>
            </a:extLst>
          </p:cNvPr>
          <p:cNvGrpSpPr>
            <a:grpSpLocks/>
          </p:cNvGrpSpPr>
          <p:nvPr/>
        </p:nvGrpSpPr>
        <p:grpSpPr bwMode="auto">
          <a:xfrm rot="10800000">
            <a:off x="8335748" y="3189446"/>
            <a:ext cx="603250" cy="542925"/>
            <a:chOff x="929" y="2294"/>
            <a:chExt cx="380" cy="342"/>
          </a:xfrm>
        </p:grpSpPr>
        <p:sp>
          <p:nvSpPr>
            <p:cNvPr id="53" name="Oval 44">
              <a:extLst>
                <a:ext uri="{FF2B5EF4-FFF2-40B4-BE49-F238E27FC236}">
                  <a16:creationId xmlns:a16="http://schemas.microsoft.com/office/drawing/2014/main" id="{35C4AAE9-CAF3-FC6C-349E-1F7696C5CEF3}"/>
                </a:ext>
              </a:extLst>
            </p:cNvPr>
            <p:cNvSpPr>
              <a:spLocks noChangeArrowheads="1"/>
            </p:cNvSpPr>
            <p:nvPr/>
          </p:nvSpPr>
          <p:spPr bwMode="auto">
            <a:xfrm rot="10800000">
              <a:off x="929" y="2432"/>
              <a:ext cx="75" cy="75"/>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54" name="AutoShape 45">
              <a:extLst>
                <a:ext uri="{FF2B5EF4-FFF2-40B4-BE49-F238E27FC236}">
                  <a16:creationId xmlns:a16="http://schemas.microsoft.com/office/drawing/2014/main" id="{4E768BA9-417C-7017-8422-093681987112}"/>
                </a:ext>
              </a:extLst>
            </p:cNvPr>
            <p:cNvSpPr>
              <a:spLocks noChangeArrowheads="1"/>
            </p:cNvSpPr>
            <p:nvPr/>
          </p:nvSpPr>
          <p:spPr bwMode="auto">
            <a:xfrm rot="10800000">
              <a:off x="998" y="2294"/>
              <a:ext cx="311" cy="342"/>
            </a:xfrm>
            <a:prstGeom prst="flowChartDelay">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sp>
        <p:nvSpPr>
          <p:cNvPr id="55" name="Line 46">
            <a:extLst>
              <a:ext uri="{FF2B5EF4-FFF2-40B4-BE49-F238E27FC236}">
                <a16:creationId xmlns:a16="http://schemas.microsoft.com/office/drawing/2014/main" id="{11C195A5-870F-9437-398D-2475CB9BBC90}"/>
              </a:ext>
            </a:extLst>
          </p:cNvPr>
          <p:cNvSpPr>
            <a:spLocks noChangeShapeType="1"/>
          </p:cNvSpPr>
          <p:nvPr/>
        </p:nvSpPr>
        <p:spPr bwMode="auto">
          <a:xfrm rot="10800000">
            <a:off x="8946936" y="3443446"/>
            <a:ext cx="31591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Text Box 47">
            <a:extLst>
              <a:ext uri="{FF2B5EF4-FFF2-40B4-BE49-F238E27FC236}">
                <a16:creationId xmlns:a16="http://schemas.microsoft.com/office/drawing/2014/main" id="{9BEFF716-6EF3-E073-CA4D-BDBFE78609B1}"/>
              </a:ext>
            </a:extLst>
          </p:cNvPr>
          <p:cNvSpPr txBox="1">
            <a:spLocks noChangeArrowheads="1"/>
          </p:cNvSpPr>
          <p:nvPr/>
        </p:nvSpPr>
        <p:spPr bwMode="auto">
          <a:xfrm>
            <a:off x="9154898" y="4773771"/>
            <a:ext cx="53975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CP</a:t>
            </a:r>
            <a:endParaRPr kumimoji="1" lang="en-US" altLang="zh-CN" sz="1600" baseline="-25000"/>
          </a:p>
        </p:txBody>
      </p:sp>
      <p:sp>
        <p:nvSpPr>
          <p:cNvPr id="57" name="Text Box 48">
            <a:extLst>
              <a:ext uri="{FF2B5EF4-FFF2-40B4-BE49-F238E27FC236}">
                <a16:creationId xmlns:a16="http://schemas.microsoft.com/office/drawing/2014/main" id="{8304D75D-30A6-B0D8-F525-777EC4381322}"/>
              </a:ext>
            </a:extLst>
          </p:cNvPr>
          <p:cNvSpPr txBox="1">
            <a:spLocks noChangeArrowheads="1"/>
          </p:cNvSpPr>
          <p:nvPr/>
        </p:nvSpPr>
        <p:spPr bwMode="auto">
          <a:xfrm>
            <a:off x="9480336" y="4157821"/>
            <a:ext cx="142875"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1</a:t>
            </a:r>
            <a:endParaRPr kumimoji="1" lang="en-US" altLang="zh-CN" sz="2400" baseline="-25000"/>
          </a:p>
        </p:txBody>
      </p:sp>
      <p:sp>
        <p:nvSpPr>
          <p:cNvPr id="58" name="Line 49">
            <a:extLst>
              <a:ext uri="{FF2B5EF4-FFF2-40B4-BE49-F238E27FC236}">
                <a16:creationId xmlns:a16="http://schemas.microsoft.com/office/drawing/2014/main" id="{8FC3D2E2-5407-256E-3E7E-B64B728E9E3B}"/>
              </a:ext>
            </a:extLst>
          </p:cNvPr>
          <p:cNvSpPr>
            <a:spLocks noChangeShapeType="1"/>
          </p:cNvSpPr>
          <p:nvPr/>
        </p:nvSpPr>
        <p:spPr bwMode="auto">
          <a:xfrm>
            <a:off x="6670461" y="5565933"/>
            <a:ext cx="1223962" cy="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50">
            <a:extLst>
              <a:ext uri="{FF2B5EF4-FFF2-40B4-BE49-F238E27FC236}">
                <a16:creationId xmlns:a16="http://schemas.microsoft.com/office/drawing/2014/main" id="{B894A8C0-5CD2-0D54-3D55-2F65BD440DB9}"/>
              </a:ext>
            </a:extLst>
          </p:cNvPr>
          <p:cNvSpPr>
            <a:spLocks noChangeShapeType="1"/>
          </p:cNvSpPr>
          <p:nvPr/>
        </p:nvSpPr>
        <p:spPr bwMode="auto">
          <a:xfrm>
            <a:off x="6524411" y="5818346"/>
            <a:ext cx="28892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Text Box 51">
            <a:extLst>
              <a:ext uri="{FF2B5EF4-FFF2-40B4-BE49-F238E27FC236}">
                <a16:creationId xmlns:a16="http://schemas.microsoft.com/office/drawing/2014/main" id="{27EB4276-E5B4-9931-60DD-A4959B4A9EB4}"/>
              </a:ext>
            </a:extLst>
          </p:cNvPr>
          <p:cNvSpPr txBox="1">
            <a:spLocks noChangeArrowheads="1"/>
          </p:cNvSpPr>
          <p:nvPr/>
        </p:nvSpPr>
        <p:spPr bwMode="auto">
          <a:xfrm>
            <a:off x="5230598" y="4810283"/>
            <a:ext cx="1428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1</a:t>
            </a:r>
            <a:endParaRPr kumimoji="1" lang="en-US" altLang="zh-CN" sz="2400" baseline="-25000"/>
          </a:p>
        </p:txBody>
      </p:sp>
      <p:sp>
        <p:nvSpPr>
          <p:cNvPr id="61" name="Text Box 52">
            <a:extLst>
              <a:ext uri="{FF2B5EF4-FFF2-40B4-BE49-F238E27FC236}">
                <a16:creationId xmlns:a16="http://schemas.microsoft.com/office/drawing/2014/main" id="{1C0B9BEB-3608-5612-5973-90C2C31522EB}"/>
              </a:ext>
            </a:extLst>
          </p:cNvPr>
          <p:cNvSpPr txBox="1">
            <a:spLocks noChangeArrowheads="1"/>
          </p:cNvSpPr>
          <p:nvPr/>
        </p:nvSpPr>
        <p:spPr bwMode="auto">
          <a:xfrm>
            <a:off x="6832386" y="2463958"/>
            <a:ext cx="1350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Q</a:t>
            </a:r>
            <a:r>
              <a:rPr kumimoji="1" lang="en-US" altLang="zh-CN" sz="1600"/>
              <a:t>2</a:t>
            </a:r>
            <a:r>
              <a:rPr kumimoji="1" lang="en-US" altLang="zh-CN" sz="2400"/>
              <a:t> Q</a:t>
            </a:r>
            <a:r>
              <a:rPr kumimoji="1" lang="en-US" altLang="zh-CN" sz="1600"/>
              <a:t>1</a:t>
            </a:r>
            <a:r>
              <a:rPr kumimoji="1" lang="en-US" altLang="zh-CN" sz="2400"/>
              <a:t> Q</a:t>
            </a:r>
            <a:r>
              <a:rPr kumimoji="1" lang="en-US" altLang="zh-CN" sz="1600"/>
              <a:t>0</a:t>
            </a:r>
            <a:endParaRPr kumimoji="1" lang="en-US" altLang="zh-CN" sz="2400"/>
          </a:p>
        </p:txBody>
      </p:sp>
      <p:grpSp>
        <p:nvGrpSpPr>
          <p:cNvPr id="62" name="Group 53">
            <a:extLst>
              <a:ext uri="{FF2B5EF4-FFF2-40B4-BE49-F238E27FC236}">
                <a16:creationId xmlns:a16="http://schemas.microsoft.com/office/drawing/2014/main" id="{E5D36179-CACE-5C27-FB8F-11531464B475}"/>
              </a:ext>
            </a:extLst>
          </p:cNvPr>
          <p:cNvGrpSpPr>
            <a:grpSpLocks/>
          </p:cNvGrpSpPr>
          <p:nvPr/>
        </p:nvGrpSpPr>
        <p:grpSpPr bwMode="auto">
          <a:xfrm>
            <a:off x="4440023" y="3086258"/>
            <a:ext cx="603250" cy="542925"/>
            <a:chOff x="929" y="2294"/>
            <a:chExt cx="380" cy="342"/>
          </a:xfrm>
        </p:grpSpPr>
        <p:sp>
          <p:nvSpPr>
            <p:cNvPr id="63" name="Oval 54">
              <a:extLst>
                <a:ext uri="{FF2B5EF4-FFF2-40B4-BE49-F238E27FC236}">
                  <a16:creationId xmlns:a16="http://schemas.microsoft.com/office/drawing/2014/main" id="{08F71B05-DBCA-B633-CA6C-B8414EC74CDA}"/>
                </a:ext>
              </a:extLst>
            </p:cNvPr>
            <p:cNvSpPr>
              <a:spLocks noChangeArrowheads="1"/>
            </p:cNvSpPr>
            <p:nvPr/>
          </p:nvSpPr>
          <p:spPr bwMode="auto">
            <a:xfrm rot="10800000">
              <a:off x="929" y="2432"/>
              <a:ext cx="75" cy="75"/>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64" name="AutoShape 55">
              <a:extLst>
                <a:ext uri="{FF2B5EF4-FFF2-40B4-BE49-F238E27FC236}">
                  <a16:creationId xmlns:a16="http://schemas.microsoft.com/office/drawing/2014/main" id="{F5483E74-9D41-F660-BA0D-C6955BBC3DA8}"/>
                </a:ext>
              </a:extLst>
            </p:cNvPr>
            <p:cNvSpPr>
              <a:spLocks noChangeArrowheads="1"/>
            </p:cNvSpPr>
            <p:nvPr/>
          </p:nvSpPr>
          <p:spPr bwMode="auto">
            <a:xfrm rot="10800000">
              <a:off x="998" y="2294"/>
              <a:ext cx="311" cy="342"/>
            </a:xfrm>
            <a:prstGeom prst="flowChartDelay">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sp>
        <p:nvSpPr>
          <p:cNvPr id="65" name="Line 56">
            <a:extLst>
              <a:ext uri="{FF2B5EF4-FFF2-40B4-BE49-F238E27FC236}">
                <a16:creationId xmlns:a16="http://schemas.microsoft.com/office/drawing/2014/main" id="{5BD3B8F2-8A54-D890-8067-DCB08D6ED941}"/>
              </a:ext>
            </a:extLst>
          </p:cNvPr>
          <p:cNvSpPr>
            <a:spLocks noChangeShapeType="1"/>
          </p:cNvSpPr>
          <p:nvPr/>
        </p:nvSpPr>
        <p:spPr bwMode="auto">
          <a:xfrm>
            <a:off x="4151098" y="3375183"/>
            <a:ext cx="279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57">
            <a:extLst>
              <a:ext uri="{FF2B5EF4-FFF2-40B4-BE49-F238E27FC236}">
                <a16:creationId xmlns:a16="http://schemas.microsoft.com/office/drawing/2014/main" id="{500B7F8F-380A-FA2A-93F4-3778C812C19D}"/>
              </a:ext>
            </a:extLst>
          </p:cNvPr>
          <p:cNvSpPr>
            <a:spLocks noChangeShapeType="1"/>
          </p:cNvSpPr>
          <p:nvPr/>
        </p:nvSpPr>
        <p:spPr bwMode="auto">
          <a:xfrm flipV="1">
            <a:off x="3898686" y="2397283"/>
            <a:ext cx="0" cy="22685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7" name="Group 58">
            <a:extLst>
              <a:ext uri="{FF2B5EF4-FFF2-40B4-BE49-F238E27FC236}">
                <a16:creationId xmlns:a16="http://schemas.microsoft.com/office/drawing/2014/main" id="{D3B26A9C-518C-FFBC-0983-DB76548C48F0}"/>
              </a:ext>
            </a:extLst>
          </p:cNvPr>
          <p:cNvGrpSpPr>
            <a:grpSpLocks/>
          </p:cNvGrpSpPr>
          <p:nvPr/>
        </p:nvGrpSpPr>
        <p:grpSpPr bwMode="auto">
          <a:xfrm>
            <a:off x="4440023" y="2106771"/>
            <a:ext cx="603250" cy="542925"/>
            <a:chOff x="929" y="2294"/>
            <a:chExt cx="380" cy="342"/>
          </a:xfrm>
        </p:grpSpPr>
        <p:sp>
          <p:nvSpPr>
            <p:cNvPr id="68" name="Oval 59">
              <a:extLst>
                <a:ext uri="{FF2B5EF4-FFF2-40B4-BE49-F238E27FC236}">
                  <a16:creationId xmlns:a16="http://schemas.microsoft.com/office/drawing/2014/main" id="{BFB4F345-C323-33AF-36D4-C49F9FE68786}"/>
                </a:ext>
              </a:extLst>
            </p:cNvPr>
            <p:cNvSpPr>
              <a:spLocks noChangeArrowheads="1"/>
            </p:cNvSpPr>
            <p:nvPr/>
          </p:nvSpPr>
          <p:spPr bwMode="auto">
            <a:xfrm rot="10800000">
              <a:off x="929" y="2432"/>
              <a:ext cx="75" cy="75"/>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69" name="AutoShape 60">
              <a:extLst>
                <a:ext uri="{FF2B5EF4-FFF2-40B4-BE49-F238E27FC236}">
                  <a16:creationId xmlns:a16="http://schemas.microsoft.com/office/drawing/2014/main" id="{FC583E16-AC41-734D-8C11-B12B3016B159}"/>
                </a:ext>
              </a:extLst>
            </p:cNvPr>
            <p:cNvSpPr>
              <a:spLocks noChangeArrowheads="1"/>
            </p:cNvSpPr>
            <p:nvPr/>
          </p:nvSpPr>
          <p:spPr bwMode="auto">
            <a:xfrm rot="10800000">
              <a:off x="998" y="2294"/>
              <a:ext cx="311" cy="342"/>
            </a:xfrm>
            <a:prstGeom prst="flowChartDelay">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sp>
        <p:nvSpPr>
          <p:cNvPr id="70" name="Line 61">
            <a:extLst>
              <a:ext uri="{FF2B5EF4-FFF2-40B4-BE49-F238E27FC236}">
                <a16:creationId xmlns:a16="http://schemas.microsoft.com/office/drawing/2014/main" id="{BF8F1783-08DF-0379-BC7A-966518986489}"/>
              </a:ext>
            </a:extLst>
          </p:cNvPr>
          <p:cNvSpPr>
            <a:spLocks noChangeShapeType="1"/>
          </p:cNvSpPr>
          <p:nvPr/>
        </p:nvSpPr>
        <p:spPr bwMode="auto">
          <a:xfrm rot="5400000">
            <a:off x="5286955" y="2629852"/>
            <a:ext cx="17621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Line 62">
            <a:extLst>
              <a:ext uri="{FF2B5EF4-FFF2-40B4-BE49-F238E27FC236}">
                <a16:creationId xmlns:a16="http://schemas.microsoft.com/office/drawing/2014/main" id="{E8A85210-5B66-DDFD-DBF7-34DC800B3C40}"/>
              </a:ext>
            </a:extLst>
          </p:cNvPr>
          <p:cNvSpPr>
            <a:spLocks noChangeShapeType="1"/>
          </p:cNvSpPr>
          <p:nvPr/>
        </p:nvSpPr>
        <p:spPr bwMode="auto">
          <a:xfrm rot="5400000" flipV="1">
            <a:off x="4617030" y="2291714"/>
            <a:ext cx="292100" cy="12239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Line 63">
            <a:extLst>
              <a:ext uri="{FF2B5EF4-FFF2-40B4-BE49-F238E27FC236}">
                <a16:creationId xmlns:a16="http://schemas.microsoft.com/office/drawing/2014/main" id="{489A6A63-BD36-1B42-AE7A-BB070547B94B}"/>
              </a:ext>
            </a:extLst>
          </p:cNvPr>
          <p:cNvSpPr>
            <a:spLocks noChangeShapeType="1"/>
          </p:cNvSpPr>
          <p:nvPr/>
        </p:nvSpPr>
        <p:spPr bwMode="auto">
          <a:xfrm rot="5400000">
            <a:off x="5286955" y="3137852"/>
            <a:ext cx="176212" cy="0"/>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 name="Line 64">
            <a:extLst>
              <a:ext uri="{FF2B5EF4-FFF2-40B4-BE49-F238E27FC236}">
                <a16:creationId xmlns:a16="http://schemas.microsoft.com/office/drawing/2014/main" id="{96D8695D-43D2-D6E4-AF10-73BC7E35F05C}"/>
              </a:ext>
            </a:extLst>
          </p:cNvPr>
          <p:cNvSpPr>
            <a:spLocks noChangeShapeType="1"/>
          </p:cNvSpPr>
          <p:nvPr/>
        </p:nvSpPr>
        <p:spPr bwMode="auto">
          <a:xfrm rot="5400000">
            <a:off x="3970916" y="2577465"/>
            <a:ext cx="360363" cy="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 name="Line 65">
            <a:extLst>
              <a:ext uri="{FF2B5EF4-FFF2-40B4-BE49-F238E27FC236}">
                <a16:creationId xmlns:a16="http://schemas.microsoft.com/office/drawing/2014/main" id="{A03DD46E-9A26-DC0A-B0AE-DABC5BF8E3AF}"/>
              </a:ext>
            </a:extLst>
          </p:cNvPr>
          <p:cNvSpPr>
            <a:spLocks noChangeShapeType="1"/>
          </p:cNvSpPr>
          <p:nvPr/>
        </p:nvSpPr>
        <p:spPr bwMode="auto">
          <a:xfrm rot="5400000">
            <a:off x="4617823" y="2251233"/>
            <a:ext cx="290513" cy="12239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 name="Line 66">
            <a:extLst>
              <a:ext uri="{FF2B5EF4-FFF2-40B4-BE49-F238E27FC236}">
                <a16:creationId xmlns:a16="http://schemas.microsoft.com/office/drawing/2014/main" id="{D7B45CF5-27A4-55A6-8CDB-6639F098A737}"/>
              </a:ext>
            </a:extLst>
          </p:cNvPr>
          <p:cNvSpPr>
            <a:spLocks noChangeShapeType="1"/>
          </p:cNvSpPr>
          <p:nvPr/>
        </p:nvSpPr>
        <p:spPr bwMode="auto">
          <a:xfrm>
            <a:off x="5051211" y="2289333"/>
            <a:ext cx="5397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Line 67">
            <a:extLst>
              <a:ext uri="{FF2B5EF4-FFF2-40B4-BE49-F238E27FC236}">
                <a16:creationId xmlns:a16="http://schemas.microsoft.com/office/drawing/2014/main" id="{CF7C5961-1B11-6AAF-D692-F55270885FCC}"/>
              </a:ext>
            </a:extLst>
          </p:cNvPr>
          <p:cNvSpPr>
            <a:spLocks noChangeShapeType="1"/>
          </p:cNvSpPr>
          <p:nvPr/>
        </p:nvSpPr>
        <p:spPr bwMode="auto">
          <a:xfrm>
            <a:off x="5051211" y="2541746"/>
            <a:ext cx="323850" cy="0"/>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 name="Line 68">
            <a:extLst>
              <a:ext uri="{FF2B5EF4-FFF2-40B4-BE49-F238E27FC236}">
                <a16:creationId xmlns:a16="http://schemas.microsoft.com/office/drawing/2014/main" id="{9134E857-3544-FC9D-02F9-35B176465500}"/>
              </a:ext>
            </a:extLst>
          </p:cNvPr>
          <p:cNvSpPr>
            <a:spLocks noChangeShapeType="1"/>
          </p:cNvSpPr>
          <p:nvPr/>
        </p:nvSpPr>
        <p:spPr bwMode="auto">
          <a:xfrm>
            <a:off x="3898686" y="2397283"/>
            <a:ext cx="533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 name="Line 69">
            <a:extLst>
              <a:ext uri="{FF2B5EF4-FFF2-40B4-BE49-F238E27FC236}">
                <a16:creationId xmlns:a16="http://schemas.microsoft.com/office/drawing/2014/main" id="{850E24B9-C669-40D9-F306-C1B347A368AE}"/>
              </a:ext>
            </a:extLst>
          </p:cNvPr>
          <p:cNvSpPr>
            <a:spLocks noChangeShapeType="1"/>
          </p:cNvSpPr>
          <p:nvPr/>
        </p:nvSpPr>
        <p:spPr bwMode="auto">
          <a:xfrm rot="5400000">
            <a:off x="3970917" y="3188652"/>
            <a:ext cx="360362" cy="0"/>
          </a:xfrm>
          <a:prstGeom prst="line">
            <a:avLst/>
          </a:prstGeom>
          <a:noFill/>
          <a:ln w="28575">
            <a:solidFill>
              <a:schemeClr val="tx1"/>
            </a:solidFill>
            <a:round/>
            <a:headEnd type="none"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Text Box 70">
            <a:extLst>
              <a:ext uri="{FF2B5EF4-FFF2-40B4-BE49-F238E27FC236}">
                <a16:creationId xmlns:a16="http://schemas.microsoft.com/office/drawing/2014/main" id="{92B26971-5480-BBE5-12AE-834BBC819E7C}"/>
              </a:ext>
            </a:extLst>
          </p:cNvPr>
          <p:cNvSpPr txBox="1">
            <a:spLocks noChangeArrowheads="1"/>
          </p:cNvSpPr>
          <p:nvPr/>
        </p:nvSpPr>
        <p:spPr bwMode="auto">
          <a:xfrm>
            <a:off x="5662398" y="2140108"/>
            <a:ext cx="53975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CP</a:t>
            </a:r>
            <a:endParaRPr kumimoji="1" lang="en-US" altLang="zh-CN" sz="1600" baseline="-25000"/>
          </a:p>
        </p:txBody>
      </p:sp>
      <p:sp>
        <p:nvSpPr>
          <p:cNvPr id="80" name="Text Box 71">
            <a:extLst>
              <a:ext uri="{FF2B5EF4-FFF2-40B4-BE49-F238E27FC236}">
                <a16:creationId xmlns:a16="http://schemas.microsoft.com/office/drawing/2014/main" id="{0F5FC60C-8DBA-7466-5F22-765E84BD26C5}"/>
              </a:ext>
            </a:extLst>
          </p:cNvPr>
          <p:cNvSpPr txBox="1">
            <a:spLocks noChangeArrowheads="1"/>
          </p:cNvSpPr>
          <p:nvPr/>
        </p:nvSpPr>
        <p:spPr bwMode="auto">
          <a:xfrm>
            <a:off x="4197136" y="4289583"/>
            <a:ext cx="53975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R</a:t>
            </a:r>
            <a:r>
              <a:rPr kumimoji="1" lang="en-US" altLang="zh-CN" sz="1600"/>
              <a:t>D</a:t>
            </a:r>
            <a:endParaRPr kumimoji="1" lang="en-US" altLang="zh-CN" sz="1000" baseline="-25000"/>
          </a:p>
        </p:txBody>
      </p:sp>
      <p:sp>
        <p:nvSpPr>
          <p:cNvPr id="81" name="Line 73">
            <a:extLst>
              <a:ext uri="{FF2B5EF4-FFF2-40B4-BE49-F238E27FC236}">
                <a16:creationId xmlns:a16="http://schemas.microsoft.com/office/drawing/2014/main" id="{3F39F2C3-5B4C-518B-22B1-B372C73DF380}"/>
              </a:ext>
            </a:extLst>
          </p:cNvPr>
          <p:cNvSpPr>
            <a:spLocks noChangeShapeType="1"/>
          </p:cNvSpPr>
          <p:nvPr/>
        </p:nvSpPr>
        <p:spPr bwMode="auto">
          <a:xfrm>
            <a:off x="5051211" y="3225958"/>
            <a:ext cx="3238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 name="Line 74">
            <a:extLst>
              <a:ext uri="{FF2B5EF4-FFF2-40B4-BE49-F238E27FC236}">
                <a16:creationId xmlns:a16="http://schemas.microsoft.com/office/drawing/2014/main" id="{3DA5C8F1-6925-FD7B-EFF2-D0256AB8AF80}"/>
              </a:ext>
            </a:extLst>
          </p:cNvPr>
          <p:cNvSpPr>
            <a:spLocks noChangeShapeType="1"/>
          </p:cNvSpPr>
          <p:nvPr/>
        </p:nvSpPr>
        <p:spPr bwMode="auto">
          <a:xfrm>
            <a:off x="5122648" y="3800633"/>
            <a:ext cx="1809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 name="Line 75">
            <a:extLst>
              <a:ext uri="{FF2B5EF4-FFF2-40B4-BE49-F238E27FC236}">
                <a16:creationId xmlns:a16="http://schemas.microsoft.com/office/drawing/2014/main" id="{C824D310-DE49-9128-EC4E-7D3800C1CBDC}"/>
              </a:ext>
            </a:extLst>
          </p:cNvPr>
          <p:cNvSpPr>
            <a:spLocks noChangeShapeType="1"/>
          </p:cNvSpPr>
          <p:nvPr/>
        </p:nvSpPr>
        <p:spPr bwMode="auto">
          <a:xfrm rot="5400000">
            <a:off x="5177416" y="3926840"/>
            <a:ext cx="252413" cy="0"/>
          </a:xfrm>
          <a:prstGeom prst="line">
            <a:avLst/>
          </a:prstGeom>
          <a:noFill/>
          <a:ln w="28575">
            <a:solidFill>
              <a:srgbClr val="FF3300"/>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 name="Line 76">
            <a:extLst>
              <a:ext uri="{FF2B5EF4-FFF2-40B4-BE49-F238E27FC236}">
                <a16:creationId xmlns:a16="http://schemas.microsoft.com/office/drawing/2014/main" id="{3A6E78DA-B7D1-1D2A-2B7C-59DC391F30E0}"/>
              </a:ext>
            </a:extLst>
          </p:cNvPr>
          <p:cNvSpPr>
            <a:spLocks noChangeShapeType="1"/>
          </p:cNvSpPr>
          <p:nvPr/>
        </p:nvSpPr>
        <p:spPr bwMode="auto">
          <a:xfrm>
            <a:off x="5411573" y="3800633"/>
            <a:ext cx="1809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Line 77">
            <a:extLst>
              <a:ext uri="{FF2B5EF4-FFF2-40B4-BE49-F238E27FC236}">
                <a16:creationId xmlns:a16="http://schemas.microsoft.com/office/drawing/2014/main" id="{A1E68390-17AA-3098-716F-7A2618CD95A3}"/>
              </a:ext>
            </a:extLst>
          </p:cNvPr>
          <p:cNvSpPr>
            <a:spLocks noChangeShapeType="1"/>
          </p:cNvSpPr>
          <p:nvPr/>
        </p:nvSpPr>
        <p:spPr bwMode="auto">
          <a:xfrm rot="5400000">
            <a:off x="5285366" y="3926840"/>
            <a:ext cx="252413" cy="0"/>
          </a:xfrm>
          <a:prstGeom prst="line">
            <a:avLst/>
          </a:prstGeom>
          <a:noFill/>
          <a:ln w="28575">
            <a:solidFill>
              <a:srgbClr val="FF3300"/>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 name="Line 78">
            <a:extLst>
              <a:ext uri="{FF2B5EF4-FFF2-40B4-BE49-F238E27FC236}">
                <a16:creationId xmlns:a16="http://schemas.microsoft.com/office/drawing/2014/main" id="{58C149BA-3BAD-82CF-A6E7-3D05F78BFE7E}"/>
              </a:ext>
            </a:extLst>
          </p:cNvPr>
          <p:cNvSpPr>
            <a:spLocks noChangeShapeType="1"/>
          </p:cNvSpPr>
          <p:nvPr/>
        </p:nvSpPr>
        <p:spPr bwMode="auto">
          <a:xfrm>
            <a:off x="5303623" y="4053046"/>
            <a:ext cx="107950"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Text Box 79">
            <a:extLst>
              <a:ext uri="{FF2B5EF4-FFF2-40B4-BE49-F238E27FC236}">
                <a16:creationId xmlns:a16="http://schemas.microsoft.com/office/drawing/2014/main" id="{0A7E3878-E3C8-0F4A-776C-5BBAE72C2AFE}"/>
              </a:ext>
            </a:extLst>
          </p:cNvPr>
          <p:cNvSpPr txBox="1">
            <a:spLocks noChangeArrowheads="1"/>
          </p:cNvSpPr>
          <p:nvPr/>
        </p:nvSpPr>
        <p:spPr bwMode="auto">
          <a:xfrm>
            <a:off x="8424648" y="3310096"/>
            <a:ext cx="2984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000"/>
              <a:t>G</a:t>
            </a:r>
            <a:r>
              <a:rPr kumimoji="1" lang="en-US" altLang="zh-CN" sz="1600"/>
              <a:t>1</a:t>
            </a:r>
            <a:endParaRPr kumimoji="1" lang="en-US" altLang="zh-CN" sz="1000" baseline="-25000"/>
          </a:p>
        </p:txBody>
      </p:sp>
      <p:sp>
        <p:nvSpPr>
          <p:cNvPr id="88" name="Text Box 80">
            <a:extLst>
              <a:ext uri="{FF2B5EF4-FFF2-40B4-BE49-F238E27FC236}">
                <a16:creationId xmlns:a16="http://schemas.microsoft.com/office/drawing/2014/main" id="{8E17B00E-A926-623B-AE6B-375B70E2979D}"/>
              </a:ext>
            </a:extLst>
          </p:cNvPr>
          <p:cNvSpPr txBox="1">
            <a:spLocks noChangeArrowheads="1"/>
          </p:cNvSpPr>
          <p:nvPr/>
        </p:nvSpPr>
        <p:spPr bwMode="auto">
          <a:xfrm>
            <a:off x="5806861" y="3310096"/>
            <a:ext cx="2984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000"/>
              <a:t>G</a:t>
            </a:r>
            <a:r>
              <a:rPr kumimoji="1" lang="en-US" altLang="zh-CN" sz="1600"/>
              <a:t>2</a:t>
            </a:r>
            <a:endParaRPr kumimoji="1" lang="en-US" altLang="zh-CN" sz="1000" baseline="-25000"/>
          </a:p>
        </p:txBody>
      </p:sp>
      <p:sp>
        <p:nvSpPr>
          <p:cNvPr id="89" name="Text Box 81">
            <a:extLst>
              <a:ext uri="{FF2B5EF4-FFF2-40B4-BE49-F238E27FC236}">
                <a16:creationId xmlns:a16="http://schemas.microsoft.com/office/drawing/2014/main" id="{6755F68A-0AB1-548A-B3DE-8A40C7CC235B}"/>
              </a:ext>
            </a:extLst>
          </p:cNvPr>
          <p:cNvSpPr txBox="1">
            <a:spLocks noChangeArrowheads="1"/>
          </p:cNvSpPr>
          <p:nvPr/>
        </p:nvSpPr>
        <p:spPr bwMode="auto">
          <a:xfrm>
            <a:off x="4654336" y="2217896"/>
            <a:ext cx="2984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000"/>
              <a:t>G</a:t>
            </a:r>
            <a:r>
              <a:rPr kumimoji="1" lang="en-US" altLang="zh-CN" sz="1600"/>
              <a:t>4</a:t>
            </a:r>
            <a:endParaRPr kumimoji="1" lang="en-US" altLang="zh-CN" sz="1000" baseline="-25000"/>
          </a:p>
        </p:txBody>
      </p:sp>
      <p:sp>
        <p:nvSpPr>
          <p:cNvPr id="90" name="Text Box 82">
            <a:extLst>
              <a:ext uri="{FF2B5EF4-FFF2-40B4-BE49-F238E27FC236}">
                <a16:creationId xmlns:a16="http://schemas.microsoft.com/office/drawing/2014/main" id="{17E0ED76-E0C9-64EC-6BEB-31C6DF8AF6E7}"/>
              </a:ext>
            </a:extLst>
          </p:cNvPr>
          <p:cNvSpPr txBox="1">
            <a:spLocks noChangeArrowheads="1"/>
          </p:cNvSpPr>
          <p:nvPr/>
        </p:nvSpPr>
        <p:spPr bwMode="auto">
          <a:xfrm>
            <a:off x="4654336" y="3202146"/>
            <a:ext cx="2984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000"/>
              <a:t>G</a:t>
            </a:r>
            <a:r>
              <a:rPr kumimoji="1" lang="en-US" altLang="zh-CN" sz="1600"/>
              <a:t>3</a:t>
            </a:r>
            <a:endParaRPr kumimoji="1" lang="en-US" altLang="zh-CN" sz="1000" baseline="-25000"/>
          </a:p>
        </p:txBody>
      </p:sp>
      <p:sp>
        <p:nvSpPr>
          <p:cNvPr id="91" name="Line 83">
            <a:extLst>
              <a:ext uri="{FF2B5EF4-FFF2-40B4-BE49-F238E27FC236}">
                <a16:creationId xmlns:a16="http://schemas.microsoft.com/office/drawing/2014/main" id="{5BE5ACEA-D76E-E21B-8218-58D163E7443C}"/>
              </a:ext>
            </a:extLst>
          </p:cNvPr>
          <p:cNvSpPr>
            <a:spLocks noChangeShapeType="1"/>
          </p:cNvSpPr>
          <p:nvPr/>
        </p:nvSpPr>
        <p:spPr bwMode="auto">
          <a:xfrm rot="5400000">
            <a:off x="4058229" y="4936490"/>
            <a:ext cx="252413" cy="0"/>
          </a:xfrm>
          <a:prstGeom prst="line">
            <a:avLst/>
          </a:prstGeom>
          <a:noFill/>
          <a:ln w="28575">
            <a:solidFill>
              <a:srgbClr val="FF3300"/>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Line 84">
            <a:extLst>
              <a:ext uri="{FF2B5EF4-FFF2-40B4-BE49-F238E27FC236}">
                <a16:creationId xmlns:a16="http://schemas.microsoft.com/office/drawing/2014/main" id="{E8DD7A7E-D8AA-0F59-54AF-5C8D7651D073}"/>
              </a:ext>
            </a:extLst>
          </p:cNvPr>
          <p:cNvSpPr>
            <a:spLocks noChangeShapeType="1"/>
          </p:cNvSpPr>
          <p:nvPr/>
        </p:nvSpPr>
        <p:spPr bwMode="auto">
          <a:xfrm rot="5400000">
            <a:off x="4415416" y="4936490"/>
            <a:ext cx="252413" cy="0"/>
          </a:xfrm>
          <a:prstGeom prst="line">
            <a:avLst/>
          </a:prstGeom>
          <a:noFill/>
          <a:ln w="28575">
            <a:solidFill>
              <a:srgbClr val="FF3300"/>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 name="Line 85">
            <a:extLst>
              <a:ext uri="{FF2B5EF4-FFF2-40B4-BE49-F238E27FC236}">
                <a16:creationId xmlns:a16="http://schemas.microsoft.com/office/drawing/2014/main" id="{FD0C31E9-2B31-9D92-7F69-F65976085329}"/>
              </a:ext>
            </a:extLst>
          </p:cNvPr>
          <p:cNvSpPr>
            <a:spLocks noChangeShapeType="1"/>
          </p:cNvSpPr>
          <p:nvPr/>
        </p:nvSpPr>
        <p:spPr bwMode="auto">
          <a:xfrm>
            <a:off x="4184436" y="5062696"/>
            <a:ext cx="358775"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 name="Line 86">
            <a:extLst>
              <a:ext uri="{FF2B5EF4-FFF2-40B4-BE49-F238E27FC236}">
                <a16:creationId xmlns:a16="http://schemas.microsoft.com/office/drawing/2014/main" id="{10C30112-D930-C801-1E88-FC82C989C23F}"/>
              </a:ext>
            </a:extLst>
          </p:cNvPr>
          <p:cNvSpPr>
            <a:spLocks noChangeShapeType="1"/>
          </p:cNvSpPr>
          <p:nvPr/>
        </p:nvSpPr>
        <p:spPr bwMode="auto">
          <a:xfrm rot="5400000">
            <a:off x="6436304" y="2272665"/>
            <a:ext cx="252413" cy="0"/>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 name="Line 87">
            <a:extLst>
              <a:ext uri="{FF2B5EF4-FFF2-40B4-BE49-F238E27FC236}">
                <a16:creationId xmlns:a16="http://schemas.microsoft.com/office/drawing/2014/main" id="{23DB7C42-1DB8-76DF-8EEB-1166E04EB071}"/>
              </a:ext>
            </a:extLst>
          </p:cNvPr>
          <p:cNvSpPr>
            <a:spLocks noChangeShapeType="1"/>
          </p:cNvSpPr>
          <p:nvPr/>
        </p:nvSpPr>
        <p:spPr bwMode="auto">
          <a:xfrm rot="5400000">
            <a:off x="6793491" y="2272665"/>
            <a:ext cx="252413" cy="0"/>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 name="Line 88">
            <a:extLst>
              <a:ext uri="{FF2B5EF4-FFF2-40B4-BE49-F238E27FC236}">
                <a16:creationId xmlns:a16="http://schemas.microsoft.com/office/drawing/2014/main" id="{12C6A804-633C-6376-A1E4-FBFA06A7615C}"/>
              </a:ext>
            </a:extLst>
          </p:cNvPr>
          <p:cNvSpPr>
            <a:spLocks noChangeShapeType="1"/>
          </p:cNvSpPr>
          <p:nvPr/>
        </p:nvSpPr>
        <p:spPr bwMode="auto">
          <a:xfrm>
            <a:off x="6562511" y="2146458"/>
            <a:ext cx="3587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 name="Line 89">
            <a:extLst>
              <a:ext uri="{FF2B5EF4-FFF2-40B4-BE49-F238E27FC236}">
                <a16:creationId xmlns:a16="http://schemas.microsoft.com/office/drawing/2014/main" id="{1AD50329-97DE-DA37-EB6A-56805BFED190}"/>
              </a:ext>
            </a:extLst>
          </p:cNvPr>
          <p:cNvSpPr>
            <a:spLocks noChangeShapeType="1"/>
          </p:cNvSpPr>
          <p:nvPr/>
        </p:nvSpPr>
        <p:spPr bwMode="auto">
          <a:xfrm>
            <a:off x="6922873" y="2398871"/>
            <a:ext cx="3587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 name="Line 98">
            <a:extLst>
              <a:ext uri="{FF2B5EF4-FFF2-40B4-BE49-F238E27FC236}">
                <a16:creationId xmlns:a16="http://schemas.microsoft.com/office/drawing/2014/main" id="{05390B80-F024-8186-AC67-19EE740B17FB}"/>
              </a:ext>
            </a:extLst>
          </p:cNvPr>
          <p:cNvSpPr>
            <a:spLocks noChangeShapeType="1"/>
          </p:cNvSpPr>
          <p:nvPr/>
        </p:nvSpPr>
        <p:spPr bwMode="auto">
          <a:xfrm>
            <a:off x="6202148" y="2397283"/>
            <a:ext cx="3587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 name="Line 99">
            <a:extLst>
              <a:ext uri="{FF2B5EF4-FFF2-40B4-BE49-F238E27FC236}">
                <a16:creationId xmlns:a16="http://schemas.microsoft.com/office/drawing/2014/main" id="{B23BD8C4-9E81-E93B-4946-69185621E579}"/>
              </a:ext>
            </a:extLst>
          </p:cNvPr>
          <p:cNvSpPr>
            <a:spLocks noChangeShapeType="1"/>
          </p:cNvSpPr>
          <p:nvPr/>
        </p:nvSpPr>
        <p:spPr bwMode="auto">
          <a:xfrm>
            <a:off x="4005048" y="4810283"/>
            <a:ext cx="1809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 name="Line 100">
            <a:extLst>
              <a:ext uri="{FF2B5EF4-FFF2-40B4-BE49-F238E27FC236}">
                <a16:creationId xmlns:a16="http://schemas.microsoft.com/office/drawing/2014/main" id="{E500627F-1E36-10AD-36AC-43B165DE194C}"/>
              </a:ext>
            </a:extLst>
          </p:cNvPr>
          <p:cNvSpPr>
            <a:spLocks noChangeShapeType="1"/>
          </p:cNvSpPr>
          <p:nvPr/>
        </p:nvSpPr>
        <p:spPr bwMode="auto">
          <a:xfrm>
            <a:off x="4543211" y="4810283"/>
            <a:ext cx="1809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文本框 104">
            <a:extLst>
              <a:ext uri="{FF2B5EF4-FFF2-40B4-BE49-F238E27FC236}">
                <a16:creationId xmlns:a16="http://schemas.microsoft.com/office/drawing/2014/main" id="{65CB39EC-9CA3-BDE3-FFCD-EB8DC8F2F0F7}"/>
              </a:ext>
            </a:extLst>
          </p:cNvPr>
          <p:cNvSpPr txBox="1"/>
          <p:nvPr/>
        </p:nvSpPr>
        <p:spPr>
          <a:xfrm>
            <a:off x="4249738" y="1069946"/>
            <a:ext cx="5096313" cy="400110"/>
          </a:xfrm>
          <a:prstGeom prst="rect">
            <a:avLst/>
          </a:prstGeom>
          <a:solidFill>
            <a:schemeClr val="accent1">
              <a:lumMod val="20000"/>
              <a:lumOff val="80000"/>
            </a:schemeClr>
          </a:solidFill>
          <a:ln>
            <a:solidFill>
              <a:schemeClr val="accent1"/>
            </a:solidFill>
          </a:ln>
        </p:spPr>
        <p:txBody>
          <a:bodyPr wrap="square">
            <a:spAutoFit/>
          </a:bodyPr>
          <a:lstStyle/>
          <a:p>
            <a:pPr marL="50800" lvl="1" algn="ctr">
              <a:buNone/>
            </a:pPr>
            <a:r>
              <a:rPr lang="zh-CN" altLang="en-US" sz="2000" dirty="0">
                <a:latin typeface="Microsoft YaHei" panose="020B0503020204020204" pitchFamily="34" charset="-122"/>
                <a:ea typeface="Microsoft YaHei" panose="020B0503020204020204" pitchFamily="34" charset="-122"/>
              </a:rPr>
              <a:t>将复位脉冲的宽度延长至  时钟脉冲的宽度</a:t>
            </a:r>
          </a:p>
        </p:txBody>
      </p:sp>
      <mc:AlternateContent xmlns:mc="http://schemas.openxmlformats.org/markup-compatibility/2006" xmlns:a14="http://schemas.microsoft.com/office/drawing/2010/main">
        <mc:Choice Requires="a14">
          <p:sp>
            <p:nvSpPr>
              <p:cNvPr id="106" name="文本框 105">
                <a:extLst>
                  <a:ext uri="{FF2B5EF4-FFF2-40B4-BE49-F238E27FC236}">
                    <a16:creationId xmlns:a16="http://schemas.microsoft.com/office/drawing/2014/main" id="{8EC2F0D8-DC65-C260-6D9F-7A4B98BDA2B8}"/>
                  </a:ext>
                </a:extLst>
              </p:cNvPr>
              <p:cNvSpPr txBox="1"/>
              <p:nvPr/>
            </p:nvSpPr>
            <p:spPr>
              <a:xfrm>
                <a:off x="3730489" y="2027951"/>
                <a:ext cx="39946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i="1" smtClean="0">
                          <a:solidFill>
                            <a:srgbClr val="00B0F0"/>
                          </a:solidFill>
                          <a:latin typeface="Cambria Math" panose="02040503050406030204" pitchFamily="18" charset="0"/>
                        </a:rPr>
                        <m:t>Q</m:t>
                      </m:r>
                    </m:oMath>
                  </m:oMathPara>
                </a14:m>
                <a:endParaRPr kumimoji="1" lang="zh-CN" altLang="en-US" dirty="0">
                  <a:solidFill>
                    <a:srgbClr val="00B0F0"/>
                  </a:solidFill>
                </a:endParaRPr>
              </a:p>
            </p:txBody>
          </p:sp>
        </mc:Choice>
        <mc:Fallback xmlns="">
          <p:sp>
            <p:nvSpPr>
              <p:cNvPr id="106" name="文本框 105">
                <a:extLst>
                  <a:ext uri="{FF2B5EF4-FFF2-40B4-BE49-F238E27FC236}">
                    <a16:creationId xmlns:a16="http://schemas.microsoft.com/office/drawing/2014/main" id="{8EC2F0D8-DC65-C260-6D9F-7A4B98BDA2B8}"/>
                  </a:ext>
                </a:extLst>
              </p:cNvPr>
              <p:cNvSpPr txBox="1">
                <a:spLocks noRot="1" noChangeAspect="1" noMove="1" noResize="1" noEditPoints="1" noAdjustHandles="1" noChangeArrowheads="1" noChangeShapeType="1" noTextEdit="1"/>
              </p:cNvSpPr>
              <p:nvPr/>
            </p:nvSpPr>
            <p:spPr>
              <a:xfrm>
                <a:off x="3730489" y="2027951"/>
                <a:ext cx="399468" cy="369332"/>
              </a:xfrm>
              <a:prstGeom prst="rect">
                <a:avLst/>
              </a:prstGeom>
              <a:blipFill>
                <a:blip r:embed="rId3"/>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7" name="文本框 106">
                <a:extLst>
                  <a:ext uri="{FF2B5EF4-FFF2-40B4-BE49-F238E27FC236}">
                    <a16:creationId xmlns:a16="http://schemas.microsoft.com/office/drawing/2014/main" id="{E547BE1A-C158-D72D-CE81-6DB7E53EBF5C}"/>
                  </a:ext>
                </a:extLst>
              </p:cNvPr>
              <p:cNvSpPr txBox="1"/>
              <p:nvPr/>
            </p:nvSpPr>
            <p:spPr>
              <a:xfrm>
                <a:off x="5315414" y="1971802"/>
                <a:ext cx="375103" cy="3699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zh-CN" i="1" smtClean="0">
                              <a:solidFill>
                                <a:srgbClr val="00B0F0"/>
                              </a:solidFill>
                              <a:latin typeface="Cambria Math" panose="02040503050406030204" pitchFamily="18" charset="0"/>
                            </a:rPr>
                          </m:ctrlPr>
                        </m:accPr>
                        <m:e>
                          <m:r>
                            <a:rPr kumimoji="1" lang="en-US" altLang="zh-CN" b="0" i="1" smtClean="0">
                              <a:solidFill>
                                <a:srgbClr val="00B0F0"/>
                              </a:solidFill>
                              <a:latin typeface="Cambria Math" panose="02040503050406030204" pitchFamily="18" charset="0"/>
                            </a:rPr>
                            <m:t>𝑆</m:t>
                          </m:r>
                        </m:e>
                      </m:acc>
                    </m:oMath>
                  </m:oMathPara>
                </a14:m>
                <a:endParaRPr kumimoji="1" lang="zh-CN" altLang="en-US" dirty="0">
                  <a:solidFill>
                    <a:srgbClr val="00B0F0"/>
                  </a:solidFill>
                </a:endParaRPr>
              </a:p>
            </p:txBody>
          </p:sp>
        </mc:Choice>
        <mc:Fallback xmlns="">
          <p:sp>
            <p:nvSpPr>
              <p:cNvPr id="107" name="文本框 106">
                <a:extLst>
                  <a:ext uri="{FF2B5EF4-FFF2-40B4-BE49-F238E27FC236}">
                    <a16:creationId xmlns:a16="http://schemas.microsoft.com/office/drawing/2014/main" id="{E547BE1A-C158-D72D-CE81-6DB7E53EBF5C}"/>
                  </a:ext>
                </a:extLst>
              </p:cNvPr>
              <p:cNvSpPr txBox="1">
                <a:spLocks noRot="1" noChangeAspect="1" noMove="1" noResize="1" noEditPoints="1" noAdjustHandles="1" noChangeArrowheads="1" noChangeShapeType="1" noTextEdit="1"/>
              </p:cNvSpPr>
              <p:nvPr/>
            </p:nvSpPr>
            <p:spPr>
              <a:xfrm>
                <a:off x="5315414" y="1971802"/>
                <a:ext cx="375103" cy="369909"/>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 name="文本框 107">
                <a:extLst>
                  <a:ext uri="{FF2B5EF4-FFF2-40B4-BE49-F238E27FC236}">
                    <a16:creationId xmlns:a16="http://schemas.microsoft.com/office/drawing/2014/main" id="{7B1DDA35-7EE3-6BCA-8056-6AF66A007C73}"/>
                  </a:ext>
                </a:extLst>
              </p:cNvPr>
              <p:cNvSpPr txBox="1"/>
              <p:nvPr/>
            </p:nvSpPr>
            <p:spPr>
              <a:xfrm>
                <a:off x="5287523" y="3156108"/>
                <a:ext cx="40299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zh-CN" i="1" smtClean="0">
                              <a:solidFill>
                                <a:srgbClr val="00B0F0"/>
                              </a:solidFill>
                              <a:latin typeface="Cambria Math" panose="02040503050406030204" pitchFamily="18" charset="0"/>
                            </a:rPr>
                          </m:ctrlPr>
                        </m:accPr>
                        <m:e>
                          <m:r>
                            <a:rPr kumimoji="1" lang="en-US" altLang="zh-CN" b="0" i="1" smtClean="0">
                              <a:solidFill>
                                <a:srgbClr val="00B0F0"/>
                              </a:solidFill>
                              <a:latin typeface="Cambria Math" panose="02040503050406030204" pitchFamily="18" charset="0"/>
                            </a:rPr>
                            <m:t>𝑅</m:t>
                          </m:r>
                        </m:e>
                      </m:acc>
                    </m:oMath>
                  </m:oMathPara>
                </a14:m>
                <a:endParaRPr kumimoji="1" lang="zh-CN" altLang="en-US" dirty="0">
                  <a:solidFill>
                    <a:srgbClr val="00B0F0"/>
                  </a:solidFill>
                </a:endParaRPr>
              </a:p>
            </p:txBody>
          </p:sp>
        </mc:Choice>
        <mc:Fallback xmlns="">
          <p:sp>
            <p:nvSpPr>
              <p:cNvPr id="108" name="文本框 107">
                <a:extLst>
                  <a:ext uri="{FF2B5EF4-FFF2-40B4-BE49-F238E27FC236}">
                    <a16:creationId xmlns:a16="http://schemas.microsoft.com/office/drawing/2014/main" id="{7B1DDA35-7EE3-6BCA-8056-6AF66A007C73}"/>
                  </a:ext>
                </a:extLst>
              </p:cNvPr>
              <p:cNvSpPr txBox="1">
                <a:spLocks noRot="1" noChangeAspect="1" noMove="1" noResize="1" noEditPoints="1" noAdjustHandles="1" noChangeArrowheads="1" noChangeShapeType="1" noTextEdit="1"/>
              </p:cNvSpPr>
              <p:nvPr/>
            </p:nvSpPr>
            <p:spPr>
              <a:xfrm>
                <a:off x="5287523" y="3156108"/>
                <a:ext cx="402994" cy="369332"/>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79277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nodePh="1">
                                  <p:stCondLst>
                                    <p:cond delay="0"/>
                                  </p:stCondLst>
                                  <p:endCondLst>
                                    <p:cond evt="begin" delay="0">
                                      <p:tn val="21"/>
                                    </p:cond>
                                  </p:end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P spid="14"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8903A9-04EA-39A1-59AA-DE4BD5CA9976}"/>
              </a:ext>
            </a:extLst>
          </p:cNvPr>
          <p:cNvSpPr>
            <a:spLocks noGrp="1"/>
          </p:cNvSpPr>
          <p:nvPr>
            <p:ph type="title"/>
          </p:nvPr>
        </p:nvSpPr>
        <p:spPr/>
        <p:txBody>
          <a:bodyPr>
            <a:normAutofit fontScale="90000"/>
          </a:bodyPr>
          <a:lstStyle/>
          <a:p>
            <a:r>
              <a:rPr lang="zh-CN" altLang="en-US" dirty="0"/>
              <a:t>示例</a:t>
            </a:r>
            <a:r>
              <a:rPr lang="en-US" altLang="zh-CN" dirty="0"/>
              <a:t>1</a:t>
            </a:r>
            <a:r>
              <a:rPr lang="en-US" altLang="ja-JP" dirty="0"/>
              <a:t>: </a:t>
            </a:r>
            <a:r>
              <a:rPr lang="zh-CN" altLang="en-US" dirty="0"/>
              <a:t>用</a:t>
            </a:r>
            <a:r>
              <a:rPr lang="en-US" altLang="zh-CN" dirty="0"/>
              <a:t>74x161</a:t>
            </a:r>
            <a:r>
              <a:rPr lang="zh-CN" altLang="en-US" dirty="0"/>
              <a:t>构成六进制</a:t>
            </a:r>
            <a:r>
              <a:rPr lang="en-US" altLang="zh-CN" dirty="0"/>
              <a:t> </a:t>
            </a:r>
            <a:r>
              <a:rPr lang="en-US" altLang="zh-CN" dirty="0">
                <a:latin typeface="宋体" panose="02010600030101010101" pitchFamily="2" charset="-122"/>
              </a:rPr>
              <a:t>(</a:t>
            </a:r>
            <a:r>
              <a:rPr lang="en-US" altLang="zh-CN" dirty="0"/>
              <a:t>3</a:t>
            </a:r>
            <a:r>
              <a:rPr lang="en-US" altLang="zh-CN" dirty="0">
                <a:latin typeface="宋体" panose="02010600030101010101" pitchFamily="2" charset="-122"/>
              </a:rPr>
              <a:t>)</a:t>
            </a:r>
            <a:endParaRPr kumimoji="1" lang="zh-CN" altLang="en-US" dirty="0"/>
          </a:p>
        </p:txBody>
      </p:sp>
      <p:sp>
        <p:nvSpPr>
          <p:cNvPr id="3" name="内容占位符 2">
            <a:extLst>
              <a:ext uri="{FF2B5EF4-FFF2-40B4-BE49-F238E27FC236}">
                <a16:creationId xmlns:a16="http://schemas.microsoft.com/office/drawing/2014/main" id="{F6736823-BC05-E7C1-8F42-E332F05EFCA1}"/>
              </a:ext>
            </a:extLst>
          </p:cNvPr>
          <p:cNvSpPr>
            <a:spLocks noGrp="1"/>
          </p:cNvSpPr>
          <p:nvPr>
            <p:ph idx="1"/>
          </p:nvPr>
        </p:nvSpPr>
        <p:spPr/>
        <p:txBody>
          <a:bodyPr/>
          <a:lstStyle/>
          <a:p>
            <a:r>
              <a:rPr lang="zh-CN" altLang="en-US" dirty="0"/>
              <a:t>同步置数法</a:t>
            </a:r>
            <a:endParaRPr lang="en-US" altLang="zh-CN" dirty="0"/>
          </a:p>
          <a:p>
            <a:endParaRPr lang="zh-CN" altLang="en-US" dirty="0"/>
          </a:p>
          <a:p>
            <a:endParaRPr kumimoji="1" lang="zh-CN" altLang="en-US" dirty="0"/>
          </a:p>
        </p:txBody>
      </p:sp>
      <p:sp>
        <p:nvSpPr>
          <p:cNvPr id="4" name="页脚占位符 3">
            <a:extLst>
              <a:ext uri="{FF2B5EF4-FFF2-40B4-BE49-F238E27FC236}">
                <a16:creationId xmlns:a16="http://schemas.microsoft.com/office/drawing/2014/main" id="{3471EFC4-7453-5CC5-EAC3-397A19DF4D70}"/>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57141CAC-1F64-C792-7513-F41355486BCC}"/>
              </a:ext>
            </a:extLst>
          </p:cNvPr>
          <p:cNvSpPr>
            <a:spLocks noGrp="1"/>
          </p:cNvSpPr>
          <p:nvPr>
            <p:ph type="sldNum" sz="quarter" idx="12"/>
          </p:nvPr>
        </p:nvSpPr>
        <p:spPr/>
        <p:txBody>
          <a:bodyPr/>
          <a:lstStyle/>
          <a:p>
            <a:fld id="{9E260BC5-5BF3-8746-862B-DC45E9CAA88B}" type="slidenum">
              <a:rPr lang="en-US" smtClean="0"/>
              <a:pPr/>
              <a:t>19</a:t>
            </a:fld>
            <a:r>
              <a:rPr lang="en-US" altLang="zh-CN" dirty="0"/>
              <a:t>/34</a:t>
            </a:r>
            <a:endParaRPr lang="en-US" dirty="0"/>
          </a:p>
        </p:txBody>
      </p:sp>
      <p:grpSp>
        <p:nvGrpSpPr>
          <p:cNvPr id="6" name="Group 88">
            <a:extLst>
              <a:ext uri="{FF2B5EF4-FFF2-40B4-BE49-F238E27FC236}">
                <a16:creationId xmlns:a16="http://schemas.microsoft.com/office/drawing/2014/main" id="{D768DE6A-CE6E-F14E-6532-2503C3AF4C87}"/>
              </a:ext>
            </a:extLst>
          </p:cNvPr>
          <p:cNvGrpSpPr>
            <a:grpSpLocks/>
          </p:cNvGrpSpPr>
          <p:nvPr/>
        </p:nvGrpSpPr>
        <p:grpSpPr bwMode="auto">
          <a:xfrm>
            <a:off x="103681" y="1198015"/>
            <a:ext cx="3382963" cy="1409700"/>
            <a:chOff x="158" y="1185"/>
            <a:chExt cx="2131" cy="888"/>
          </a:xfrm>
        </p:grpSpPr>
        <p:sp>
          <p:nvSpPr>
            <p:cNvPr id="7" name="Rectangle 89">
              <a:extLst>
                <a:ext uri="{FF2B5EF4-FFF2-40B4-BE49-F238E27FC236}">
                  <a16:creationId xmlns:a16="http://schemas.microsoft.com/office/drawing/2014/main" id="{D1CE5554-F084-3DF3-3B80-A72A4688011B}"/>
                </a:ext>
              </a:extLst>
            </p:cNvPr>
            <p:cNvSpPr>
              <a:spLocks noChangeArrowheads="1"/>
            </p:cNvSpPr>
            <p:nvPr/>
          </p:nvSpPr>
          <p:spPr bwMode="auto">
            <a:xfrm>
              <a:off x="158" y="1185"/>
              <a:ext cx="1407"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lvl="1"/>
              <a:r>
                <a:rPr lang="zh-CN" altLang="en-US" b="1" dirty="0"/>
                <a:t>当计数到</a:t>
              </a:r>
            </a:p>
          </p:txBody>
        </p:sp>
        <p:sp>
          <p:nvSpPr>
            <p:cNvPr id="8" name="Text Box 90">
              <a:extLst>
                <a:ext uri="{FF2B5EF4-FFF2-40B4-BE49-F238E27FC236}">
                  <a16:creationId xmlns:a16="http://schemas.microsoft.com/office/drawing/2014/main" id="{3B2E2129-92F0-1B02-9168-CFC7DB9C866F}"/>
                </a:ext>
              </a:extLst>
            </p:cNvPr>
            <p:cNvSpPr txBox="1">
              <a:spLocks noChangeArrowheads="1"/>
            </p:cNvSpPr>
            <p:nvPr/>
          </p:nvSpPr>
          <p:spPr bwMode="auto">
            <a:xfrm>
              <a:off x="589" y="1480"/>
              <a:ext cx="1700" cy="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30000"/>
                </a:spcBef>
                <a:spcAft>
                  <a:spcPct val="0"/>
                </a:spcAft>
                <a:buFontTx/>
                <a:buNone/>
              </a:pPr>
              <a:r>
                <a:rPr kumimoji="1" lang="en-US" altLang="zh-CN" sz="2400" dirty="0"/>
                <a:t>Q</a:t>
              </a:r>
              <a:r>
                <a:rPr kumimoji="1" lang="en-US" altLang="zh-CN" sz="1600" dirty="0"/>
                <a:t>2</a:t>
              </a:r>
              <a:r>
                <a:rPr kumimoji="1" lang="en-US" altLang="zh-CN" sz="2400" dirty="0"/>
                <a:t>Q</a:t>
              </a:r>
              <a:r>
                <a:rPr kumimoji="1" lang="en-US" altLang="zh-CN" sz="1600" dirty="0"/>
                <a:t>1</a:t>
              </a:r>
              <a:r>
                <a:rPr kumimoji="1" lang="en-US" altLang="zh-CN" sz="2400" dirty="0"/>
                <a:t>Q</a:t>
              </a:r>
              <a:r>
                <a:rPr kumimoji="1" lang="en-US" altLang="zh-CN" sz="1600" dirty="0"/>
                <a:t>0 </a:t>
              </a:r>
              <a:r>
                <a:rPr kumimoji="1" lang="en-US" altLang="zh-CN" sz="2400" dirty="0"/>
                <a:t>= </a:t>
              </a:r>
              <a:r>
                <a:rPr kumimoji="1" lang="en-US" altLang="zh-CN" sz="2400" dirty="0">
                  <a:solidFill>
                    <a:srgbClr val="FF3300"/>
                  </a:solidFill>
                </a:rPr>
                <a:t>101</a:t>
              </a:r>
              <a:r>
                <a:rPr kumimoji="1" lang="en-US" altLang="zh-CN" sz="2400" dirty="0"/>
                <a:t> </a:t>
              </a:r>
              <a:r>
                <a:rPr kumimoji="1" lang="zh-CN" altLang="en-US" sz="2400" dirty="0"/>
                <a:t>时</a:t>
              </a:r>
            </a:p>
            <a:p>
              <a:pPr eaLnBrk="1" hangingPunct="1">
                <a:spcBef>
                  <a:spcPct val="30000"/>
                </a:spcBef>
                <a:spcAft>
                  <a:spcPct val="0"/>
                </a:spcAft>
                <a:buFontTx/>
                <a:buNone/>
              </a:pPr>
              <a:r>
                <a:rPr lang="en-US" altLang="zh-CN" sz="2400" dirty="0"/>
                <a:t>PE = 0</a:t>
              </a:r>
              <a:r>
                <a:rPr lang="zh-CN" altLang="en-US" sz="2400" dirty="0"/>
                <a:t>，</a:t>
              </a:r>
              <a:r>
                <a:rPr lang="en-US" altLang="zh-CN" sz="2400" dirty="0"/>
                <a:t>C = 1</a:t>
              </a:r>
            </a:p>
          </p:txBody>
        </p:sp>
        <p:sp>
          <p:nvSpPr>
            <p:cNvPr id="9" name="Line 91">
              <a:extLst>
                <a:ext uri="{FF2B5EF4-FFF2-40B4-BE49-F238E27FC236}">
                  <a16:creationId xmlns:a16="http://schemas.microsoft.com/office/drawing/2014/main" id="{1C1CC570-BEBA-C938-68F4-7BED6AF79CA2}"/>
                </a:ext>
              </a:extLst>
            </p:cNvPr>
            <p:cNvSpPr>
              <a:spLocks noChangeShapeType="1"/>
            </p:cNvSpPr>
            <p:nvPr/>
          </p:nvSpPr>
          <p:spPr bwMode="auto">
            <a:xfrm>
              <a:off x="635" y="1820"/>
              <a:ext cx="24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 name="Text Box 92">
            <a:extLst>
              <a:ext uri="{FF2B5EF4-FFF2-40B4-BE49-F238E27FC236}">
                <a16:creationId xmlns:a16="http://schemas.microsoft.com/office/drawing/2014/main" id="{E4FA637F-54B7-6F2A-6131-475D891499DD}"/>
              </a:ext>
            </a:extLst>
          </p:cNvPr>
          <p:cNvSpPr txBox="1">
            <a:spLocks noChangeArrowheads="1"/>
          </p:cNvSpPr>
          <p:nvPr/>
        </p:nvSpPr>
        <p:spPr bwMode="auto">
          <a:xfrm>
            <a:off x="787894" y="2682837"/>
            <a:ext cx="2592387"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0"/>
              </a:spcAft>
              <a:buFontTx/>
              <a:buNone/>
            </a:pPr>
            <a:r>
              <a:rPr kumimoji="1" lang="zh-CN" altLang="en-US" sz="2400" dirty="0"/>
              <a:t>在下一个</a:t>
            </a:r>
            <a:r>
              <a:rPr kumimoji="1" lang="en-US" altLang="zh-CN" sz="2400" dirty="0"/>
              <a:t>CP</a:t>
            </a:r>
            <a:r>
              <a:rPr kumimoji="1" lang="zh-CN" altLang="en-US" sz="2000" dirty="0"/>
              <a:t>↑</a:t>
            </a:r>
            <a:r>
              <a:rPr kumimoji="1" lang="zh-CN" altLang="en-US" sz="2400" dirty="0"/>
              <a:t>时</a:t>
            </a:r>
          </a:p>
          <a:p>
            <a:pPr eaLnBrk="1" hangingPunct="1">
              <a:lnSpc>
                <a:spcPct val="110000"/>
              </a:lnSpc>
              <a:spcAft>
                <a:spcPct val="0"/>
              </a:spcAft>
              <a:buFontTx/>
              <a:buNone/>
            </a:pPr>
            <a:r>
              <a:rPr kumimoji="1" lang="en-US" altLang="zh-CN" sz="2400" dirty="0"/>
              <a:t>Q</a:t>
            </a:r>
            <a:r>
              <a:rPr kumimoji="1" lang="en-US" altLang="zh-CN" sz="1600" dirty="0"/>
              <a:t>2</a:t>
            </a:r>
            <a:r>
              <a:rPr kumimoji="1" lang="en-US" altLang="zh-CN" sz="2400" dirty="0"/>
              <a:t>Q</a:t>
            </a:r>
            <a:r>
              <a:rPr kumimoji="1" lang="en-US" altLang="zh-CN" sz="1600" dirty="0"/>
              <a:t>1</a:t>
            </a:r>
            <a:r>
              <a:rPr kumimoji="1" lang="en-US" altLang="zh-CN" sz="2400" dirty="0"/>
              <a:t>Q</a:t>
            </a:r>
            <a:r>
              <a:rPr kumimoji="1" lang="en-US" altLang="zh-CN" sz="1600" dirty="0"/>
              <a:t>0 </a:t>
            </a:r>
            <a:r>
              <a:rPr kumimoji="1" lang="en-US" altLang="zh-CN" sz="2400" dirty="0"/>
              <a:t>= </a:t>
            </a:r>
            <a:r>
              <a:rPr kumimoji="1" lang="en-US" altLang="zh-CN" sz="2400" dirty="0">
                <a:solidFill>
                  <a:srgbClr val="0000FF"/>
                </a:solidFill>
              </a:rPr>
              <a:t>000</a:t>
            </a:r>
            <a:r>
              <a:rPr kumimoji="1" lang="en-US" altLang="zh-CN" sz="2400" dirty="0"/>
              <a:t> </a:t>
            </a:r>
          </a:p>
        </p:txBody>
      </p:sp>
      <p:grpSp>
        <p:nvGrpSpPr>
          <p:cNvPr id="11" name="Group 5">
            <a:extLst>
              <a:ext uri="{FF2B5EF4-FFF2-40B4-BE49-F238E27FC236}">
                <a16:creationId xmlns:a16="http://schemas.microsoft.com/office/drawing/2014/main" id="{A12354D7-ABCA-A65B-8CB6-371E321E8072}"/>
              </a:ext>
            </a:extLst>
          </p:cNvPr>
          <p:cNvGrpSpPr>
            <a:grpSpLocks/>
          </p:cNvGrpSpPr>
          <p:nvPr/>
        </p:nvGrpSpPr>
        <p:grpSpPr bwMode="auto">
          <a:xfrm>
            <a:off x="3567083" y="3578187"/>
            <a:ext cx="1201738" cy="541337"/>
            <a:chOff x="2327" y="2500"/>
            <a:chExt cx="757" cy="341"/>
          </a:xfrm>
        </p:grpSpPr>
        <p:sp>
          <p:nvSpPr>
            <p:cNvPr id="12" name="Text Box 6">
              <a:extLst>
                <a:ext uri="{FF2B5EF4-FFF2-40B4-BE49-F238E27FC236}">
                  <a16:creationId xmlns:a16="http://schemas.microsoft.com/office/drawing/2014/main" id="{09E94301-4E3B-5528-BD3E-A631BEDC69E0}"/>
                </a:ext>
              </a:extLst>
            </p:cNvPr>
            <p:cNvSpPr txBox="1">
              <a:spLocks noChangeArrowheads="1"/>
            </p:cNvSpPr>
            <p:nvPr/>
          </p:nvSpPr>
          <p:spPr bwMode="auto">
            <a:xfrm>
              <a:off x="2392" y="2577"/>
              <a:ext cx="6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dirty="0"/>
                <a:t>Q</a:t>
              </a:r>
              <a:r>
                <a:rPr lang="en-US" altLang="zh-CN" sz="1600" baseline="-15000" dirty="0"/>
                <a:t>3</a:t>
              </a:r>
              <a:r>
                <a:rPr lang="en-US" altLang="zh-CN" sz="1800" dirty="0"/>
                <a:t>Q</a:t>
              </a:r>
              <a:r>
                <a:rPr lang="en-US" altLang="zh-CN" sz="1600" baseline="-15000" dirty="0"/>
                <a:t>2</a:t>
              </a:r>
              <a:r>
                <a:rPr lang="en-US" altLang="zh-CN" sz="1800" dirty="0"/>
                <a:t>Q</a:t>
              </a:r>
              <a:r>
                <a:rPr lang="en-US" altLang="zh-CN" sz="1600" baseline="-15000" dirty="0"/>
                <a:t>1</a:t>
              </a:r>
              <a:r>
                <a:rPr lang="en-US" altLang="zh-CN" sz="1800" dirty="0"/>
                <a:t>Q</a:t>
              </a:r>
              <a:r>
                <a:rPr lang="en-US" altLang="zh-CN" sz="1600" baseline="-15000" dirty="0"/>
                <a:t>0</a:t>
              </a:r>
            </a:p>
          </p:txBody>
        </p:sp>
        <p:sp>
          <p:nvSpPr>
            <p:cNvPr id="13" name="Oval 7">
              <a:extLst>
                <a:ext uri="{FF2B5EF4-FFF2-40B4-BE49-F238E27FC236}">
                  <a16:creationId xmlns:a16="http://schemas.microsoft.com/office/drawing/2014/main" id="{F55F8060-531B-D1EF-1B2B-F173E3BCF34D}"/>
                </a:ext>
              </a:extLst>
            </p:cNvPr>
            <p:cNvSpPr>
              <a:spLocks noChangeArrowheads="1"/>
            </p:cNvSpPr>
            <p:nvPr/>
          </p:nvSpPr>
          <p:spPr bwMode="auto">
            <a:xfrm>
              <a:off x="2327" y="2500"/>
              <a:ext cx="757" cy="34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sp>
        <p:nvSpPr>
          <p:cNvPr id="14" name="Oval 8">
            <a:extLst>
              <a:ext uri="{FF2B5EF4-FFF2-40B4-BE49-F238E27FC236}">
                <a16:creationId xmlns:a16="http://schemas.microsoft.com/office/drawing/2014/main" id="{E5323835-193E-0C9B-0BF2-DFE93C35BBA8}"/>
              </a:ext>
            </a:extLst>
          </p:cNvPr>
          <p:cNvSpPr>
            <a:spLocks noChangeArrowheads="1"/>
          </p:cNvSpPr>
          <p:nvPr/>
        </p:nvSpPr>
        <p:spPr bwMode="auto">
          <a:xfrm>
            <a:off x="765603" y="4144719"/>
            <a:ext cx="503238" cy="503237"/>
          </a:xfrm>
          <a:prstGeom prst="ellipse">
            <a:avLst/>
          </a:prstGeom>
          <a:solidFill>
            <a:schemeClr val="bg1"/>
          </a:solidFill>
          <a:ln w="28575">
            <a:solidFill>
              <a:srgbClr val="0000FF"/>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a:t>0000</a:t>
            </a:r>
          </a:p>
        </p:txBody>
      </p:sp>
      <p:sp>
        <p:nvSpPr>
          <p:cNvPr id="15" name="Oval 9">
            <a:extLst>
              <a:ext uri="{FF2B5EF4-FFF2-40B4-BE49-F238E27FC236}">
                <a16:creationId xmlns:a16="http://schemas.microsoft.com/office/drawing/2014/main" id="{3320B049-A64D-0244-07EB-1F54B7731A87}"/>
              </a:ext>
            </a:extLst>
          </p:cNvPr>
          <p:cNvSpPr>
            <a:spLocks noChangeArrowheads="1"/>
          </p:cNvSpPr>
          <p:nvPr/>
        </p:nvSpPr>
        <p:spPr bwMode="auto">
          <a:xfrm>
            <a:off x="1557766" y="4144719"/>
            <a:ext cx="503237" cy="503237"/>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a:t>0001</a:t>
            </a:r>
          </a:p>
        </p:txBody>
      </p:sp>
      <p:sp>
        <p:nvSpPr>
          <p:cNvPr id="16" name="Oval 10">
            <a:extLst>
              <a:ext uri="{FF2B5EF4-FFF2-40B4-BE49-F238E27FC236}">
                <a16:creationId xmlns:a16="http://schemas.microsoft.com/office/drawing/2014/main" id="{8C9724E3-A0D6-4E73-2628-75C4AF3A7A55}"/>
              </a:ext>
            </a:extLst>
          </p:cNvPr>
          <p:cNvSpPr>
            <a:spLocks noChangeArrowheads="1"/>
          </p:cNvSpPr>
          <p:nvPr/>
        </p:nvSpPr>
        <p:spPr bwMode="auto">
          <a:xfrm>
            <a:off x="2348341" y="4144719"/>
            <a:ext cx="503237" cy="503237"/>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a:t>0010</a:t>
            </a:r>
          </a:p>
        </p:txBody>
      </p:sp>
      <p:sp>
        <p:nvSpPr>
          <p:cNvPr id="17" name="Oval 11">
            <a:extLst>
              <a:ext uri="{FF2B5EF4-FFF2-40B4-BE49-F238E27FC236}">
                <a16:creationId xmlns:a16="http://schemas.microsoft.com/office/drawing/2014/main" id="{80D92BE1-F5EE-E0DC-6CF2-68F645F0F51E}"/>
              </a:ext>
            </a:extLst>
          </p:cNvPr>
          <p:cNvSpPr>
            <a:spLocks noChangeArrowheads="1"/>
          </p:cNvSpPr>
          <p:nvPr/>
        </p:nvSpPr>
        <p:spPr bwMode="auto">
          <a:xfrm>
            <a:off x="3140503" y="4144719"/>
            <a:ext cx="503238" cy="503237"/>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a:t>0011</a:t>
            </a:r>
          </a:p>
        </p:txBody>
      </p:sp>
      <p:sp>
        <p:nvSpPr>
          <p:cNvPr id="18" name="Oval 12">
            <a:extLst>
              <a:ext uri="{FF2B5EF4-FFF2-40B4-BE49-F238E27FC236}">
                <a16:creationId xmlns:a16="http://schemas.microsoft.com/office/drawing/2014/main" id="{DEF42800-F6C7-BBA7-95C3-E0C38C537C0D}"/>
              </a:ext>
            </a:extLst>
          </p:cNvPr>
          <p:cNvSpPr>
            <a:spLocks noChangeArrowheads="1"/>
          </p:cNvSpPr>
          <p:nvPr/>
        </p:nvSpPr>
        <p:spPr bwMode="auto">
          <a:xfrm>
            <a:off x="3140503" y="4936881"/>
            <a:ext cx="503238" cy="503238"/>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a:t>0100</a:t>
            </a:r>
          </a:p>
        </p:txBody>
      </p:sp>
      <p:sp>
        <p:nvSpPr>
          <p:cNvPr id="19" name="Oval 13">
            <a:extLst>
              <a:ext uri="{FF2B5EF4-FFF2-40B4-BE49-F238E27FC236}">
                <a16:creationId xmlns:a16="http://schemas.microsoft.com/office/drawing/2014/main" id="{C6336EB4-6C10-1946-8F5F-07A73081E40D}"/>
              </a:ext>
            </a:extLst>
          </p:cNvPr>
          <p:cNvSpPr>
            <a:spLocks noChangeArrowheads="1"/>
          </p:cNvSpPr>
          <p:nvPr/>
        </p:nvSpPr>
        <p:spPr bwMode="auto">
          <a:xfrm>
            <a:off x="3140503" y="5729044"/>
            <a:ext cx="503238" cy="503237"/>
          </a:xfrm>
          <a:prstGeom prst="ellipse">
            <a:avLst/>
          </a:prstGeom>
          <a:solidFill>
            <a:schemeClr val="bg1"/>
          </a:solidFill>
          <a:ln w="28575">
            <a:solidFill>
              <a:srgbClr val="FF3300"/>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a:t>0101</a:t>
            </a:r>
          </a:p>
        </p:txBody>
      </p:sp>
      <p:sp>
        <p:nvSpPr>
          <p:cNvPr id="20" name="Line 17">
            <a:extLst>
              <a:ext uri="{FF2B5EF4-FFF2-40B4-BE49-F238E27FC236}">
                <a16:creationId xmlns:a16="http://schemas.microsoft.com/office/drawing/2014/main" id="{39CDBE19-EBDB-6191-7D08-99FB33831281}"/>
              </a:ext>
            </a:extLst>
          </p:cNvPr>
          <p:cNvSpPr>
            <a:spLocks noChangeShapeType="1"/>
          </p:cNvSpPr>
          <p:nvPr/>
        </p:nvSpPr>
        <p:spPr bwMode="auto">
          <a:xfrm>
            <a:off x="1268841" y="4397131"/>
            <a:ext cx="28892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1" name="Line 18">
            <a:extLst>
              <a:ext uri="{FF2B5EF4-FFF2-40B4-BE49-F238E27FC236}">
                <a16:creationId xmlns:a16="http://schemas.microsoft.com/office/drawing/2014/main" id="{6E4C45D4-3CC1-2E2E-1D3B-89DCA5EB1830}"/>
              </a:ext>
            </a:extLst>
          </p:cNvPr>
          <p:cNvSpPr>
            <a:spLocks noChangeShapeType="1"/>
          </p:cNvSpPr>
          <p:nvPr/>
        </p:nvSpPr>
        <p:spPr bwMode="auto">
          <a:xfrm>
            <a:off x="2061003" y="4397131"/>
            <a:ext cx="28892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2" name="Line 19">
            <a:extLst>
              <a:ext uri="{FF2B5EF4-FFF2-40B4-BE49-F238E27FC236}">
                <a16:creationId xmlns:a16="http://schemas.microsoft.com/office/drawing/2014/main" id="{75D6DA0F-854B-E814-A238-61A9801D751E}"/>
              </a:ext>
            </a:extLst>
          </p:cNvPr>
          <p:cNvSpPr>
            <a:spLocks noChangeShapeType="1"/>
          </p:cNvSpPr>
          <p:nvPr/>
        </p:nvSpPr>
        <p:spPr bwMode="auto">
          <a:xfrm>
            <a:off x="2853166" y="4397131"/>
            <a:ext cx="28892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3" name="Line 20">
            <a:extLst>
              <a:ext uri="{FF2B5EF4-FFF2-40B4-BE49-F238E27FC236}">
                <a16:creationId xmlns:a16="http://schemas.microsoft.com/office/drawing/2014/main" id="{FADA349A-AF4E-C424-C2C4-D3758D55D44E}"/>
              </a:ext>
            </a:extLst>
          </p:cNvPr>
          <p:cNvSpPr>
            <a:spLocks noChangeShapeType="1"/>
          </p:cNvSpPr>
          <p:nvPr/>
        </p:nvSpPr>
        <p:spPr bwMode="auto">
          <a:xfrm>
            <a:off x="3392916" y="4649544"/>
            <a:ext cx="0" cy="287337"/>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4" name="Line 21">
            <a:extLst>
              <a:ext uri="{FF2B5EF4-FFF2-40B4-BE49-F238E27FC236}">
                <a16:creationId xmlns:a16="http://schemas.microsoft.com/office/drawing/2014/main" id="{A46176AD-D956-A4BC-063C-2F6839C84693}"/>
              </a:ext>
            </a:extLst>
          </p:cNvPr>
          <p:cNvSpPr>
            <a:spLocks noChangeShapeType="1"/>
          </p:cNvSpPr>
          <p:nvPr/>
        </p:nvSpPr>
        <p:spPr bwMode="auto">
          <a:xfrm>
            <a:off x="3392916" y="5441706"/>
            <a:ext cx="0" cy="287338"/>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 name="Line 29">
            <a:extLst>
              <a:ext uri="{FF2B5EF4-FFF2-40B4-BE49-F238E27FC236}">
                <a16:creationId xmlns:a16="http://schemas.microsoft.com/office/drawing/2014/main" id="{DCF0A0A0-8CA7-CEFE-7026-9B7BE68FA143}"/>
              </a:ext>
            </a:extLst>
          </p:cNvPr>
          <p:cNvSpPr>
            <a:spLocks noChangeShapeType="1"/>
          </p:cNvSpPr>
          <p:nvPr/>
        </p:nvSpPr>
        <p:spPr bwMode="auto">
          <a:xfrm>
            <a:off x="5653087" y="4587903"/>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30">
            <a:extLst>
              <a:ext uri="{FF2B5EF4-FFF2-40B4-BE49-F238E27FC236}">
                <a16:creationId xmlns:a16="http://schemas.microsoft.com/office/drawing/2014/main" id="{CA071535-E0E4-22C7-D015-71A881C25903}"/>
              </a:ext>
            </a:extLst>
          </p:cNvPr>
          <p:cNvSpPr>
            <a:spLocks noChangeShapeType="1"/>
          </p:cNvSpPr>
          <p:nvPr/>
        </p:nvSpPr>
        <p:spPr bwMode="auto">
          <a:xfrm flipV="1">
            <a:off x="5957887" y="4340253"/>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31">
            <a:extLst>
              <a:ext uri="{FF2B5EF4-FFF2-40B4-BE49-F238E27FC236}">
                <a16:creationId xmlns:a16="http://schemas.microsoft.com/office/drawing/2014/main" id="{9FC4C0CC-B6AC-3338-9C33-DA65DAF5F476}"/>
              </a:ext>
            </a:extLst>
          </p:cNvPr>
          <p:cNvSpPr>
            <a:spLocks noChangeShapeType="1"/>
          </p:cNvSpPr>
          <p:nvPr/>
        </p:nvSpPr>
        <p:spPr bwMode="auto">
          <a:xfrm>
            <a:off x="5957887" y="4340253"/>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32">
            <a:extLst>
              <a:ext uri="{FF2B5EF4-FFF2-40B4-BE49-F238E27FC236}">
                <a16:creationId xmlns:a16="http://schemas.microsoft.com/office/drawing/2014/main" id="{AFD560C3-CC22-BB7F-9931-49D5EBD67AA1}"/>
              </a:ext>
            </a:extLst>
          </p:cNvPr>
          <p:cNvSpPr>
            <a:spLocks noChangeShapeType="1"/>
          </p:cNvSpPr>
          <p:nvPr/>
        </p:nvSpPr>
        <p:spPr bwMode="auto">
          <a:xfrm>
            <a:off x="6262687" y="4340253"/>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33">
            <a:extLst>
              <a:ext uri="{FF2B5EF4-FFF2-40B4-BE49-F238E27FC236}">
                <a16:creationId xmlns:a16="http://schemas.microsoft.com/office/drawing/2014/main" id="{76FAE388-E10B-81BD-06AC-71167D1152B5}"/>
              </a:ext>
            </a:extLst>
          </p:cNvPr>
          <p:cNvSpPr>
            <a:spLocks noChangeShapeType="1"/>
          </p:cNvSpPr>
          <p:nvPr/>
        </p:nvSpPr>
        <p:spPr bwMode="auto">
          <a:xfrm>
            <a:off x="6262687" y="4587903"/>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34">
            <a:extLst>
              <a:ext uri="{FF2B5EF4-FFF2-40B4-BE49-F238E27FC236}">
                <a16:creationId xmlns:a16="http://schemas.microsoft.com/office/drawing/2014/main" id="{0B0A6BB7-215C-F271-9039-FB836945C6EE}"/>
              </a:ext>
            </a:extLst>
          </p:cNvPr>
          <p:cNvSpPr>
            <a:spLocks noChangeShapeType="1"/>
          </p:cNvSpPr>
          <p:nvPr/>
        </p:nvSpPr>
        <p:spPr bwMode="auto">
          <a:xfrm flipV="1">
            <a:off x="6567487" y="4340253"/>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35">
            <a:extLst>
              <a:ext uri="{FF2B5EF4-FFF2-40B4-BE49-F238E27FC236}">
                <a16:creationId xmlns:a16="http://schemas.microsoft.com/office/drawing/2014/main" id="{8BD8086F-F109-6F2A-44BF-6C17F5C92052}"/>
              </a:ext>
            </a:extLst>
          </p:cNvPr>
          <p:cNvSpPr>
            <a:spLocks noChangeShapeType="1"/>
          </p:cNvSpPr>
          <p:nvPr/>
        </p:nvSpPr>
        <p:spPr bwMode="auto">
          <a:xfrm>
            <a:off x="6567487" y="4340253"/>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36">
            <a:extLst>
              <a:ext uri="{FF2B5EF4-FFF2-40B4-BE49-F238E27FC236}">
                <a16:creationId xmlns:a16="http://schemas.microsoft.com/office/drawing/2014/main" id="{54BF3A97-F3EB-676E-200F-D593DDE957C2}"/>
              </a:ext>
            </a:extLst>
          </p:cNvPr>
          <p:cNvSpPr>
            <a:spLocks noChangeShapeType="1"/>
          </p:cNvSpPr>
          <p:nvPr/>
        </p:nvSpPr>
        <p:spPr bwMode="auto">
          <a:xfrm>
            <a:off x="6872287" y="4340253"/>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37">
            <a:extLst>
              <a:ext uri="{FF2B5EF4-FFF2-40B4-BE49-F238E27FC236}">
                <a16:creationId xmlns:a16="http://schemas.microsoft.com/office/drawing/2014/main" id="{0A526232-0B70-7EDA-8714-4F4F67D88E20}"/>
              </a:ext>
            </a:extLst>
          </p:cNvPr>
          <p:cNvSpPr>
            <a:spLocks noChangeShapeType="1"/>
          </p:cNvSpPr>
          <p:nvPr/>
        </p:nvSpPr>
        <p:spPr bwMode="auto">
          <a:xfrm>
            <a:off x="6872287" y="4587903"/>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38">
            <a:extLst>
              <a:ext uri="{FF2B5EF4-FFF2-40B4-BE49-F238E27FC236}">
                <a16:creationId xmlns:a16="http://schemas.microsoft.com/office/drawing/2014/main" id="{62B3CA95-5763-1222-A759-6CB2E385AC68}"/>
              </a:ext>
            </a:extLst>
          </p:cNvPr>
          <p:cNvSpPr>
            <a:spLocks noChangeShapeType="1"/>
          </p:cNvSpPr>
          <p:nvPr/>
        </p:nvSpPr>
        <p:spPr bwMode="auto">
          <a:xfrm flipV="1">
            <a:off x="7177087" y="4340253"/>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39">
            <a:extLst>
              <a:ext uri="{FF2B5EF4-FFF2-40B4-BE49-F238E27FC236}">
                <a16:creationId xmlns:a16="http://schemas.microsoft.com/office/drawing/2014/main" id="{30893E28-4748-C37F-3FCC-34C41935D77D}"/>
              </a:ext>
            </a:extLst>
          </p:cNvPr>
          <p:cNvSpPr>
            <a:spLocks noChangeShapeType="1"/>
          </p:cNvSpPr>
          <p:nvPr/>
        </p:nvSpPr>
        <p:spPr bwMode="auto">
          <a:xfrm>
            <a:off x="7177087" y="4340253"/>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40">
            <a:extLst>
              <a:ext uri="{FF2B5EF4-FFF2-40B4-BE49-F238E27FC236}">
                <a16:creationId xmlns:a16="http://schemas.microsoft.com/office/drawing/2014/main" id="{2B55497C-4905-9C33-481D-F5D8D9EA5F26}"/>
              </a:ext>
            </a:extLst>
          </p:cNvPr>
          <p:cNvSpPr>
            <a:spLocks noChangeShapeType="1"/>
          </p:cNvSpPr>
          <p:nvPr/>
        </p:nvSpPr>
        <p:spPr bwMode="auto">
          <a:xfrm>
            <a:off x="7481887" y="4340253"/>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41">
            <a:extLst>
              <a:ext uri="{FF2B5EF4-FFF2-40B4-BE49-F238E27FC236}">
                <a16:creationId xmlns:a16="http://schemas.microsoft.com/office/drawing/2014/main" id="{03862AF3-C2DF-9AC7-D2AA-122F9D507572}"/>
              </a:ext>
            </a:extLst>
          </p:cNvPr>
          <p:cNvSpPr>
            <a:spLocks noChangeShapeType="1"/>
          </p:cNvSpPr>
          <p:nvPr/>
        </p:nvSpPr>
        <p:spPr bwMode="auto">
          <a:xfrm>
            <a:off x="7481887" y="4587903"/>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42">
            <a:extLst>
              <a:ext uri="{FF2B5EF4-FFF2-40B4-BE49-F238E27FC236}">
                <a16:creationId xmlns:a16="http://schemas.microsoft.com/office/drawing/2014/main" id="{394702C6-0551-8B95-8913-AB091E0C9C4A}"/>
              </a:ext>
            </a:extLst>
          </p:cNvPr>
          <p:cNvSpPr>
            <a:spLocks noChangeShapeType="1"/>
          </p:cNvSpPr>
          <p:nvPr/>
        </p:nvSpPr>
        <p:spPr bwMode="auto">
          <a:xfrm flipV="1">
            <a:off x="7786687" y="4340253"/>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43">
            <a:extLst>
              <a:ext uri="{FF2B5EF4-FFF2-40B4-BE49-F238E27FC236}">
                <a16:creationId xmlns:a16="http://schemas.microsoft.com/office/drawing/2014/main" id="{856CD9EB-34B2-11A9-67B5-B76B6CF32BBE}"/>
              </a:ext>
            </a:extLst>
          </p:cNvPr>
          <p:cNvSpPr>
            <a:spLocks noChangeShapeType="1"/>
          </p:cNvSpPr>
          <p:nvPr/>
        </p:nvSpPr>
        <p:spPr bwMode="auto">
          <a:xfrm>
            <a:off x="7786687" y="4340253"/>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44">
            <a:extLst>
              <a:ext uri="{FF2B5EF4-FFF2-40B4-BE49-F238E27FC236}">
                <a16:creationId xmlns:a16="http://schemas.microsoft.com/office/drawing/2014/main" id="{2F392539-80C3-3281-D8FE-7EF48EFAFFD0}"/>
              </a:ext>
            </a:extLst>
          </p:cNvPr>
          <p:cNvSpPr>
            <a:spLocks noChangeShapeType="1"/>
          </p:cNvSpPr>
          <p:nvPr/>
        </p:nvSpPr>
        <p:spPr bwMode="auto">
          <a:xfrm>
            <a:off x="8091487" y="4340253"/>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45">
            <a:extLst>
              <a:ext uri="{FF2B5EF4-FFF2-40B4-BE49-F238E27FC236}">
                <a16:creationId xmlns:a16="http://schemas.microsoft.com/office/drawing/2014/main" id="{9CB17DC1-FC2F-26AD-EB85-53A5717640E0}"/>
              </a:ext>
            </a:extLst>
          </p:cNvPr>
          <p:cNvSpPr>
            <a:spLocks noChangeShapeType="1"/>
          </p:cNvSpPr>
          <p:nvPr/>
        </p:nvSpPr>
        <p:spPr bwMode="auto">
          <a:xfrm>
            <a:off x="8091487" y="4587903"/>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46">
            <a:extLst>
              <a:ext uri="{FF2B5EF4-FFF2-40B4-BE49-F238E27FC236}">
                <a16:creationId xmlns:a16="http://schemas.microsoft.com/office/drawing/2014/main" id="{9C64E90F-8FD8-D686-88FF-2BB1245E76E8}"/>
              </a:ext>
            </a:extLst>
          </p:cNvPr>
          <p:cNvSpPr>
            <a:spLocks noChangeShapeType="1"/>
          </p:cNvSpPr>
          <p:nvPr/>
        </p:nvSpPr>
        <p:spPr bwMode="auto">
          <a:xfrm flipV="1">
            <a:off x="8396287" y="4340253"/>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47">
            <a:extLst>
              <a:ext uri="{FF2B5EF4-FFF2-40B4-BE49-F238E27FC236}">
                <a16:creationId xmlns:a16="http://schemas.microsoft.com/office/drawing/2014/main" id="{533CC49B-F297-62A2-9DB1-BDE77116CAE4}"/>
              </a:ext>
            </a:extLst>
          </p:cNvPr>
          <p:cNvSpPr>
            <a:spLocks noChangeShapeType="1"/>
          </p:cNvSpPr>
          <p:nvPr/>
        </p:nvSpPr>
        <p:spPr bwMode="auto">
          <a:xfrm>
            <a:off x="8396287" y="4340253"/>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48">
            <a:extLst>
              <a:ext uri="{FF2B5EF4-FFF2-40B4-BE49-F238E27FC236}">
                <a16:creationId xmlns:a16="http://schemas.microsoft.com/office/drawing/2014/main" id="{08C411F2-5096-1A67-5EE7-7BD18FCD2438}"/>
              </a:ext>
            </a:extLst>
          </p:cNvPr>
          <p:cNvSpPr>
            <a:spLocks noChangeShapeType="1"/>
          </p:cNvSpPr>
          <p:nvPr/>
        </p:nvSpPr>
        <p:spPr bwMode="auto">
          <a:xfrm>
            <a:off x="8701087" y="4340253"/>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49">
            <a:extLst>
              <a:ext uri="{FF2B5EF4-FFF2-40B4-BE49-F238E27FC236}">
                <a16:creationId xmlns:a16="http://schemas.microsoft.com/office/drawing/2014/main" id="{83F57858-BAD4-9CE6-9DDA-75C2056D96F5}"/>
              </a:ext>
            </a:extLst>
          </p:cNvPr>
          <p:cNvSpPr>
            <a:spLocks noChangeShapeType="1"/>
          </p:cNvSpPr>
          <p:nvPr/>
        </p:nvSpPr>
        <p:spPr bwMode="auto">
          <a:xfrm>
            <a:off x="8701087" y="4587903"/>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50">
            <a:extLst>
              <a:ext uri="{FF2B5EF4-FFF2-40B4-BE49-F238E27FC236}">
                <a16:creationId xmlns:a16="http://schemas.microsoft.com/office/drawing/2014/main" id="{05DC6F10-0244-31B9-12EF-B3D709B5FB0E}"/>
              </a:ext>
            </a:extLst>
          </p:cNvPr>
          <p:cNvSpPr>
            <a:spLocks noChangeShapeType="1"/>
          </p:cNvSpPr>
          <p:nvPr/>
        </p:nvSpPr>
        <p:spPr bwMode="auto">
          <a:xfrm flipV="1">
            <a:off x="9005887" y="4340253"/>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51">
            <a:extLst>
              <a:ext uri="{FF2B5EF4-FFF2-40B4-BE49-F238E27FC236}">
                <a16:creationId xmlns:a16="http://schemas.microsoft.com/office/drawing/2014/main" id="{45AB2E68-4E42-8126-56BD-3B35813CBEA7}"/>
              </a:ext>
            </a:extLst>
          </p:cNvPr>
          <p:cNvSpPr>
            <a:spLocks noChangeShapeType="1"/>
          </p:cNvSpPr>
          <p:nvPr/>
        </p:nvSpPr>
        <p:spPr bwMode="auto">
          <a:xfrm>
            <a:off x="9005887" y="4340253"/>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52">
            <a:extLst>
              <a:ext uri="{FF2B5EF4-FFF2-40B4-BE49-F238E27FC236}">
                <a16:creationId xmlns:a16="http://schemas.microsoft.com/office/drawing/2014/main" id="{087A6F91-D3B3-4894-E898-5CA90D4EC5DF}"/>
              </a:ext>
            </a:extLst>
          </p:cNvPr>
          <p:cNvSpPr>
            <a:spLocks noChangeShapeType="1"/>
          </p:cNvSpPr>
          <p:nvPr/>
        </p:nvSpPr>
        <p:spPr bwMode="auto">
          <a:xfrm>
            <a:off x="9310687" y="4340253"/>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53">
            <a:extLst>
              <a:ext uri="{FF2B5EF4-FFF2-40B4-BE49-F238E27FC236}">
                <a16:creationId xmlns:a16="http://schemas.microsoft.com/office/drawing/2014/main" id="{771DD8BD-1C04-32A2-A244-DD43C9E0E968}"/>
              </a:ext>
            </a:extLst>
          </p:cNvPr>
          <p:cNvSpPr>
            <a:spLocks noChangeShapeType="1"/>
          </p:cNvSpPr>
          <p:nvPr/>
        </p:nvSpPr>
        <p:spPr bwMode="auto">
          <a:xfrm>
            <a:off x="9310687" y="4587903"/>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54">
            <a:extLst>
              <a:ext uri="{FF2B5EF4-FFF2-40B4-BE49-F238E27FC236}">
                <a16:creationId xmlns:a16="http://schemas.microsoft.com/office/drawing/2014/main" id="{7DE0E953-6A2B-F13E-E092-BF774C6A550E}"/>
              </a:ext>
            </a:extLst>
          </p:cNvPr>
          <p:cNvSpPr>
            <a:spLocks noChangeShapeType="1"/>
          </p:cNvSpPr>
          <p:nvPr/>
        </p:nvSpPr>
        <p:spPr bwMode="auto">
          <a:xfrm>
            <a:off x="5654674" y="4959378"/>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55">
            <a:extLst>
              <a:ext uri="{FF2B5EF4-FFF2-40B4-BE49-F238E27FC236}">
                <a16:creationId xmlns:a16="http://schemas.microsoft.com/office/drawing/2014/main" id="{5B3D2474-932B-C222-1724-A6211502D574}"/>
              </a:ext>
            </a:extLst>
          </p:cNvPr>
          <p:cNvSpPr>
            <a:spLocks noChangeShapeType="1"/>
          </p:cNvSpPr>
          <p:nvPr/>
        </p:nvSpPr>
        <p:spPr bwMode="auto">
          <a:xfrm flipV="1">
            <a:off x="5959474" y="4773640"/>
            <a:ext cx="0" cy="1857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56">
            <a:extLst>
              <a:ext uri="{FF2B5EF4-FFF2-40B4-BE49-F238E27FC236}">
                <a16:creationId xmlns:a16="http://schemas.microsoft.com/office/drawing/2014/main" id="{02B89335-18CC-0AA5-0980-7EEEE048CE54}"/>
              </a:ext>
            </a:extLst>
          </p:cNvPr>
          <p:cNvSpPr>
            <a:spLocks noChangeShapeType="1"/>
          </p:cNvSpPr>
          <p:nvPr/>
        </p:nvSpPr>
        <p:spPr bwMode="auto">
          <a:xfrm>
            <a:off x="5959474" y="4773640"/>
            <a:ext cx="609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57">
            <a:extLst>
              <a:ext uri="{FF2B5EF4-FFF2-40B4-BE49-F238E27FC236}">
                <a16:creationId xmlns:a16="http://schemas.microsoft.com/office/drawing/2014/main" id="{9B1211F2-11E9-0B24-2D1A-F495112DAD34}"/>
              </a:ext>
            </a:extLst>
          </p:cNvPr>
          <p:cNvSpPr>
            <a:spLocks noChangeShapeType="1"/>
          </p:cNvSpPr>
          <p:nvPr/>
        </p:nvSpPr>
        <p:spPr bwMode="auto">
          <a:xfrm>
            <a:off x="6569074" y="4773640"/>
            <a:ext cx="0" cy="1857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58">
            <a:extLst>
              <a:ext uri="{FF2B5EF4-FFF2-40B4-BE49-F238E27FC236}">
                <a16:creationId xmlns:a16="http://schemas.microsoft.com/office/drawing/2014/main" id="{116FDFAF-1C4A-2C13-D81B-762CC9E662A6}"/>
              </a:ext>
            </a:extLst>
          </p:cNvPr>
          <p:cNvSpPr>
            <a:spLocks noChangeShapeType="1"/>
          </p:cNvSpPr>
          <p:nvPr/>
        </p:nvSpPr>
        <p:spPr bwMode="auto">
          <a:xfrm>
            <a:off x="6569074" y="4959378"/>
            <a:ext cx="609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Line 59">
            <a:extLst>
              <a:ext uri="{FF2B5EF4-FFF2-40B4-BE49-F238E27FC236}">
                <a16:creationId xmlns:a16="http://schemas.microsoft.com/office/drawing/2014/main" id="{6890FF78-2433-BA4B-D333-1B510B0A6806}"/>
              </a:ext>
            </a:extLst>
          </p:cNvPr>
          <p:cNvSpPr>
            <a:spLocks noChangeShapeType="1"/>
          </p:cNvSpPr>
          <p:nvPr/>
        </p:nvSpPr>
        <p:spPr bwMode="auto">
          <a:xfrm flipV="1">
            <a:off x="7178674" y="4773640"/>
            <a:ext cx="0" cy="1857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60">
            <a:extLst>
              <a:ext uri="{FF2B5EF4-FFF2-40B4-BE49-F238E27FC236}">
                <a16:creationId xmlns:a16="http://schemas.microsoft.com/office/drawing/2014/main" id="{24E2676B-5A02-D68C-CF13-11FCF0B2D543}"/>
              </a:ext>
            </a:extLst>
          </p:cNvPr>
          <p:cNvSpPr>
            <a:spLocks noChangeShapeType="1"/>
          </p:cNvSpPr>
          <p:nvPr/>
        </p:nvSpPr>
        <p:spPr bwMode="auto">
          <a:xfrm>
            <a:off x="7178674" y="4773640"/>
            <a:ext cx="609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61">
            <a:extLst>
              <a:ext uri="{FF2B5EF4-FFF2-40B4-BE49-F238E27FC236}">
                <a16:creationId xmlns:a16="http://schemas.microsoft.com/office/drawing/2014/main" id="{4A761A38-CB40-61FD-9DF3-732A5D661ED3}"/>
              </a:ext>
            </a:extLst>
          </p:cNvPr>
          <p:cNvSpPr>
            <a:spLocks noChangeShapeType="1"/>
          </p:cNvSpPr>
          <p:nvPr/>
        </p:nvSpPr>
        <p:spPr bwMode="auto">
          <a:xfrm>
            <a:off x="7788274" y="4773640"/>
            <a:ext cx="0" cy="1857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62">
            <a:extLst>
              <a:ext uri="{FF2B5EF4-FFF2-40B4-BE49-F238E27FC236}">
                <a16:creationId xmlns:a16="http://schemas.microsoft.com/office/drawing/2014/main" id="{D66F374B-AD2E-DAF8-86F9-8416E2DA4F03}"/>
              </a:ext>
            </a:extLst>
          </p:cNvPr>
          <p:cNvSpPr>
            <a:spLocks noChangeShapeType="1"/>
          </p:cNvSpPr>
          <p:nvPr/>
        </p:nvSpPr>
        <p:spPr bwMode="auto">
          <a:xfrm>
            <a:off x="7788274" y="4959378"/>
            <a:ext cx="609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63">
            <a:extLst>
              <a:ext uri="{FF2B5EF4-FFF2-40B4-BE49-F238E27FC236}">
                <a16:creationId xmlns:a16="http://schemas.microsoft.com/office/drawing/2014/main" id="{A165BB11-69BC-D1D4-5C33-CFDF29BD90D9}"/>
              </a:ext>
            </a:extLst>
          </p:cNvPr>
          <p:cNvSpPr>
            <a:spLocks noChangeShapeType="1"/>
          </p:cNvSpPr>
          <p:nvPr/>
        </p:nvSpPr>
        <p:spPr bwMode="auto">
          <a:xfrm flipV="1">
            <a:off x="8397874" y="4773640"/>
            <a:ext cx="0" cy="1857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64">
            <a:extLst>
              <a:ext uri="{FF2B5EF4-FFF2-40B4-BE49-F238E27FC236}">
                <a16:creationId xmlns:a16="http://schemas.microsoft.com/office/drawing/2014/main" id="{EAA1050F-1496-66C9-A566-4EC536B7F69F}"/>
              </a:ext>
            </a:extLst>
          </p:cNvPr>
          <p:cNvSpPr>
            <a:spLocks noChangeShapeType="1"/>
          </p:cNvSpPr>
          <p:nvPr/>
        </p:nvSpPr>
        <p:spPr bwMode="auto">
          <a:xfrm>
            <a:off x="8397874" y="4773640"/>
            <a:ext cx="609600" cy="0"/>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65">
            <a:extLst>
              <a:ext uri="{FF2B5EF4-FFF2-40B4-BE49-F238E27FC236}">
                <a16:creationId xmlns:a16="http://schemas.microsoft.com/office/drawing/2014/main" id="{0E08E2C3-02BA-C35A-00EC-0ACFC20697A9}"/>
              </a:ext>
            </a:extLst>
          </p:cNvPr>
          <p:cNvSpPr>
            <a:spLocks noChangeShapeType="1"/>
          </p:cNvSpPr>
          <p:nvPr/>
        </p:nvSpPr>
        <p:spPr bwMode="auto">
          <a:xfrm>
            <a:off x="9007474" y="4773640"/>
            <a:ext cx="0" cy="1857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66">
            <a:extLst>
              <a:ext uri="{FF2B5EF4-FFF2-40B4-BE49-F238E27FC236}">
                <a16:creationId xmlns:a16="http://schemas.microsoft.com/office/drawing/2014/main" id="{B975A49A-B596-3AE7-DBA9-E33898881252}"/>
              </a:ext>
            </a:extLst>
          </p:cNvPr>
          <p:cNvSpPr>
            <a:spLocks noChangeShapeType="1"/>
          </p:cNvSpPr>
          <p:nvPr/>
        </p:nvSpPr>
        <p:spPr bwMode="auto">
          <a:xfrm>
            <a:off x="9007474" y="4959378"/>
            <a:ext cx="609600" cy="0"/>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Line 67">
            <a:extLst>
              <a:ext uri="{FF2B5EF4-FFF2-40B4-BE49-F238E27FC236}">
                <a16:creationId xmlns:a16="http://schemas.microsoft.com/office/drawing/2014/main" id="{60580DD5-7EEB-1A97-7C82-EAAB52212FA6}"/>
              </a:ext>
            </a:extLst>
          </p:cNvPr>
          <p:cNvSpPr>
            <a:spLocks noChangeShapeType="1"/>
          </p:cNvSpPr>
          <p:nvPr/>
        </p:nvSpPr>
        <p:spPr bwMode="auto">
          <a:xfrm>
            <a:off x="5654674" y="5392765"/>
            <a:ext cx="914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68">
            <a:extLst>
              <a:ext uri="{FF2B5EF4-FFF2-40B4-BE49-F238E27FC236}">
                <a16:creationId xmlns:a16="http://schemas.microsoft.com/office/drawing/2014/main" id="{7102829C-36B9-E3FC-7FD9-93B12340AF91}"/>
              </a:ext>
            </a:extLst>
          </p:cNvPr>
          <p:cNvSpPr>
            <a:spLocks noChangeShapeType="1"/>
          </p:cNvSpPr>
          <p:nvPr/>
        </p:nvSpPr>
        <p:spPr bwMode="auto">
          <a:xfrm flipV="1">
            <a:off x="6569074" y="5145115"/>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69">
            <a:extLst>
              <a:ext uri="{FF2B5EF4-FFF2-40B4-BE49-F238E27FC236}">
                <a16:creationId xmlns:a16="http://schemas.microsoft.com/office/drawing/2014/main" id="{32718535-8B73-BF04-AA7B-05CE380D139E}"/>
              </a:ext>
            </a:extLst>
          </p:cNvPr>
          <p:cNvSpPr>
            <a:spLocks noChangeShapeType="1"/>
          </p:cNvSpPr>
          <p:nvPr/>
        </p:nvSpPr>
        <p:spPr bwMode="auto">
          <a:xfrm>
            <a:off x="6569074" y="5145115"/>
            <a:ext cx="1219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70">
            <a:extLst>
              <a:ext uri="{FF2B5EF4-FFF2-40B4-BE49-F238E27FC236}">
                <a16:creationId xmlns:a16="http://schemas.microsoft.com/office/drawing/2014/main" id="{FD79AAB8-1934-AC0E-FFD4-DB6D54940379}"/>
              </a:ext>
            </a:extLst>
          </p:cNvPr>
          <p:cNvSpPr>
            <a:spLocks noChangeShapeType="1"/>
          </p:cNvSpPr>
          <p:nvPr/>
        </p:nvSpPr>
        <p:spPr bwMode="auto">
          <a:xfrm>
            <a:off x="7788274" y="5145115"/>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71">
            <a:extLst>
              <a:ext uri="{FF2B5EF4-FFF2-40B4-BE49-F238E27FC236}">
                <a16:creationId xmlns:a16="http://schemas.microsoft.com/office/drawing/2014/main" id="{2CB36A7B-D928-969D-2109-8DB5FC542064}"/>
              </a:ext>
            </a:extLst>
          </p:cNvPr>
          <p:cNvSpPr>
            <a:spLocks noChangeShapeType="1"/>
          </p:cNvSpPr>
          <p:nvPr/>
        </p:nvSpPr>
        <p:spPr bwMode="auto">
          <a:xfrm>
            <a:off x="7788274" y="5392765"/>
            <a:ext cx="1219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72">
            <a:extLst>
              <a:ext uri="{FF2B5EF4-FFF2-40B4-BE49-F238E27FC236}">
                <a16:creationId xmlns:a16="http://schemas.microsoft.com/office/drawing/2014/main" id="{FF17855C-E938-D56D-27B6-41AAFBACD48C}"/>
              </a:ext>
            </a:extLst>
          </p:cNvPr>
          <p:cNvSpPr>
            <a:spLocks noChangeShapeType="1"/>
          </p:cNvSpPr>
          <p:nvPr/>
        </p:nvSpPr>
        <p:spPr bwMode="auto">
          <a:xfrm flipH="1">
            <a:off x="8391524" y="5392765"/>
            <a:ext cx="5032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Line 73">
            <a:extLst>
              <a:ext uri="{FF2B5EF4-FFF2-40B4-BE49-F238E27FC236}">
                <a16:creationId xmlns:a16="http://schemas.microsoft.com/office/drawing/2014/main" id="{34FC0BC3-92F4-C356-C9E8-A8DB7F83FAAE}"/>
              </a:ext>
            </a:extLst>
          </p:cNvPr>
          <p:cNvSpPr>
            <a:spLocks noChangeShapeType="1"/>
          </p:cNvSpPr>
          <p:nvPr/>
        </p:nvSpPr>
        <p:spPr bwMode="auto">
          <a:xfrm>
            <a:off x="5654674" y="5816628"/>
            <a:ext cx="2133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Line 74">
            <a:extLst>
              <a:ext uri="{FF2B5EF4-FFF2-40B4-BE49-F238E27FC236}">
                <a16:creationId xmlns:a16="http://schemas.microsoft.com/office/drawing/2014/main" id="{BB47B708-1779-C6B1-D7D8-21CB255A5B4A}"/>
              </a:ext>
            </a:extLst>
          </p:cNvPr>
          <p:cNvSpPr>
            <a:spLocks noChangeShapeType="1"/>
          </p:cNvSpPr>
          <p:nvPr/>
        </p:nvSpPr>
        <p:spPr bwMode="auto">
          <a:xfrm flipV="1">
            <a:off x="7788274" y="5564215"/>
            <a:ext cx="0" cy="2619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75">
            <a:extLst>
              <a:ext uri="{FF2B5EF4-FFF2-40B4-BE49-F238E27FC236}">
                <a16:creationId xmlns:a16="http://schemas.microsoft.com/office/drawing/2014/main" id="{B7B94D7A-D27C-DFA8-94D6-FA5DBAADC060}"/>
              </a:ext>
            </a:extLst>
          </p:cNvPr>
          <p:cNvSpPr>
            <a:spLocks noChangeShapeType="1"/>
          </p:cNvSpPr>
          <p:nvPr/>
        </p:nvSpPr>
        <p:spPr bwMode="auto">
          <a:xfrm>
            <a:off x="7788274" y="5564215"/>
            <a:ext cx="1219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76">
            <a:extLst>
              <a:ext uri="{FF2B5EF4-FFF2-40B4-BE49-F238E27FC236}">
                <a16:creationId xmlns:a16="http://schemas.microsoft.com/office/drawing/2014/main" id="{07F8EF50-610A-C6CD-628E-E3C5220D011A}"/>
              </a:ext>
            </a:extLst>
          </p:cNvPr>
          <p:cNvSpPr>
            <a:spLocks noChangeShapeType="1"/>
          </p:cNvSpPr>
          <p:nvPr/>
        </p:nvSpPr>
        <p:spPr bwMode="auto">
          <a:xfrm>
            <a:off x="9002712" y="5816628"/>
            <a:ext cx="614362" cy="0"/>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Text Box 77">
            <a:extLst>
              <a:ext uri="{FF2B5EF4-FFF2-40B4-BE49-F238E27FC236}">
                <a16:creationId xmlns:a16="http://schemas.microsoft.com/office/drawing/2014/main" id="{D0E64FEF-B561-D878-5375-28D889848A79}"/>
              </a:ext>
            </a:extLst>
          </p:cNvPr>
          <p:cNvSpPr txBox="1">
            <a:spLocks noChangeArrowheads="1"/>
          </p:cNvSpPr>
          <p:nvPr/>
        </p:nvSpPr>
        <p:spPr bwMode="auto">
          <a:xfrm>
            <a:off x="5113337" y="4232303"/>
            <a:ext cx="523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CP</a:t>
            </a:r>
          </a:p>
        </p:txBody>
      </p:sp>
      <p:sp>
        <p:nvSpPr>
          <p:cNvPr id="74" name="Text Box 78">
            <a:extLst>
              <a:ext uri="{FF2B5EF4-FFF2-40B4-BE49-F238E27FC236}">
                <a16:creationId xmlns:a16="http://schemas.microsoft.com/office/drawing/2014/main" id="{FC6E229B-789A-E9F3-AC90-3DE0F68C67A7}"/>
              </a:ext>
            </a:extLst>
          </p:cNvPr>
          <p:cNvSpPr txBox="1">
            <a:spLocks noChangeArrowheads="1"/>
          </p:cNvSpPr>
          <p:nvPr/>
        </p:nvSpPr>
        <p:spPr bwMode="auto">
          <a:xfrm>
            <a:off x="5113337" y="4627590"/>
            <a:ext cx="463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2000" baseline="-25000"/>
              <a:t>0</a:t>
            </a:r>
            <a:endParaRPr kumimoji="1" lang="en-US" altLang="zh-CN" sz="2000"/>
          </a:p>
        </p:txBody>
      </p:sp>
      <p:sp>
        <p:nvSpPr>
          <p:cNvPr id="75" name="Text Box 79">
            <a:extLst>
              <a:ext uri="{FF2B5EF4-FFF2-40B4-BE49-F238E27FC236}">
                <a16:creationId xmlns:a16="http://schemas.microsoft.com/office/drawing/2014/main" id="{449CB7C7-A5FB-51A8-1A00-9105D7D625F8}"/>
              </a:ext>
            </a:extLst>
          </p:cNvPr>
          <p:cNvSpPr txBox="1">
            <a:spLocks noChangeArrowheads="1"/>
          </p:cNvSpPr>
          <p:nvPr/>
        </p:nvSpPr>
        <p:spPr bwMode="auto">
          <a:xfrm>
            <a:off x="5113337" y="5024465"/>
            <a:ext cx="595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2000" baseline="-25000"/>
              <a:t>1</a:t>
            </a:r>
            <a:endParaRPr kumimoji="1" lang="en-US" altLang="zh-CN" sz="2000"/>
          </a:p>
        </p:txBody>
      </p:sp>
      <p:sp>
        <p:nvSpPr>
          <p:cNvPr id="76" name="Text Box 80">
            <a:extLst>
              <a:ext uri="{FF2B5EF4-FFF2-40B4-BE49-F238E27FC236}">
                <a16:creationId xmlns:a16="http://schemas.microsoft.com/office/drawing/2014/main" id="{7E2E8A86-43F2-5537-BDF6-56C323714EFE}"/>
              </a:ext>
            </a:extLst>
          </p:cNvPr>
          <p:cNvSpPr txBox="1">
            <a:spLocks noChangeArrowheads="1"/>
          </p:cNvSpPr>
          <p:nvPr/>
        </p:nvSpPr>
        <p:spPr bwMode="auto">
          <a:xfrm>
            <a:off x="5113337" y="5456265"/>
            <a:ext cx="568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2000" baseline="-25000"/>
              <a:t>2</a:t>
            </a:r>
            <a:endParaRPr kumimoji="1" lang="en-US" altLang="zh-CN" sz="2000"/>
          </a:p>
        </p:txBody>
      </p:sp>
      <p:sp>
        <p:nvSpPr>
          <p:cNvPr id="77" name="Line 81">
            <a:extLst>
              <a:ext uri="{FF2B5EF4-FFF2-40B4-BE49-F238E27FC236}">
                <a16:creationId xmlns:a16="http://schemas.microsoft.com/office/drawing/2014/main" id="{882EE9B0-6BB3-0204-5ABA-31C0D25AB9AC}"/>
              </a:ext>
            </a:extLst>
          </p:cNvPr>
          <p:cNvSpPr>
            <a:spLocks noChangeShapeType="1"/>
          </p:cNvSpPr>
          <p:nvPr/>
        </p:nvSpPr>
        <p:spPr bwMode="auto">
          <a:xfrm>
            <a:off x="5653087" y="6213503"/>
            <a:ext cx="27384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Line 82">
            <a:extLst>
              <a:ext uri="{FF2B5EF4-FFF2-40B4-BE49-F238E27FC236}">
                <a16:creationId xmlns:a16="http://schemas.microsoft.com/office/drawing/2014/main" id="{69D62384-217E-F3DE-0DA5-D604A9D06D8F}"/>
              </a:ext>
            </a:extLst>
          </p:cNvPr>
          <p:cNvSpPr>
            <a:spLocks noChangeShapeType="1"/>
          </p:cNvSpPr>
          <p:nvPr/>
        </p:nvSpPr>
        <p:spPr bwMode="auto">
          <a:xfrm flipV="1">
            <a:off x="8391524" y="5961090"/>
            <a:ext cx="0" cy="2524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Line 83">
            <a:extLst>
              <a:ext uri="{FF2B5EF4-FFF2-40B4-BE49-F238E27FC236}">
                <a16:creationId xmlns:a16="http://schemas.microsoft.com/office/drawing/2014/main" id="{67BED7EF-0F7E-9E99-2AF1-DE0DA5FAEBB2}"/>
              </a:ext>
            </a:extLst>
          </p:cNvPr>
          <p:cNvSpPr>
            <a:spLocks noChangeShapeType="1"/>
          </p:cNvSpPr>
          <p:nvPr/>
        </p:nvSpPr>
        <p:spPr bwMode="auto">
          <a:xfrm>
            <a:off x="8391524" y="5961090"/>
            <a:ext cx="6111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84">
            <a:extLst>
              <a:ext uri="{FF2B5EF4-FFF2-40B4-BE49-F238E27FC236}">
                <a16:creationId xmlns:a16="http://schemas.microsoft.com/office/drawing/2014/main" id="{78DC4063-2D79-C107-E8CF-572C7BD37220}"/>
              </a:ext>
            </a:extLst>
          </p:cNvPr>
          <p:cNvSpPr>
            <a:spLocks noChangeShapeType="1"/>
          </p:cNvSpPr>
          <p:nvPr/>
        </p:nvSpPr>
        <p:spPr bwMode="auto">
          <a:xfrm>
            <a:off x="9002712" y="6213503"/>
            <a:ext cx="6127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Text Box 85">
            <a:extLst>
              <a:ext uri="{FF2B5EF4-FFF2-40B4-BE49-F238E27FC236}">
                <a16:creationId xmlns:a16="http://schemas.microsoft.com/office/drawing/2014/main" id="{74643537-C92F-0362-54AC-C6E647646A9E}"/>
              </a:ext>
            </a:extLst>
          </p:cNvPr>
          <p:cNvSpPr txBox="1">
            <a:spLocks noChangeArrowheads="1"/>
          </p:cNvSpPr>
          <p:nvPr/>
        </p:nvSpPr>
        <p:spPr bwMode="auto">
          <a:xfrm>
            <a:off x="5111749" y="5888065"/>
            <a:ext cx="3984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C</a:t>
            </a:r>
          </a:p>
        </p:txBody>
      </p:sp>
      <p:sp>
        <p:nvSpPr>
          <p:cNvPr id="82" name="Line 86">
            <a:extLst>
              <a:ext uri="{FF2B5EF4-FFF2-40B4-BE49-F238E27FC236}">
                <a16:creationId xmlns:a16="http://schemas.microsoft.com/office/drawing/2014/main" id="{5A215D4E-F7A7-1E61-ACEC-F33D95126913}"/>
              </a:ext>
            </a:extLst>
          </p:cNvPr>
          <p:cNvSpPr>
            <a:spLocks noChangeShapeType="1"/>
          </p:cNvSpPr>
          <p:nvPr/>
        </p:nvSpPr>
        <p:spPr bwMode="auto">
          <a:xfrm>
            <a:off x="9002712" y="5961090"/>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Line 87">
            <a:extLst>
              <a:ext uri="{FF2B5EF4-FFF2-40B4-BE49-F238E27FC236}">
                <a16:creationId xmlns:a16="http://schemas.microsoft.com/office/drawing/2014/main" id="{DB1D6335-9C21-0E51-55C3-CCE70741EA77}"/>
              </a:ext>
            </a:extLst>
          </p:cNvPr>
          <p:cNvSpPr>
            <a:spLocks noChangeShapeType="1"/>
          </p:cNvSpPr>
          <p:nvPr/>
        </p:nvSpPr>
        <p:spPr bwMode="auto">
          <a:xfrm>
            <a:off x="9002712" y="5568978"/>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Line 93">
            <a:extLst>
              <a:ext uri="{FF2B5EF4-FFF2-40B4-BE49-F238E27FC236}">
                <a16:creationId xmlns:a16="http://schemas.microsoft.com/office/drawing/2014/main" id="{B459EB18-65DF-FAD3-A642-AF4424B429AC}"/>
              </a:ext>
            </a:extLst>
          </p:cNvPr>
          <p:cNvSpPr>
            <a:spLocks noChangeShapeType="1"/>
          </p:cNvSpPr>
          <p:nvPr/>
        </p:nvSpPr>
        <p:spPr bwMode="auto">
          <a:xfrm>
            <a:off x="8391524" y="5384828"/>
            <a:ext cx="609600" cy="0"/>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 name="Line 94">
            <a:extLst>
              <a:ext uri="{FF2B5EF4-FFF2-40B4-BE49-F238E27FC236}">
                <a16:creationId xmlns:a16="http://schemas.microsoft.com/office/drawing/2014/main" id="{22D81462-198B-55E9-A4A7-2E33FB22EC05}"/>
              </a:ext>
            </a:extLst>
          </p:cNvPr>
          <p:cNvSpPr>
            <a:spLocks noChangeShapeType="1"/>
          </p:cNvSpPr>
          <p:nvPr/>
        </p:nvSpPr>
        <p:spPr bwMode="auto">
          <a:xfrm>
            <a:off x="8391524" y="5564215"/>
            <a:ext cx="609600" cy="0"/>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 name="Line 95">
            <a:extLst>
              <a:ext uri="{FF2B5EF4-FFF2-40B4-BE49-F238E27FC236}">
                <a16:creationId xmlns:a16="http://schemas.microsoft.com/office/drawing/2014/main" id="{BAA685AB-3685-F699-11F5-01EF60704EAC}"/>
              </a:ext>
            </a:extLst>
          </p:cNvPr>
          <p:cNvSpPr>
            <a:spLocks noChangeShapeType="1"/>
          </p:cNvSpPr>
          <p:nvPr/>
        </p:nvSpPr>
        <p:spPr bwMode="auto">
          <a:xfrm>
            <a:off x="9002712" y="5384828"/>
            <a:ext cx="609600" cy="0"/>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7" name="Group 96">
            <a:extLst>
              <a:ext uri="{FF2B5EF4-FFF2-40B4-BE49-F238E27FC236}">
                <a16:creationId xmlns:a16="http://schemas.microsoft.com/office/drawing/2014/main" id="{5400D2E5-2E06-DBAB-DB43-0D3B718155DC}"/>
              </a:ext>
            </a:extLst>
          </p:cNvPr>
          <p:cNvGrpSpPr>
            <a:grpSpLocks/>
          </p:cNvGrpSpPr>
          <p:nvPr/>
        </p:nvGrpSpPr>
        <p:grpSpPr bwMode="auto">
          <a:xfrm>
            <a:off x="5957887" y="4521228"/>
            <a:ext cx="3048000" cy="1690687"/>
            <a:chOff x="3139" y="3155"/>
            <a:chExt cx="1920" cy="819"/>
          </a:xfrm>
        </p:grpSpPr>
        <p:sp>
          <p:nvSpPr>
            <p:cNvPr id="88" name="Line 97">
              <a:extLst>
                <a:ext uri="{FF2B5EF4-FFF2-40B4-BE49-F238E27FC236}">
                  <a16:creationId xmlns:a16="http://schemas.microsoft.com/office/drawing/2014/main" id="{D311A0A5-72E9-A5E0-C731-083E5B4BD201}"/>
                </a:ext>
              </a:extLst>
            </p:cNvPr>
            <p:cNvSpPr>
              <a:spLocks noChangeShapeType="1"/>
            </p:cNvSpPr>
            <p:nvPr/>
          </p:nvSpPr>
          <p:spPr bwMode="auto">
            <a:xfrm>
              <a:off x="3139" y="3155"/>
              <a:ext cx="0" cy="81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 name="Line 98">
              <a:extLst>
                <a:ext uri="{FF2B5EF4-FFF2-40B4-BE49-F238E27FC236}">
                  <a16:creationId xmlns:a16="http://schemas.microsoft.com/office/drawing/2014/main" id="{7F789FFE-7383-A4D0-1426-8319EEC2CBC0}"/>
                </a:ext>
              </a:extLst>
            </p:cNvPr>
            <p:cNvSpPr>
              <a:spLocks noChangeShapeType="1"/>
            </p:cNvSpPr>
            <p:nvPr/>
          </p:nvSpPr>
          <p:spPr bwMode="auto">
            <a:xfrm>
              <a:off x="3523" y="3155"/>
              <a:ext cx="0" cy="81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Line 99">
              <a:extLst>
                <a:ext uri="{FF2B5EF4-FFF2-40B4-BE49-F238E27FC236}">
                  <a16:creationId xmlns:a16="http://schemas.microsoft.com/office/drawing/2014/main" id="{2C493921-DF2C-AF97-6706-D2703AAD562F}"/>
                </a:ext>
              </a:extLst>
            </p:cNvPr>
            <p:cNvSpPr>
              <a:spLocks noChangeShapeType="1"/>
            </p:cNvSpPr>
            <p:nvPr/>
          </p:nvSpPr>
          <p:spPr bwMode="auto">
            <a:xfrm>
              <a:off x="3907" y="3155"/>
              <a:ext cx="0" cy="81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Line 100">
              <a:extLst>
                <a:ext uri="{FF2B5EF4-FFF2-40B4-BE49-F238E27FC236}">
                  <a16:creationId xmlns:a16="http://schemas.microsoft.com/office/drawing/2014/main" id="{80D4FD3B-180E-4813-A152-62202E694444}"/>
                </a:ext>
              </a:extLst>
            </p:cNvPr>
            <p:cNvSpPr>
              <a:spLocks noChangeShapeType="1"/>
            </p:cNvSpPr>
            <p:nvPr/>
          </p:nvSpPr>
          <p:spPr bwMode="auto">
            <a:xfrm>
              <a:off x="4291" y="3155"/>
              <a:ext cx="0" cy="81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 name="Line 101">
              <a:extLst>
                <a:ext uri="{FF2B5EF4-FFF2-40B4-BE49-F238E27FC236}">
                  <a16:creationId xmlns:a16="http://schemas.microsoft.com/office/drawing/2014/main" id="{1B439E34-1458-14FF-250B-E251A4BBB766}"/>
                </a:ext>
              </a:extLst>
            </p:cNvPr>
            <p:cNvSpPr>
              <a:spLocks noChangeShapeType="1"/>
            </p:cNvSpPr>
            <p:nvPr/>
          </p:nvSpPr>
          <p:spPr bwMode="auto">
            <a:xfrm>
              <a:off x="4675" y="3155"/>
              <a:ext cx="0" cy="81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 name="Line 102">
              <a:extLst>
                <a:ext uri="{FF2B5EF4-FFF2-40B4-BE49-F238E27FC236}">
                  <a16:creationId xmlns:a16="http://schemas.microsoft.com/office/drawing/2014/main" id="{98D68B26-9266-E591-3288-5622C8C9F5B9}"/>
                </a:ext>
              </a:extLst>
            </p:cNvPr>
            <p:cNvSpPr>
              <a:spLocks noChangeShapeType="1"/>
            </p:cNvSpPr>
            <p:nvPr/>
          </p:nvSpPr>
          <p:spPr bwMode="auto">
            <a:xfrm>
              <a:off x="5059" y="3155"/>
              <a:ext cx="0" cy="81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4" name="Group 151">
            <a:extLst>
              <a:ext uri="{FF2B5EF4-FFF2-40B4-BE49-F238E27FC236}">
                <a16:creationId xmlns:a16="http://schemas.microsoft.com/office/drawing/2014/main" id="{4E2C49E3-19EF-04A8-19BF-DEC8FF3E7E19}"/>
              </a:ext>
            </a:extLst>
          </p:cNvPr>
          <p:cNvGrpSpPr>
            <a:grpSpLocks/>
          </p:cNvGrpSpPr>
          <p:nvPr/>
        </p:nvGrpSpPr>
        <p:grpSpPr bwMode="auto">
          <a:xfrm>
            <a:off x="4208956" y="806450"/>
            <a:ext cx="5437188" cy="3127375"/>
            <a:chOff x="2222" y="799"/>
            <a:chExt cx="3425" cy="1970"/>
          </a:xfrm>
        </p:grpSpPr>
        <p:sp>
          <p:nvSpPr>
            <p:cNvPr id="95" name="Text Box 104">
              <a:extLst>
                <a:ext uri="{FF2B5EF4-FFF2-40B4-BE49-F238E27FC236}">
                  <a16:creationId xmlns:a16="http://schemas.microsoft.com/office/drawing/2014/main" id="{3D321F6B-C58B-3F0F-C33C-CFBE5E6D7D9E}"/>
                </a:ext>
              </a:extLst>
            </p:cNvPr>
            <p:cNvSpPr txBox="1">
              <a:spLocks noChangeArrowheads="1"/>
            </p:cNvSpPr>
            <p:nvPr/>
          </p:nvSpPr>
          <p:spPr bwMode="auto">
            <a:xfrm>
              <a:off x="3302" y="2126"/>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PE</a:t>
              </a:r>
            </a:p>
          </p:txBody>
        </p:sp>
        <p:sp>
          <p:nvSpPr>
            <p:cNvPr id="96" name="Rectangle 105">
              <a:extLst>
                <a:ext uri="{FF2B5EF4-FFF2-40B4-BE49-F238E27FC236}">
                  <a16:creationId xmlns:a16="http://schemas.microsoft.com/office/drawing/2014/main" id="{D10999AE-8649-68ED-2F1A-5F22A2A83DE0}"/>
                </a:ext>
              </a:extLst>
            </p:cNvPr>
            <p:cNvSpPr>
              <a:spLocks noChangeArrowheads="1"/>
            </p:cNvSpPr>
            <p:nvPr/>
          </p:nvSpPr>
          <p:spPr bwMode="auto">
            <a:xfrm>
              <a:off x="3295" y="1646"/>
              <a:ext cx="1762" cy="76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endParaRPr kumimoji="1" lang="zh-CN" altLang="en-US" sz="2400" b="0"/>
            </a:p>
          </p:txBody>
        </p:sp>
        <p:sp>
          <p:nvSpPr>
            <p:cNvPr id="97" name="Line 106">
              <a:extLst>
                <a:ext uri="{FF2B5EF4-FFF2-40B4-BE49-F238E27FC236}">
                  <a16:creationId xmlns:a16="http://schemas.microsoft.com/office/drawing/2014/main" id="{EFBA1BE7-C337-4114-AA2D-092B4A43064E}"/>
                </a:ext>
              </a:extLst>
            </p:cNvPr>
            <p:cNvSpPr>
              <a:spLocks noChangeShapeType="1"/>
            </p:cNvSpPr>
            <p:nvPr/>
          </p:nvSpPr>
          <p:spPr bwMode="auto">
            <a:xfrm flipV="1">
              <a:off x="5262" y="1839"/>
              <a:ext cx="0" cy="190"/>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8" name="Group 107">
              <a:extLst>
                <a:ext uri="{FF2B5EF4-FFF2-40B4-BE49-F238E27FC236}">
                  <a16:creationId xmlns:a16="http://schemas.microsoft.com/office/drawing/2014/main" id="{C8439E9B-C47A-9C4B-4790-482013ACCF2C}"/>
                </a:ext>
              </a:extLst>
            </p:cNvPr>
            <p:cNvGrpSpPr>
              <a:grpSpLocks/>
            </p:cNvGrpSpPr>
            <p:nvPr/>
          </p:nvGrpSpPr>
          <p:grpSpPr bwMode="auto">
            <a:xfrm>
              <a:off x="3999" y="1110"/>
              <a:ext cx="514" cy="533"/>
              <a:chOff x="3999" y="1052"/>
              <a:chExt cx="514" cy="666"/>
            </a:xfrm>
          </p:grpSpPr>
          <p:sp>
            <p:nvSpPr>
              <p:cNvPr id="137" name="Line 108">
                <a:extLst>
                  <a:ext uri="{FF2B5EF4-FFF2-40B4-BE49-F238E27FC236}">
                    <a16:creationId xmlns:a16="http://schemas.microsoft.com/office/drawing/2014/main" id="{9318ACB1-C718-F769-DDE9-9495047F8D29}"/>
                  </a:ext>
                </a:extLst>
              </p:cNvPr>
              <p:cNvSpPr>
                <a:spLocks noChangeShapeType="1"/>
              </p:cNvSpPr>
              <p:nvPr/>
            </p:nvSpPr>
            <p:spPr bwMode="auto">
              <a:xfrm flipV="1">
                <a:off x="3999" y="1052"/>
                <a:ext cx="0" cy="66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 name="Line 109">
                <a:extLst>
                  <a:ext uri="{FF2B5EF4-FFF2-40B4-BE49-F238E27FC236}">
                    <a16:creationId xmlns:a16="http://schemas.microsoft.com/office/drawing/2014/main" id="{05274388-73A5-FAD5-915E-D58070A6DE23}"/>
                  </a:ext>
                </a:extLst>
              </p:cNvPr>
              <p:cNvSpPr>
                <a:spLocks noChangeShapeType="1"/>
              </p:cNvSpPr>
              <p:nvPr/>
            </p:nvSpPr>
            <p:spPr bwMode="auto">
              <a:xfrm flipV="1">
                <a:off x="4266" y="1052"/>
                <a:ext cx="0" cy="66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 name="Line 110">
                <a:extLst>
                  <a:ext uri="{FF2B5EF4-FFF2-40B4-BE49-F238E27FC236}">
                    <a16:creationId xmlns:a16="http://schemas.microsoft.com/office/drawing/2014/main" id="{FA55DBE4-1F53-9F4D-A359-EA73AAB0B9BD}"/>
                  </a:ext>
                </a:extLst>
              </p:cNvPr>
              <p:cNvSpPr>
                <a:spLocks noChangeShapeType="1"/>
              </p:cNvSpPr>
              <p:nvPr/>
            </p:nvSpPr>
            <p:spPr bwMode="auto">
              <a:xfrm flipV="1">
                <a:off x="4513" y="1052"/>
                <a:ext cx="0" cy="66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9" name="Line 111">
              <a:extLst>
                <a:ext uri="{FF2B5EF4-FFF2-40B4-BE49-F238E27FC236}">
                  <a16:creationId xmlns:a16="http://schemas.microsoft.com/office/drawing/2014/main" id="{CB5FF89A-CED4-CCDE-1EB5-C79A777979CC}"/>
                </a:ext>
              </a:extLst>
            </p:cNvPr>
            <p:cNvSpPr>
              <a:spLocks noChangeShapeType="1"/>
            </p:cNvSpPr>
            <p:nvPr/>
          </p:nvSpPr>
          <p:spPr bwMode="auto">
            <a:xfrm flipV="1">
              <a:off x="3748" y="2419"/>
              <a:ext cx="0" cy="3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 name="Line 112">
              <a:extLst>
                <a:ext uri="{FF2B5EF4-FFF2-40B4-BE49-F238E27FC236}">
                  <a16:creationId xmlns:a16="http://schemas.microsoft.com/office/drawing/2014/main" id="{E76AAB68-C155-E020-67DF-7E9F9A55952F}"/>
                </a:ext>
              </a:extLst>
            </p:cNvPr>
            <p:cNvSpPr>
              <a:spLocks noChangeShapeType="1"/>
            </p:cNvSpPr>
            <p:nvPr/>
          </p:nvSpPr>
          <p:spPr bwMode="auto">
            <a:xfrm flipV="1">
              <a:off x="3999" y="2415"/>
              <a:ext cx="0" cy="19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 name="Line 113">
              <a:extLst>
                <a:ext uri="{FF2B5EF4-FFF2-40B4-BE49-F238E27FC236}">
                  <a16:creationId xmlns:a16="http://schemas.microsoft.com/office/drawing/2014/main" id="{7A0BA828-0DFF-6A01-8DD1-ACC8E4954C33}"/>
                </a:ext>
              </a:extLst>
            </p:cNvPr>
            <p:cNvSpPr>
              <a:spLocks noChangeShapeType="1"/>
            </p:cNvSpPr>
            <p:nvPr/>
          </p:nvSpPr>
          <p:spPr bwMode="auto">
            <a:xfrm flipV="1">
              <a:off x="4266" y="2415"/>
              <a:ext cx="0" cy="19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 name="Line 114">
              <a:extLst>
                <a:ext uri="{FF2B5EF4-FFF2-40B4-BE49-F238E27FC236}">
                  <a16:creationId xmlns:a16="http://schemas.microsoft.com/office/drawing/2014/main" id="{5D4CA11D-B20A-3480-8751-8A136CF3B0F2}"/>
                </a:ext>
              </a:extLst>
            </p:cNvPr>
            <p:cNvSpPr>
              <a:spLocks noChangeShapeType="1"/>
            </p:cNvSpPr>
            <p:nvPr/>
          </p:nvSpPr>
          <p:spPr bwMode="auto">
            <a:xfrm flipV="1">
              <a:off x="4513" y="2415"/>
              <a:ext cx="0" cy="19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 name="Line 115">
              <a:extLst>
                <a:ext uri="{FF2B5EF4-FFF2-40B4-BE49-F238E27FC236}">
                  <a16:creationId xmlns:a16="http://schemas.microsoft.com/office/drawing/2014/main" id="{2A033779-CF90-C9C5-8E63-5D60747D0CFD}"/>
                </a:ext>
              </a:extLst>
            </p:cNvPr>
            <p:cNvSpPr>
              <a:spLocks noChangeShapeType="1"/>
            </p:cNvSpPr>
            <p:nvPr/>
          </p:nvSpPr>
          <p:spPr bwMode="auto">
            <a:xfrm>
              <a:off x="5070" y="1838"/>
              <a:ext cx="39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Line 116">
              <a:extLst>
                <a:ext uri="{FF2B5EF4-FFF2-40B4-BE49-F238E27FC236}">
                  <a16:creationId xmlns:a16="http://schemas.microsoft.com/office/drawing/2014/main" id="{D9ED6438-11AB-FF66-9D0F-BF3736E9D081}"/>
                </a:ext>
              </a:extLst>
            </p:cNvPr>
            <p:cNvSpPr>
              <a:spLocks noChangeShapeType="1"/>
            </p:cNvSpPr>
            <p:nvPr/>
          </p:nvSpPr>
          <p:spPr bwMode="auto">
            <a:xfrm>
              <a:off x="5070" y="2030"/>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Line 117">
              <a:extLst>
                <a:ext uri="{FF2B5EF4-FFF2-40B4-BE49-F238E27FC236}">
                  <a16:creationId xmlns:a16="http://schemas.microsoft.com/office/drawing/2014/main" id="{0751C5C6-CE22-601D-AE39-C8050D15E9AF}"/>
                </a:ext>
              </a:extLst>
            </p:cNvPr>
            <p:cNvSpPr>
              <a:spLocks noChangeShapeType="1"/>
            </p:cNvSpPr>
            <p:nvPr/>
          </p:nvSpPr>
          <p:spPr bwMode="auto">
            <a:xfrm>
              <a:off x="5070" y="2222"/>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 name="Line 118">
              <a:extLst>
                <a:ext uri="{FF2B5EF4-FFF2-40B4-BE49-F238E27FC236}">
                  <a16:creationId xmlns:a16="http://schemas.microsoft.com/office/drawing/2014/main" id="{AA8AFB28-78FB-A568-2B6F-E8D2D931478C}"/>
                </a:ext>
              </a:extLst>
            </p:cNvPr>
            <p:cNvSpPr>
              <a:spLocks noChangeShapeType="1"/>
            </p:cNvSpPr>
            <p:nvPr/>
          </p:nvSpPr>
          <p:spPr bwMode="auto">
            <a:xfrm>
              <a:off x="2925" y="2221"/>
              <a:ext cx="36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 name="Line 119">
              <a:extLst>
                <a:ext uri="{FF2B5EF4-FFF2-40B4-BE49-F238E27FC236}">
                  <a16:creationId xmlns:a16="http://schemas.microsoft.com/office/drawing/2014/main" id="{E915E69A-C72E-6350-9422-C1E652B2E049}"/>
                </a:ext>
              </a:extLst>
            </p:cNvPr>
            <p:cNvSpPr>
              <a:spLocks noChangeShapeType="1"/>
            </p:cNvSpPr>
            <p:nvPr/>
          </p:nvSpPr>
          <p:spPr bwMode="auto">
            <a:xfrm>
              <a:off x="3030" y="2040"/>
              <a:ext cx="25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 name="Text Box 120">
              <a:extLst>
                <a:ext uri="{FF2B5EF4-FFF2-40B4-BE49-F238E27FC236}">
                  <a16:creationId xmlns:a16="http://schemas.microsoft.com/office/drawing/2014/main" id="{D720FBC4-739D-3A6D-4DE8-F82027ADA433}"/>
                </a:ext>
              </a:extLst>
            </p:cNvPr>
            <p:cNvSpPr txBox="1">
              <a:spLocks noChangeArrowheads="1"/>
            </p:cNvSpPr>
            <p:nvPr/>
          </p:nvSpPr>
          <p:spPr bwMode="auto">
            <a:xfrm>
              <a:off x="3631" y="1598"/>
              <a:ext cx="10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Q</a:t>
              </a:r>
              <a:r>
                <a:rPr kumimoji="1" lang="en-US" altLang="zh-CN" sz="1600" b="0"/>
                <a:t>3</a:t>
              </a:r>
              <a:r>
                <a:rPr kumimoji="1" lang="en-US" altLang="zh-CN" sz="2400" b="0"/>
                <a:t> Q</a:t>
              </a:r>
              <a:r>
                <a:rPr kumimoji="1" lang="en-US" altLang="zh-CN" sz="1600" b="0"/>
                <a:t>2</a:t>
              </a:r>
              <a:r>
                <a:rPr kumimoji="1" lang="en-US" altLang="zh-CN" sz="2400" b="0"/>
                <a:t> Q</a:t>
              </a:r>
              <a:r>
                <a:rPr kumimoji="1" lang="en-US" altLang="zh-CN" sz="1600" b="0"/>
                <a:t>1</a:t>
              </a:r>
              <a:r>
                <a:rPr kumimoji="1" lang="en-US" altLang="zh-CN" sz="2400" b="0"/>
                <a:t> Q</a:t>
              </a:r>
              <a:r>
                <a:rPr kumimoji="1" lang="en-US" altLang="zh-CN" sz="1600" b="0"/>
                <a:t>0</a:t>
              </a:r>
              <a:endParaRPr kumimoji="1" lang="en-US" altLang="zh-CN" sz="2400" b="0"/>
            </a:p>
          </p:txBody>
        </p:sp>
        <p:sp>
          <p:nvSpPr>
            <p:cNvPr id="109" name="Text Box 121">
              <a:extLst>
                <a:ext uri="{FF2B5EF4-FFF2-40B4-BE49-F238E27FC236}">
                  <a16:creationId xmlns:a16="http://schemas.microsoft.com/office/drawing/2014/main" id="{4DB1D895-AF41-28D4-7EBC-55F62A0839EA}"/>
                </a:ext>
              </a:extLst>
            </p:cNvPr>
            <p:cNvSpPr txBox="1">
              <a:spLocks noChangeArrowheads="1"/>
            </p:cNvSpPr>
            <p:nvPr/>
          </p:nvSpPr>
          <p:spPr bwMode="auto">
            <a:xfrm>
              <a:off x="3290" y="1657"/>
              <a:ext cx="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TC</a:t>
              </a:r>
            </a:p>
          </p:txBody>
        </p:sp>
        <p:sp>
          <p:nvSpPr>
            <p:cNvPr id="110" name="Text Box 122">
              <a:extLst>
                <a:ext uri="{FF2B5EF4-FFF2-40B4-BE49-F238E27FC236}">
                  <a16:creationId xmlns:a16="http://schemas.microsoft.com/office/drawing/2014/main" id="{B256376D-30ED-C4DC-CE53-2085246B951E}"/>
                </a:ext>
              </a:extLst>
            </p:cNvPr>
            <p:cNvSpPr txBox="1">
              <a:spLocks noChangeArrowheads="1"/>
            </p:cNvSpPr>
            <p:nvPr/>
          </p:nvSpPr>
          <p:spPr bwMode="auto">
            <a:xfrm>
              <a:off x="4612" y="1673"/>
              <a:ext cx="4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dirty="0"/>
                <a:t>CEP</a:t>
              </a:r>
            </a:p>
          </p:txBody>
        </p:sp>
        <p:sp>
          <p:nvSpPr>
            <p:cNvPr id="111" name="Text Box 123">
              <a:extLst>
                <a:ext uri="{FF2B5EF4-FFF2-40B4-BE49-F238E27FC236}">
                  <a16:creationId xmlns:a16="http://schemas.microsoft.com/office/drawing/2014/main" id="{B9066F38-BFEE-CD65-DC21-E764C6C5E551}"/>
                </a:ext>
              </a:extLst>
            </p:cNvPr>
            <p:cNvSpPr txBox="1">
              <a:spLocks noChangeArrowheads="1"/>
            </p:cNvSpPr>
            <p:nvPr/>
          </p:nvSpPr>
          <p:spPr bwMode="auto">
            <a:xfrm>
              <a:off x="4601" y="1872"/>
              <a:ext cx="4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CET</a:t>
              </a:r>
            </a:p>
          </p:txBody>
        </p:sp>
        <p:sp>
          <p:nvSpPr>
            <p:cNvPr id="112" name="Text Box 124">
              <a:extLst>
                <a:ext uri="{FF2B5EF4-FFF2-40B4-BE49-F238E27FC236}">
                  <a16:creationId xmlns:a16="http://schemas.microsoft.com/office/drawing/2014/main" id="{5DCB0294-58C0-FA09-F846-BDE061175BF5}"/>
                </a:ext>
              </a:extLst>
            </p:cNvPr>
            <p:cNvSpPr txBox="1">
              <a:spLocks noChangeArrowheads="1"/>
            </p:cNvSpPr>
            <p:nvPr/>
          </p:nvSpPr>
          <p:spPr bwMode="auto">
            <a:xfrm>
              <a:off x="3773" y="1866"/>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74x161</a:t>
              </a:r>
            </a:p>
          </p:txBody>
        </p:sp>
        <p:sp>
          <p:nvSpPr>
            <p:cNvPr id="113" name="Text Box 125">
              <a:extLst>
                <a:ext uri="{FF2B5EF4-FFF2-40B4-BE49-F238E27FC236}">
                  <a16:creationId xmlns:a16="http://schemas.microsoft.com/office/drawing/2014/main" id="{CCC68C69-F839-B58A-8CFB-1A94F38E95D2}"/>
                </a:ext>
              </a:extLst>
            </p:cNvPr>
            <p:cNvSpPr txBox="1">
              <a:spLocks noChangeArrowheads="1"/>
            </p:cNvSpPr>
            <p:nvPr/>
          </p:nvSpPr>
          <p:spPr bwMode="auto">
            <a:xfrm>
              <a:off x="3302" y="1899"/>
              <a:ext cx="3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CR</a:t>
              </a:r>
            </a:p>
          </p:txBody>
        </p:sp>
        <p:sp>
          <p:nvSpPr>
            <p:cNvPr id="114" name="Text Box 128">
              <a:extLst>
                <a:ext uri="{FF2B5EF4-FFF2-40B4-BE49-F238E27FC236}">
                  <a16:creationId xmlns:a16="http://schemas.microsoft.com/office/drawing/2014/main" id="{AB6E3018-A11C-DDF3-41B1-688105277A58}"/>
                </a:ext>
              </a:extLst>
            </p:cNvPr>
            <p:cNvSpPr txBox="1">
              <a:spLocks noChangeArrowheads="1"/>
            </p:cNvSpPr>
            <p:nvPr/>
          </p:nvSpPr>
          <p:spPr bwMode="auto">
            <a:xfrm>
              <a:off x="3621" y="2126"/>
              <a:ext cx="10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D</a:t>
              </a:r>
              <a:r>
                <a:rPr kumimoji="1" lang="en-US" altLang="zh-CN" sz="1600" b="0"/>
                <a:t>3</a:t>
              </a:r>
              <a:r>
                <a:rPr kumimoji="1" lang="en-US" altLang="zh-CN" sz="2400" b="0"/>
                <a:t> D</a:t>
              </a:r>
              <a:r>
                <a:rPr kumimoji="1" lang="en-US" altLang="zh-CN" sz="1600" b="0"/>
                <a:t>2</a:t>
              </a:r>
              <a:r>
                <a:rPr kumimoji="1" lang="en-US" altLang="zh-CN" sz="2400" b="0"/>
                <a:t> D</a:t>
              </a:r>
              <a:r>
                <a:rPr kumimoji="1" lang="en-US" altLang="zh-CN" sz="1600" b="0"/>
                <a:t>1</a:t>
              </a:r>
              <a:r>
                <a:rPr kumimoji="1" lang="en-US" altLang="zh-CN" sz="2400" b="0"/>
                <a:t> D</a:t>
              </a:r>
              <a:r>
                <a:rPr kumimoji="1" lang="en-US" altLang="zh-CN" sz="1600" b="0"/>
                <a:t>0</a:t>
              </a:r>
              <a:endParaRPr kumimoji="1" lang="en-US" altLang="zh-CN" sz="2400" b="0"/>
            </a:p>
          </p:txBody>
        </p:sp>
        <p:grpSp>
          <p:nvGrpSpPr>
            <p:cNvPr id="115" name="Group 129">
              <a:extLst>
                <a:ext uri="{FF2B5EF4-FFF2-40B4-BE49-F238E27FC236}">
                  <a16:creationId xmlns:a16="http://schemas.microsoft.com/office/drawing/2014/main" id="{186D14A1-F8A1-7523-E0BE-354EC61687AB}"/>
                </a:ext>
              </a:extLst>
            </p:cNvPr>
            <p:cNvGrpSpPr>
              <a:grpSpLocks/>
            </p:cNvGrpSpPr>
            <p:nvPr/>
          </p:nvGrpSpPr>
          <p:grpSpPr bwMode="auto">
            <a:xfrm>
              <a:off x="4957" y="2145"/>
              <a:ext cx="91" cy="136"/>
              <a:chOff x="2041" y="1638"/>
              <a:chExt cx="91" cy="182"/>
            </a:xfrm>
          </p:grpSpPr>
          <p:sp>
            <p:nvSpPr>
              <p:cNvPr id="135" name="Line 130">
                <a:extLst>
                  <a:ext uri="{FF2B5EF4-FFF2-40B4-BE49-F238E27FC236}">
                    <a16:creationId xmlns:a16="http://schemas.microsoft.com/office/drawing/2014/main" id="{EA3A79F1-2009-183A-41E6-015F9C3212CC}"/>
                  </a:ext>
                </a:extLst>
              </p:cNvPr>
              <p:cNvSpPr>
                <a:spLocks noChangeShapeType="1"/>
              </p:cNvSpPr>
              <p:nvPr/>
            </p:nvSpPr>
            <p:spPr bwMode="auto">
              <a:xfrm flipH="1">
                <a:off x="2041" y="1638"/>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 name="Line 131">
                <a:extLst>
                  <a:ext uri="{FF2B5EF4-FFF2-40B4-BE49-F238E27FC236}">
                    <a16:creationId xmlns:a16="http://schemas.microsoft.com/office/drawing/2014/main" id="{20C4487A-E838-32F3-7861-AF8C08D56E4D}"/>
                  </a:ext>
                </a:extLst>
              </p:cNvPr>
              <p:cNvSpPr>
                <a:spLocks noChangeShapeType="1"/>
              </p:cNvSpPr>
              <p:nvPr/>
            </p:nvSpPr>
            <p:spPr bwMode="auto">
              <a:xfrm>
                <a:off x="2041" y="1729"/>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6" name="Oval 132">
              <a:extLst>
                <a:ext uri="{FF2B5EF4-FFF2-40B4-BE49-F238E27FC236}">
                  <a16:creationId xmlns:a16="http://schemas.microsoft.com/office/drawing/2014/main" id="{2FA4CF4F-8D9F-273E-DE1B-D82216B0C0C7}"/>
                </a:ext>
              </a:extLst>
            </p:cNvPr>
            <p:cNvSpPr>
              <a:spLocks noChangeArrowheads="1"/>
            </p:cNvSpPr>
            <p:nvPr/>
          </p:nvSpPr>
          <p:spPr bwMode="auto">
            <a:xfrm rot="10800000">
              <a:off x="3216" y="2180"/>
              <a:ext cx="79" cy="79"/>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17" name="Oval 133">
              <a:extLst>
                <a:ext uri="{FF2B5EF4-FFF2-40B4-BE49-F238E27FC236}">
                  <a16:creationId xmlns:a16="http://schemas.microsoft.com/office/drawing/2014/main" id="{BBB8DFC5-5C50-ADC1-42A1-EC34B2A9027D}"/>
                </a:ext>
              </a:extLst>
            </p:cNvPr>
            <p:cNvSpPr>
              <a:spLocks noChangeArrowheads="1"/>
            </p:cNvSpPr>
            <p:nvPr/>
          </p:nvSpPr>
          <p:spPr bwMode="auto">
            <a:xfrm rot="10800000">
              <a:off x="3216" y="1998"/>
              <a:ext cx="79" cy="79"/>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18" name="Line 134">
              <a:extLst>
                <a:ext uri="{FF2B5EF4-FFF2-40B4-BE49-F238E27FC236}">
                  <a16:creationId xmlns:a16="http://schemas.microsoft.com/office/drawing/2014/main" id="{8136ABFE-14F0-693F-53EE-E57A97CF68E0}"/>
                </a:ext>
              </a:extLst>
            </p:cNvPr>
            <p:cNvSpPr>
              <a:spLocks noChangeShapeType="1"/>
            </p:cNvSpPr>
            <p:nvPr/>
          </p:nvSpPr>
          <p:spPr bwMode="auto">
            <a:xfrm>
              <a:off x="3453" y="1290"/>
              <a:ext cx="1066" cy="0"/>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 name="Line 135">
              <a:extLst>
                <a:ext uri="{FF2B5EF4-FFF2-40B4-BE49-F238E27FC236}">
                  <a16:creationId xmlns:a16="http://schemas.microsoft.com/office/drawing/2014/main" id="{A1EE60F8-1DB1-4D74-9059-C0DF44050850}"/>
                </a:ext>
              </a:extLst>
            </p:cNvPr>
            <p:cNvSpPr>
              <a:spLocks noChangeShapeType="1"/>
            </p:cNvSpPr>
            <p:nvPr/>
          </p:nvSpPr>
          <p:spPr bwMode="auto">
            <a:xfrm>
              <a:off x="3453" y="1449"/>
              <a:ext cx="545" cy="0"/>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0" name="Group 136">
              <a:extLst>
                <a:ext uri="{FF2B5EF4-FFF2-40B4-BE49-F238E27FC236}">
                  <a16:creationId xmlns:a16="http://schemas.microsoft.com/office/drawing/2014/main" id="{508AB744-AC0E-ABC5-6C1C-06C72AF9E4D4}"/>
                </a:ext>
              </a:extLst>
            </p:cNvPr>
            <p:cNvGrpSpPr>
              <a:grpSpLocks/>
            </p:cNvGrpSpPr>
            <p:nvPr/>
          </p:nvGrpSpPr>
          <p:grpSpPr bwMode="auto">
            <a:xfrm>
              <a:off x="3317" y="1199"/>
              <a:ext cx="380" cy="342"/>
              <a:chOff x="929" y="2294"/>
              <a:chExt cx="380" cy="342"/>
            </a:xfrm>
          </p:grpSpPr>
          <p:sp>
            <p:nvSpPr>
              <p:cNvPr id="133" name="Oval 137">
                <a:extLst>
                  <a:ext uri="{FF2B5EF4-FFF2-40B4-BE49-F238E27FC236}">
                    <a16:creationId xmlns:a16="http://schemas.microsoft.com/office/drawing/2014/main" id="{EDF0BFE1-D38B-4A31-5E04-51C4DC8ADCE5}"/>
                  </a:ext>
                </a:extLst>
              </p:cNvPr>
              <p:cNvSpPr>
                <a:spLocks noChangeArrowheads="1"/>
              </p:cNvSpPr>
              <p:nvPr/>
            </p:nvSpPr>
            <p:spPr bwMode="auto">
              <a:xfrm rot="10800000">
                <a:off x="929" y="2432"/>
                <a:ext cx="75" cy="75"/>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34" name="AutoShape 138">
                <a:extLst>
                  <a:ext uri="{FF2B5EF4-FFF2-40B4-BE49-F238E27FC236}">
                    <a16:creationId xmlns:a16="http://schemas.microsoft.com/office/drawing/2014/main" id="{391226C3-ACBC-1C10-3D9F-E27ACBEA1349}"/>
                  </a:ext>
                </a:extLst>
              </p:cNvPr>
              <p:cNvSpPr>
                <a:spLocks noChangeArrowheads="1"/>
              </p:cNvSpPr>
              <p:nvPr/>
            </p:nvSpPr>
            <p:spPr bwMode="auto">
              <a:xfrm rot="10800000">
                <a:off x="998" y="2294"/>
                <a:ext cx="311" cy="342"/>
              </a:xfrm>
              <a:prstGeom prst="flowChartDelay">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sp>
          <p:nvSpPr>
            <p:cNvPr id="121" name="Text Box 139">
              <a:extLst>
                <a:ext uri="{FF2B5EF4-FFF2-40B4-BE49-F238E27FC236}">
                  <a16:creationId xmlns:a16="http://schemas.microsoft.com/office/drawing/2014/main" id="{741DF518-65E2-F97E-5010-CC824EA38BCE}"/>
                </a:ext>
              </a:extLst>
            </p:cNvPr>
            <p:cNvSpPr txBox="1">
              <a:spLocks noChangeArrowheads="1"/>
            </p:cNvSpPr>
            <p:nvPr/>
          </p:nvSpPr>
          <p:spPr bwMode="auto">
            <a:xfrm>
              <a:off x="2222" y="1117"/>
              <a:ext cx="139"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C</a:t>
              </a:r>
              <a:endParaRPr kumimoji="1" lang="en-US" altLang="zh-CN" sz="1600" baseline="-25000"/>
            </a:p>
          </p:txBody>
        </p:sp>
        <p:sp>
          <p:nvSpPr>
            <p:cNvPr id="122" name="Line 140">
              <a:extLst>
                <a:ext uri="{FF2B5EF4-FFF2-40B4-BE49-F238E27FC236}">
                  <a16:creationId xmlns:a16="http://schemas.microsoft.com/office/drawing/2014/main" id="{1708685A-D9A1-2F99-AF0F-5DF335CAA3F5}"/>
                </a:ext>
              </a:extLst>
            </p:cNvPr>
            <p:cNvSpPr>
              <a:spLocks noChangeShapeType="1"/>
            </p:cNvSpPr>
            <p:nvPr/>
          </p:nvSpPr>
          <p:spPr bwMode="auto">
            <a:xfrm>
              <a:off x="2245" y="1381"/>
              <a:ext cx="1072" cy="0"/>
            </a:xfrm>
            <a:prstGeom prst="line">
              <a:avLst/>
            </a:prstGeom>
            <a:noFill/>
            <a:ln w="28575">
              <a:solidFill>
                <a:schemeClr val="tx1"/>
              </a:solidFill>
              <a:round/>
              <a:headEnd type="none"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 name="Line 141">
              <a:extLst>
                <a:ext uri="{FF2B5EF4-FFF2-40B4-BE49-F238E27FC236}">
                  <a16:creationId xmlns:a16="http://schemas.microsoft.com/office/drawing/2014/main" id="{68555E4C-4A5A-F5C3-CC90-5881A6F28404}"/>
                </a:ext>
              </a:extLst>
            </p:cNvPr>
            <p:cNvSpPr>
              <a:spLocks noChangeShapeType="1"/>
            </p:cNvSpPr>
            <p:nvPr/>
          </p:nvSpPr>
          <p:spPr bwMode="auto">
            <a:xfrm flipV="1">
              <a:off x="2925" y="1389"/>
              <a:ext cx="0" cy="832"/>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 name="Text Box 142">
              <a:extLst>
                <a:ext uri="{FF2B5EF4-FFF2-40B4-BE49-F238E27FC236}">
                  <a16:creationId xmlns:a16="http://schemas.microsoft.com/office/drawing/2014/main" id="{36C817DA-B3BE-4C64-5230-3BDC0126A542}"/>
                </a:ext>
              </a:extLst>
            </p:cNvPr>
            <p:cNvSpPr txBox="1">
              <a:spLocks noChangeArrowheads="1"/>
            </p:cNvSpPr>
            <p:nvPr/>
          </p:nvSpPr>
          <p:spPr bwMode="auto">
            <a:xfrm>
              <a:off x="5307" y="2111"/>
              <a:ext cx="340"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CP</a:t>
              </a:r>
              <a:endParaRPr kumimoji="1" lang="en-US" altLang="zh-CN" sz="1600" baseline="-25000"/>
            </a:p>
          </p:txBody>
        </p:sp>
        <p:sp>
          <p:nvSpPr>
            <p:cNvPr id="125" name="Text Box 143">
              <a:extLst>
                <a:ext uri="{FF2B5EF4-FFF2-40B4-BE49-F238E27FC236}">
                  <a16:creationId xmlns:a16="http://schemas.microsoft.com/office/drawing/2014/main" id="{A02E067C-90B8-4D49-EBBA-95C1587BA68A}"/>
                </a:ext>
              </a:extLst>
            </p:cNvPr>
            <p:cNvSpPr txBox="1">
              <a:spLocks noChangeArrowheads="1"/>
            </p:cNvSpPr>
            <p:nvPr/>
          </p:nvSpPr>
          <p:spPr bwMode="auto">
            <a:xfrm>
              <a:off x="5512" y="1723"/>
              <a:ext cx="90"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1</a:t>
              </a:r>
              <a:endParaRPr kumimoji="1" lang="en-US" altLang="zh-CN" sz="2400" baseline="-25000"/>
            </a:p>
          </p:txBody>
        </p:sp>
        <p:sp>
          <p:nvSpPr>
            <p:cNvPr id="126" name="Line 144">
              <a:extLst>
                <a:ext uri="{FF2B5EF4-FFF2-40B4-BE49-F238E27FC236}">
                  <a16:creationId xmlns:a16="http://schemas.microsoft.com/office/drawing/2014/main" id="{D1FEE9AE-4A88-9921-4C52-E1527C8F2C74}"/>
                </a:ext>
              </a:extLst>
            </p:cNvPr>
            <p:cNvSpPr>
              <a:spLocks noChangeShapeType="1"/>
            </p:cNvSpPr>
            <p:nvPr/>
          </p:nvSpPr>
          <p:spPr bwMode="auto">
            <a:xfrm>
              <a:off x="3748" y="2610"/>
              <a:ext cx="771" cy="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7" name="Line 145">
              <a:extLst>
                <a:ext uri="{FF2B5EF4-FFF2-40B4-BE49-F238E27FC236}">
                  <a16:creationId xmlns:a16="http://schemas.microsoft.com/office/drawing/2014/main" id="{3308E46D-A43A-3F02-AFFC-7FDCE953AF79}"/>
                </a:ext>
              </a:extLst>
            </p:cNvPr>
            <p:cNvSpPr>
              <a:spLocks noChangeShapeType="1"/>
            </p:cNvSpPr>
            <p:nvPr/>
          </p:nvSpPr>
          <p:spPr bwMode="auto">
            <a:xfrm>
              <a:off x="3657" y="2769"/>
              <a:ext cx="182"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 name="Text Box 146">
              <a:extLst>
                <a:ext uri="{FF2B5EF4-FFF2-40B4-BE49-F238E27FC236}">
                  <a16:creationId xmlns:a16="http://schemas.microsoft.com/office/drawing/2014/main" id="{26E27293-8BDA-024E-EDFF-50B0CAD1D1A2}"/>
                </a:ext>
              </a:extLst>
            </p:cNvPr>
            <p:cNvSpPr txBox="1">
              <a:spLocks noChangeArrowheads="1"/>
            </p:cNvSpPr>
            <p:nvPr/>
          </p:nvSpPr>
          <p:spPr bwMode="auto">
            <a:xfrm>
              <a:off x="3045" y="1768"/>
              <a:ext cx="90"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1</a:t>
              </a:r>
              <a:endParaRPr kumimoji="1" lang="en-US" altLang="zh-CN" sz="2400" baseline="-25000"/>
            </a:p>
          </p:txBody>
        </p:sp>
        <p:sp>
          <p:nvSpPr>
            <p:cNvPr id="129" name="Text Box 147">
              <a:extLst>
                <a:ext uri="{FF2B5EF4-FFF2-40B4-BE49-F238E27FC236}">
                  <a16:creationId xmlns:a16="http://schemas.microsoft.com/office/drawing/2014/main" id="{2C813269-E618-4D0A-624D-DAFBFABC7333}"/>
                </a:ext>
              </a:extLst>
            </p:cNvPr>
            <p:cNvSpPr txBox="1">
              <a:spLocks noChangeArrowheads="1"/>
            </p:cNvSpPr>
            <p:nvPr/>
          </p:nvSpPr>
          <p:spPr bwMode="auto">
            <a:xfrm>
              <a:off x="3850" y="799"/>
              <a:ext cx="8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dirty="0"/>
                <a:t>Q</a:t>
              </a:r>
              <a:r>
                <a:rPr kumimoji="1" lang="en-US" altLang="zh-CN" sz="1600" dirty="0"/>
                <a:t>2</a:t>
              </a:r>
              <a:r>
                <a:rPr kumimoji="1" lang="en-US" altLang="zh-CN" sz="2400" dirty="0"/>
                <a:t> Q</a:t>
              </a:r>
              <a:r>
                <a:rPr kumimoji="1" lang="en-US" altLang="zh-CN" sz="1600" dirty="0"/>
                <a:t>1</a:t>
              </a:r>
              <a:r>
                <a:rPr kumimoji="1" lang="en-US" altLang="zh-CN" sz="2400" dirty="0"/>
                <a:t> Q</a:t>
              </a:r>
              <a:r>
                <a:rPr kumimoji="1" lang="en-US" altLang="zh-CN" sz="1600" dirty="0"/>
                <a:t>0</a:t>
              </a:r>
              <a:endParaRPr kumimoji="1" lang="en-US" altLang="zh-CN" sz="2400" dirty="0"/>
            </a:p>
          </p:txBody>
        </p:sp>
        <p:grpSp>
          <p:nvGrpSpPr>
            <p:cNvPr id="130" name="Group 148">
              <a:extLst>
                <a:ext uri="{FF2B5EF4-FFF2-40B4-BE49-F238E27FC236}">
                  <a16:creationId xmlns:a16="http://schemas.microsoft.com/office/drawing/2014/main" id="{B7A4E0DE-BD93-28CD-64AD-4FF387ABE82B}"/>
                </a:ext>
              </a:extLst>
            </p:cNvPr>
            <p:cNvGrpSpPr>
              <a:grpSpLocks/>
            </p:cNvGrpSpPr>
            <p:nvPr/>
          </p:nvGrpSpPr>
          <p:grpSpPr bwMode="auto">
            <a:xfrm rot="5400000">
              <a:off x="2460" y="1219"/>
              <a:ext cx="273" cy="295"/>
              <a:chOff x="4286" y="2614"/>
              <a:chExt cx="317" cy="340"/>
            </a:xfrm>
          </p:grpSpPr>
          <p:sp>
            <p:nvSpPr>
              <p:cNvPr id="131" name="AutoShape 149">
                <a:extLst>
                  <a:ext uri="{FF2B5EF4-FFF2-40B4-BE49-F238E27FC236}">
                    <a16:creationId xmlns:a16="http://schemas.microsoft.com/office/drawing/2014/main" id="{D2FD745C-2CBB-374D-B7DF-CB8647EA853F}"/>
                  </a:ext>
                </a:extLst>
              </p:cNvPr>
              <p:cNvSpPr>
                <a:spLocks noChangeArrowheads="1"/>
              </p:cNvSpPr>
              <p:nvPr/>
            </p:nvSpPr>
            <p:spPr bwMode="auto">
              <a:xfrm>
                <a:off x="4286" y="2614"/>
                <a:ext cx="317" cy="285"/>
              </a:xfrm>
              <a:prstGeom prst="flowChartMerge">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32" name="Oval 150">
                <a:extLst>
                  <a:ext uri="{FF2B5EF4-FFF2-40B4-BE49-F238E27FC236}">
                    <a16:creationId xmlns:a16="http://schemas.microsoft.com/office/drawing/2014/main" id="{043873DD-6778-E704-26CD-959A9D14DAD7}"/>
                  </a:ext>
                </a:extLst>
              </p:cNvPr>
              <p:cNvSpPr>
                <a:spLocks noChangeArrowheads="1"/>
              </p:cNvSpPr>
              <p:nvPr/>
            </p:nvSpPr>
            <p:spPr bwMode="auto">
              <a:xfrm>
                <a:off x="4400" y="2863"/>
                <a:ext cx="91" cy="91"/>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grpSp>
      <p:sp>
        <p:nvSpPr>
          <p:cNvPr id="140" name="Oval 17">
            <a:extLst>
              <a:ext uri="{FF2B5EF4-FFF2-40B4-BE49-F238E27FC236}">
                <a16:creationId xmlns:a16="http://schemas.microsoft.com/office/drawing/2014/main" id="{914F8E27-F1D1-A4BF-8AFD-448DF7633B50}"/>
              </a:ext>
            </a:extLst>
          </p:cNvPr>
          <p:cNvSpPr>
            <a:spLocks noChangeArrowheads="1"/>
          </p:cNvSpPr>
          <p:nvPr/>
        </p:nvSpPr>
        <p:spPr bwMode="auto">
          <a:xfrm>
            <a:off x="2310241" y="5765556"/>
            <a:ext cx="503237" cy="503238"/>
          </a:xfrm>
          <a:prstGeom prst="ellipse">
            <a:avLst/>
          </a:prstGeom>
          <a:solidFill>
            <a:schemeClr val="bg1"/>
          </a:solidFill>
          <a:ln w="28575">
            <a:solidFill>
              <a:schemeClr val="bg2"/>
            </a:solidFill>
            <a:prstDash val="solid"/>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buNone/>
            </a:pPr>
            <a:r>
              <a:rPr lang="en-US" altLang="zh-CN" sz="1600">
                <a:solidFill>
                  <a:schemeClr val="bg2"/>
                </a:solidFill>
              </a:rPr>
              <a:t>0110</a:t>
            </a:r>
            <a:endParaRPr lang="en-US" altLang="zh-CN" sz="1600" dirty="0">
              <a:solidFill>
                <a:schemeClr val="bg2"/>
              </a:solidFill>
            </a:endParaRPr>
          </a:p>
        </p:txBody>
      </p:sp>
      <p:sp>
        <p:nvSpPr>
          <p:cNvPr id="141" name="Line 26">
            <a:extLst>
              <a:ext uri="{FF2B5EF4-FFF2-40B4-BE49-F238E27FC236}">
                <a16:creationId xmlns:a16="http://schemas.microsoft.com/office/drawing/2014/main" id="{BABC20EB-1B18-9CA5-CFD9-B3E356D0B29B}"/>
              </a:ext>
            </a:extLst>
          </p:cNvPr>
          <p:cNvSpPr>
            <a:spLocks noChangeShapeType="1"/>
          </p:cNvSpPr>
          <p:nvPr/>
        </p:nvSpPr>
        <p:spPr bwMode="auto">
          <a:xfrm>
            <a:off x="2815066" y="6017969"/>
            <a:ext cx="288925" cy="0"/>
          </a:xfrm>
          <a:prstGeom prst="line">
            <a:avLst/>
          </a:prstGeom>
          <a:noFill/>
          <a:ln w="28575">
            <a:solidFill>
              <a:schemeClr val="bg2"/>
            </a:solidFill>
            <a:prstDash val="sysDot"/>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42" name="Oval 16">
            <a:extLst>
              <a:ext uri="{FF2B5EF4-FFF2-40B4-BE49-F238E27FC236}">
                <a16:creationId xmlns:a16="http://schemas.microsoft.com/office/drawing/2014/main" id="{59DDACA4-A08A-EC91-AD9D-3ABDF1B6C5B4}"/>
              </a:ext>
            </a:extLst>
          </p:cNvPr>
          <p:cNvSpPr>
            <a:spLocks noChangeArrowheads="1"/>
          </p:cNvSpPr>
          <p:nvPr/>
        </p:nvSpPr>
        <p:spPr bwMode="auto">
          <a:xfrm>
            <a:off x="735752" y="5752855"/>
            <a:ext cx="503238" cy="503238"/>
          </a:xfrm>
          <a:prstGeom prst="ellipse">
            <a:avLst/>
          </a:prstGeom>
          <a:solidFill>
            <a:schemeClr val="bg1"/>
          </a:solidFill>
          <a:ln w="28575">
            <a:solidFill>
              <a:schemeClr val="bg2"/>
            </a:solidFill>
            <a:prstDash val="solid"/>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buNone/>
            </a:pPr>
            <a:r>
              <a:rPr lang="en-US" altLang="zh-CN" sz="1600" dirty="0">
                <a:solidFill>
                  <a:schemeClr val="bg2"/>
                </a:solidFill>
              </a:rPr>
              <a:t>1110</a:t>
            </a:r>
          </a:p>
        </p:txBody>
      </p:sp>
      <p:sp>
        <p:nvSpPr>
          <p:cNvPr id="143" name="Oval 16">
            <a:extLst>
              <a:ext uri="{FF2B5EF4-FFF2-40B4-BE49-F238E27FC236}">
                <a16:creationId xmlns:a16="http://schemas.microsoft.com/office/drawing/2014/main" id="{8AF97983-25BC-29E2-826E-A7316064F2C8}"/>
              </a:ext>
            </a:extLst>
          </p:cNvPr>
          <p:cNvSpPr>
            <a:spLocks noChangeArrowheads="1"/>
          </p:cNvSpPr>
          <p:nvPr/>
        </p:nvSpPr>
        <p:spPr bwMode="auto">
          <a:xfrm>
            <a:off x="733853" y="4970488"/>
            <a:ext cx="503238" cy="503238"/>
          </a:xfrm>
          <a:prstGeom prst="ellipse">
            <a:avLst/>
          </a:prstGeom>
          <a:solidFill>
            <a:schemeClr val="bg1"/>
          </a:solidFill>
          <a:ln w="28575">
            <a:solidFill>
              <a:schemeClr val="bg2"/>
            </a:solidFill>
            <a:prstDash val="solid"/>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buNone/>
            </a:pPr>
            <a:r>
              <a:rPr lang="en-US" altLang="zh-CN" sz="1600" dirty="0">
                <a:solidFill>
                  <a:schemeClr val="bg2"/>
                </a:solidFill>
              </a:rPr>
              <a:t>1111</a:t>
            </a:r>
          </a:p>
        </p:txBody>
      </p:sp>
      <p:sp>
        <p:nvSpPr>
          <p:cNvPr id="144" name="Line 26">
            <a:extLst>
              <a:ext uri="{FF2B5EF4-FFF2-40B4-BE49-F238E27FC236}">
                <a16:creationId xmlns:a16="http://schemas.microsoft.com/office/drawing/2014/main" id="{BD887835-86DB-4498-DD34-078AC404C44C}"/>
              </a:ext>
            </a:extLst>
          </p:cNvPr>
          <p:cNvSpPr>
            <a:spLocks noChangeShapeType="1"/>
          </p:cNvSpPr>
          <p:nvPr/>
        </p:nvSpPr>
        <p:spPr bwMode="auto">
          <a:xfrm>
            <a:off x="1237091" y="6017175"/>
            <a:ext cx="1073150" cy="0"/>
          </a:xfrm>
          <a:prstGeom prst="line">
            <a:avLst/>
          </a:prstGeom>
          <a:noFill/>
          <a:ln w="28575">
            <a:solidFill>
              <a:schemeClr val="bg2"/>
            </a:solidFill>
            <a:prstDash val="sysDot"/>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45" name="Line 26">
            <a:extLst>
              <a:ext uri="{FF2B5EF4-FFF2-40B4-BE49-F238E27FC236}">
                <a16:creationId xmlns:a16="http://schemas.microsoft.com/office/drawing/2014/main" id="{AEA9780B-6131-DF9B-D15C-CD7ED665EC96}"/>
              </a:ext>
            </a:extLst>
          </p:cNvPr>
          <p:cNvSpPr>
            <a:spLocks noChangeShapeType="1"/>
          </p:cNvSpPr>
          <p:nvPr/>
        </p:nvSpPr>
        <p:spPr bwMode="auto">
          <a:xfrm flipH="1">
            <a:off x="979916" y="5508650"/>
            <a:ext cx="0" cy="279129"/>
          </a:xfrm>
          <a:prstGeom prst="line">
            <a:avLst/>
          </a:prstGeom>
          <a:solidFill>
            <a:schemeClr val="bg1"/>
          </a:solidFill>
          <a:ln w="28575">
            <a:solidFill>
              <a:schemeClr val="bg2"/>
            </a:solidFill>
            <a:prstDash val="sysDot"/>
            <a:round/>
            <a:headEnd/>
            <a:tailEnd/>
          </a:ln>
        </p:spPr>
        <p:txBody>
          <a:bodyPr wrap="none" anchor="ctr"/>
          <a:lstStyle/>
          <a:p>
            <a:pPr algn="ctr" eaLnBrk="1" hangingPunct="1"/>
            <a:endParaRPr lang="zh-CN" altLang="en-US" sz="1600" b="1">
              <a:solidFill>
                <a:schemeClr val="bg2"/>
              </a:solidFill>
              <a:latin typeface="Times New Roman" panose="02020603050405020304" pitchFamily="18" charset="0"/>
            </a:endParaRPr>
          </a:p>
        </p:txBody>
      </p:sp>
      <p:pic>
        <p:nvPicPr>
          <p:cNvPr id="146" name="图片 145">
            <a:extLst>
              <a:ext uri="{FF2B5EF4-FFF2-40B4-BE49-F238E27FC236}">
                <a16:creationId xmlns:a16="http://schemas.microsoft.com/office/drawing/2014/main" id="{BDA7C895-9854-D2FA-6350-BBA3259C58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0595" y="4774284"/>
            <a:ext cx="873972" cy="720644"/>
          </a:xfrm>
          <a:prstGeom prst="rect">
            <a:avLst/>
          </a:prstGeom>
        </p:spPr>
      </p:pic>
      <p:sp>
        <p:nvSpPr>
          <p:cNvPr id="147" name="Line 26">
            <a:extLst>
              <a:ext uri="{FF2B5EF4-FFF2-40B4-BE49-F238E27FC236}">
                <a16:creationId xmlns:a16="http://schemas.microsoft.com/office/drawing/2014/main" id="{A09BCFC9-EE6F-859E-C4FD-7624DED94DB1}"/>
              </a:ext>
            </a:extLst>
          </p:cNvPr>
          <p:cNvSpPr>
            <a:spLocks noChangeShapeType="1"/>
          </p:cNvSpPr>
          <p:nvPr/>
        </p:nvSpPr>
        <p:spPr bwMode="auto">
          <a:xfrm flipH="1">
            <a:off x="975525" y="4691871"/>
            <a:ext cx="0" cy="279129"/>
          </a:xfrm>
          <a:prstGeom prst="line">
            <a:avLst/>
          </a:prstGeom>
          <a:noFill/>
          <a:ln w="28575">
            <a:solidFill>
              <a:schemeClr val="bg2"/>
            </a:solidFill>
            <a:prstDash val="sysDot"/>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48" name="Line 27">
            <a:extLst>
              <a:ext uri="{FF2B5EF4-FFF2-40B4-BE49-F238E27FC236}">
                <a16:creationId xmlns:a16="http://schemas.microsoft.com/office/drawing/2014/main" id="{55F5D5F2-DCE8-6AC5-27A8-A60DF709EB0F}"/>
              </a:ext>
            </a:extLst>
          </p:cNvPr>
          <p:cNvSpPr>
            <a:spLocks noChangeShapeType="1"/>
          </p:cNvSpPr>
          <p:nvPr/>
        </p:nvSpPr>
        <p:spPr bwMode="auto">
          <a:xfrm flipH="1" flipV="1">
            <a:off x="1160891" y="4613031"/>
            <a:ext cx="2017712" cy="1211263"/>
          </a:xfrm>
          <a:prstGeom prst="line">
            <a:avLst/>
          </a:prstGeom>
          <a:noFill/>
          <a:ln w="28575">
            <a:solidFill>
              <a:srgbClr val="FF33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pic>
        <p:nvPicPr>
          <p:cNvPr id="149" name="图片 148">
            <a:extLst>
              <a:ext uri="{FF2B5EF4-FFF2-40B4-BE49-F238E27FC236}">
                <a16:creationId xmlns:a16="http://schemas.microsoft.com/office/drawing/2014/main" id="{905FE619-28D1-6C6F-B88A-4CA07FBA3A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4870" y="4078042"/>
            <a:ext cx="3141607" cy="2227259"/>
          </a:xfrm>
          <a:prstGeom prst="rect">
            <a:avLst/>
          </a:prstGeom>
        </p:spPr>
      </p:pic>
    </p:spTree>
    <p:extLst>
      <p:ext uri="{BB962C8B-B14F-4D97-AF65-F5344CB8AC3E}">
        <p14:creationId xmlns:p14="http://schemas.microsoft.com/office/powerpoint/2010/main" val="1821419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E8CF9F-8653-CBAA-6806-FA77DCA4C951}"/>
              </a:ext>
            </a:extLst>
          </p:cNvPr>
          <p:cNvSpPr>
            <a:spLocks noGrp="1"/>
          </p:cNvSpPr>
          <p:nvPr>
            <p:ph type="title"/>
          </p:nvPr>
        </p:nvSpPr>
        <p:spPr/>
        <p:txBody>
          <a:bodyPr>
            <a:normAutofit fontScale="90000"/>
          </a:bodyPr>
          <a:lstStyle/>
          <a:p>
            <a:r>
              <a:rPr lang="zh-CN" altLang="en-US" dirty="0"/>
              <a:t>示例</a:t>
            </a:r>
            <a:r>
              <a:rPr lang="en-US" altLang="zh-CN" dirty="0"/>
              <a:t>1</a:t>
            </a:r>
            <a:r>
              <a:rPr lang="en-US" altLang="ja-JP" dirty="0"/>
              <a:t>: </a:t>
            </a:r>
            <a:r>
              <a:rPr lang="zh-CN" altLang="en-US" dirty="0"/>
              <a:t>用</a:t>
            </a:r>
            <a:r>
              <a:rPr lang="en-US" altLang="zh-CN" dirty="0"/>
              <a:t>74x161</a:t>
            </a:r>
            <a:r>
              <a:rPr lang="zh-CN" altLang="en-US" dirty="0"/>
              <a:t>构成六进制</a:t>
            </a:r>
            <a:r>
              <a:rPr lang="en-US" altLang="zh-CN" dirty="0"/>
              <a:t> </a:t>
            </a:r>
            <a:r>
              <a:rPr lang="en-US" altLang="zh-CN" dirty="0">
                <a:latin typeface="宋体" panose="02010600030101010101" pitchFamily="2" charset="-122"/>
              </a:rPr>
              <a:t>(</a:t>
            </a:r>
            <a:r>
              <a:rPr lang="en-US" altLang="zh-CN" dirty="0"/>
              <a:t>4</a:t>
            </a:r>
            <a:r>
              <a:rPr lang="en-US" altLang="zh-CN" dirty="0">
                <a:latin typeface="宋体" panose="02010600030101010101" pitchFamily="2" charset="-122"/>
              </a:rPr>
              <a:t>)</a:t>
            </a:r>
            <a:endParaRPr kumimoji="1" lang="zh-CN" altLang="en-US" dirty="0"/>
          </a:p>
        </p:txBody>
      </p:sp>
      <p:sp>
        <p:nvSpPr>
          <p:cNvPr id="3" name="内容占位符 2">
            <a:extLst>
              <a:ext uri="{FF2B5EF4-FFF2-40B4-BE49-F238E27FC236}">
                <a16:creationId xmlns:a16="http://schemas.microsoft.com/office/drawing/2014/main" id="{68EE44C1-86CE-6266-952D-06162D1A96EE}"/>
              </a:ext>
            </a:extLst>
          </p:cNvPr>
          <p:cNvSpPr>
            <a:spLocks noGrp="1"/>
          </p:cNvSpPr>
          <p:nvPr>
            <p:ph idx="1"/>
          </p:nvPr>
        </p:nvSpPr>
        <p:spPr/>
        <p:txBody>
          <a:bodyPr/>
          <a:lstStyle/>
          <a:p>
            <a:r>
              <a:rPr lang="zh-CN" altLang="en-US" dirty="0"/>
              <a:t>同步置数法 </a:t>
            </a:r>
            <a:r>
              <a:rPr lang="en-US" altLang="zh-CN" sz="2800" dirty="0"/>
              <a:t>(</a:t>
            </a:r>
            <a:r>
              <a:rPr lang="zh-CN" altLang="en-US" sz="2800" dirty="0"/>
              <a:t>另一种实现</a:t>
            </a:r>
            <a:r>
              <a:rPr lang="en-US" altLang="zh-CN" sz="2800" dirty="0"/>
              <a:t>)</a:t>
            </a:r>
          </a:p>
          <a:p>
            <a:endParaRPr kumimoji="1" lang="zh-CN" altLang="en-US" dirty="0"/>
          </a:p>
        </p:txBody>
      </p:sp>
      <p:sp>
        <p:nvSpPr>
          <p:cNvPr id="4" name="页脚占位符 3">
            <a:extLst>
              <a:ext uri="{FF2B5EF4-FFF2-40B4-BE49-F238E27FC236}">
                <a16:creationId xmlns:a16="http://schemas.microsoft.com/office/drawing/2014/main" id="{60110AC1-AE79-446B-4FBF-0599E5A838FE}"/>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4C52BDFD-6BB6-E8F5-424B-351D638E687A}"/>
              </a:ext>
            </a:extLst>
          </p:cNvPr>
          <p:cNvSpPr>
            <a:spLocks noGrp="1"/>
          </p:cNvSpPr>
          <p:nvPr>
            <p:ph type="sldNum" sz="quarter" idx="12"/>
          </p:nvPr>
        </p:nvSpPr>
        <p:spPr/>
        <p:txBody>
          <a:bodyPr/>
          <a:lstStyle/>
          <a:p>
            <a:fld id="{9E260BC5-5BF3-8746-862B-DC45E9CAA88B}" type="slidenum">
              <a:rPr lang="en-US" smtClean="0"/>
              <a:pPr/>
              <a:t>20</a:t>
            </a:fld>
            <a:r>
              <a:rPr lang="en-US" altLang="zh-CN" dirty="0"/>
              <a:t>/34</a:t>
            </a:r>
            <a:endParaRPr lang="en-US" dirty="0"/>
          </a:p>
        </p:txBody>
      </p:sp>
      <p:grpSp>
        <p:nvGrpSpPr>
          <p:cNvPr id="6" name="Group 4">
            <a:extLst>
              <a:ext uri="{FF2B5EF4-FFF2-40B4-BE49-F238E27FC236}">
                <a16:creationId xmlns:a16="http://schemas.microsoft.com/office/drawing/2014/main" id="{CBE0D898-5833-C032-E310-87BC549D86C6}"/>
              </a:ext>
            </a:extLst>
          </p:cNvPr>
          <p:cNvGrpSpPr>
            <a:grpSpLocks/>
          </p:cNvGrpSpPr>
          <p:nvPr/>
        </p:nvGrpSpPr>
        <p:grpSpPr bwMode="auto">
          <a:xfrm>
            <a:off x="1829128" y="4965116"/>
            <a:ext cx="1201738" cy="468312"/>
            <a:chOff x="2327" y="2432"/>
            <a:chExt cx="757" cy="341"/>
          </a:xfrm>
        </p:grpSpPr>
        <p:sp>
          <p:nvSpPr>
            <p:cNvPr id="7" name="Text Box 5">
              <a:extLst>
                <a:ext uri="{FF2B5EF4-FFF2-40B4-BE49-F238E27FC236}">
                  <a16:creationId xmlns:a16="http://schemas.microsoft.com/office/drawing/2014/main" id="{632B666C-D9D1-425B-E8C3-BDE4E60246DF}"/>
                </a:ext>
              </a:extLst>
            </p:cNvPr>
            <p:cNvSpPr txBox="1">
              <a:spLocks noChangeArrowheads="1"/>
            </p:cNvSpPr>
            <p:nvPr/>
          </p:nvSpPr>
          <p:spPr bwMode="auto">
            <a:xfrm>
              <a:off x="2392" y="2496"/>
              <a:ext cx="62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t>Q</a:t>
              </a:r>
              <a:r>
                <a:rPr lang="en-US" altLang="zh-CN" sz="1600" baseline="-15000"/>
                <a:t>3</a:t>
              </a:r>
              <a:r>
                <a:rPr lang="en-US" altLang="zh-CN" sz="1800"/>
                <a:t>Q</a:t>
              </a:r>
              <a:r>
                <a:rPr lang="en-US" altLang="zh-CN" sz="1600" baseline="-15000"/>
                <a:t>2</a:t>
              </a:r>
              <a:r>
                <a:rPr lang="en-US" altLang="zh-CN" sz="1800"/>
                <a:t>Q</a:t>
              </a:r>
              <a:r>
                <a:rPr lang="en-US" altLang="zh-CN" sz="1600" baseline="-15000"/>
                <a:t>1</a:t>
              </a:r>
              <a:r>
                <a:rPr lang="en-US" altLang="zh-CN" sz="1800"/>
                <a:t>Q</a:t>
              </a:r>
              <a:r>
                <a:rPr lang="en-US" altLang="zh-CN" sz="1600" baseline="-15000"/>
                <a:t>0</a:t>
              </a:r>
            </a:p>
          </p:txBody>
        </p:sp>
        <p:sp>
          <p:nvSpPr>
            <p:cNvPr id="8" name="Oval 6">
              <a:extLst>
                <a:ext uri="{FF2B5EF4-FFF2-40B4-BE49-F238E27FC236}">
                  <a16:creationId xmlns:a16="http://schemas.microsoft.com/office/drawing/2014/main" id="{9EB05DE7-3B1B-4625-A3DF-059A308DD84D}"/>
                </a:ext>
              </a:extLst>
            </p:cNvPr>
            <p:cNvSpPr>
              <a:spLocks noChangeArrowheads="1"/>
            </p:cNvSpPr>
            <p:nvPr/>
          </p:nvSpPr>
          <p:spPr bwMode="auto">
            <a:xfrm>
              <a:off x="2327" y="2432"/>
              <a:ext cx="757" cy="34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sp>
        <p:nvSpPr>
          <p:cNvPr id="9" name="Oval 7">
            <a:extLst>
              <a:ext uri="{FF2B5EF4-FFF2-40B4-BE49-F238E27FC236}">
                <a16:creationId xmlns:a16="http://schemas.microsoft.com/office/drawing/2014/main" id="{42513AC3-BDB7-3986-ADC2-2889085C71A9}"/>
              </a:ext>
            </a:extLst>
          </p:cNvPr>
          <p:cNvSpPr>
            <a:spLocks noChangeArrowheads="1"/>
          </p:cNvSpPr>
          <p:nvPr/>
        </p:nvSpPr>
        <p:spPr bwMode="auto">
          <a:xfrm>
            <a:off x="906791" y="3812591"/>
            <a:ext cx="503237" cy="503237"/>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a:t>0000</a:t>
            </a:r>
          </a:p>
        </p:txBody>
      </p:sp>
      <p:sp>
        <p:nvSpPr>
          <p:cNvPr id="10" name="Oval 8">
            <a:extLst>
              <a:ext uri="{FF2B5EF4-FFF2-40B4-BE49-F238E27FC236}">
                <a16:creationId xmlns:a16="http://schemas.microsoft.com/office/drawing/2014/main" id="{0469EE1E-7A6F-9B43-656C-64D565E90AEA}"/>
              </a:ext>
            </a:extLst>
          </p:cNvPr>
          <p:cNvSpPr>
            <a:spLocks noChangeArrowheads="1"/>
          </p:cNvSpPr>
          <p:nvPr/>
        </p:nvSpPr>
        <p:spPr bwMode="auto">
          <a:xfrm>
            <a:off x="1698953" y="3812591"/>
            <a:ext cx="503238" cy="503237"/>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a:t>0001</a:t>
            </a:r>
          </a:p>
        </p:txBody>
      </p:sp>
      <p:sp>
        <p:nvSpPr>
          <p:cNvPr id="11" name="Oval 9">
            <a:extLst>
              <a:ext uri="{FF2B5EF4-FFF2-40B4-BE49-F238E27FC236}">
                <a16:creationId xmlns:a16="http://schemas.microsoft.com/office/drawing/2014/main" id="{AB21C824-23BA-9E89-7881-CE8E8B190F54}"/>
              </a:ext>
            </a:extLst>
          </p:cNvPr>
          <p:cNvSpPr>
            <a:spLocks noChangeArrowheads="1"/>
          </p:cNvSpPr>
          <p:nvPr/>
        </p:nvSpPr>
        <p:spPr bwMode="auto">
          <a:xfrm>
            <a:off x="2489528" y="3812591"/>
            <a:ext cx="503238" cy="503237"/>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a:t>0010</a:t>
            </a:r>
          </a:p>
        </p:txBody>
      </p:sp>
      <p:sp>
        <p:nvSpPr>
          <p:cNvPr id="12" name="Oval 10">
            <a:extLst>
              <a:ext uri="{FF2B5EF4-FFF2-40B4-BE49-F238E27FC236}">
                <a16:creationId xmlns:a16="http://schemas.microsoft.com/office/drawing/2014/main" id="{8EFD61A5-99AD-52C2-AC0E-89C0132C5F27}"/>
              </a:ext>
            </a:extLst>
          </p:cNvPr>
          <p:cNvSpPr>
            <a:spLocks noChangeArrowheads="1"/>
          </p:cNvSpPr>
          <p:nvPr/>
        </p:nvSpPr>
        <p:spPr bwMode="auto">
          <a:xfrm>
            <a:off x="3281691" y="3812591"/>
            <a:ext cx="503237" cy="503237"/>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a:t>0011</a:t>
            </a:r>
          </a:p>
        </p:txBody>
      </p:sp>
      <p:sp>
        <p:nvSpPr>
          <p:cNvPr id="13" name="Oval 11">
            <a:extLst>
              <a:ext uri="{FF2B5EF4-FFF2-40B4-BE49-F238E27FC236}">
                <a16:creationId xmlns:a16="http://schemas.microsoft.com/office/drawing/2014/main" id="{34A4692F-7636-74A5-65D9-CD2E7E1C6D33}"/>
              </a:ext>
            </a:extLst>
          </p:cNvPr>
          <p:cNvSpPr>
            <a:spLocks noChangeArrowheads="1"/>
          </p:cNvSpPr>
          <p:nvPr/>
        </p:nvSpPr>
        <p:spPr bwMode="auto">
          <a:xfrm>
            <a:off x="3281691" y="4604753"/>
            <a:ext cx="503237" cy="503238"/>
          </a:xfrm>
          <a:prstGeom prst="ellipse">
            <a:avLst/>
          </a:prstGeom>
          <a:solidFill>
            <a:schemeClr val="bg1"/>
          </a:solidFill>
          <a:ln w="28575">
            <a:solidFill>
              <a:srgbClr val="FF3300"/>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a:t>0100</a:t>
            </a:r>
          </a:p>
        </p:txBody>
      </p:sp>
      <p:sp>
        <p:nvSpPr>
          <p:cNvPr id="14" name="Oval 12">
            <a:extLst>
              <a:ext uri="{FF2B5EF4-FFF2-40B4-BE49-F238E27FC236}">
                <a16:creationId xmlns:a16="http://schemas.microsoft.com/office/drawing/2014/main" id="{8401FCE1-E3EC-F12A-D50E-B908D11DC6F1}"/>
              </a:ext>
            </a:extLst>
          </p:cNvPr>
          <p:cNvSpPr>
            <a:spLocks noChangeArrowheads="1"/>
          </p:cNvSpPr>
          <p:nvPr/>
        </p:nvSpPr>
        <p:spPr bwMode="auto">
          <a:xfrm>
            <a:off x="3281691" y="5504866"/>
            <a:ext cx="503237" cy="503237"/>
          </a:xfrm>
          <a:prstGeom prst="ellipse">
            <a:avLst/>
          </a:prstGeom>
          <a:solidFill>
            <a:schemeClr val="bg1"/>
          </a:solidFill>
          <a:ln w="28575">
            <a:solidFill>
              <a:srgbClr val="B2B2B2"/>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b="0"/>
              <a:t>0101</a:t>
            </a:r>
          </a:p>
        </p:txBody>
      </p:sp>
      <p:sp>
        <p:nvSpPr>
          <p:cNvPr id="15" name="Oval 15">
            <a:extLst>
              <a:ext uri="{FF2B5EF4-FFF2-40B4-BE49-F238E27FC236}">
                <a16:creationId xmlns:a16="http://schemas.microsoft.com/office/drawing/2014/main" id="{EA845B37-77A4-2386-7CC6-3ECDBB4C09EF}"/>
              </a:ext>
            </a:extLst>
          </p:cNvPr>
          <p:cNvSpPr>
            <a:spLocks noChangeArrowheads="1"/>
          </p:cNvSpPr>
          <p:nvPr/>
        </p:nvSpPr>
        <p:spPr bwMode="auto">
          <a:xfrm>
            <a:off x="906791" y="4606341"/>
            <a:ext cx="503237" cy="503237"/>
          </a:xfrm>
          <a:prstGeom prst="ellipse">
            <a:avLst/>
          </a:prstGeom>
          <a:solidFill>
            <a:schemeClr val="bg1"/>
          </a:solidFill>
          <a:ln w="28575">
            <a:solidFill>
              <a:srgbClr val="0000FF"/>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a:t>1111</a:t>
            </a:r>
          </a:p>
        </p:txBody>
      </p:sp>
      <p:sp>
        <p:nvSpPr>
          <p:cNvPr id="16" name="Line 16">
            <a:extLst>
              <a:ext uri="{FF2B5EF4-FFF2-40B4-BE49-F238E27FC236}">
                <a16:creationId xmlns:a16="http://schemas.microsoft.com/office/drawing/2014/main" id="{B30DB44F-758A-A0B6-D908-E824AAEAD3DB}"/>
              </a:ext>
            </a:extLst>
          </p:cNvPr>
          <p:cNvSpPr>
            <a:spLocks noChangeShapeType="1"/>
          </p:cNvSpPr>
          <p:nvPr/>
        </p:nvSpPr>
        <p:spPr bwMode="auto">
          <a:xfrm>
            <a:off x="1410028" y="4065003"/>
            <a:ext cx="28892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 name="Line 17">
            <a:extLst>
              <a:ext uri="{FF2B5EF4-FFF2-40B4-BE49-F238E27FC236}">
                <a16:creationId xmlns:a16="http://schemas.microsoft.com/office/drawing/2014/main" id="{F9B275FC-4F0E-FC26-CDAA-0A15B6AB4483}"/>
              </a:ext>
            </a:extLst>
          </p:cNvPr>
          <p:cNvSpPr>
            <a:spLocks noChangeShapeType="1"/>
          </p:cNvSpPr>
          <p:nvPr/>
        </p:nvSpPr>
        <p:spPr bwMode="auto">
          <a:xfrm>
            <a:off x="2202191" y="4065003"/>
            <a:ext cx="28892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 name="Line 18">
            <a:extLst>
              <a:ext uri="{FF2B5EF4-FFF2-40B4-BE49-F238E27FC236}">
                <a16:creationId xmlns:a16="http://schemas.microsoft.com/office/drawing/2014/main" id="{F767DB8C-5EE1-3853-D2B2-2C16DB98D660}"/>
              </a:ext>
            </a:extLst>
          </p:cNvPr>
          <p:cNvSpPr>
            <a:spLocks noChangeShapeType="1"/>
          </p:cNvSpPr>
          <p:nvPr/>
        </p:nvSpPr>
        <p:spPr bwMode="auto">
          <a:xfrm>
            <a:off x="2994353" y="4065003"/>
            <a:ext cx="28892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9" name="Line 19">
            <a:extLst>
              <a:ext uri="{FF2B5EF4-FFF2-40B4-BE49-F238E27FC236}">
                <a16:creationId xmlns:a16="http://schemas.microsoft.com/office/drawing/2014/main" id="{FD710E25-F849-0266-314E-0814A5841067}"/>
              </a:ext>
            </a:extLst>
          </p:cNvPr>
          <p:cNvSpPr>
            <a:spLocks noChangeShapeType="1"/>
          </p:cNvSpPr>
          <p:nvPr/>
        </p:nvSpPr>
        <p:spPr bwMode="auto">
          <a:xfrm>
            <a:off x="3534103" y="4317416"/>
            <a:ext cx="0" cy="287337"/>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0" name="Line 20">
            <a:extLst>
              <a:ext uri="{FF2B5EF4-FFF2-40B4-BE49-F238E27FC236}">
                <a16:creationId xmlns:a16="http://schemas.microsoft.com/office/drawing/2014/main" id="{9D496DEF-A1FE-54A5-3032-01DC89254BEB}"/>
              </a:ext>
            </a:extLst>
          </p:cNvPr>
          <p:cNvSpPr>
            <a:spLocks noChangeShapeType="1"/>
          </p:cNvSpPr>
          <p:nvPr/>
        </p:nvSpPr>
        <p:spPr bwMode="auto">
          <a:xfrm>
            <a:off x="3534103" y="5144503"/>
            <a:ext cx="0" cy="323850"/>
          </a:xfrm>
          <a:prstGeom prst="line">
            <a:avLst/>
          </a:prstGeom>
          <a:noFill/>
          <a:ln w="28575">
            <a:solidFill>
              <a:schemeClr val="bg2"/>
            </a:solidFill>
            <a:prstDash val="sysDot"/>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1" name="Line 21">
            <a:extLst>
              <a:ext uri="{FF2B5EF4-FFF2-40B4-BE49-F238E27FC236}">
                <a16:creationId xmlns:a16="http://schemas.microsoft.com/office/drawing/2014/main" id="{88879BEB-4CF3-C39D-4215-C29A10DB354E}"/>
              </a:ext>
            </a:extLst>
          </p:cNvPr>
          <p:cNvSpPr>
            <a:spLocks noChangeShapeType="1"/>
          </p:cNvSpPr>
          <p:nvPr/>
        </p:nvSpPr>
        <p:spPr bwMode="auto">
          <a:xfrm>
            <a:off x="1157616" y="4317416"/>
            <a:ext cx="0" cy="287337"/>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2" name="Line 22">
            <a:extLst>
              <a:ext uri="{FF2B5EF4-FFF2-40B4-BE49-F238E27FC236}">
                <a16:creationId xmlns:a16="http://schemas.microsoft.com/office/drawing/2014/main" id="{18D9685C-A2F6-1B33-B2D3-F9C7815265FC}"/>
              </a:ext>
            </a:extLst>
          </p:cNvPr>
          <p:cNvSpPr>
            <a:spLocks noChangeShapeType="1"/>
          </p:cNvSpPr>
          <p:nvPr/>
        </p:nvSpPr>
        <p:spPr bwMode="auto">
          <a:xfrm>
            <a:off x="1392861" y="5744577"/>
            <a:ext cx="1853905" cy="12700"/>
          </a:xfrm>
          <a:prstGeom prst="line">
            <a:avLst/>
          </a:prstGeom>
          <a:noFill/>
          <a:ln w="28575">
            <a:solidFill>
              <a:schemeClr val="bg2"/>
            </a:solidFill>
            <a:prstDash val="sysDot"/>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3" name="Line 25">
            <a:extLst>
              <a:ext uri="{FF2B5EF4-FFF2-40B4-BE49-F238E27FC236}">
                <a16:creationId xmlns:a16="http://schemas.microsoft.com/office/drawing/2014/main" id="{6232B3E6-8C65-8F34-D46B-6D6BBEAA6953}"/>
              </a:ext>
            </a:extLst>
          </p:cNvPr>
          <p:cNvSpPr>
            <a:spLocks noChangeShapeType="1"/>
          </p:cNvSpPr>
          <p:nvPr/>
        </p:nvSpPr>
        <p:spPr bwMode="auto">
          <a:xfrm>
            <a:off x="1157616" y="5107991"/>
            <a:ext cx="0" cy="325437"/>
          </a:xfrm>
          <a:prstGeom prst="line">
            <a:avLst/>
          </a:prstGeom>
          <a:noFill/>
          <a:ln w="28575">
            <a:solidFill>
              <a:schemeClr val="bg2"/>
            </a:solidFill>
            <a:prstDash val="sysDot"/>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4" name="Line 26">
            <a:extLst>
              <a:ext uri="{FF2B5EF4-FFF2-40B4-BE49-F238E27FC236}">
                <a16:creationId xmlns:a16="http://schemas.microsoft.com/office/drawing/2014/main" id="{D2A64AFF-DA85-62E8-DD19-078754455CE5}"/>
              </a:ext>
            </a:extLst>
          </p:cNvPr>
          <p:cNvSpPr>
            <a:spLocks noChangeShapeType="1"/>
          </p:cNvSpPr>
          <p:nvPr/>
        </p:nvSpPr>
        <p:spPr bwMode="auto">
          <a:xfrm flipH="1" flipV="1">
            <a:off x="1410028" y="4857166"/>
            <a:ext cx="1871663" cy="0"/>
          </a:xfrm>
          <a:prstGeom prst="line">
            <a:avLst/>
          </a:prstGeom>
          <a:noFill/>
          <a:ln w="28575">
            <a:solidFill>
              <a:srgbClr val="FF33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 name="Line 28">
            <a:extLst>
              <a:ext uri="{FF2B5EF4-FFF2-40B4-BE49-F238E27FC236}">
                <a16:creationId xmlns:a16="http://schemas.microsoft.com/office/drawing/2014/main" id="{59D72B22-C0C1-6EEA-3A33-545BE4489A29}"/>
              </a:ext>
            </a:extLst>
          </p:cNvPr>
          <p:cNvSpPr>
            <a:spLocks noChangeShapeType="1"/>
          </p:cNvSpPr>
          <p:nvPr/>
        </p:nvSpPr>
        <p:spPr bwMode="auto">
          <a:xfrm>
            <a:off x="5605791" y="4340375"/>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9">
            <a:extLst>
              <a:ext uri="{FF2B5EF4-FFF2-40B4-BE49-F238E27FC236}">
                <a16:creationId xmlns:a16="http://schemas.microsoft.com/office/drawing/2014/main" id="{4BB229B7-C282-2943-F5B4-92CC80AADB52}"/>
              </a:ext>
            </a:extLst>
          </p:cNvPr>
          <p:cNvSpPr>
            <a:spLocks noChangeShapeType="1"/>
          </p:cNvSpPr>
          <p:nvPr/>
        </p:nvSpPr>
        <p:spPr bwMode="auto">
          <a:xfrm flipV="1">
            <a:off x="5910591" y="4092725"/>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30">
            <a:extLst>
              <a:ext uri="{FF2B5EF4-FFF2-40B4-BE49-F238E27FC236}">
                <a16:creationId xmlns:a16="http://schemas.microsoft.com/office/drawing/2014/main" id="{38B0C7CB-4578-06A8-4418-2BFE39175207}"/>
              </a:ext>
            </a:extLst>
          </p:cNvPr>
          <p:cNvSpPr>
            <a:spLocks noChangeShapeType="1"/>
          </p:cNvSpPr>
          <p:nvPr/>
        </p:nvSpPr>
        <p:spPr bwMode="auto">
          <a:xfrm>
            <a:off x="5910591" y="4087962"/>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31">
            <a:extLst>
              <a:ext uri="{FF2B5EF4-FFF2-40B4-BE49-F238E27FC236}">
                <a16:creationId xmlns:a16="http://schemas.microsoft.com/office/drawing/2014/main" id="{2467E647-E4B0-C08B-E3E7-3F9FDAF5960F}"/>
              </a:ext>
            </a:extLst>
          </p:cNvPr>
          <p:cNvSpPr>
            <a:spLocks noChangeShapeType="1"/>
          </p:cNvSpPr>
          <p:nvPr/>
        </p:nvSpPr>
        <p:spPr bwMode="auto">
          <a:xfrm>
            <a:off x="6215391" y="4092725"/>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32">
            <a:extLst>
              <a:ext uri="{FF2B5EF4-FFF2-40B4-BE49-F238E27FC236}">
                <a16:creationId xmlns:a16="http://schemas.microsoft.com/office/drawing/2014/main" id="{8A726764-0878-03A3-523E-FE2B13248CF1}"/>
              </a:ext>
            </a:extLst>
          </p:cNvPr>
          <p:cNvSpPr>
            <a:spLocks noChangeShapeType="1"/>
          </p:cNvSpPr>
          <p:nvPr/>
        </p:nvSpPr>
        <p:spPr bwMode="auto">
          <a:xfrm>
            <a:off x="6215391" y="4340375"/>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33">
            <a:extLst>
              <a:ext uri="{FF2B5EF4-FFF2-40B4-BE49-F238E27FC236}">
                <a16:creationId xmlns:a16="http://schemas.microsoft.com/office/drawing/2014/main" id="{5CD3BFD4-B04C-B9D1-285E-D1A365BA4CEA}"/>
              </a:ext>
            </a:extLst>
          </p:cNvPr>
          <p:cNvSpPr>
            <a:spLocks noChangeShapeType="1"/>
          </p:cNvSpPr>
          <p:nvPr/>
        </p:nvSpPr>
        <p:spPr bwMode="auto">
          <a:xfrm flipV="1">
            <a:off x="6520191" y="4092725"/>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34">
            <a:extLst>
              <a:ext uri="{FF2B5EF4-FFF2-40B4-BE49-F238E27FC236}">
                <a16:creationId xmlns:a16="http://schemas.microsoft.com/office/drawing/2014/main" id="{772A3CD8-8DD5-A124-3083-F75B505BFE19}"/>
              </a:ext>
            </a:extLst>
          </p:cNvPr>
          <p:cNvSpPr>
            <a:spLocks noChangeShapeType="1"/>
          </p:cNvSpPr>
          <p:nvPr/>
        </p:nvSpPr>
        <p:spPr bwMode="auto">
          <a:xfrm>
            <a:off x="6520191" y="4087962"/>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35">
            <a:extLst>
              <a:ext uri="{FF2B5EF4-FFF2-40B4-BE49-F238E27FC236}">
                <a16:creationId xmlns:a16="http://schemas.microsoft.com/office/drawing/2014/main" id="{496A3ABD-0483-35AE-4F42-A5B11B216F43}"/>
              </a:ext>
            </a:extLst>
          </p:cNvPr>
          <p:cNvSpPr>
            <a:spLocks noChangeShapeType="1"/>
          </p:cNvSpPr>
          <p:nvPr/>
        </p:nvSpPr>
        <p:spPr bwMode="auto">
          <a:xfrm>
            <a:off x="6824991" y="4092725"/>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36">
            <a:extLst>
              <a:ext uri="{FF2B5EF4-FFF2-40B4-BE49-F238E27FC236}">
                <a16:creationId xmlns:a16="http://schemas.microsoft.com/office/drawing/2014/main" id="{3B18DA7A-2D29-CC1C-E319-DBE47CEE9C85}"/>
              </a:ext>
            </a:extLst>
          </p:cNvPr>
          <p:cNvSpPr>
            <a:spLocks noChangeShapeType="1"/>
          </p:cNvSpPr>
          <p:nvPr/>
        </p:nvSpPr>
        <p:spPr bwMode="auto">
          <a:xfrm>
            <a:off x="6824991" y="4340375"/>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37">
            <a:extLst>
              <a:ext uri="{FF2B5EF4-FFF2-40B4-BE49-F238E27FC236}">
                <a16:creationId xmlns:a16="http://schemas.microsoft.com/office/drawing/2014/main" id="{FBB088C0-3D08-F88D-3D20-534A00728980}"/>
              </a:ext>
            </a:extLst>
          </p:cNvPr>
          <p:cNvSpPr>
            <a:spLocks noChangeShapeType="1"/>
          </p:cNvSpPr>
          <p:nvPr/>
        </p:nvSpPr>
        <p:spPr bwMode="auto">
          <a:xfrm flipV="1">
            <a:off x="7129791" y="4092725"/>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38">
            <a:extLst>
              <a:ext uri="{FF2B5EF4-FFF2-40B4-BE49-F238E27FC236}">
                <a16:creationId xmlns:a16="http://schemas.microsoft.com/office/drawing/2014/main" id="{D7E8C2D8-C535-9D85-57D4-7433EFA90E9C}"/>
              </a:ext>
            </a:extLst>
          </p:cNvPr>
          <p:cNvSpPr>
            <a:spLocks noChangeShapeType="1"/>
          </p:cNvSpPr>
          <p:nvPr/>
        </p:nvSpPr>
        <p:spPr bwMode="auto">
          <a:xfrm>
            <a:off x="7129791" y="4087962"/>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39">
            <a:extLst>
              <a:ext uri="{FF2B5EF4-FFF2-40B4-BE49-F238E27FC236}">
                <a16:creationId xmlns:a16="http://schemas.microsoft.com/office/drawing/2014/main" id="{7B985DE4-36D9-143F-B473-114C71036988}"/>
              </a:ext>
            </a:extLst>
          </p:cNvPr>
          <p:cNvSpPr>
            <a:spLocks noChangeShapeType="1"/>
          </p:cNvSpPr>
          <p:nvPr/>
        </p:nvSpPr>
        <p:spPr bwMode="auto">
          <a:xfrm>
            <a:off x="7434591" y="4092725"/>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40">
            <a:extLst>
              <a:ext uri="{FF2B5EF4-FFF2-40B4-BE49-F238E27FC236}">
                <a16:creationId xmlns:a16="http://schemas.microsoft.com/office/drawing/2014/main" id="{0871003C-CC17-A323-E4D4-CF878625BA95}"/>
              </a:ext>
            </a:extLst>
          </p:cNvPr>
          <p:cNvSpPr>
            <a:spLocks noChangeShapeType="1"/>
          </p:cNvSpPr>
          <p:nvPr/>
        </p:nvSpPr>
        <p:spPr bwMode="auto">
          <a:xfrm>
            <a:off x="7434591" y="4340375"/>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41">
            <a:extLst>
              <a:ext uri="{FF2B5EF4-FFF2-40B4-BE49-F238E27FC236}">
                <a16:creationId xmlns:a16="http://schemas.microsoft.com/office/drawing/2014/main" id="{5D067982-33C3-E260-0148-502A12631345}"/>
              </a:ext>
            </a:extLst>
          </p:cNvPr>
          <p:cNvSpPr>
            <a:spLocks noChangeShapeType="1"/>
          </p:cNvSpPr>
          <p:nvPr/>
        </p:nvSpPr>
        <p:spPr bwMode="auto">
          <a:xfrm flipV="1">
            <a:off x="7739391" y="4092725"/>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42">
            <a:extLst>
              <a:ext uri="{FF2B5EF4-FFF2-40B4-BE49-F238E27FC236}">
                <a16:creationId xmlns:a16="http://schemas.microsoft.com/office/drawing/2014/main" id="{7151B149-D6C9-AF93-B46A-B9938FB5B1F2}"/>
              </a:ext>
            </a:extLst>
          </p:cNvPr>
          <p:cNvSpPr>
            <a:spLocks noChangeShapeType="1"/>
          </p:cNvSpPr>
          <p:nvPr/>
        </p:nvSpPr>
        <p:spPr bwMode="auto">
          <a:xfrm>
            <a:off x="7739391" y="4087962"/>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43">
            <a:extLst>
              <a:ext uri="{FF2B5EF4-FFF2-40B4-BE49-F238E27FC236}">
                <a16:creationId xmlns:a16="http://schemas.microsoft.com/office/drawing/2014/main" id="{4F7F9CD8-CAD3-0F30-0DC7-3CE4D3668BFE}"/>
              </a:ext>
            </a:extLst>
          </p:cNvPr>
          <p:cNvSpPr>
            <a:spLocks noChangeShapeType="1"/>
          </p:cNvSpPr>
          <p:nvPr/>
        </p:nvSpPr>
        <p:spPr bwMode="auto">
          <a:xfrm>
            <a:off x="8044191" y="4092725"/>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44">
            <a:extLst>
              <a:ext uri="{FF2B5EF4-FFF2-40B4-BE49-F238E27FC236}">
                <a16:creationId xmlns:a16="http://schemas.microsoft.com/office/drawing/2014/main" id="{C3550E09-93C6-DBB8-8E02-1CFAECBB0703}"/>
              </a:ext>
            </a:extLst>
          </p:cNvPr>
          <p:cNvSpPr>
            <a:spLocks noChangeShapeType="1"/>
          </p:cNvSpPr>
          <p:nvPr/>
        </p:nvSpPr>
        <p:spPr bwMode="auto">
          <a:xfrm>
            <a:off x="8044191" y="4340375"/>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45">
            <a:extLst>
              <a:ext uri="{FF2B5EF4-FFF2-40B4-BE49-F238E27FC236}">
                <a16:creationId xmlns:a16="http://schemas.microsoft.com/office/drawing/2014/main" id="{CACBC3F9-F975-6428-20EF-72D7DAF2BCFD}"/>
              </a:ext>
            </a:extLst>
          </p:cNvPr>
          <p:cNvSpPr>
            <a:spLocks noChangeShapeType="1"/>
          </p:cNvSpPr>
          <p:nvPr/>
        </p:nvSpPr>
        <p:spPr bwMode="auto">
          <a:xfrm flipV="1">
            <a:off x="8348991" y="4092725"/>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46">
            <a:extLst>
              <a:ext uri="{FF2B5EF4-FFF2-40B4-BE49-F238E27FC236}">
                <a16:creationId xmlns:a16="http://schemas.microsoft.com/office/drawing/2014/main" id="{1ECB33A2-F923-31A1-A2CD-7C0E6B8034DA}"/>
              </a:ext>
            </a:extLst>
          </p:cNvPr>
          <p:cNvSpPr>
            <a:spLocks noChangeShapeType="1"/>
          </p:cNvSpPr>
          <p:nvPr/>
        </p:nvSpPr>
        <p:spPr bwMode="auto">
          <a:xfrm>
            <a:off x="8348991" y="4087962"/>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47">
            <a:extLst>
              <a:ext uri="{FF2B5EF4-FFF2-40B4-BE49-F238E27FC236}">
                <a16:creationId xmlns:a16="http://schemas.microsoft.com/office/drawing/2014/main" id="{A283ACF0-F184-C29A-6DEA-A419643E92BD}"/>
              </a:ext>
            </a:extLst>
          </p:cNvPr>
          <p:cNvSpPr>
            <a:spLocks noChangeShapeType="1"/>
          </p:cNvSpPr>
          <p:nvPr/>
        </p:nvSpPr>
        <p:spPr bwMode="auto">
          <a:xfrm>
            <a:off x="8653791" y="4092725"/>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48">
            <a:extLst>
              <a:ext uri="{FF2B5EF4-FFF2-40B4-BE49-F238E27FC236}">
                <a16:creationId xmlns:a16="http://schemas.microsoft.com/office/drawing/2014/main" id="{7223AD2F-D7E6-CD53-FA99-44ECC8574595}"/>
              </a:ext>
            </a:extLst>
          </p:cNvPr>
          <p:cNvSpPr>
            <a:spLocks noChangeShapeType="1"/>
          </p:cNvSpPr>
          <p:nvPr/>
        </p:nvSpPr>
        <p:spPr bwMode="auto">
          <a:xfrm>
            <a:off x="8653791" y="4340375"/>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49">
            <a:extLst>
              <a:ext uri="{FF2B5EF4-FFF2-40B4-BE49-F238E27FC236}">
                <a16:creationId xmlns:a16="http://schemas.microsoft.com/office/drawing/2014/main" id="{F1EEB467-E3A0-267F-0BBD-130DFA870E89}"/>
              </a:ext>
            </a:extLst>
          </p:cNvPr>
          <p:cNvSpPr>
            <a:spLocks noChangeShapeType="1"/>
          </p:cNvSpPr>
          <p:nvPr/>
        </p:nvSpPr>
        <p:spPr bwMode="auto">
          <a:xfrm flipV="1">
            <a:off x="8958591" y="4092725"/>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50">
            <a:extLst>
              <a:ext uri="{FF2B5EF4-FFF2-40B4-BE49-F238E27FC236}">
                <a16:creationId xmlns:a16="http://schemas.microsoft.com/office/drawing/2014/main" id="{81BEB02C-B560-3E4A-36FE-121D10D7FA74}"/>
              </a:ext>
            </a:extLst>
          </p:cNvPr>
          <p:cNvSpPr>
            <a:spLocks noChangeShapeType="1"/>
          </p:cNvSpPr>
          <p:nvPr/>
        </p:nvSpPr>
        <p:spPr bwMode="auto">
          <a:xfrm>
            <a:off x="8958591" y="4087962"/>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51">
            <a:extLst>
              <a:ext uri="{FF2B5EF4-FFF2-40B4-BE49-F238E27FC236}">
                <a16:creationId xmlns:a16="http://schemas.microsoft.com/office/drawing/2014/main" id="{18775FF2-093B-0AB4-0F8A-DA5F290E41EA}"/>
              </a:ext>
            </a:extLst>
          </p:cNvPr>
          <p:cNvSpPr>
            <a:spLocks noChangeShapeType="1"/>
          </p:cNvSpPr>
          <p:nvPr/>
        </p:nvSpPr>
        <p:spPr bwMode="auto">
          <a:xfrm>
            <a:off x="9263391" y="4092725"/>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52">
            <a:extLst>
              <a:ext uri="{FF2B5EF4-FFF2-40B4-BE49-F238E27FC236}">
                <a16:creationId xmlns:a16="http://schemas.microsoft.com/office/drawing/2014/main" id="{88DA4C97-059A-2256-553F-8874666A93F4}"/>
              </a:ext>
            </a:extLst>
          </p:cNvPr>
          <p:cNvSpPr>
            <a:spLocks noChangeShapeType="1"/>
          </p:cNvSpPr>
          <p:nvPr/>
        </p:nvSpPr>
        <p:spPr bwMode="auto">
          <a:xfrm>
            <a:off x="9263391" y="4340375"/>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53">
            <a:extLst>
              <a:ext uri="{FF2B5EF4-FFF2-40B4-BE49-F238E27FC236}">
                <a16:creationId xmlns:a16="http://schemas.microsoft.com/office/drawing/2014/main" id="{966B4593-3484-0EB9-BA89-D2B9B8D61B8C}"/>
              </a:ext>
            </a:extLst>
          </p:cNvPr>
          <p:cNvSpPr>
            <a:spLocks noChangeShapeType="1"/>
          </p:cNvSpPr>
          <p:nvPr/>
        </p:nvSpPr>
        <p:spPr bwMode="auto">
          <a:xfrm>
            <a:off x="5607378" y="4711850"/>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54">
            <a:extLst>
              <a:ext uri="{FF2B5EF4-FFF2-40B4-BE49-F238E27FC236}">
                <a16:creationId xmlns:a16="http://schemas.microsoft.com/office/drawing/2014/main" id="{0BAF266F-3933-A51C-461A-CA4DB28F3CCA}"/>
              </a:ext>
            </a:extLst>
          </p:cNvPr>
          <p:cNvSpPr>
            <a:spLocks noChangeShapeType="1"/>
          </p:cNvSpPr>
          <p:nvPr/>
        </p:nvSpPr>
        <p:spPr bwMode="auto">
          <a:xfrm flipV="1">
            <a:off x="5912178" y="4526112"/>
            <a:ext cx="0" cy="1857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55">
            <a:extLst>
              <a:ext uri="{FF2B5EF4-FFF2-40B4-BE49-F238E27FC236}">
                <a16:creationId xmlns:a16="http://schemas.microsoft.com/office/drawing/2014/main" id="{6681F54F-B46F-DBCD-E55A-1E1D392C56AC}"/>
              </a:ext>
            </a:extLst>
          </p:cNvPr>
          <p:cNvSpPr>
            <a:spLocks noChangeShapeType="1"/>
          </p:cNvSpPr>
          <p:nvPr/>
        </p:nvSpPr>
        <p:spPr bwMode="auto">
          <a:xfrm>
            <a:off x="5912178" y="4526112"/>
            <a:ext cx="609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56">
            <a:extLst>
              <a:ext uri="{FF2B5EF4-FFF2-40B4-BE49-F238E27FC236}">
                <a16:creationId xmlns:a16="http://schemas.microsoft.com/office/drawing/2014/main" id="{3F9CDD7C-8EAA-E3BE-EE7C-51FE3F93F9A4}"/>
              </a:ext>
            </a:extLst>
          </p:cNvPr>
          <p:cNvSpPr>
            <a:spLocks noChangeShapeType="1"/>
          </p:cNvSpPr>
          <p:nvPr/>
        </p:nvSpPr>
        <p:spPr bwMode="auto">
          <a:xfrm>
            <a:off x="6521778" y="4526112"/>
            <a:ext cx="0" cy="1857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57">
            <a:extLst>
              <a:ext uri="{FF2B5EF4-FFF2-40B4-BE49-F238E27FC236}">
                <a16:creationId xmlns:a16="http://schemas.microsoft.com/office/drawing/2014/main" id="{51AC439F-A5B0-5FF8-602B-89B7088355D5}"/>
              </a:ext>
            </a:extLst>
          </p:cNvPr>
          <p:cNvSpPr>
            <a:spLocks noChangeShapeType="1"/>
          </p:cNvSpPr>
          <p:nvPr/>
        </p:nvSpPr>
        <p:spPr bwMode="auto">
          <a:xfrm>
            <a:off x="6521778" y="4711850"/>
            <a:ext cx="609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Line 58">
            <a:extLst>
              <a:ext uri="{FF2B5EF4-FFF2-40B4-BE49-F238E27FC236}">
                <a16:creationId xmlns:a16="http://schemas.microsoft.com/office/drawing/2014/main" id="{34831540-D658-CAD7-E134-BAA996AB4330}"/>
              </a:ext>
            </a:extLst>
          </p:cNvPr>
          <p:cNvSpPr>
            <a:spLocks noChangeShapeType="1"/>
          </p:cNvSpPr>
          <p:nvPr/>
        </p:nvSpPr>
        <p:spPr bwMode="auto">
          <a:xfrm flipV="1">
            <a:off x="7131378" y="4526112"/>
            <a:ext cx="0" cy="1857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59">
            <a:extLst>
              <a:ext uri="{FF2B5EF4-FFF2-40B4-BE49-F238E27FC236}">
                <a16:creationId xmlns:a16="http://schemas.microsoft.com/office/drawing/2014/main" id="{D81FB065-B355-F5BC-D77C-2BFF746FE538}"/>
              </a:ext>
            </a:extLst>
          </p:cNvPr>
          <p:cNvSpPr>
            <a:spLocks noChangeShapeType="1"/>
          </p:cNvSpPr>
          <p:nvPr/>
        </p:nvSpPr>
        <p:spPr bwMode="auto">
          <a:xfrm>
            <a:off x="7131378" y="4526112"/>
            <a:ext cx="609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60">
            <a:extLst>
              <a:ext uri="{FF2B5EF4-FFF2-40B4-BE49-F238E27FC236}">
                <a16:creationId xmlns:a16="http://schemas.microsoft.com/office/drawing/2014/main" id="{CE1A2B89-8BF2-4267-2A3A-D60CFD859777}"/>
              </a:ext>
            </a:extLst>
          </p:cNvPr>
          <p:cNvSpPr>
            <a:spLocks noChangeShapeType="1"/>
          </p:cNvSpPr>
          <p:nvPr/>
        </p:nvSpPr>
        <p:spPr bwMode="auto">
          <a:xfrm>
            <a:off x="7740978" y="4526112"/>
            <a:ext cx="0" cy="1857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61">
            <a:extLst>
              <a:ext uri="{FF2B5EF4-FFF2-40B4-BE49-F238E27FC236}">
                <a16:creationId xmlns:a16="http://schemas.microsoft.com/office/drawing/2014/main" id="{56965940-8F9E-BA67-83D4-87B9F4A5FEA3}"/>
              </a:ext>
            </a:extLst>
          </p:cNvPr>
          <p:cNvSpPr>
            <a:spLocks noChangeShapeType="1"/>
          </p:cNvSpPr>
          <p:nvPr/>
        </p:nvSpPr>
        <p:spPr bwMode="auto">
          <a:xfrm flipV="1">
            <a:off x="8350578" y="4526112"/>
            <a:ext cx="0" cy="1857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62">
            <a:extLst>
              <a:ext uri="{FF2B5EF4-FFF2-40B4-BE49-F238E27FC236}">
                <a16:creationId xmlns:a16="http://schemas.microsoft.com/office/drawing/2014/main" id="{4E3D0C77-2037-D146-9E57-FCD6B8CE3D79}"/>
              </a:ext>
            </a:extLst>
          </p:cNvPr>
          <p:cNvSpPr>
            <a:spLocks noChangeShapeType="1"/>
          </p:cNvSpPr>
          <p:nvPr/>
        </p:nvSpPr>
        <p:spPr bwMode="auto">
          <a:xfrm>
            <a:off x="8960178" y="4526112"/>
            <a:ext cx="0" cy="1857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63">
            <a:extLst>
              <a:ext uri="{FF2B5EF4-FFF2-40B4-BE49-F238E27FC236}">
                <a16:creationId xmlns:a16="http://schemas.microsoft.com/office/drawing/2014/main" id="{CF4781AC-3747-46A3-75B4-E865864DC7A4}"/>
              </a:ext>
            </a:extLst>
          </p:cNvPr>
          <p:cNvSpPr>
            <a:spLocks noChangeShapeType="1"/>
          </p:cNvSpPr>
          <p:nvPr/>
        </p:nvSpPr>
        <p:spPr bwMode="auto">
          <a:xfrm>
            <a:off x="8960178" y="4711850"/>
            <a:ext cx="609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64">
            <a:extLst>
              <a:ext uri="{FF2B5EF4-FFF2-40B4-BE49-F238E27FC236}">
                <a16:creationId xmlns:a16="http://schemas.microsoft.com/office/drawing/2014/main" id="{AC24738C-69F6-9041-B1A1-439345FE25D6}"/>
              </a:ext>
            </a:extLst>
          </p:cNvPr>
          <p:cNvSpPr>
            <a:spLocks noChangeShapeType="1"/>
          </p:cNvSpPr>
          <p:nvPr/>
        </p:nvSpPr>
        <p:spPr bwMode="auto">
          <a:xfrm>
            <a:off x="5607378" y="5145237"/>
            <a:ext cx="914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65">
            <a:extLst>
              <a:ext uri="{FF2B5EF4-FFF2-40B4-BE49-F238E27FC236}">
                <a16:creationId xmlns:a16="http://schemas.microsoft.com/office/drawing/2014/main" id="{FC1DA972-D077-EDBC-5F45-2AB0F491BE28}"/>
              </a:ext>
            </a:extLst>
          </p:cNvPr>
          <p:cNvSpPr>
            <a:spLocks noChangeShapeType="1"/>
          </p:cNvSpPr>
          <p:nvPr/>
        </p:nvSpPr>
        <p:spPr bwMode="auto">
          <a:xfrm flipV="1">
            <a:off x="6521778" y="4897587"/>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Line 66">
            <a:extLst>
              <a:ext uri="{FF2B5EF4-FFF2-40B4-BE49-F238E27FC236}">
                <a16:creationId xmlns:a16="http://schemas.microsoft.com/office/drawing/2014/main" id="{CDB628AA-3D31-3E48-CC1F-986FE0619F08}"/>
              </a:ext>
            </a:extLst>
          </p:cNvPr>
          <p:cNvSpPr>
            <a:spLocks noChangeShapeType="1"/>
          </p:cNvSpPr>
          <p:nvPr/>
        </p:nvSpPr>
        <p:spPr bwMode="auto">
          <a:xfrm>
            <a:off x="6521778" y="4897587"/>
            <a:ext cx="1219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67">
            <a:extLst>
              <a:ext uri="{FF2B5EF4-FFF2-40B4-BE49-F238E27FC236}">
                <a16:creationId xmlns:a16="http://schemas.microsoft.com/office/drawing/2014/main" id="{E0F097C0-F3C6-B520-4B39-5AE7856359C7}"/>
              </a:ext>
            </a:extLst>
          </p:cNvPr>
          <p:cNvSpPr>
            <a:spLocks noChangeShapeType="1"/>
          </p:cNvSpPr>
          <p:nvPr/>
        </p:nvSpPr>
        <p:spPr bwMode="auto">
          <a:xfrm>
            <a:off x="7740978" y="4897587"/>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68">
            <a:extLst>
              <a:ext uri="{FF2B5EF4-FFF2-40B4-BE49-F238E27FC236}">
                <a16:creationId xmlns:a16="http://schemas.microsoft.com/office/drawing/2014/main" id="{E584D431-0BBA-7E71-2ABB-0F0B9E59DD5D}"/>
              </a:ext>
            </a:extLst>
          </p:cNvPr>
          <p:cNvSpPr>
            <a:spLocks noChangeShapeType="1"/>
          </p:cNvSpPr>
          <p:nvPr/>
        </p:nvSpPr>
        <p:spPr bwMode="auto">
          <a:xfrm>
            <a:off x="8955416" y="5145237"/>
            <a:ext cx="641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69">
            <a:extLst>
              <a:ext uri="{FF2B5EF4-FFF2-40B4-BE49-F238E27FC236}">
                <a16:creationId xmlns:a16="http://schemas.microsoft.com/office/drawing/2014/main" id="{620F7425-4412-5750-F702-6AE496F32819}"/>
              </a:ext>
            </a:extLst>
          </p:cNvPr>
          <p:cNvSpPr>
            <a:spLocks noChangeShapeType="1"/>
          </p:cNvSpPr>
          <p:nvPr/>
        </p:nvSpPr>
        <p:spPr bwMode="auto">
          <a:xfrm>
            <a:off x="5607378" y="5569100"/>
            <a:ext cx="2133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70">
            <a:extLst>
              <a:ext uri="{FF2B5EF4-FFF2-40B4-BE49-F238E27FC236}">
                <a16:creationId xmlns:a16="http://schemas.microsoft.com/office/drawing/2014/main" id="{ACBDFBA7-D939-A2B1-B2E3-0AA0B6A727E8}"/>
              </a:ext>
            </a:extLst>
          </p:cNvPr>
          <p:cNvSpPr>
            <a:spLocks noChangeShapeType="1"/>
          </p:cNvSpPr>
          <p:nvPr/>
        </p:nvSpPr>
        <p:spPr bwMode="auto">
          <a:xfrm flipV="1">
            <a:off x="7740978" y="5316687"/>
            <a:ext cx="0" cy="2619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71">
            <a:extLst>
              <a:ext uri="{FF2B5EF4-FFF2-40B4-BE49-F238E27FC236}">
                <a16:creationId xmlns:a16="http://schemas.microsoft.com/office/drawing/2014/main" id="{BD9A1E48-39AA-2320-7FFD-A74A23317091}"/>
              </a:ext>
            </a:extLst>
          </p:cNvPr>
          <p:cNvSpPr>
            <a:spLocks noChangeShapeType="1"/>
          </p:cNvSpPr>
          <p:nvPr/>
        </p:nvSpPr>
        <p:spPr bwMode="auto">
          <a:xfrm>
            <a:off x="8955416" y="5569100"/>
            <a:ext cx="6143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Text Box 72">
            <a:extLst>
              <a:ext uri="{FF2B5EF4-FFF2-40B4-BE49-F238E27FC236}">
                <a16:creationId xmlns:a16="http://schemas.microsoft.com/office/drawing/2014/main" id="{420DD8B9-7131-3BDA-71FC-E3BC5A7E90A5}"/>
              </a:ext>
            </a:extLst>
          </p:cNvPr>
          <p:cNvSpPr txBox="1">
            <a:spLocks noChangeArrowheads="1"/>
          </p:cNvSpPr>
          <p:nvPr/>
        </p:nvSpPr>
        <p:spPr bwMode="auto">
          <a:xfrm>
            <a:off x="5066041" y="3984775"/>
            <a:ext cx="523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CP</a:t>
            </a:r>
          </a:p>
        </p:txBody>
      </p:sp>
      <p:sp>
        <p:nvSpPr>
          <p:cNvPr id="70" name="Text Box 73">
            <a:extLst>
              <a:ext uri="{FF2B5EF4-FFF2-40B4-BE49-F238E27FC236}">
                <a16:creationId xmlns:a16="http://schemas.microsoft.com/office/drawing/2014/main" id="{9BF86986-11A5-FC5D-B552-300D6D39BA61}"/>
              </a:ext>
            </a:extLst>
          </p:cNvPr>
          <p:cNvSpPr txBox="1">
            <a:spLocks noChangeArrowheads="1"/>
          </p:cNvSpPr>
          <p:nvPr/>
        </p:nvSpPr>
        <p:spPr bwMode="auto">
          <a:xfrm>
            <a:off x="5066041" y="4380062"/>
            <a:ext cx="463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2000" baseline="-25000"/>
              <a:t>0</a:t>
            </a:r>
            <a:endParaRPr kumimoji="1" lang="en-US" altLang="zh-CN" sz="2000"/>
          </a:p>
        </p:txBody>
      </p:sp>
      <p:sp>
        <p:nvSpPr>
          <p:cNvPr id="71" name="Text Box 74">
            <a:extLst>
              <a:ext uri="{FF2B5EF4-FFF2-40B4-BE49-F238E27FC236}">
                <a16:creationId xmlns:a16="http://schemas.microsoft.com/office/drawing/2014/main" id="{E0E675CB-A459-C4BB-A1BE-54D3A2722616}"/>
              </a:ext>
            </a:extLst>
          </p:cNvPr>
          <p:cNvSpPr txBox="1">
            <a:spLocks noChangeArrowheads="1"/>
          </p:cNvSpPr>
          <p:nvPr/>
        </p:nvSpPr>
        <p:spPr bwMode="auto">
          <a:xfrm>
            <a:off x="5081918" y="4861076"/>
            <a:ext cx="52387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a:t>Q</a:t>
            </a:r>
            <a:r>
              <a:rPr kumimoji="1" lang="en-US" altLang="zh-CN" sz="2000" baseline="-25000" dirty="0"/>
              <a:t>1</a:t>
            </a:r>
            <a:endParaRPr kumimoji="1" lang="en-US" altLang="zh-CN" sz="2000" dirty="0"/>
          </a:p>
        </p:txBody>
      </p:sp>
      <p:sp>
        <p:nvSpPr>
          <p:cNvPr id="72" name="Text Box 75">
            <a:extLst>
              <a:ext uri="{FF2B5EF4-FFF2-40B4-BE49-F238E27FC236}">
                <a16:creationId xmlns:a16="http://schemas.microsoft.com/office/drawing/2014/main" id="{B10F0454-F9F5-B72F-C010-368C26162138}"/>
              </a:ext>
            </a:extLst>
          </p:cNvPr>
          <p:cNvSpPr txBox="1">
            <a:spLocks noChangeArrowheads="1"/>
          </p:cNvSpPr>
          <p:nvPr/>
        </p:nvSpPr>
        <p:spPr bwMode="auto">
          <a:xfrm>
            <a:off x="5106522" y="5342090"/>
            <a:ext cx="50323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a:t>Q</a:t>
            </a:r>
            <a:r>
              <a:rPr kumimoji="1" lang="en-US" altLang="zh-CN" sz="2000" baseline="-25000" dirty="0"/>
              <a:t>2</a:t>
            </a:r>
            <a:endParaRPr kumimoji="1" lang="en-US" altLang="zh-CN" sz="2000" dirty="0"/>
          </a:p>
        </p:txBody>
      </p:sp>
      <p:sp>
        <p:nvSpPr>
          <p:cNvPr id="73" name="Line 76">
            <a:extLst>
              <a:ext uri="{FF2B5EF4-FFF2-40B4-BE49-F238E27FC236}">
                <a16:creationId xmlns:a16="http://schemas.microsoft.com/office/drawing/2014/main" id="{B8CC5178-5A11-67AB-97C1-3ABE2EAB330F}"/>
              </a:ext>
            </a:extLst>
          </p:cNvPr>
          <p:cNvSpPr>
            <a:spLocks noChangeShapeType="1"/>
          </p:cNvSpPr>
          <p:nvPr/>
        </p:nvSpPr>
        <p:spPr bwMode="auto">
          <a:xfrm>
            <a:off x="5605791" y="5965975"/>
            <a:ext cx="27384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77">
            <a:extLst>
              <a:ext uri="{FF2B5EF4-FFF2-40B4-BE49-F238E27FC236}">
                <a16:creationId xmlns:a16="http://schemas.microsoft.com/office/drawing/2014/main" id="{5BF7578E-C37C-7C99-1AB7-5AB7A3892105}"/>
              </a:ext>
            </a:extLst>
          </p:cNvPr>
          <p:cNvSpPr>
            <a:spLocks noChangeShapeType="1"/>
          </p:cNvSpPr>
          <p:nvPr/>
        </p:nvSpPr>
        <p:spPr bwMode="auto">
          <a:xfrm flipV="1">
            <a:off x="8344228" y="5713562"/>
            <a:ext cx="0" cy="2524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78">
            <a:extLst>
              <a:ext uri="{FF2B5EF4-FFF2-40B4-BE49-F238E27FC236}">
                <a16:creationId xmlns:a16="http://schemas.microsoft.com/office/drawing/2014/main" id="{0CF4FD10-3B63-9E93-1B6A-F04B9FE583EC}"/>
              </a:ext>
            </a:extLst>
          </p:cNvPr>
          <p:cNvSpPr>
            <a:spLocks noChangeShapeType="1"/>
          </p:cNvSpPr>
          <p:nvPr/>
        </p:nvSpPr>
        <p:spPr bwMode="auto">
          <a:xfrm>
            <a:off x="8344228" y="5713562"/>
            <a:ext cx="6111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Line 79">
            <a:extLst>
              <a:ext uri="{FF2B5EF4-FFF2-40B4-BE49-F238E27FC236}">
                <a16:creationId xmlns:a16="http://schemas.microsoft.com/office/drawing/2014/main" id="{B3652BC8-1288-9758-0128-303447802069}"/>
              </a:ext>
            </a:extLst>
          </p:cNvPr>
          <p:cNvSpPr>
            <a:spLocks noChangeShapeType="1"/>
          </p:cNvSpPr>
          <p:nvPr/>
        </p:nvSpPr>
        <p:spPr bwMode="auto">
          <a:xfrm>
            <a:off x="8955416" y="5965975"/>
            <a:ext cx="6127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Text Box 80">
            <a:extLst>
              <a:ext uri="{FF2B5EF4-FFF2-40B4-BE49-F238E27FC236}">
                <a16:creationId xmlns:a16="http://schemas.microsoft.com/office/drawing/2014/main" id="{7B0316F4-C3DB-8B87-7753-388A88EE7F86}"/>
              </a:ext>
            </a:extLst>
          </p:cNvPr>
          <p:cNvSpPr txBox="1">
            <a:spLocks noChangeArrowheads="1"/>
          </p:cNvSpPr>
          <p:nvPr/>
        </p:nvSpPr>
        <p:spPr bwMode="auto">
          <a:xfrm>
            <a:off x="5129541" y="5759069"/>
            <a:ext cx="3984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a:t>C</a:t>
            </a:r>
          </a:p>
        </p:txBody>
      </p:sp>
      <p:sp>
        <p:nvSpPr>
          <p:cNvPr id="78" name="Line 81">
            <a:extLst>
              <a:ext uri="{FF2B5EF4-FFF2-40B4-BE49-F238E27FC236}">
                <a16:creationId xmlns:a16="http://schemas.microsoft.com/office/drawing/2014/main" id="{C3A222C8-B729-5E7C-BF52-FBEF97C254D1}"/>
              </a:ext>
            </a:extLst>
          </p:cNvPr>
          <p:cNvSpPr>
            <a:spLocks noChangeShapeType="1"/>
          </p:cNvSpPr>
          <p:nvPr/>
        </p:nvSpPr>
        <p:spPr bwMode="auto">
          <a:xfrm>
            <a:off x="8955416" y="5713562"/>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Line 82">
            <a:extLst>
              <a:ext uri="{FF2B5EF4-FFF2-40B4-BE49-F238E27FC236}">
                <a16:creationId xmlns:a16="http://schemas.microsoft.com/office/drawing/2014/main" id="{1D88F6A6-4C0A-B9C7-D2DB-FBF04237777F}"/>
              </a:ext>
            </a:extLst>
          </p:cNvPr>
          <p:cNvSpPr>
            <a:spLocks noChangeShapeType="1"/>
          </p:cNvSpPr>
          <p:nvPr/>
        </p:nvSpPr>
        <p:spPr bwMode="auto">
          <a:xfrm>
            <a:off x="8955416" y="5321450"/>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Text Box 83">
            <a:extLst>
              <a:ext uri="{FF2B5EF4-FFF2-40B4-BE49-F238E27FC236}">
                <a16:creationId xmlns:a16="http://schemas.microsoft.com/office/drawing/2014/main" id="{93A578F8-EAEC-9256-38F2-BCBB6B92C5CF}"/>
              </a:ext>
            </a:extLst>
          </p:cNvPr>
          <p:cNvSpPr txBox="1">
            <a:spLocks noChangeArrowheads="1"/>
          </p:cNvSpPr>
          <p:nvPr/>
        </p:nvSpPr>
        <p:spPr bwMode="auto">
          <a:xfrm>
            <a:off x="6127421" y="2659957"/>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PE</a:t>
            </a:r>
          </a:p>
        </p:txBody>
      </p:sp>
      <p:sp>
        <p:nvSpPr>
          <p:cNvPr id="81" name="Rectangle 84">
            <a:extLst>
              <a:ext uri="{FF2B5EF4-FFF2-40B4-BE49-F238E27FC236}">
                <a16:creationId xmlns:a16="http://schemas.microsoft.com/office/drawing/2014/main" id="{3EA0D50A-3E41-7D11-0A7B-D36E3416E207}"/>
              </a:ext>
            </a:extLst>
          </p:cNvPr>
          <p:cNvSpPr>
            <a:spLocks noChangeArrowheads="1"/>
          </p:cNvSpPr>
          <p:nvPr/>
        </p:nvSpPr>
        <p:spPr bwMode="auto">
          <a:xfrm>
            <a:off x="6116309" y="1897957"/>
            <a:ext cx="2762250" cy="1219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endParaRPr kumimoji="1" lang="zh-CN" altLang="en-US" sz="2400" b="0"/>
          </a:p>
        </p:txBody>
      </p:sp>
      <p:sp>
        <p:nvSpPr>
          <p:cNvPr id="82" name="Line 85">
            <a:extLst>
              <a:ext uri="{FF2B5EF4-FFF2-40B4-BE49-F238E27FC236}">
                <a16:creationId xmlns:a16="http://schemas.microsoft.com/office/drawing/2014/main" id="{EB6C25C0-DE15-C21A-7C1C-F68DABABC215}"/>
              </a:ext>
            </a:extLst>
          </p:cNvPr>
          <p:cNvSpPr>
            <a:spLocks noChangeShapeType="1"/>
          </p:cNvSpPr>
          <p:nvPr/>
        </p:nvSpPr>
        <p:spPr bwMode="auto">
          <a:xfrm flipV="1">
            <a:off x="9202409" y="2204344"/>
            <a:ext cx="0" cy="301625"/>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3" name="Group 86">
            <a:extLst>
              <a:ext uri="{FF2B5EF4-FFF2-40B4-BE49-F238E27FC236}">
                <a16:creationId xmlns:a16="http://schemas.microsoft.com/office/drawing/2014/main" id="{1B7B3BEE-89BD-E84A-AEFA-44B3A4532122}"/>
              </a:ext>
            </a:extLst>
          </p:cNvPr>
          <p:cNvGrpSpPr>
            <a:grpSpLocks/>
          </p:cNvGrpSpPr>
          <p:nvPr/>
        </p:nvGrpSpPr>
        <p:grpSpPr bwMode="auto">
          <a:xfrm>
            <a:off x="7233909" y="1010544"/>
            <a:ext cx="815975" cy="882650"/>
            <a:chOff x="3999" y="1052"/>
            <a:chExt cx="514" cy="666"/>
          </a:xfrm>
        </p:grpSpPr>
        <p:sp>
          <p:nvSpPr>
            <p:cNvPr id="84" name="Line 87">
              <a:extLst>
                <a:ext uri="{FF2B5EF4-FFF2-40B4-BE49-F238E27FC236}">
                  <a16:creationId xmlns:a16="http://schemas.microsoft.com/office/drawing/2014/main" id="{9DD19702-099D-24A8-33BB-F730142FB879}"/>
                </a:ext>
              </a:extLst>
            </p:cNvPr>
            <p:cNvSpPr>
              <a:spLocks noChangeShapeType="1"/>
            </p:cNvSpPr>
            <p:nvPr/>
          </p:nvSpPr>
          <p:spPr bwMode="auto">
            <a:xfrm flipV="1">
              <a:off x="3999" y="1052"/>
              <a:ext cx="0" cy="66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Line 88">
              <a:extLst>
                <a:ext uri="{FF2B5EF4-FFF2-40B4-BE49-F238E27FC236}">
                  <a16:creationId xmlns:a16="http://schemas.microsoft.com/office/drawing/2014/main" id="{1992CC5E-40DE-8098-D61D-316BB3A00FE2}"/>
                </a:ext>
              </a:extLst>
            </p:cNvPr>
            <p:cNvSpPr>
              <a:spLocks noChangeShapeType="1"/>
            </p:cNvSpPr>
            <p:nvPr/>
          </p:nvSpPr>
          <p:spPr bwMode="auto">
            <a:xfrm flipV="1">
              <a:off x="4266" y="1052"/>
              <a:ext cx="0" cy="66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 name="Line 89">
              <a:extLst>
                <a:ext uri="{FF2B5EF4-FFF2-40B4-BE49-F238E27FC236}">
                  <a16:creationId xmlns:a16="http://schemas.microsoft.com/office/drawing/2014/main" id="{BF1EABFB-7B67-B0EA-D63B-85738AC614A5}"/>
                </a:ext>
              </a:extLst>
            </p:cNvPr>
            <p:cNvSpPr>
              <a:spLocks noChangeShapeType="1"/>
            </p:cNvSpPr>
            <p:nvPr/>
          </p:nvSpPr>
          <p:spPr bwMode="auto">
            <a:xfrm flipV="1">
              <a:off x="4513" y="1052"/>
              <a:ext cx="0" cy="66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7" name="Line 90">
            <a:extLst>
              <a:ext uri="{FF2B5EF4-FFF2-40B4-BE49-F238E27FC236}">
                <a16:creationId xmlns:a16="http://schemas.microsoft.com/office/drawing/2014/main" id="{9E9DC5A2-1550-7586-D970-099DE9DF625B}"/>
              </a:ext>
            </a:extLst>
          </p:cNvPr>
          <p:cNvSpPr>
            <a:spLocks noChangeShapeType="1"/>
          </p:cNvSpPr>
          <p:nvPr/>
        </p:nvSpPr>
        <p:spPr bwMode="auto">
          <a:xfrm flipV="1">
            <a:off x="6835446" y="3125094"/>
            <a:ext cx="0" cy="29845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 name="Line 91">
            <a:extLst>
              <a:ext uri="{FF2B5EF4-FFF2-40B4-BE49-F238E27FC236}">
                <a16:creationId xmlns:a16="http://schemas.microsoft.com/office/drawing/2014/main" id="{F1382C33-1DA1-2331-6B40-1E3FE98EE9A3}"/>
              </a:ext>
            </a:extLst>
          </p:cNvPr>
          <p:cNvSpPr>
            <a:spLocks noChangeShapeType="1"/>
          </p:cNvSpPr>
          <p:nvPr/>
        </p:nvSpPr>
        <p:spPr bwMode="auto">
          <a:xfrm flipV="1">
            <a:off x="7233909" y="3118744"/>
            <a:ext cx="0" cy="301625"/>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 name="Line 92">
            <a:extLst>
              <a:ext uri="{FF2B5EF4-FFF2-40B4-BE49-F238E27FC236}">
                <a16:creationId xmlns:a16="http://schemas.microsoft.com/office/drawing/2014/main" id="{79FC3381-6C3D-0E47-F720-DB8C65FCC824}"/>
              </a:ext>
            </a:extLst>
          </p:cNvPr>
          <p:cNvSpPr>
            <a:spLocks noChangeShapeType="1"/>
          </p:cNvSpPr>
          <p:nvPr/>
        </p:nvSpPr>
        <p:spPr bwMode="auto">
          <a:xfrm flipV="1">
            <a:off x="7657771" y="3118744"/>
            <a:ext cx="0" cy="301625"/>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 name="Line 93">
            <a:extLst>
              <a:ext uri="{FF2B5EF4-FFF2-40B4-BE49-F238E27FC236}">
                <a16:creationId xmlns:a16="http://schemas.microsoft.com/office/drawing/2014/main" id="{E61FEC22-C9F5-985E-8A89-5DF52A8BB44B}"/>
              </a:ext>
            </a:extLst>
          </p:cNvPr>
          <p:cNvSpPr>
            <a:spLocks noChangeShapeType="1"/>
          </p:cNvSpPr>
          <p:nvPr/>
        </p:nvSpPr>
        <p:spPr bwMode="auto">
          <a:xfrm flipV="1">
            <a:off x="8049884" y="3118744"/>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 name="Line 94">
            <a:extLst>
              <a:ext uri="{FF2B5EF4-FFF2-40B4-BE49-F238E27FC236}">
                <a16:creationId xmlns:a16="http://schemas.microsoft.com/office/drawing/2014/main" id="{53EB3E68-0A9E-6572-C5C7-55F362128D8D}"/>
              </a:ext>
            </a:extLst>
          </p:cNvPr>
          <p:cNvSpPr>
            <a:spLocks noChangeShapeType="1"/>
          </p:cNvSpPr>
          <p:nvPr/>
        </p:nvSpPr>
        <p:spPr bwMode="auto">
          <a:xfrm>
            <a:off x="8897609" y="2202757"/>
            <a:ext cx="6286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Line 95">
            <a:extLst>
              <a:ext uri="{FF2B5EF4-FFF2-40B4-BE49-F238E27FC236}">
                <a16:creationId xmlns:a16="http://schemas.microsoft.com/office/drawing/2014/main" id="{2A1B5141-B76E-EFFD-9092-57FCE1B3085E}"/>
              </a:ext>
            </a:extLst>
          </p:cNvPr>
          <p:cNvSpPr>
            <a:spLocks noChangeShapeType="1"/>
          </p:cNvSpPr>
          <p:nvPr/>
        </p:nvSpPr>
        <p:spPr bwMode="auto">
          <a:xfrm>
            <a:off x="8897609" y="2507557"/>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 name="Line 96">
            <a:extLst>
              <a:ext uri="{FF2B5EF4-FFF2-40B4-BE49-F238E27FC236}">
                <a16:creationId xmlns:a16="http://schemas.microsoft.com/office/drawing/2014/main" id="{1430EB3E-485B-E6FD-61B1-2F8E68DA94E8}"/>
              </a:ext>
            </a:extLst>
          </p:cNvPr>
          <p:cNvSpPr>
            <a:spLocks noChangeShapeType="1"/>
          </p:cNvSpPr>
          <p:nvPr/>
        </p:nvSpPr>
        <p:spPr bwMode="auto">
          <a:xfrm>
            <a:off x="8897609" y="2812357"/>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 name="Line 97">
            <a:extLst>
              <a:ext uri="{FF2B5EF4-FFF2-40B4-BE49-F238E27FC236}">
                <a16:creationId xmlns:a16="http://schemas.microsoft.com/office/drawing/2014/main" id="{2C39F41F-7B63-29A9-E2B0-A36FF27D3252}"/>
              </a:ext>
            </a:extLst>
          </p:cNvPr>
          <p:cNvSpPr>
            <a:spLocks noChangeShapeType="1"/>
          </p:cNvSpPr>
          <p:nvPr/>
        </p:nvSpPr>
        <p:spPr bwMode="auto">
          <a:xfrm>
            <a:off x="5430509" y="2810769"/>
            <a:ext cx="67151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 name="Line 98">
            <a:extLst>
              <a:ext uri="{FF2B5EF4-FFF2-40B4-BE49-F238E27FC236}">
                <a16:creationId xmlns:a16="http://schemas.microsoft.com/office/drawing/2014/main" id="{3AF78130-5033-42A4-8BAC-16DB3316411D}"/>
              </a:ext>
            </a:extLst>
          </p:cNvPr>
          <p:cNvSpPr>
            <a:spLocks noChangeShapeType="1"/>
          </p:cNvSpPr>
          <p:nvPr/>
        </p:nvSpPr>
        <p:spPr bwMode="auto">
          <a:xfrm>
            <a:off x="5695621" y="2523432"/>
            <a:ext cx="406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 name="Text Box 99">
            <a:extLst>
              <a:ext uri="{FF2B5EF4-FFF2-40B4-BE49-F238E27FC236}">
                <a16:creationId xmlns:a16="http://schemas.microsoft.com/office/drawing/2014/main" id="{30C85DE5-DA1E-495E-3F65-EFE81EFDE818}"/>
              </a:ext>
            </a:extLst>
          </p:cNvPr>
          <p:cNvSpPr txBox="1">
            <a:spLocks noChangeArrowheads="1"/>
          </p:cNvSpPr>
          <p:nvPr/>
        </p:nvSpPr>
        <p:spPr bwMode="auto">
          <a:xfrm>
            <a:off x="6649709" y="1821757"/>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Q</a:t>
            </a:r>
            <a:r>
              <a:rPr kumimoji="1" lang="en-US" altLang="zh-CN" sz="1600" b="0"/>
              <a:t>3</a:t>
            </a:r>
            <a:r>
              <a:rPr kumimoji="1" lang="en-US" altLang="zh-CN" sz="2400" b="0"/>
              <a:t> Q</a:t>
            </a:r>
            <a:r>
              <a:rPr kumimoji="1" lang="en-US" altLang="zh-CN" sz="1600" b="0"/>
              <a:t>2</a:t>
            </a:r>
            <a:r>
              <a:rPr kumimoji="1" lang="en-US" altLang="zh-CN" sz="2400" b="0"/>
              <a:t> Q</a:t>
            </a:r>
            <a:r>
              <a:rPr kumimoji="1" lang="en-US" altLang="zh-CN" sz="1600" b="0"/>
              <a:t>1</a:t>
            </a:r>
            <a:r>
              <a:rPr kumimoji="1" lang="en-US" altLang="zh-CN" sz="2400" b="0"/>
              <a:t> Q</a:t>
            </a:r>
            <a:r>
              <a:rPr kumimoji="1" lang="en-US" altLang="zh-CN" sz="1600" b="0"/>
              <a:t>0</a:t>
            </a:r>
            <a:endParaRPr kumimoji="1" lang="en-US" altLang="zh-CN" sz="2400" b="0"/>
          </a:p>
        </p:txBody>
      </p:sp>
      <p:sp>
        <p:nvSpPr>
          <p:cNvPr id="97" name="Text Box 100">
            <a:extLst>
              <a:ext uri="{FF2B5EF4-FFF2-40B4-BE49-F238E27FC236}">
                <a16:creationId xmlns:a16="http://schemas.microsoft.com/office/drawing/2014/main" id="{8C73CACF-4D69-0595-0381-4E61D960CA7B}"/>
              </a:ext>
            </a:extLst>
          </p:cNvPr>
          <p:cNvSpPr txBox="1">
            <a:spLocks noChangeArrowheads="1"/>
          </p:cNvSpPr>
          <p:nvPr/>
        </p:nvSpPr>
        <p:spPr bwMode="auto">
          <a:xfrm>
            <a:off x="6108371" y="1915419"/>
            <a:ext cx="573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TC</a:t>
            </a:r>
          </a:p>
        </p:txBody>
      </p:sp>
      <p:sp>
        <p:nvSpPr>
          <p:cNvPr id="98" name="Text Box 101">
            <a:extLst>
              <a:ext uri="{FF2B5EF4-FFF2-40B4-BE49-F238E27FC236}">
                <a16:creationId xmlns:a16="http://schemas.microsoft.com/office/drawing/2014/main" id="{51F49032-1DFF-3A9D-7EA0-FB9723CF2E45}"/>
              </a:ext>
            </a:extLst>
          </p:cNvPr>
          <p:cNvSpPr txBox="1">
            <a:spLocks noChangeArrowheads="1"/>
          </p:cNvSpPr>
          <p:nvPr/>
        </p:nvSpPr>
        <p:spPr bwMode="auto">
          <a:xfrm>
            <a:off x="8164184" y="1940819"/>
            <a:ext cx="74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CEP</a:t>
            </a:r>
          </a:p>
        </p:txBody>
      </p:sp>
      <p:sp>
        <p:nvSpPr>
          <p:cNvPr id="99" name="Text Box 102">
            <a:extLst>
              <a:ext uri="{FF2B5EF4-FFF2-40B4-BE49-F238E27FC236}">
                <a16:creationId xmlns:a16="http://schemas.microsoft.com/office/drawing/2014/main" id="{1A240405-000D-786D-721E-F2BFD9D12FF7}"/>
              </a:ext>
            </a:extLst>
          </p:cNvPr>
          <p:cNvSpPr txBox="1">
            <a:spLocks noChangeArrowheads="1"/>
          </p:cNvSpPr>
          <p:nvPr/>
        </p:nvSpPr>
        <p:spPr bwMode="auto">
          <a:xfrm>
            <a:off x="8161009" y="2256732"/>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CET</a:t>
            </a:r>
          </a:p>
        </p:txBody>
      </p:sp>
      <p:sp>
        <p:nvSpPr>
          <p:cNvPr id="100" name="Text Box 103">
            <a:extLst>
              <a:ext uri="{FF2B5EF4-FFF2-40B4-BE49-F238E27FC236}">
                <a16:creationId xmlns:a16="http://schemas.microsoft.com/office/drawing/2014/main" id="{081BD5A6-2835-0A5F-D286-45F744708F8F}"/>
              </a:ext>
            </a:extLst>
          </p:cNvPr>
          <p:cNvSpPr txBox="1">
            <a:spLocks noChangeArrowheads="1"/>
          </p:cNvSpPr>
          <p:nvPr/>
        </p:nvSpPr>
        <p:spPr bwMode="auto">
          <a:xfrm>
            <a:off x="6875134" y="2247207"/>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74x161</a:t>
            </a:r>
          </a:p>
        </p:txBody>
      </p:sp>
      <p:sp>
        <p:nvSpPr>
          <p:cNvPr id="101" name="Text Box 104">
            <a:extLst>
              <a:ext uri="{FF2B5EF4-FFF2-40B4-BE49-F238E27FC236}">
                <a16:creationId xmlns:a16="http://schemas.microsoft.com/office/drawing/2014/main" id="{FB5CF689-F5CD-6454-47FF-DE57945358E9}"/>
              </a:ext>
            </a:extLst>
          </p:cNvPr>
          <p:cNvSpPr txBox="1">
            <a:spLocks noChangeArrowheads="1"/>
          </p:cNvSpPr>
          <p:nvPr/>
        </p:nvSpPr>
        <p:spPr bwMode="auto">
          <a:xfrm>
            <a:off x="6105196" y="2299594"/>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CR</a:t>
            </a:r>
          </a:p>
        </p:txBody>
      </p:sp>
      <p:sp>
        <p:nvSpPr>
          <p:cNvPr id="102" name="Text Box 107">
            <a:extLst>
              <a:ext uri="{FF2B5EF4-FFF2-40B4-BE49-F238E27FC236}">
                <a16:creationId xmlns:a16="http://schemas.microsoft.com/office/drawing/2014/main" id="{35913E2C-F381-C45B-7D80-A5CB7B4C2300}"/>
              </a:ext>
            </a:extLst>
          </p:cNvPr>
          <p:cNvSpPr txBox="1">
            <a:spLocks noChangeArrowheads="1"/>
          </p:cNvSpPr>
          <p:nvPr/>
        </p:nvSpPr>
        <p:spPr bwMode="auto">
          <a:xfrm>
            <a:off x="6633834" y="2659957"/>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D</a:t>
            </a:r>
            <a:r>
              <a:rPr kumimoji="1" lang="en-US" altLang="zh-CN" sz="1600" b="0"/>
              <a:t>3</a:t>
            </a:r>
            <a:r>
              <a:rPr kumimoji="1" lang="en-US" altLang="zh-CN" sz="2400" b="0"/>
              <a:t> D</a:t>
            </a:r>
            <a:r>
              <a:rPr kumimoji="1" lang="en-US" altLang="zh-CN" sz="1600" b="0"/>
              <a:t>2</a:t>
            </a:r>
            <a:r>
              <a:rPr kumimoji="1" lang="en-US" altLang="zh-CN" sz="2400" b="0"/>
              <a:t> D</a:t>
            </a:r>
            <a:r>
              <a:rPr kumimoji="1" lang="en-US" altLang="zh-CN" sz="1600" b="0"/>
              <a:t>1</a:t>
            </a:r>
            <a:r>
              <a:rPr kumimoji="1" lang="en-US" altLang="zh-CN" sz="2400" b="0"/>
              <a:t> D</a:t>
            </a:r>
            <a:r>
              <a:rPr kumimoji="1" lang="en-US" altLang="zh-CN" sz="1600" b="0"/>
              <a:t>0</a:t>
            </a:r>
            <a:endParaRPr kumimoji="1" lang="en-US" altLang="zh-CN" sz="2400" b="0"/>
          </a:p>
        </p:txBody>
      </p:sp>
      <p:grpSp>
        <p:nvGrpSpPr>
          <p:cNvPr id="103" name="Group 108">
            <a:extLst>
              <a:ext uri="{FF2B5EF4-FFF2-40B4-BE49-F238E27FC236}">
                <a16:creationId xmlns:a16="http://schemas.microsoft.com/office/drawing/2014/main" id="{EDD77CF3-FB1C-F6AB-2C6E-FBAFC5D26A1E}"/>
              </a:ext>
            </a:extLst>
          </p:cNvPr>
          <p:cNvGrpSpPr>
            <a:grpSpLocks/>
          </p:cNvGrpSpPr>
          <p:nvPr/>
        </p:nvGrpSpPr>
        <p:grpSpPr bwMode="auto">
          <a:xfrm>
            <a:off x="8718221" y="2690119"/>
            <a:ext cx="144463" cy="215900"/>
            <a:chOff x="2041" y="1638"/>
            <a:chExt cx="91" cy="182"/>
          </a:xfrm>
        </p:grpSpPr>
        <p:sp>
          <p:nvSpPr>
            <p:cNvPr id="104" name="Line 109">
              <a:extLst>
                <a:ext uri="{FF2B5EF4-FFF2-40B4-BE49-F238E27FC236}">
                  <a16:creationId xmlns:a16="http://schemas.microsoft.com/office/drawing/2014/main" id="{9D9BFC3D-1FE4-74CC-5431-40AF47033841}"/>
                </a:ext>
              </a:extLst>
            </p:cNvPr>
            <p:cNvSpPr>
              <a:spLocks noChangeShapeType="1"/>
            </p:cNvSpPr>
            <p:nvPr/>
          </p:nvSpPr>
          <p:spPr bwMode="auto">
            <a:xfrm flipH="1">
              <a:off x="2041" y="1638"/>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Line 110">
              <a:extLst>
                <a:ext uri="{FF2B5EF4-FFF2-40B4-BE49-F238E27FC236}">
                  <a16:creationId xmlns:a16="http://schemas.microsoft.com/office/drawing/2014/main" id="{05AD8C18-1CEC-B79A-7BE5-B1F85E352E32}"/>
                </a:ext>
              </a:extLst>
            </p:cNvPr>
            <p:cNvSpPr>
              <a:spLocks noChangeShapeType="1"/>
            </p:cNvSpPr>
            <p:nvPr/>
          </p:nvSpPr>
          <p:spPr bwMode="auto">
            <a:xfrm>
              <a:off x="2041" y="1729"/>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6" name="Oval 111">
            <a:extLst>
              <a:ext uri="{FF2B5EF4-FFF2-40B4-BE49-F238E27FC236}">
                <a16:creationId xmlns:a16="http://schemas.microsoft.com/office/drawing/2014/main" id="{269F3CE6-353F-CF31-F528-BFD446F4E6BA}"/>
              </a:ext>
            </a:extLst>
          </p:cNvPr>
          <p:cNvSpPr>
            <a:spLocks noChangeArrowheads="1"/>
          </p:cNvSpPr>
          <p:nvPr/>
        </p:nvSpPr>
        <p:spPr bwMode="auto">
          <a:xfrm rot="10800000">
            <a:off x="5990896" y="2745682"/>
            <a:ext cx="125413" cy="12541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07" name="Oval 112">
            <a:extLst>
              <a:ext uri="{FF2B5EF4-FFF2-40B4-BE49-F238E27FC236}">
                <a16:creationId xmlns:a16="http://schemas.microsoft.com/office/drawing/2014/main" id="{5A108C67-6291-0F36-D086-D5A276B11BAC}"/>
              </a:ext>
            </a:extLst>
          </p:cNvPr>
          <p:cNvSpPr>
            <a:spLocks noChangeArrowheads="1"/>
          </p:cNvSpPr>
          <p:nvPr/>
        </p:nvSpPr>
        <p:spPr bwMode="auto">
          <a:xfrm rot="10800000">
            <a:off x="5990896" y="2456757"/>
            <a:ext cx="125413" cy="12541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08" name="Line 113">
            <a:extLst>
              <a:ext uri="{FF2B5EF4-FFF2-40B4-BE49-F238E27FC236}">
                <a16:creationId xmlns:a16="http://schemas.microsoft.com/office/drawing/2014/main" id="{08AAA076-9FB1-4A9D-D78C-7893660B5963}"/>
              </a:ext>
            </a:extLst>
          </p:cNvPr>
          <p:cNvSpPr>
            <a:spLocks noChangeShapeType="1"/>
          </p:cNvSpPr>
          <p:nvPr/>
        </p:nvSpPr>
        <p:spPr bwMode="auto">
          <a:xfrm>
            <a:off x="6644946" y="1370907"/>
            <a:ext cx="587375" cy="0"/>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 name="Text Box 114">
            <a:extLst>
              <a:ext uri="{FF2B5EF4-FFF2-40B4-BE49-F238E27FC236}">
                <a16:creationId xmlns:a16="http://schemas.microsoft.com/office/drawing/2014/main" id="{69EFBB46-7209-4F3A-1512-26054DF4BD63}"/>
              </a:ext>
            </a:extLst>
          </p:cNvPr>
          <p:cNvSpPr txBox="1">
            <a:spLocks noChangeArrowheads="1"/>
          </p:cNvSpPr>
          <p:nvPr/>
        </p:nvSpPr>
        <p:spPr bwMode="auto">
          <a:xfrm>
            <a:off x="5673396" y="1761432"/>
            <a:ext cx="220663"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C</a:t>
            </a:r>
            <a:endParaRPr kumimoji="1" lang="en-US" altLang="zh-CN" sz="1600" baseline="-25000"/>
          </a:p>
        </p:txBody>
      </p:sp>
      <p:sp>
        <p:nvSpPr>
          <p:cNvPr id="110" name="Line 115">
            <a:extLst>
              <a:ext uri="{FF2B5EF4-FFF2-40B4-BE49-F238E27FC236}">
                <a16:creationId xmlns:a16="http://schemas.microsoft.com/office/drawing/2014/main" id="{80ACEEC8-726B-CA14-BA58-99D76271D09F}"/>
              </a:ext>
            </a:extLst>
          </p:cNvPr>
          <p:cNvSpPr>
            <a:spLocks noChangeShapeType="1"/>
          </p:cNvSpPr>
          <p:nvPr/>
        </p:nvSpPr>
        <p:spPr bwMode="auto">
          <a:xfrm flipV="1">
            <a:off x="5430509" y="1515369"/>
            <a:ext cx="0" cy="1295400"/>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 name="Text Box 116">
            <a:extLst>
              <a:ext uri="{FF2B5EF4-FFF2-40B4-BE49-F238E27FC236}">
                <a16:creationId xmlns:a16="http://schemas.microsoft.com/office/drawing/2014/main" id="{FC2E7AFB-128A-9D6D-B824-0A1301E63E6F}"/>
              </a:ext>
            </a:extLst>
          </p:cNvPr>
          <p:cNvSpPr txBox="1">
            <a:spLocks noChangeArrowheads="1"/>
          </p:cNvSpPr>
          <p:nvPr/>
        </p:nvSpPr>
        <p:spPr bwMode="auto">
          <a:xfrm>
            <a:off x="9273846" y="2636144"/>
            <a:ext cx="53975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CP</a:t>
            </a:r>
            <a:endParaRPr kumimoji="1" lang="en-US" altLang="zh-CN" sz="1600" baseline="-25000"/>
          </a:p>
        </p:txBody>
      </p:sp>
      <p:sp>
        <p:nvSpPr>
          <p:cNvPr id="112" name="Text Box 117">
            <a:extLst>
              <a:ext uri="{FF2B5EF4-FFF2-40B4-BE49-F238E27FC236}">
                <a16:creationId xmlns:a16="http://schemas.microsoft.com/office/drawing/2014/main" id="{E5F3ACCB-A097-451C-00A8-9F39342BE1C4}"/>
              </a:ext>
            </a:extLst>
          </p:cNvPr>
          <p:cNvSpPr txBox="1">
            <a:spLocks noChangeArrowheads="1"/>
          </p:cNvSpPr>
          <p:nvPr/>
        </p:nvSpPr>
        <p:spPr bwMode="auto">
          <a:xfrm>
            <a:off x="9599284" y="2020194"/>
            <a:ext cx="1428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1</a:t>
            </a:r>
            <a:endParaRPr kumimoji="1" lang="en-US" altLang="zh-CN" sz="2400" baseline="-25000"/>
          </a:p>
        </p:txBody>
      </p:sp>
      <p:sp>
        <p:nvSpPr>
          <p:cNvPr id="113" name="Line 118">
            <a:extLst>
              <a:ext uri="{FF2B5EF4-FFF2-40B4-BE49-F238E27FC236}">
                <a16:creationId xmlns:a16="http://schemas.microsoft.com/office/drawing/2014/main" id="{0AC68C31-0894-2109-4670-FEE05A6AB2C3}"/>
              </a:ext>
            </a:extLst>
          </p:cNvPr>
          <p:cNvSpPr>
            <a:spLocks noChangeShapeType="1"/>
          </p:cNvSpPr>
          <p:nvPr/>
        </p:nvSpPr>
        <p:spPr bwMode="auto">
          <a:xfrm>
            <a:off x="6465559" y="3415607"/>
            <a:ext cx="1593850" cy="0"/>
          </a:xfrm>
          <a:prstGeom prst="line">
            <a:avLst/>
          </a:prstGeom>
          <a:noFill/>
          <a:ln w="28575">
            <a:solidFill>
              <a:schemeClr val="tx1"/>
            </a:solidFill>
            <a:round/>
            <a:headEnd type="none"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 name="Text Box 119">
            <a:extLst>
              <a:ext uri="{FF2B5EF4-FFF2-40B4-BE49-F238E27FC236}">
                <a16:creationId xmlns:a16="http://schemas.microsoft.com/office/drawing/2014/main" id="{73AFF745-BC6A-7D1A-A798-A18930AF142F}"/>
              </a:ext>
            </a:extLst>
          </p:cNvPr>
          <p:cNvSpPr txBox="1">
            <a:spLocks noChangeArrowheads="1"/>
          </p:cNvSpPr>
          <p:nvPr/>
        </p:nvSpPr>
        <p:spPr bwMode="auto">
          <a:xfrm>
            <a:off x="5494009" y="2337694"/>
            <a:ext cx="1428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1</a:t>
            </a:r>
            <a:endParaRPr kumimoji="1" lang="en-US" altLang="zh-CN" sz="2400" baseline="-25000"/>
          </a:p>
        </p:txBody>
      </p:sp>
      <p:sp>
        <p:nvSpPr>
          <p:cNvPr id="115" name="Text Box 120">
            <a:extLst>
              <a:ext uri="{FF2B5EF4-FFF2-40B4-BE49-F238E27FC236}">
                <a16:creationId xmlns:a16="http://schemas.microsoft.com/office/drawing/2014/main" id="{44057CDC-0768-AAD6-BAF4-04296D179E89}"/>
              </a:ext>
            </a:extLst>
          </p:cNvPr>
          <p:cNvSpPr txBox="1">
            <a:spLocks noChangeArrowheads="1"/>
          </p:cNvSpPr>
          <p:nvPr/>
        </p:nvSpPr>
        <p:spPr bwMode="auto">
          <a:xfrm>
            <a:off x="6997371" y="542232"/>
            <a:ext cx="1350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Q</a:t>
            </a:r>
            <a:r>
              <a:rPr kumimoji="1" lang="en-US" altLang="zh-CN" sz="1600"/>
              <a:t>2</a:t>
            </a:r>
            <a:r>
              <a:rPr kumimoji="1" lang="en-US" altLang="zh-CN" sz="2400"/>
              <a:t> Q</a:t>
            </a:r>
            <a:r>
              <a:rPr kumimoji="1" lang="en-US" altLang="zh-CN" sz="1600"/>
              <a:t>1</a:t>
            </a:r>
            <a:r>
              <a:rPr kumimoji="1" lang="en-US" altLang="zh-CN" sz="2400"/>
              <a:t> Q</a:t>
            </a:r>
            <a:r>
              <a:rPr kumimoji="1" lang="en-US" altLang="zh-CN" sz="1600"/>
              <a:t>0</a:t>
            </a:r>
            <a:endParaRPr kumimoji="1" lang="en-US" altLang="zh-CN" sz="2400"/>
          </a:p>
        </p:txBody>
      </p:sp>
      <p:sp>
        <p:nvSpPr>
          <p:cNvPr id="116" name="Line 121">
            <a:extLst>
              <a:ext uri="{FF2B5EF4-FFF2-40B4-BE49-F238E27FC236}">
                <a16:creationId xmlns:a16="http://schemas.microsoft.com/office/drawing/2014/main" id="{8E6426F6-8E34-1398-C341-A9AED3FF644E}"/>
              </a:ext>
            </a:extLst>
          </p:cNvPr>
          <p:cNvSpPr>
            <a:spLocks noChangeShapeType="1"/>
          </p:cNvSpPr>
          <p:nvPr/>
        </p:nvSpPr>
        <p:spPr bwMode="auto">
          <a:xfrm flipV="1">
            <a:off x="8344228" y="4884887"/>
            <a:ext cx="0" cy="2524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122">
            <a:extLst>
              <a:ext uri="{FF2B5EF4-FFF2-40B4-BE49-F238E27FC236}">
                <a16:creationId xmlns:a16="http://schemas.microsoft.com/office/drawing/2014/main" id="{C78403A0-6511-8A1F-3E89-C7B794C149C1}"/>
              </a:ext>
            </a:extLst>
          </p:cNvPr>
          <p:cNvSpPr>
            <a:spLocks noChangeShapeType="1"/>
          </p:cNvSpPr>
          <p:nvPr/>
        </p:nvSpPr>
        <p:spPr bwMode="auto">
          <a:xfrm flipV="1">
            <a:off x="8344228" y="4884887"/>
            <a:ext cx="0" cy="2524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 name="Line 123">
            <a:extLst>
              <a:ext uri="{FF2B5EF4-FFF2-40B4-BE49-F238E27FC236}">
                <a16:creationId xmlns:a16="http://schemas.microsoft.com/office/drawing/2014/main" id="{C700EC96-F8F7-A9C7-317D-BAC1F7FA6F37}"/>
              </a:ext>
            </a:extLst>
          </p:cNvPr>
          <p:cNvSpPr>
            <a:spLocks noChangeShapeType="1"/>
          </p:cNvSpPr>
          <p:nvPr/>
        </p:nvSpPr>
        <p:spPr bwMode="auto">
          <a:xfrm>
            <a:off x="8955416" y="4884887"/>
            <a:ext cx="0" cy="247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 name="Line 124">
            <a:extLst>
              <a:ext uri="{FF2B5EF4-FFF2-40B4-BE49-F238E27FC236}">
                <a16:creationId xmlns:a16="http://schemas.microsoft.com/office/drawing/2014/main" id="{4AF447CC-B371-FFBA-3060-F82FC3AB7B92}"/>
              </a:ext>
            </a:extLst>
          </p:cNvPr>
          <p:cNvSpPr>
            <a:spLocks noChangeShapeType="1"/>
          </p:cNvSpPr>
          <p:nvPr/>
        </p:nvSpPr>
        <p:spPr bwMode="auto">
          <a:xfrm>
            <a:off x="5709909" y="2163069"/>
            <a:ext cx="406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 name="Text Box 125">
            <a:extLst>
              <a:ext uri="{FF2B5EF4-FFF2-40B4-BE49-F238E27FC236}">
                <a16:creationId xmlns:a16="http://schemas.microsoft.com/office/drawing/2014/main" id="{8E8BD776-DD72-7969-D5BE-ECBB1FBA0C0A}"/>
              </a:ext>
            </a:extLst>
          </p:cNvPr>
          <p:cNvSpPr txBox="1">
            <a:spLocks noChangeArrowheads="1"/>
          </p:cNvSpPr>
          <p:nvPr/>
        </p:nvSpPr>
        <p:spPr bwMode="auto">
          <a:xfrm>
            <a:off x="6213146" y="3274319"/>
            <a:ext cx="1428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1</a:t>
            </a:r>
            <a:endParaRPr kumimoji="1" lang="en-US" altLang="zh-CN" sz="2400" baseline="-25000"/>
          </a:p>
        </p:txBody>
      </p:sp>
      <p:sp>
        <p:nvSpPr>
          <p:cNvPr id="121" name="Rectangle 127">
            <a:extLst>
              <a:ext uri="{FF2B5EF4-FFF2-40B4-BE49-F238E27FC236}">
                <a16:creationId xmlns:a16="http://schemas.microsoft.com/office/drawing/2014/main" id="{8303EB72-A5C7-0225-141C-15C2FAB13EB1}"/>
              </a:ext>
            </a:extLst>
          </p:cNvPr>
          <p:cNvSpPr>
            <a:spLocks noChangeArrowheads="1"/>
          </p:cNvSpPr>
          <p:nvPr/>
        </p:nvSpPr>
        <p:spPr bwMode="auto">
          <a:xfrm>
            <a:off x="145721" y="1133575"/>
            <a:ext cx="23050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lvl="1"/>
            <a:r>
              <a:rPr lang="zh-CN" altLang="en-US" b="1"/>
              <a:t>当计数到</a:t>
            </a:r>
          </a:p>
        </p:txBody>
      </p:sp>
      <p:sp>
        <p:nvSpPr>
          <p:cNvPr id="122" name="Text Box 128">
            <a:extLst>
              <a:ext uri="{FF2B5EF4-FFF2-40B4-BE49-F238E27FC236}">
                <a16:creationId xmlns:a16="http://schemas.microsoft.com/office/drawing/2014/main" id="{2E9DE84F-590D-8706-423C-E5D50ECD43DB}"/>
              </a:ext>
            </a:extLst>
          </p:cNvPr>
          <p:cNvSpPr txBox="1">
            <a:spLocks noChangeArrowheads="1"/>
          </p:cNvSpPr>
          <p:nvPr/>
        </p:nvSpPr>
        <p:spPr bwMode="auto">
          <a:xfrm>
            <a:off x="829934" y="1601887"/>
            <a:ext cx="2530474" cy="941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30000"/>
              </a:spcBef>
              <a:spcAft>
                <a:spcPct val="0"/>
              </a:spcAft>
              <a:buFontTx/>
              <a:buNone/>
            </a:pPr>
            <a:r>
              <a:rPr kumimoji="1" lang="en-US" altLang="zh-CN" sz="2400" dirty="0"/>
              <a:t>Q</a:t>
            </a:r>
            <a:r>
              <a:rPr kumimoji="1" lang="en-US" altLang="zh-CN" sz="1600" dirty="0"/>
              <a:t>2</a:t>
            </a:r>
            <a:r>
              <a:rPr kumimoji="1" lang="en-US" altLang="zh-CN" sz="2400" dirty="0"/>
              <a:t>Q</a:t>
            </a:r>
            <a:r>
              <a:rPr kumimoji="1" lang="en-US" altLang="zh-CN" sz="1600" dirty="0"/>
              <a:t>1</a:t>
            </a:r>
            <a:r>
              <a:rPr kumimoji="1" lang="en-US" altLang="zh-CN" sz="2400" dirty="0"/>
              <a:t>Q</a:t>
            </a:r>
            <a:r>
              <a:rPr kumimoji="1" lang="en-US" altLang="zh-CN" sz="1600" dirty="0"/>
              <a:t>0 </a:t>
            </a:r>
            <a:r>
              <a:rPr kumimoji="1" lang="en-US" altLang="zh-CN" sz="2400" dirty="0"/>
              <a:t>= </a:t>
            </a:r>
            <a:r>
              <a:rPr kumimoji="1" lang="en-US" altLang="zh-CN" sz="2400" dirty="0">
                <a:solidFill>
                  <a:srgbClr val="FF3300"/>
                </a:solidFill>
              </a:rPr>
              <a:t>100</a:t>
            </a:r>
            <a:r>
              <a:rPr kumimoji="1" lang="en-US" altLang="zh-CN" sz="2400" dirty="0"/>
              <a:t> </a:t>
            </a:r>
            <a:r>
              <a:rPr kumimoji="1" lang="zh-CN" altLang="en-US" sz="2400" dirty="0"/>
              <a:t>时</a:t>
            </a:r>
          </a:p>
          <a:p>
            <a:pPr eaLnBrk="1" hangingPunct="1">
              <a:spcBef>
                <a:spcPct val="30000"/>
              </a:spcBef>
              <a:spcAft>
                <a:spcPct val="0"/>
              </a:spcAft>
              <a:buFontTx/>
              <a:buNone/>
            </a:pPr>
            <a:r>
              <a:rPr lang="en-US" altLang="zh-CN" sz="2400" dirty="0"/>
              <a:t>PE = 0</a:t>
            </a:r>
          </a:p>
        </p:txBody>
      </p:sp>
      <p:sp>
        <p:nvSpPr>
          <p:cNvPr id="123" name="Line 129">
            <a:extLst>
              <a:ext uri="{FF2B5EF4-FFF2-40B4-BE49-F238E27FC236}">
                <a16:creationId xmlns:a16="http://schemas.microsoft.com/office/drawing/2014/main" id="{7CA022B4-7C36-64E6-026A-2B7663AE55B1}"/>
              </a:ext>
            </a:extLst>
          </p:cNvPr>
          <p:cNvSpPr>
            <a:spLocks noChangeShapeType="1"/>
          </p:cNvSpPr>
          <p:nvPr/>
        </p:nvSpPr>
        <p:spPr bwMode="auto">
          <a:xfrm>
            <a:off x="902959" y="2141637"/>
            <a:ext cx="3952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 name="Text Box 130">
            <a:extLst>
              <a:ext uri="{FF2B5EF4-FFF2-40B4-BE49-F238E27FC236}">
                <a16:creationId xmlns:a16="http://schemas.microsoft.com/office/drawing/2014/main" id="{1F096F4B-770E-951A-E2D5-28310C222138}"/>
              </a:ext>
            </a:extLst>
          </p:cNvPr>
          <p:cNvSpPr txBox="1">
            <a:spLocks noChangeArrowheads="1"/>
          </p:cNvSpPr>
          <p:nvPr/>
        </p:nvSpPr>
        <p:spPr bwMode="auto">
          <a:xfrm>
            <a:off x="795009" y="2502000"/>
            <a:ext cx="3563937"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0"/>
              </a:spcAft>
              <a:buFontTx/>
              <a:buNone/>
            </a:pPr>
            <a:r>
              <a:rPr kumimoji="1" lang="zh-CN" altLang="en-US" sz="2400" dirty="0"/>
              <a:t>在下一个</a:t>
            </a:r>
            <a:r>
              <a:rPr kumimoji="1" lang="en-US" altLang="zh-CN" sz="2400" dirty="0"/>
              <a:t>CP</a:t>
            </a:r>
            <a:r>
              <a:rPr kumimoji="1" lang="zh-CN" altLang="en-US" sz="2000" dirty="0"/>
              <a:t>↑</a:t>
            </a:r>
            <a:r>
              <a:rPr kumimoji="1" lang="zh-CN" altLang="en-US" sz="2400" dirty="0"/>
              <a:t>时</a:t>
            </a:r>
          </a:p>
          <a:p>
            <a:pPr eaLnBrk="1" hangingPunct="1">
              <a:lnSpc>
                <a:spcPct val="110000"/>
              </a:lnSpc>
              <a:spcAft>
                <a:spcPct val="0"/>
              </a:spcAft>
              <a:buFontTx/>
              <a:buNone/>
            </a:pPr>
            <a:r>
              <a:rPr kumimoji="1" lang="en-US" altLang="zh-CN" sz="2400" dirty="0"/>
              <a:t>Q</a:t>
            </a:r>
            <a:r>
              <a:rPr kumimoji="1" lang="en-US" altLang="zh-CN" sz="1600" dirty="0"/>
              <a:t>3</a:t>
            </a:r>
            <a:r>
              <a:rPr kumimoji="1" lang="en-US" altLang="zh-CN" sz="2400" dirty="0"/>
              <a:t>Q</a:t>
            </a:r>
            <a:r>
              <a:rPr kumimoji="1" lang="en-US" altLang="zh-CN" sz="1600" dirty="0"/>
              <a:t>2</a:t>
            </a:r>
            <a:r>
              <a:rPr kumimoji="1" lang="en-US" altLang="zh-CN" sz="2400" dirty="0"/>
              <a:t>Q</a:t>
            </a:r>
            <a:r>
              <a:rPr kumimoji="1" lang="en-US" altLang="zh-CN" sz="1600" dirty="0"/>
              <a:t>1</a:t>
            </a:r>
            <a:r>
              <a:rPr kumimoji="1" lang="en-US" altLang="zh-CN" sz="2400" dirty="0"/>
              <a:t>Q</a:t>
            </a:r>
            <a:r>
              <a:rPr kumimoji="1" lang="en-US" altLang="zh-CN" sz="1600" dirty="0"/>
              <a:t>0 </a:t>
            </a:r>
            <a:r>
              <a:rPr kumimoji="1" lang="en-US" altLang="zh-CN" sz="2400" dirty="0"/>
              <a:t>= </a:t>
            </a:r>
            <a:r>
              <a:rPr kumimoji="1" lang="en-US" altLang="zh-CN" sz="2400" dirty="0">
                <a:solidFill>
                  <a:srgbClr val="0000FF"/>
                </a:solidFill>
              </a:rPr>
              <a:t>1111</a:t>
            </a:r>
            <a:r>
              <a:rPr lang="zh-CN" altLang="en-US" sz="2400" dirty="0"/>
              <a:t>，</a:t>
            </a:r>
            <a:r>
              <a:rPr lang="en-US" altLang="zh-CN" sz="2400" dirty="0">
                <a:solidFill>
                  <a:srgbClr val="0000FF"/>
                </a:solidFill>
              </a:rPr>
              <a:t>C = 1</a:t>
            </a:r>
            <a:r>
              <a:rPr kumimoji="1" lang="en-US" altLang="zh-CN" sz="2400" dirty="0"/>
              <a:t> </a:t>
            </a:r>
          </a:p>
        </p:txBody>
      </p:sp>
      <p:sp>
        <p:nvSpPr>
          <p:cNvPr id="125" name="Line 131">
            <a:extLst>
              <a:ext uri="{FF2B5EF4-FFF2-40B4-BE49-F238E27FC236}">
                <a16:creationId xmlns:a16="http://schemas.microsoft.com/office/drawing/2014/main" id="{5C7AAB5A-E6D5-BDA7-7DC8-D3CA53E3A038}"/>
              </a:ext>
            </a:extLst>
          </p:cNvPr>
          <p:cNvSpPr>
            <a:spLocks noChangeShapeType="1"/>
          </p:cNvSpPr>
          <p:nvPr/>
        </p:nvSpPr>
        <p:spPr bwMode="auto">
          <a:xfrm>
            <a:off x="7731453" y="4705500"/>
            <a:ext cx="609600" cy="0"/>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 name="Line 132">
            <a:extLst>
              <a:ext uri="{FF2B5EF4-FFF2-40B4-BE49-F238E27FC236}">
                <a16:creationId xmlns:a16="http://schemas.microsoft.com/office/drawing/2014/main" id="{9CA0992F-7F98-F5A9-DF8C-1100A415504A}"/>
              </a:ext>
            </a:extLst>
          </p:cNvPr>
          <p:cNvSpPr>
            <a:spLocks noChangeShapeType="1"/>
          </p:cNvSpPr>
          <p:nvPr/>
        </p:nvSpPr>
        <p:spPr bwMode="auto">
          <a:xfrm>
            <a:off x="8344228" y="4884887"/>
            <a:ext cx="609600" cy="0"/>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133">
            <a:extLst>
              <a:ext uri="{FF2B5EF4-FFF2-40B4-BE49-F238E27FC236}">
                <a16:creationId xmlns:a16="http://schemas.microsoft.com/office/drawing/2014/main" id="{1EE63C6A-9367-D20C-DF9D-67A82F68E191}"/>
              </a:ext>
            </a:extLst>
          </p:cNvPr>
          <p:cNvSpPr>
            <a:spLocks noChangeShapeType="1"/>
          </p:cNvSpPr>
          <p:nvPr/>
        </p:nvSpPr>
        <p:spPr bwMode="auto">
          <a:xfrm>
            <a:off x="8344228" y="4526112"/>
            <a:ext cx="614363" cy="0"/>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 name="Line 134">
            <a:extLst>
              <a:ext uri="{FF2B5EF4-FFF2-40B4-BE49-F238E27FC236}">
                <a16:creationId xmlns:a16="http://schemas.microsoft.com/office/drawing/2014/main" id="{10316720-F441-DE12-4CC1-4486AE16C72E}"/>
              </a:ext>
            </a:extLst>
          </p:cNvPr>
          <p:cNvSpPr>
            <a:spLocks noChangeShapeType="1"/>
          </p:cNvSpPr>
          <p:nvPr/>
        </p:nvSpPr>
        <p:spPr bwMode="auto">
          <a:xfrm>
            <a:off x="7731453" y="5318275"/>
            <a:ext cx="609600" cy="0"/>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 name="Line 135">
            <a:extLst>
              <a:ext uri="{FF2B5EF4-FFF2-40B4-BE49-F238E27FC236}">
                <a16:creationId xmlns:a16="http://schemas.microsoft.com/office/drawing/2014/main" id="{E50BE046-0DE7-983F-1D27-A35A7E6E3291}"/>
              </a:ext>
            </a:extLst>
          </p:cNvPr>
          <p:cNvSpPr>
            <a:spLocks noChangeShapeType="1"/>
          </p:cNvSpPr>
          <p:nvPr/>
        </p:nvSpPr>
        <p:spPr bwMode="auto">
          <a:xfrm>
            <a:off x="7731453" y="5137300"/>
            <a:ext cx="609600" cy="0"/>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 name="Line 136">
            <a:extLst>
              <a:ext uri="{FF2B5EF4-FFF2-40B4-BE49-F238E27FC236}">
                <a16:creationId xmlns:a16="http://schemas.microsoft.com/office/drawing/2014/main" id="{F65F8549-9AA6-1399-BC39-D25FEDC3EE10}"/>
              </a:ext>
            </a:extLst>
          </p:cNvPr>
          <p:cNvSpPr>
            <a:spLocks noChangeShapeType="1"/>
          </p:cNvSpPr>
          <p:nvPr/>
        </p:nvSpPr>
        <p:spPr bwMode="auto">
          <a:xfrm>
            <a:off x="8344228" y="5318275"/>
            <a:ext cx="609600" cy="0"/>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 name="Oval 137">
            <a:extLst>
              <a:ext uri="{FF2B5EF4-FFF2-40B4-BE49-F238E27FC236}">
                <a16:creationId xmlns:a16="http://schemas.microsoft.com/office/drawing/2014/main" id="{540BD4AD-7B00-50D5-42BE-C872CBE7F652}"/>
              </a:ext>
            </a:extLst>
          </p:cNvPr>
          <p:cNvSpPr>
            <a:spLocks noChangeArrowheads="1"/>
          </p:cNvSpPr>
          <p:nvPr/>
        </p:nvSpPr>
        <p:spPr bwMode="auto">
          <a:xfrm rot="10800000">
            <a:off x="6078209" y="1442344"/>
            <a:ext cx="119062" cy="119063"/>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32" name="AutoShape 138">
            <a:extLst>
              <a:ext uri="{FF2B5EF4-FFF2-40B4-BE49-F238E27FC236}">
                <a16:creationId xmlns:a16="http://schemas.microsoft.com/office/drawing/2014/main" id="{FE10575B-7213-9FB0-77B6-6982F2C02077}"/>
              </a:ext>
            </a:extLst>
          </p:cNvPr>
          <p:cNvSpPr>
            <a:spLocks noChangeArrowheads="1"/>
          </p:cNvSpPr>
          <p:nvPr/>
        </p:nvSpPr>
        <p:spPr bwMode="auto">
          <a:xfrm rot="10800000">
            <a:off x="6187746" y="1226444"/>
            <a:ext cx="493713" cy="539750"/>
          </a:xfrm>
          <a:prstGeom prst="flowChartDelay">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33" name="Line 139">
            <a:extLst>
              <a:ext uri="{FF2B5EF4-FFF2-40B4-BE49-F238E27FC236}">
                <a16:creationId xmlns:a16="http://schemas.microsoft.com/office/drawing/2014/main" id="{3F101E37-73B6-A25E-DDB1-BEAD57839A4F}"/>
              </a:ext>
            </a:extLst>
          </p:cNvPr>
          <p:cNvSpPr>
            <a:spLocks noChangeShapeType="1"/>
          </p:cNvSpPr>
          <p:nvPr/>
        </p:nvSpPr>
        <p:spPr bwMode="auto">
          <a:xfrm>
            <a:off x="6681459" y="1586807"/>
            <a:ext cx="1368425" cy="0"/>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 name="Oval 140">
            <a:extLst>
              <a:ext uri="{FF2B5EF4-FFF2-40B4-BE49-F238E27FC236}">
                <a16:creationId xmlns:a16="http://schemas.microsoft.com/office/drawing/2014/main" id="{77EBFA21-D6D0-0DEF-D0C7-093D34E823EA}"/>
              </a:ext>
            </a:extLst>
          </p:cNvPr>
          <p:cNvSpPr>
            <a:spLocks noChangeArrowheads="1"/>
          </p:cNvSpPr>
          <p:nvPr/>
        </p:nvSpPr>
        <p:spPr bwMode="auto">
          <a:xfrm rot="10800000">
            <a:off x="6681459" y="1515369"/>
            <a:ext cx="119062" cy="119063"/>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35" name="Line 141">
            <a:extLst>
              <a:ext uri="{FF2B5EF4-FFF2-40B4-BE49-F238E27FC236}">
                <a16:creationId xmlns:a16="http://schemas.microsoft.com/office/drawing/2014/main" id="{A2D3048B-CE54-3F73-8715-ADB112C1BBBF}"/>
              </a:ext>
            </a:extLst>
          </p:cNvPr>
          <p:cNvSpPr>
            <a:spLocks noChangeShapeType="1"/>
          </p:cNvSpPr>
          <p:nvPr/>
        </p:nvSpPr>
        <p:spPr bwMode="auto">
          <a:xfrm>
            <a:off x="5420984" y="1515369"/>
            <a:ext cx="65881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6" name="Group 142">
            <a:extLst>
              <a:ext uri="{FF2B5EF4-FFF2-40B4-BE49-F238E27FC236}">
                <a16:creationId xmlns:a16="http://schemas.microsoft.com/office/drawing/2014/main" id="{C03D2477-A05B-9694-0577-A92DE65507CC}"/>
              </a:ext>
            </a:extLst>
          </p:cNvPr>
          <p:cNvGrpSpPr>
            <a:grpSpLocks/>
          </p:cNvGrpSpPr>
          <p:nvPr/>
        </p:nvGrpSpPr>
        <p:grpSpPr bwMode="auto">
          <a:xfrm>
            <a:off x="5910591" y="4273700"/>
            <a:ext cx="3048000" cy="1690687"/>
            <a:chOff x="3139" y="3155"/>
            <a:chExt cx="1920" cy="819"/>
          </a:xfrm>
        </p:grpSpPr>
        <p:sp>
          <p:nvSpPr>
            <p:cNvPr id="137" name="Line 143">
              <a:extLst>
                <a:ext uri="{FF2B5EF4-FFF2-40B4-BE49-F238E27FC236}">
                  <a16:creationId xmlns:a16="http://schemas.microsoft.com/office/drawing/2014/main" id="{C2DCE518-7FB6-A5BC-566C-B58DCB88094A}"/>
                </a:ext>
              </a:extLst>
            </p:cNvPr>
            <p:cNvSpPr>
              <a:spLocks noChangeShapeType="1"/>
            </p:cNvSpPr>
            <p:nvPr/>
          </p:nvSpPr>
          <p:spPr bwMode="auto">
            <a:xfrm>
              <a:off x="3139" y="3155"/>
              <a:ext cx="0" cy="81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 name="Line 144">
              <a:extLst>
                <a:ext uri="{FF2B5EF4-FFF2-40B4-BE49-F238E27FC236}">
                  <a16:creationId xmlns:a16="http://schemas.microsoft.com/office/drawing/2014/main" id="{8D9FE16F-4F9C-F23C-99CC-5949B90FF147}"/>
                </a:ext>
              </a:extLst>
            </p:cNvPr>
            <p:cNvSpPr>
              <a:spLocks noChangeShapeType="1"/>
            </p:cNvSpPr>
            <p:nvPr/>
          </p:nvSpPr>
          <p:spPr bwMode="auto">
            <a:xfrm>
              <a:off x="3523" y="3155"/>
              <a:ext cx="0" cy="81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 name="Line 145">
              <a:extLst>
                <a:ext uri="{FF2B5EF4-FFF2-40B4-BE49-F238E27FC236}">
                  <a16:creationId xmlns:a16="http://schemas.microsoft.com/office/drawing/2014/main" id="{CDA49E19-AF95-7017-ADC0-F480157B64D5}"/>
                </a:ext>
              </a:extLst>
            </p:cNvPr>
            <p:cNvSpPr>
              <a:spLocks noChangeShapeType="1"/>
            </p:cNvSpPr>
            <p:nvPr/>
          </p:nvSpPr>
          <p:spPr bwMode="auto">
            <a:xfrm>
              <a:off x="3907" y="3155"/>
              <a:ext cx="0" cy="81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 name="Line 146">
              <a:extLst>
                <a:ext uri="{FF2B5EF4-FFF2-40B4-BE49-F238E27FC236}">
                  <a16:creationId xmlns:a16="http://schemas.microsoft.com/office/drawing/2014/main" id="{1C0DC35F-BD09-4D41-D71D-DC5170ED898A}"/>
                </a:ext>
              </a:extLst>
            </p:cNvPr>
            <p:cNvSpPr>
              <a:spLocks noChangeShapeType="1"/>
            </p:cNvSpPr>
            <p:nvPr/>
          </p:nvSpPr>
          <p:spPr bwMode="auto">
            <a:xfrm>
              <a:off x="4291" y="3155"/>
              <a:ext cx="0" cy="81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 name="Line 147">
              <a:extLst>
                <a:ext uri="{FF2B5EF4-FFF2-40B4-BE49-F238E27FC236}">
                  <a16:creationId xmlns:a16="http://schemas.microsoft.com/office/drawing/2014/main" id="{D76B9C26-42C7-3B05-1D93-D63B79A93F36}"/>
                </a:ext>
              </a:extLst>
            </p:cNvPr>
            <p:cNvSpPr>
              <a:spLocks noChangeShapeType="1"/>
            </p:cNvSpPr>
            <p:nvPr/>
          </p:nvSpPr>
          <p:spPr bwMode="auto">
            <a:xfrm>
              <a:off x="4675" y="3155"/>
              <a:ext cx="0" cy="81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 name="Line 148">
              <a:extLst>
                <a:ext uri="{FF2B5EF4-FFF2-40B4-BE49-F238E27FC236}">
                  <a16:creationId xmlns:a16="http://schemas.microsoft.com/office/drawing/2014/main" id="{42B8DC00-91D5-7FFC-B7E0-930BE6E1233F}"/>
                </a:ext>
              </a:extLst>
            </p:cNvPr>
            <p:cNvSpPr>
              <a:spLocks noChangeShapeType="1"/>
            </p:cNvSpPr>
            <p:nvPr/>
          </p:nvSpPr>
          <p:spPr bwMode="auto">
            <a:xfrm>
              <a:off x="5059" y="3155"/>
              <a:ext cx="0" cy="81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43" name="Oval 14">
            <a:extLst>
              <a:ext uri="{FF2B5EF4-FFF2-40B4-BE49-F238E27FC236}">
                <a16:creationId xmlns:a16="http://schemas.microsoft.com/office/drawing/2014/main" id="{51CB8CDD-C7F6-6BC1-D804-95158EBBC273}"/>
              </a:ext>
            </a:extLst>
          </p:cNvPr>
          <p:cNvSpPr>
            <a:spLocks noChangeArrowheads="1"/>
          </p:cNvSpPr>
          <p:nvPr/>
        </p:nvSpPr>
        <p:spPr bwMode="auto">
          <a:xfrm>
            <a:off x="889625" y="5479467"/>
            <a:ext cx="503237" cy="503237"/>
          </a:xfrm>
          <a:prstGeom prst="ellipse">
            <a:avLst/>
          </a:prstGeom>
          <a:solidFill>
            <a:schemeClr val="bg1"/>
          </a:solidFill>
          <a:ln w="28575">
            <a:solidFill>
              <a:schemeClr val="bg2"/>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b="0" dirty="0"/>
              <a:t>1110</a:t>
            </a:r>
          </a:p>
        </p:txBody>
      </p:sp>
      <p:pic>
        <p:nvPicPr>
          <p:cNvPr id="144" name="图片 143">
            <a:extLst>
              <a:ext uri="{FF2B5EF4-FFF2-40B4-BE49-F238E27FC236}">
                <a16:creationId xmlns:a16="http://schemas.microsoft.com/office/drawing/2014/main" id="{57DCA03B-225C-3BA8-53E1-97E197995E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3404" y="4350753"/>
            <a:ext cx="1386205" cy="469900"/>
          </a:xfrm>
          <a:prstGeom prst="rect">
            <a:avLst/>
          </a:prstGeom>
        </p:spPr>
      </p:pic>
      <p:pic>
        <p:nvPicPr>
          <p:cNvPr id="145" name="图片 144">
            <a:extLst>
              <a:ext uri="{FF2B5EF4-FFF2-40B4-BE49-F238E27FC236}">
                <a16:creationId xmlns:a16="http://schemas.microsoft.com/office/drawing/2014/main" id="{7B2D74FD-7036-D8A5-DDC0-1F1EF48EF3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6122" y="3712577"/>
            <a:ext cx="3466619" cy="2505075"/>
          </a:xfrm>
          <a:prstGeom prst="rect">
            <a:avLst/>
          </a:prstGeom>
        </p:spPr>
      </p:pic>
    </p:spTree>
    <p:extLst>
      <p:ext uri="{BB962C8B-B14F-4D97-AF65-F5344CB8AC3E}">
        <p14:creationId xmlns:p14="http://schemas.microsoft.com/office/powerpoint/2010/main" val="2824570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2AC2A5-4F69-F8CD-45D7-FC548235B53D}"/>
              </a:ext>
            </a:extLst>
          </p:cNvPr>
          <p:cNvSpPr>
            <a:spLocks noGrp="1"/>
          </p:cNvSpPr>
          <p:nvPr>
            <p:ph type="title"/>
          </p:nvPr>
        </p:nvSpPr>
        <p:spPr/>
        <p:txBody>
          <a:bodyPr>
            <a:normAutofit fontScale="90000"/>
          </a:bodyPr>
          <a:lstStyle/>
          <a:p>
            <a:r>
              <a:rPr lang="zh-CN" altLang="en-US" dirty="0"/>
              <a:t>示例</a:t>
            </a:r>
            <a:r>
              <a:rPr lang="en-US" altLang="zh-CN" dirty="0"/>
              <a:t>2</a:t>
            </a:r>
            <a:r>
              <a:rPr lang="zh-CN" altLang="en-US" dirty="0"/>
              <a:t>：用</a:t>
            </a:r>
            <a:r>
              <a:rPr lang="en-US" altLang="zh-CN" dirty="0"/>
              <a:t>74x160</a:t>
            </a:r>
            <a:r>
              <a:rPr lang="zh-CN" altLang="en-US" dirty="0"/>
              <a:t>构成</a:t>
            </a:r>
            <a:r>
              <a:rPr lang="en-US" altLang="zh-CN" dirty="0"/>
              <a:t>100</a:t>
            </a:r>
            <a:r>
              <a:rPr lang="zh-CN" altLang="en-US" dirty="0"/>
              <a:t>进制</a:t>
            </a:r>
            <a:endParaRPr kumimoji="1" lang="zh-CN" altLang="en-US" dirty="0"/>
          </a:p>
        </p:txBody>
      </p:sp>
      <p:sp>
        <p:nvSpPr>
          <p:cNvPr id="3" name="内容占位符 2">
            <a:extLst>
              <a:ext uri="{FF2B5EF4-FFF2-40B4-BE49-F238E27FC236}">
                <a16:creationId xmlns:a16="http://schemas.microsoft.com/office/drawing/2014/main" id="{8FEE8525-F675-4E97-3C99-E1B218C73CDD}"/>
              </a:ext>
            </a:extLst>
          </p:cNvPr>
          <p:cNvSpPr>
            <a:spLocks noGrp="1"/>
          </p:cNvSpPr>
          <p:nvPr>
            <p:ph idx="1"/>
          </p:nvPr>
        </p:nvSpPr>
        <p:spPr/>
        <p:txBody>
          <a:bodyPr/>
          <a:lstStyle/>
          <a:p>
            <a:r>
              <a:rPr lang="en-US" altLang="zh-CN" dirty="0"/>
              <a:t>74x160</a:t>
            </a:r>
            <a:r>
              <a:rPr lang="zh-CN" altLang="en-US" dirty="0"/>
              <a:t>：异步清零四位同步十进制计数器</a:t>
            </a:r>
          </a:p>
          <a:p>
            <a:endParaRPr kumimoji="1" lang="zh-CN" altLang="en-US" dirty="0"/>
          </a:p>
        </p:txBody>
      </p:sp>
      <p:sp>
        <p:nvSpPr>
          <p:cNvPr id="4" name="页脚占位符 3">
            <a:extLst>
              <a:ext uri="{FF2B5EF4-FFF2-40B4-BE49-F238E27FC236}">
                <a16:creationId xmlns:a16="http://schemas.microsoft.com/office/drawing/2014/main" id="{8C2F0014-7BC7-3430-21ED-FB3DA29F8F45}"/>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2864C224-4225-967C-84F4-6F387698368E}"/>
              </a:ext>
            </a:extLst>
          </p:cNvPr>
          <p:cNvSpPr>
            <a:spLocks noGrp="1"/>
          </p:cNvSpPr>
          <p:nvPr>
            <p:ph type="sldNum" sz="quarter" idx="12"/>
          </p:nvPr>
        </p:nvSpPr>
        <p:spPr/>
        <p:txBody>
          <a:bodyPr/>
          <a:lstStyle/>
          <a:p>
            <a:fld id="{9E260BC5-5BF3-8746-862B-DC45E9CAA88B}" type="slidenum">
              <a:rPr lang="en-US" smtClean="0"/>
              <a:pPr/>
              <a:t>21</a:t>
            </a:fld>
            <a:r>
              <a:rPr lang="en-US" altLang="zh-CN" dirty="0"/>
              <a:t>/34</a:t>
            </a:r>
            <a:endParaRPr lang="en-US" dirty="0"/>
          </a:p>
        </p:txBody>
      </p:sp>
      <p:sp>
        <p:nvSpPr>
          <p:cNvPr id="6" name="Line 93">
            <a:extLst>
              <a:ext uri="{FF2B5EF4-FFF2-40B4-BE49-F238E27FC236}">
                <a16:creationId xmlns:a16="http://schemas.microsoft.com/office/drawing/2014/main" id="{DD13852C-35F7-56BD-E6EC-59EDE39C07CE}"/>
              </a:ext>
            </a:extLst>
          </p:cNvPr>
          <p:cNvSpPr>
            <a:spLocks noChangeShapeType="1"/>
          </p:cNvSpPr>
          <p:nvPr/>
        </p:nvSpPr>
        <p:spPr bwMode="auto">
          <a:xfrm>
            <a:off x="933450" y="4502150"/>
            <a:ext cx="393700" cy="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Line 94">
            <a:extLst>
              <a:ext uri="{FF2B5EF4-FFF2-40B4-BE49-F238E27FC236}">
                <a16:creationId xmlns:a16="http://schemas.microsoft.com/office/drawing/2014/main" id="{56326F40-1585-D2DB-F071-A21C85DD60A7}"/>
              </a:ext>
            </a:extLst>
          </p:cNvPr>
          <p:cNvSpPr>
            <a:spLocks noChangeShapeType="1"/>
          </p:cNvSpPr>
          <p:nvPr/>
        </p:nvSpPr>
        <p:spPr bwMode="auto">
          <a:xfrm>
            <a:off x="920750" y="4144963"/>
            <a:ext cx="406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Text Box 95">
            <a:extLst>
              <a:ext uri="{FF2B5EF4-FFF2-40B4-BE49-F238E27FC236}">
                <a16:creationId xmlns:a16="http://schemas.microsoft.com/office/drawing/2014/main" id="{F535F90A-077A-A68A-8286-0AF55C3633CB}"/>
              </a:ext>
            </a:extLst>
          </p:cNvPr>
          <p:cNvSpPr txBox="1">
            <a:spLocks noChangeArrowheads="1"/>
          </p:cNvSpPr>
          <p:nvPr/>
        </p:nvSpPr>
        <p:spPr bwMode="auto">
          <a:xfrm>
            <a:off x="863600" y="4895850"/>
            <a:ext cx="1428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1</a:t>
            </a:r>
            <a:endParaRPr kumimoji="1" lang="en-US" altLang="zh-CN" sz="2400" baseline="-25000"/>
          </a:p>
        </p:txBody>
      </p:sp>
      <p:sp>
        <p:nvSpPr>
          <p:cNvPr id="9" name="Line 96">
            <a:extLst>
              <a:ext uri="{FF2B5EF4-FFF2-40B4-BE49-F238E27FC236}">
                <a16:creationId xmlns:a16="http://schemas.microsoft.com/office/drawing/2014/main" id="{8A234502-2077-852C-E48B-B00DC33E2921}"/>
              </a:ext>
            </a:extLst>
          </p:cNvPr>
          <p:cNvSpPr>
            <a:spLocks noChangeShapeType="1"/>
          </p:cNvSpPr>
          <p:nvPr/>
        </p:nvSpPr>
        <p:spPr bwMode="auto">
          <a:xfrm flipV="1">
            <a:off x="933450" y="4130675"/>
            <a:ext cx="0" cy="696913"/>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Text Box 6">
            <a:extLst>
              <a:ext uri="{FF2B5EF4-FFF2-40B4-BE49-F238E27FC236}">
                <a16:creationId xmlns:a16="http://schemas.microsoft.com/office/drawing/2014/main" id="{5591B60E-B293-BAF0-F030-E6E92F54CC1C}"/>
              </a:ext>
            </a:extLst>
          </p:cNvPr>
          <p:cNvSpPr txBox="1">
            <a:spLocks noChangeArrowheads="1"/>
          </p:cNvSpPr>
          <p:nvPr/>
        </p:nvSpPr>
        <p:spPr bwMode="auto">
          <a:xfrm>
            <a:off x="3319463" y="1480628"/>
            <a:ext cx="2893741" cy="461665"/>
          </a:xfrm>
          <a:prstGeom prst="rect">
            <a:avLst/>
          </a:prstGeom>
          <a:solidFill>
            <a:schemeClr val="accent1">
              <a:lumMod val="20000"/>
              <a:lumOff val="80000"/>
            </a:schemeClr>
          </a:solidFill>
          <a:ln w="9525">
            <a:solidFill>
              <a:srgbClr val="000000"/>
            </a:solidFill>
            <a:miter lim="800000"/>
            <a:headEnd/>
            <a:tailEnd/>
          </a:ln>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dirty="0">
                <a:latin typeface="Microsoft YaHei" panose="020B0503020204020204" pitchFamily="34" charset="-122"/>
                <a:ea typeface="Microsoft YaHei" panose="020B0503020204020204" pitchFamily="34" charset="-122"/>
              </a:rPr>
              <a:t>M = 100 = 10×10</a:t>
            </a:r>
          </a:p>
        </p:txBody>
      </p:sp>
      <p:sp>
        <p:nvSpPr>
          <p:cNvPr id="11" name="Text Box 8">
            <a:extLst>
              <a:ext uri="{FF2B5EF4-FFF2-40B4-BE49-F238E27FC236}">
                <a16:creationId xmlns:a16="http://schemas.microsoft.com/office/drawing/2014/main" id="{57B04C30-13BE-80A9-E766-01C97732F81D}"/>
              </a:ext>
            </a:extLst>
          </p:cNvPr>
          <p:cNvSpPr txBox="1">
            <a:spLocks noChangeArrowheads="1"/>
          </p:cNvSpPr>
          <p:nvPr/>
        </p:nvSpPr>
        <p:spPr bwMode="auto">
          <a:xfrm>
            <a:off x="1374775" y="4289425"/>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PE</a:t>
            </a:r>
          </a:p>
        </p:txBody>
      </p:sp>
      <p:sp>
        <p:nvSpPr>
          <p:cNvPr id="12" name="Line 10">
            <a:extLst>
              <a:ext uri="{FF2B5EF4-FFF2-40B4-BE49-F238E27FC236}">
                <a16:creationId xmlns:a16="http://schemas.microsoft.com/office/drawing/2014/main" id="{5015ACF0-0F0C-4F12-65C4-8392A294DE9B}"/>
              </a:ext>
            </a:extLst>
          </p:cNvPr>
          <p:cNvSpPr>
            <a:spLocks noChangeShapeType="1"/>
          </p:cNvSpPr>
          <p:nvPr/>
        </p:nvSpPr>
        <p:spPr bwMode="auto">
          <a:xfrm flipV="1">
            <a:off x="2503488" y="2640013"/>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11">
            <a:extLst>
              <a:ext uri="{FF2B5EF4-FFF2-40B4-BE49-F238E27FC236}">
                <a16:creationId xmlns:a16="http://schemas.microsoft.com/office/drawing/2014/main" id="{F6C890BA-71C2-14E1-9C24-82F345C0C8F5}"/>
              </a:ext>
            </a:extLst>
          </p:cNvPr>
          <p:cNvSpPr>
            <a:spLocks noChangeShapeType="1"/>
          </p:cNvSpPr>
          <p:nvPr/>
        </p:nvSpPr>
        <p:spPr bwMode="auto">
          <a:xfrm flipV="1">
            <a:off x="2927350" y="2640013"/>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12">
            <a:extLst>
              <a:ext uri="{FF2B5EF4-FFF2-40B4-BE49-F238E27FC236}">
                <a16:creationId xmlns:a16="http://schemas.microsoft.com/office/drawing/2014/main" id="{553376B4-3A28-6F39-46BD-D4C6FEC51DE5}"/>
              </a:ext>
            </a:extLst>
          </p:cNvPr>
          <p:cNvSpPr>
            <a:spLocks noChangeShapeType="1"/>
          </p:cNvSpPr>
          <p:nvPr/>
        </p:nvSpPr>
        <p:spPr bwMode="auto">
          <a:xfrm flipV="1">
            <a:off x="3319463" y="2640013"/>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13">
            <a:extLst>
              <a:ext uri="{FF2B5EF4-FFF2-40B4-BE49-F238E27FC236}">
                <a16:creationId xmlns:a16="http://schemas.microsoft.com/office/drawing/2014/main" id="{C2FAA273-C798-00AA-C262-D24C96972E6D}"/>
              </a:ext>
            </a:extLst>
          </p:cNvPr>
          <p:cNvSpPr>
            <a:spLocks noChangeShapeType="1"/>
          </p:cNvSpPr>
          <p:nvPr/>
        </p:nvSpPr>
        <p:spPr bwMode="auto">
          <a:xfrm>
            <a:off x="4179888" y="4137025"/>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14">
            <a:extLst>
              <a:ext uri="{FF2B5EF4-FFF2-40B4-BE49-F238E27FC236}">
                <a16:creationId xmlns:a16="http://schemas.microsoft.com/office/drawing/2014/main" id="{B1B2AEC9-E0C9-C2D5-E06A-AF81FC46F836}"/>
              </a:ext>
            </a:extLst>
          </p:cNvPr>
          <p:cNvSpPr>
            <a:spLocks noChangeShapeType="1"/>
          </p:cNvSpPr>
          <p:nvPr/>
        </p:nvSpPr>
        <p:spPr bwMode="auto">
          <a:xfrm>
            <a:off x="4157663" y="4441825"/>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Text Box 16">
            <a:extLst>
              <a:ext uri="{FF2B5EF4-FFF2-40B4-BE49-F238E27FC236}">
                <a16:creationId xmlns:a16="http://schemas.microsoft.com/office/drawing/2014/main" id="{66B2AF55-E6ED-4FBE-C573-362A4DE7DBF4}"/>
              </a:ext>
            </a:extLst>
          </p:cNvPr>
          <p:cNvSpPr txBox="1">
            <a:spLocks noChangeArrowheads="1"/>
          </p:cNvSpPr>
          <p:nvPr/>
        </p:nvSpPr>
        <p:spPr bwMode="auto">
          <a:xfrm>
            <a:off x="1897063" y="3451225"/>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Q</a:t>
            </a:r>
            <a:r>
              <a:rPr kumimoji="1" lang="en-US" altLang="zh-CN" sz="1600" b="0"/>
              <a:t>3</a:t>
            </a:r>
            <a:r>
              <a:rPr kumimoji="1" lang="en-US" altLang="zh-CN" sz="2400" b="0"/>
              <a:t> Q</a:t>
            </a:r>
            <a:r>
              <a:rPr kumimoji="1" lang="en-US" altLang="zh-CN" sz="1600" b="0"/>
              <a:t>2</a:t>
            </a:r>
            <a:r>
              <a:rPr kumimoji="1" lang="en-US" altLang="zh-CN" sz="2400" b="0"/>
              <a:t> Q</a:t>
            </a:r>
            <a:r>
              <a:rPr kumimoji="1" lang="en-US" altLang="zh-CN" sz="1600" b="0"/>
              <a:t>1</a:t>
            </a:r>
            <a:r>
              <a:rPr kumimoji="1" lang="en-US" altLang="zh-CN" sz="2400" b="0"/>
              <a:t> Q</a:t>
            </a:r>
            <a:r>
              <a:rPr kumimoji="1" lang="en-US" altLang="zh-CN" sz="1600" b="0"/>
              <a:t>0</a:t>
            </a:r>
            <a:endParaRPr kumimoji="1" lang="en-US" altLang="zh-CN" sz="2400" b="0"/>
          </a:p>
        </p:txBody>
      </p:sp>
      <p:sp>
        <p:nvSpPr>
          <p:cNvPr id="18" name="Text Box 17">
            <a:extLst>
              <a:ext uri="{FF2B5EF4-FFF2-40B4-BE49-F238E27FC236}">
                <a16:creationId xmlns:a16="http://schemas.microsoft.com/office/drawing/2014/main" id="{EA688206-4189-F006-4637-1BE2BA984DAA}"/>
              </a:ext>
            </a:extLst>
          </p:cNvPr>
          <p:cNvSpPr txBox="1">
            <a:spLocks noChangeArrowheads="1"/>
          </p:cNvSpPr>
          <p:nvPr/>
        </p:nvSpPr>
        <p:spPr bwMode="auto">
          <a:xfrm>
            <a:off x="1354138" y="3544888"/>
            <a:ext cx="573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TC</a:t>
            </a:r>
          </a:p>
        </p:txBody>
      </p:sp>
      <p:sp>
        <p:nvSpPr>
          <p:cNvPr id="19" name="Text Box 18">
            <a:extLst>
              <a:ext uri="{FF2B5EF4-FFF2-40B4-BE49-F238E27FC236}">
                <a16:creationId xmlns:a16="http://schemas.microsoft.com/office/drawing/2014/main" id="{15721D25-8F44-0760-AE1D-0AC2090B7B77}"/>
              </a:ext>
            </a:extLst>
          </p:cNvPr>
          <p:cNvSpPr txBox="1">
            <a:spLocks noChangeArrowheads="1"/>
          </p:cNvSpPr>
          <p:nvPr/>
        </p:nvSpPr>
        <p:spPr bwMode="auto">
          <a:xfrm>
            <a:off x="3436938" y="3570288"/>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CET</a:t>
            </a:r>
          </a:p>
        </p:txBody>
      </p:sp>
      <p:sp>
        <p:nvSpPr>
          <p:cNvPr id="20" name="Text Box 19">
            <a:extLst>
              <a:ext uri="{FF2B5EF4-FFF2-40B4-BE49-F238E27FC236}">
                <a16:creationId xmlns:a16="http://schemas.microsoft.com/office/drawing/2014/main" id="{D22155FE-1E2E-0A67-2F5E-AC83B4EAAF40}"/>
              </a:ext>
            </a:extLst>
          </p:cNvPr>
          <p:cNvSpPr txBox="1">
            <a:spLocks noChangeArrowheads="1"/>
          </p:cNvSpPr>
          <p:nvPr/>
        </p:nvSpPr>
        <p:spPr bwMode="auto">
          <a:xfrm>
            <a:off x="3452813" y="3886200"/>
            <a:ext cx="74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CEP</a:t>
            </a:r>
          </a:p>
        </p:txBody>
      </p:sp>
      <p:sp>
        <p:nvSpPr>
          <p:cNvPr id="21" name="Text Box 20">
            <a:extLst>
              <a:ext uri="{FF2B5EF4-FFF2-40B4-BE49-F238E27FC236}">
                <a16:creationId xmlns:a16="http://schemas.microsoft.com/office/drawing/2014/main" id="{262FDF6D-8598-80B5-737D-DC17B77717B2}"/>
              </a:ext>
            </a:extLst>
          </p:cNvPr>
          <p:cNvSpPr txBox="1">
            <a:spLocks noChangeArrowheads="1"/>
          </p:cNvSpPr>
          <p:nvPr/>
        </p:nvSpPr>
        <p:spPr bwMode="auto">
          <a:xfrm>
            <a:off x="2122488" y="3876675"/>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74x160</a:t>
            </a:r>
          </a:p>
        </p:txBody>
      </p:sp>
      <p:sp>
        <p:nvSpPr>
          <p:cNvPr id="22" name="Text Box 21">
            <a:extLst>
              <a:ext uri="{FF2B5EF4-FFF2-40B4-BE49-F238E27FC236}">
                <a16:creationId xmlns:a16="http://schemas.microsoft.com/office/drawing/2014/main" id="{3EB112CB-4729-37C8-8763-62752438542B}"/>
              </a:ext>
            </a:extLst>
          </p:cNvPr>
          <p:cNvSpPr txBox="1">
            <a:spLocks noChangeArrowheads="1"/>
          </p:cNvSpPr>
          <p:nvPr/>
        </p:nvSpPr>
        <p:spPr bwMode="auto">
          <a:xfrm>
            <a:off x="1373188" y="3929063"/>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CR</a:t>
            </a:r>
          </a:p>
        </p:txBody>
      </p:sp>
      <p:sp>
        <p:nvSpPr>
          <p:cNvPr id="23" name="Text Box 22">
            <a:extLst>
              <a:ext uri="{FF2B5EF4-FFF2-40B4-BE49-F238E27FC236}">
                <a16:creationId xmlns:a16="http://schemas.microsoft.com/office/drawing/2014/main" id="{182FC2B3-6BEC-0580-677D-6199F18A5781}"/>
              </a:ext>
            </a:extLst>
          </p:cNvPr>
          <p:cNvSpPr txBox="1">
            <a:spLocks noChangeArrowheads="1"/>
          </p:cNvSpPr>
          <p:nvPr/>
        </p:nvSpPr>
        <p:spPr bwMode="auto">
          <a:xfrm>
            <a:off x="1881188" y="4289425"/>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D</a:t>
            </a:r>
            <a:r>
              <a:rPr kumimoji="1" lang="en-US" altLang="zh-CN" sz="1600" b="0"/>
              <a:t>3</a:t>
            </a:r>
            <a:r>
              <a:rPr kumimoji="1" lang="en-US" altLang="zh-CN" sz="2400" b="0"/>
              <a:t> D</a:t>
            </a:r>
            <a:r>
              <a:rPr kumimoji="1" lang="en-US" altLang="zh-CN" sz="1600" b="0"/>
              <a:t>2</a:t>
            </a:r>
            <a:r>
              <a:rPr kumimoji="1" lang="en-US" altLang="zh-CN" sz="2400" b="0"/>
              <a:t> D</a:t>
            </a:r>
            <a:r>
              <a:rPr kumimoji="1" lang="en-US" altLang="zh-CN" sz="1600" b="0"/>
              <a:t>1</a:t>
            </a:r>
            <a:r>
              <a:rPr kumimoji="1" lang="en-US" altLang="zh-CN" sz="2400" b="0"/>
              <a:t> D</a:t>
            </a:r>
            <a:r>
              <a:rPr kumimoji="1" lang="en-US" altLang="zh-CN" sz="1600" b="0"/>
              <a:t>0</a:t>
            </a:r>
            <a:endParaRPr kumimoji="1" lang="en-US" altLang="zh-CN" sz="2400" b="0"/>
          </a:p>
        </p:txBody>
      </p:sp>
      <p:grpSp>
        <p:nvGrpSpPr>
          <p:cNvPr id="24" name="Group 23">
            <a:extLst>
              <a:ext uri="{FF2B5EF4-FFF2-40B4-BE49-F238E27FC236}">
                <a16:creationId xmlns:a16="http://schemas.microsoft.com/office/drawing/2014/main" id="{2E8B61AE-FBB2-1B0F-547E-0A404049509E}"/>
              </a:ext>
            </a:extLst>
          </p:cNvPr>
          <p:cNvGrpSpPr>
            <a:grpSpLocks/>
          </p:cNvGrpSpPr>
          <p:nvPr/>
        </p:nvGrpSpPr>
        <p:grpSpPr bwMode="auto">
          <a:xfrm>
            <a:off x="4005263" y="4332288"/>
            <a:ext cx="144462" cy="215900"/>
            <a:chOff x="2041" y="1638"/>
            <a:chExt cx="91" cy="182"/>
          </a:xfrm>
        </p:grpSpPr>
        <p:sp>
          <p:nvSpPr>
            <p:cNvPr id="25" name="Line 24">
              <a:extLst>
                <a:ext uri="{FF2B5EF4-FFF2-40B4-BE49-F238E27FC236}">
                  <a16:creationId xmlns:a16="http://schemas.microsoft.com/office/drawing/2014/main" id="{31B66DA2-7AB2-9232-2F8A-C414CA73910A}"/>
                </a:ext>
              </a:extLst>
            </p:cNvPr>
            <p:cNvSpPr>
              <a:spLocks noChangeShapeType="1"/>
            </p:cNvSpPr>
            <p:nvPr/>
          </p:nvSpPr>
          <p:spPr bwMode="auto">
            <a:xfrm flipH="1">
              <a:off x="2041" y="1638"/>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5">
              <a:extLst>
                <a:ext uri="{FF2B5EF4-FFF2-40B4-BE49-F238E27FC236}">
                  <a16:creationId xmlns:a16="http://schemas.microsoft.com/office/drawing/2014/main" id="{0D985123-8905-FAE6-6C49-7C09C03916C5}"/>
                </a:ext>
              </a:extLst>
            </p:cNvPr>
            <p:cNvSpPr>
              <a:spLocks noChangeShapeType="1"/>
            </p:cNvSpPr>
            <p:nvPr/>
          </p:nvSpPr>
          <p:spPr bwMode="auto">
            <a:xfrm>
              <a:off x="2041" y="1729"/>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7" name="Oval 26">
            <a:extLst>
              <a:ext uri="{FF2B5EF4-FFF2-40B4-BE49-F238E27FC236}">
                <a16:creationId xmlns:a16="http://schemas.microsoft.com/office/drawing/2014/main" id="{E2AC71E9-FE16-FFC5-BCF8-CD9B203527E9}"/>
              </a:ext>
            </a:extLst>
          </p:cNvPr>
          <p:cNvSpPr>
            <a:spLocks noChangeArrowheads="1"/>
          </p:cNvSpPr>
          <p:nvPr/>
        </p:nvSpPr>
        <p:spPr bwMode="auto">
          <a:xfrm rot="10800000">
            <a:off x="1238250" y="4446588"/>
            <a:ext cx="125413" cy="12541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28" name="Oval 27">
            <a:extLst>
              <a:ext uri="{FF2B5EF4-FFF2-40B4-BE49-F238E27FC236}">
                <a16:creationId xmlns:a16="http://schemas.microsoft.com/office/drawing/2014/main" id="{A7F4FA47-5ACA-8771-FD70-8FA2663EF953}"/>
              </a:ext>
            </a:extLst>
          </p:cNvPr>
          <p:cNvSpPr>
            <a:spLocks noChangeArrowheads="1"/>
          </p:cNvSpPr>
          <p:nvPr/>
        </p:nvSpPr>
        <p:spPr bwMode="auto">
          <a:xfrm rot="10800000">
            <a:off x="1238250" y="4086225"/>
            <a:ext cx="125413" cy="125413"/>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29" name="Text Box 29">
            <a:extLst>
              <a:ext uri="{FF2B5EF4-FFF2-40B4-BE49-F238E27FC236}">
                <a16:creationId xmlns:a16="http://schemas.microsoft.com/office/drawing/2014/main" id="{49C5DFFF-21D2-158E-AD54-D444A62EB35C}"/>
              </a:ext>
            </a:extLst>
          </p:cNvPr>
          <p:cNvSpPr txBox="1">
            <a:spLocks noChangeArrowheads="1"/>
          </p:cNvSpPr>
          <p:nvPr/>
        </p:nvSpPr>
        <p:spPr bwMode="auto">
          <a:xfrm>
            <a:off x="1860550" y="2171700"/>
            <a:ext cx="1765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Q</a:t>
            </a:r>
            <a:r>
              <a:rPr kumimoji="1" lang="en-US" altLang="zh-CN" sz="1600"/>
              <a:t>7</a:t>
            </a:r>
            <a:r>
              <a:rPr kumimoji="1" lang="en-US" altLang="zh-CN" sz="2400"/>
              <a:t> Q</a:t>
            </a:r>
            <a:r>
              <a:rPr kumimoji="1" lang="en-US" altLang="zh-CN" sz="1600"/>
              <a:t>6</a:t>
            </a:r>
            <a:r>
              <a:rPr kumimoji="1" lang="en-US" altLang="zh-CN" sz="2400"/>
              <a:t> Q</a:t>
            </a:r>
            <a:r>
              <a:rPr kumimoji="1" lang="en-US" altLang="zh-CN" sz="1600"/>
              <a:t>5</a:t>
            </a:r>
            <a:r>
              <a:rPr kumimoji="1" lang="en-US" altLang="zh-CN" sz="2400"/>
              <a:t> Q</a:t>
            </a:r>
            <a:r>
              <a:rPr kumimoji="1" lang="en-US" altLang="zh-CN" sz="1600"/>
              <a:t>4</a:t>
            </a:r>
          </a:p>
        </p:txBody>
      </p:sp>
      <p:sp>
        <p:nvSpPr>
          <p:cNvPr id="30" name="Text Box 30">
            <a:extLst>
              <a:ext uri="{FF2B5EF4-FFF2-40B4-BE49-F238E27FC236}">
                <a16:creationId xmlns:a16="http://schemas.microsoft.com/office/drawing/2014/main" id="{03C187F0-0659-A629-7655-6E0F1CB21B27}"/>
              </a:ext>
            </a:extLst>
          </p:cNvPr>
          <p:cNvSpPr txBox="1">
            <a:spLocks noChangeArrowheads="1"/>
          </p:cNvSpPr>
          <p:nvPr/>
        </p:nvSpPr>
        <p:spPr bwMode="auto">
          <a:xfrm>
            <a:off x="5216525" y="4325938"/>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PE</a:t>
            </a:r>
          </a:p>
        </p:txBody>
      </p:sp>
      <p:sp>
        <p:nvSpPr>
          <p:cNvPr id="31" name="Rectangle 31">
            <a:extLst>
              <a:ext uri="{FF2B5EF4-FFF2-40B4-BE49-F238E27FC236}">
                <a16:creationId xmlns:a16="http://schemas.microsoft.com/office/drawing/2014/main" id="{3EF73F40-A59E-18F0-25EF-FF6BBB230B59}"/>
              </a:ext>
            </a:extLst>
          </p:cNvPr>
          <p:cNvSpPr>
            <a:spLocks noChangeArrowheads="1"/>
          </p:cNvSpPr>
          <p:nvPr/>
        </p:nvSpPr>
        <p:spPr bwMode="auto">
          <a:xfrm>
            <a:off x="5205413" y="3563938"/>
            <a:ext cx="2806700" cy="1219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endParaRPr kumimoji="1" lang="zh-CN" altLang="en-US" sz="2400" b="0"/>
          </a:p>
        </p:txBody>
      </p:sp>
      <p:sp>
        <p:nvSpPr>
          <p:cNvPr id="32" name="Line 32">
            <a:extLst>
              <a:ext uri="{FF2B5EF4-FFF2-40B4-BE49-F238E27FC236}">
                <a16:creationId xmlns:a16="http://schemas.microsoft.com/office/drawing/2014/main" id="{1DCE71C8-7241-BC4D-8237-A6777C115AAD}"/>
              </a:ext>
            </a:extLst>
          </p:cNvPr>
          <p:cNvSpPr>
            <a:spLocks noChangeShapeType="1"/>
          </p:cNvSpPr>
          <p:nvPr/>
        </p:nvSpPr>
        <p:spPr bwMode="auto">
          <a:xfrm flipV="1">
            <a:off x="8315325" y="3870325"/>
            <a:ext cx="0" cy="301625"/>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33">
            <a:extLst>
              <a:ext uri="{FF2B5EF4-FFF2-40B4-BE49-F238E27FC236}">
                <a16:creationId xmlns:a16="http://schemas.microsoft.com/office/drawing/2014/main" id="{3E119E84-34DB-EC5A-B09A-87E693239F2E}"/>
              </a:ext>
            </a:extLst>
          </p:cNvPr>
          <p:cNvSpPr>
            <a:spLocks noChangeShapeType="1"/>
          </p:cNvSpPr>
          <p:nvPr/>
        </p:nvSpPr>
        <p:spPr bwMode="auto">
          <a:xfrm flipV="1">
            <a:off x="6323013" y="2676525"/>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34">
            <a:extLst>
              <a:ext uri="{FF2B5EF4-FFF2-40B4-BE49-F238E27FC236}">
                <a16:creationId xmlns:a16="http://schemas.microsoft.com/office/drawing/2014/main" id="{5E84B6BE-12F2-4827-E688-294CA46F9AFA}"/>
              </a:ext>
            </a:extLst>
          </p:cNvPr>
          <p:cNvSpPr>
            <a:spLocks noChangeShapeType="1"/>
          </p:cNvSpPr>
          <p:nvPr/>
        </p:nvSpPr>
        <p:spPr bwMode="auto">
          <a:xfrm flipV="1">
            <a:off x="6746875" y="2676525"/>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35">
            <a:extLst>
              <a:ext uri="{FF2B5EF4-FFF2-40B4-BE49-F238E27FC236}">
                <a16:creationId xmlns:a16="http://schemas.microsoft.com/office/drawing/2014/main" id="{7D231B14-7B64-1D35-2A22-8F38224C2B7F}"/>
              </a:ext>
            </a:extLst>
          </p:cNvPr>
          <p:cNvSpPr>
            <a:spLocks noChangeShapeType="1"/>
          </p:cNvSpPr>
          <p:nvPr/>
        </p:nvSpPr>
        <p:spPr bwMode="auto">
          <a:xfrm flipV="1">
            <a:off x="7138988" y="2676525"/>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36">
            <a:extLst>
              <a:ext uri="{FF2B5EF4-FFF2-40B4-BE49-F238E27FC236}">
                <a16:creationId xmlns:a16="http://schemas.microsoft.com/office/drawing/2014/main" id="{10398C6C-CB0A-14E8-9177-C27E4E8A0341}"/>
              </a:ext>
            </a:extLst>
          </p:cNvPr>
          <p:cNvSpPr>
            <a:spLocks noChangeShapeType="1"/>
          </p:cNvSpPr>
          <p:nvPr/>
        </p:nvSpPr>
        <p:spPr bwMode="auto">
          <a:xfrm>
            <a:off x="8010525" y="3868738"/>
            <a:ext cx="6286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37">
            <a:extLst>
              <a:ext uri="{FF2B5EF4-FFF2-40B4-BE49-F238E27FC236}">
                <a16:creationId xmlns:a16="http://schemas.microsoft.com/office/drawing/2014/main" id="{6DE331D2-30FF-2667-BD23-3F3F5F7138D2}"/>
              </a:ext>
            </a:extLst>
          </p:cNvPr>
          <p:cNvSpPr>
            <a:spLocks noChangeShapeType="1"/>
          </p:cNvSpPr>
          <p:nvPr/>
        </p:nvSpPr>
        <p:spPr bwMode="auto">
          <a:xfrm>
            <a:off x="8010525" y="4173538"/>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38">
            <a:extLst>
              <a:ext uri="{FF2B5EF4-FFF2-40B4-BE49-F238E27FC236}">
                <a16:creationId xmlns:a16="http://schemas.microsoft.com/office/drawing/2014/main" id="{53DAB39A-D486-9810-1B7B-85942D824915}"/>
              </a:ext>
            </a:extLst>
          </p:cNvPr>
          <p:cNvSpPr>
            <a:spLocks noChangeShapeType="1"/>
          </p:cNvSpPr>
          <p:nvPr/>
        </p:nvSpPr>
        <p:spPr bwMode="auto">
          <a:xfrm>
            <a:off x="8010525" y="4478338"/>
            <a:ext cx="6286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39">
            <a:extLst>
              <a:ext uri="{FF2B5EF4-FFF2-40B4-BE49-F238E27FC236}">
                <a16:creationId xmlns:a16="http://schemas.microsoft.com/office/drawing/2014/main" id="{CC298A40-3DDC-9111-5844-2E911FDF4A51}"/>
              </a:ext>
            </a:extLst>
          </p:cNvPr>
          <p:cNvSpPr>
            <a:spLocks noChangeShapeType="1"/>
          </p:cNvSpPr>
          <p:nvPr/>
        </p:nvSpPr>
        <p:spPr bwMode="auto">
          <a:xfrm>
            <a:off x="4797425" y="4546600"/>
            <a:ext cx="393700" cy="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40">
            <a:extLst>
              <a:ext uri="{FF2B5EF4-FFF2-40B4-BE49-F238E27FC236}">
                <a16:creationId xmlns:a16="http://schemas.microsoft.com/office/drawing/2014/main" id="{28919605-9272-E4BA-79A1-024BAEEA7749}"/>
              </a:ext>
            </a:extLst>
          </p:cNvPr>
          <p:cNvSpPr>
            <a:spLocks noChangeShapeType="1"/>
          </p:cNvSpPr>
          <p:nvPr/>
        </p:nvSpPr>
        <p:spPr bwMode="auto">
          <a:xfrm>
            <a:off x="4784725" y="4189413"/>
            <a:ext cx="406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Text Box 41">
            <a:extLst>
              <a:ext uri="{FF2B5EF4-FFF2-40B4-BE49-F238E27FC236}">
                <a16:creationId xmlns:a16="http://schemas.microsoft.com/office/drawing/2014/main" id="{AA448AA3-07CA-A69B-7094-0A14B6D35643}"/>
              </a:ext>
            </a:extLst>
          </p:cNvPr>
          <p:cNvSpPr txBox="1">
            <a:spLocks noChangeArrowheads="1"/>
          </p:cNvSpPr>
          <p:nvPr/>
        </p:nvSpPr>
        <p:spPr bwMode="auto">
          <a:xfrm>
            <a:off x="5738813" y="3487738"/>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Q</a:t>
            </a:r>
            <a:r>
              <a:rPr kumimoji="1" lang="en-US" altLang="zh-CN" sz="1600" b="0"/>
              <a:t>3</a:t>
            </a:r>
            <a:r>
              <a:rPr kumimoji="1" lang="en-US" altLang="zh-CN" sz="2400" b="0"/>
              <a:t> Q</a:t>
            </a:r>
            <a:r>
              <a:rPr kumimoji="1" lang="en-US" altLang="zh-CN" sz="1600" b="0"/>
              <a:t>2</a:t>
            </a:r>
            <a:r>
              <a:rPr kumimoji="1" lang="en-US" altLang="zh-CN" sz="2400" b="0"/>
              <a:t> Q</a:t>
            </a:r>
            <a:r>
              <a:rPr kumimoji="1" lang="en-US" altLang="zh-CN" sz="1600" b="0"/>
              <a:t>1</a:t>
            </a:r>
            <a:r>
              <a:rPr kumimoji="1" lang="en-US" altLang="zh-CN" sz="2400" b="0"/>
              <a:t> Q</a:t>
            </a:r>
            <a:r>
              <a:rPr kumimoji="1" lang="en-US" altLang="zh-CN" sz="1600" b="0"/>
              <a:t>0</a:t>
            </a:r>
            <a:endParaRPr kumimoji="1" lang="en-US" altLang="zh-CN" sz="2400" b="0"/>
          </a:p>
        </p:txBody>
      </p:sp>
      <p:sp>
        <p:nvSpPr>
          <p:cNvPr id="42" name="Text Box 42">
            <a:extLst>
              <a:ext uri="{FF2B5EF4-FFF2-40B4-BE49-F238E27FC236}">
                <a16:creationId xmlns:a16="http://schemas.microsoft.com/office/drawing/2014/main" id="{0558A8BC-FD92-ABCA-F231-B3E5211EB9D9}"/>
              </a:ext>
            </a:extLst>
          </p:cNvPr>
          <p:cNvSpPr txBox="1">
            <a:spLocks noChangeArrowheads="1"/>
          </p:cNvSpPr>
          <p:nvPr/>
        </p:nvSpPr>
        <p:spPr bwMode="auto">
          <a:xfrm>
            <a:off x="5207000" y="3581400"/>
            <a:ext cx="573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TC</a:t>
            </a:r>
          </a:p>
        </p:txBody>
      </p:sp>
      <p:sp>
        <p:nvSpPr>
          <p:cNvPr id="43" name="Text Box 43">
            <a:extLst>
              <a:ext uri="{FF2B5EF4-FFF2-40B4-BE49-F238E27FC236}">
                <a16:creationId xmlns:a16="http://schemas.microsoft.com/office/drawing/2014/main" id="{2BBEB755-78F7-9248-84E4-23649A87F33C}"/>
              </a:ext>
            </a:extLst>
          </p:cNvPr>
          <p:cNvSpPr txBox="1">
            <a:spLocks noChangeArrowheads="1"/>
          </p:cNvSpPr>
          <p:nvPr/>
        </p:nvSpPr>
        <p:spPr bwMode="auto">
          <a:xfrm>
            <a:off x="7289800" y="3606800"/>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CET</a:t>
            </a:r>
          </a:p>
        </p:txBody>
      </p:sp>
      <p:sp>
        <p:nvSpPr>
          <p:cNvPr id="44" name="Text Box 44">
            <a:extLst>
              <a:ext uri="{FF2B5EF4-FFF2-40B4-BE49-F238E27FC236}">
                <a16:creationId xmlns:a16="http://schemas.microsoft.com/office/drawing/2014/main" id="{82362FE5-C77C-621D-E958-2226471520DA}"/>
              </a:ext>
            </a:extLst>
          </p:cNvPr>
          <p:cNvSpPr txBox="1">
            <a:spLocks noChangeArrowheads="1"/>
          </p:cNvSpPr>
          <p:nvPr/>
        </p:nvSpPr>
        <p:spPr bwMode="auto">
          <a:xfrm>
            <a:off x="7305675" y="3922713"/>
            <a:ext cx="74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CEP</a:t>
            </a:r>
          </a:p>
        </p:txBody>
      </p:sp>
      <p:sp>
        <p:nvSpPr>
          <p:cNvPr id="45" name="Text Box 45">
            <a:extLst>
              <a:ext uri="{FF2B5EF4-FFF2-40B4-BE49-F238E27FC236}">
                <a16:creationId xmlns:a16="http://schemas.microsoft.com/office/drawing/2014/main" id="{215ADC2D-01AA-3162-7BA7-A998617EE07B}"/>
              </a:ext>
            </a:extLst>
          </p:cNvPr>
          <p:cNvSpPr txBox="1">
            <a:spLocks noChangeArrowheads="1"/>
          </p:cNvSpPr>
          <p:nvPr/>
        </p:nvSpPr>
        <p:spPr bwMode="auto">
          <a:xfrm>
            <a:off x="5964238" y="3913188"/>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74x160</a:t>
            </a:r>
          </a:p>
        </p:txBody>
      </p:sp>
      <p:sp>
        <p:nvSpPr>
          <p:cNvPr id="46" name="Text Box 46">
            <a:extLst>
              <a:ext uri="{FF2B5EF4-FFF2-40B4-BE49-F238E27FC236}">
                <a16:creationId xmlns:a16="http://schemas.microsoft.com/office/drawing/2014/main" id="{85F3916B-6206-9B7D-5511-318DE89699FC}"/>
              </a:ext>
            </a:extLst>
          </p:cNvPr>
          <p:cNvSpPr txBox="1">
            <a:spLocks noChangeArrowheads="1"/>
          </p:cNvSpPr>
          <p:nvPr/>
        </p:nvSpPr>
        <p:spPr bwMode="auto">
          <a:xfrm>
            <a:off x="5203825" y="3965575"/>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CR</a:t>
            </a:r>
          </a:p>
        </p:txBody>
      </p:sp>
      <p:sp>
        <p:nvSpPr>
          <p:cNvPr id="47" name="Text Box 47">
            <a:extLst>
              <a:ext uri="{FF2B5EF4-FFF2-40B4-BE49-F238E27FC236}">
                <a16:creationId xmlns:a16="http://schemas.microsoft.com/office/drawing/2014/main" id="{24464EB3-B6AC-7159-7A92-1C30D67F582F}"/>
              </a:ext>
            </a:extLst>
          </p:cNvPr>
          <p:cNvSpPr txBox="1">
            <a:spLocks noChangeArrowheads="1"/>
          </p:cNvSpPr>
          <p:nvPr/>
        </p:nvSpPr>
        <p:spPr bwMode="auto">
          <a:xfrm>
            <a:off x="5722938" y="4325938"/>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D</a:t>
            </a:r>
            <a:r>
              <a:rPr kumimoji="1" lang="en-US" altLang="zh-CN" sz="1600" b="0"/>
              <a:t>3</a:t>
            </a:r>
            <a:r>
              <a:rPr kumimoji="1" lang="en-US" altLang="zh-CN" sz="2400" b="0"/>
              <a:t> D</a:t>
            </a:r>
            <a:r>
              <a:rPr kumimoji="1" lang="en-US" altLang="zh-CN" sz="1600" b="0"/>
              <a:t>2</a:t>
            </a:r>
            <a:r>
              <a:rPr kumimoji="1" lang="en-US" altLang="zh-CN" sz="2400" b="0"/>
              <a:t> D</a:t>
            </a:r>
            <a:r>
              <a:rPr kumimoji="1" lang="en-US" altLang="zh-CN" sz="1600" b="0"/>
              <a:t>1</a:t>
            </a:r>
            <a:r>
              <a:rPr kumimoji="1" lang="en-US" altLang="zh-CN" sz="2400" b="0"/>
              <a:t> D</a:t>
            </a:r>
            <a:r>
              <a:rPr kumimoji="1" lang="en-US" altLang="zh-CN" sz="1600" b="0"/>
              <a:t>0</a:t>
            </a:r>
            <a:endParaRPr kumimoji="1" lang="en-US" altLang="zh-CN" sz="2400" b="0"/>
          </a:p>
        </p:txBody>
      </p:sp>
      <p:grpSp>
        <p:nvGrpSpPr>
          <p:cNvPr id="48" name="Group 48">
            <a:extLst>
              <a:ext uri="{FF2B5EF4-FFF2-40B4-BE49-F238E27FC236}">
                <a16:creationId xmlns:a16="http://schemas.microsoft.com/office/drawing/2014/main" id="{82B09BE6-2E73-248E-FC40-B31970D21A08}"/>
              </a:ext>
            </a:extLst>
          </p:cNvPr>
          <p:cNvGrpSpPr>
            <a:grpSpLocks/>
          </p:cNvGrpSpPr>
          <p:nvPr/>
        </p:nvGrpSpPr>
        <p:grpSpPr bwMode="auto">
          <a:xfrm>
            <a:off x="7869238" y="4368800"/>
            <a:ext cx="144462" cy="215900"/>
            <a:chOff x="2041" y="1638"/>
            <a:chExt cx="91" cy="182"/>
          </a:xfrm>
        </p:grpSpPr>
        <p:sp>
          <p:nvSpPr>
            <p:cNvPr id="49" name="Line 49">
              <a:extLst>
                <a:ext uri="{FF2B5EF4-FFF2-40B4-BE49-F238E27FC236}">
                  <a16:creationId xmlns:a16="http://schemas.microsoft.com/office/drawing/2014/main" id="{A5E9455A-1CCF-6BE3-5664-38F577A488F0}"/>
                </a:ext>
              </a:extLst>
            </p:cNvPr>
            <p:cNvSpPr>
              <a:spLocks noChangeShapeType="1"/>
            </p:cNvSpPr>
            <p:nvPr/>
          </p:nvSpPr>
          <p:spPr bwMode="auto">
            <a:xfrm flipH="1">
              <a:off x="2041" y="1638"/>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50">
              <a:extLst>
                <a:ext uri="{FF2B5EF4-FFF2-40B4-BE49-F238E27FC236}">
                  <a16:creationId xmlns:a16="http://schemas.microsoft.com/office/drawing/2014/main" id="{B59E5A7D-C05A-6B64-49A5-2ECD8789C11D}"/>
                </a:ext>
              </a:extLst>
            </p:cNvPr>
            <p:cNvSpPr>
              <a:spLocks noChangeShapeType="1"/>
            </p:cNvSpPr>
            <p:nvPr/>
          </p:nvSpPr>
          <p:spPr bwMode="auto">
            <a:xfrm>
              <a:off x="2041" y="1729"/>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 name="Oval 51">
            <a:extLst>
              <a:ext uri="{FF2B5EF4-FFF2-40B4-BE49-F238E27FC236}">
                <a16:creationId xmlns:a16="http://schemas.microsoft.com/office/drawing/2014/main" id="{6A65F800-0A29-1CEF-1876-0A21370EF929}"/>
              </a:ext>
            </a:extLst>
          </p:cNvPr>
          <p:cNvSpPr>
            <a:spLocks noChangeArrowheads="1"/>
          </p:cNvSpPr>
          <p:nvPr/>
        </p:nvSpPr>
        <p:spPr bwMode="auto">
          <a:xfrm rot="10800000">
            <a:off x="5080000" y="4481513"/>
            <a:ext cx="125413" cy="12541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52" name="Oval 52">
            <a:extLst>
              <a:ext uri="{FF2B5EF4-FFF2-40B4-BE49-F238E27FC236}">
                <a16:creationId xmlns:a16="http://schemas.microsoft.com/office/drawing/2014/main" id="{5EBF6F92-ED69-A990-3160-A7C4AC7B8C3F}"/>
              </a:ext>
            </a:extLst>
          </p:cNvPr>
          <p:cNvSpPr>
            <a:spLocks noChangeArrowheads="1"/>
          </p:cNvSpPr>
          <p:nvPr/>
        </p:nvSpPr>
        <p:spPr bwMode="auto">
          <a:xfrm rot="10800000">
            <a:off x="5080000" y="4122738"/>
            <a:ext cx="125413" cy="12541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53" name="Text Box 53">
            <a:extLst>
              <a:ext uri="{FF2B5EF4-FFF2-40B4-BE49-F238E27FC236}">
                <a16:creationId xmlns:a16="http://schemas.microsoft.com/office/drawing/2014/main" id="{E4443464-68A9-87B7-249D-0AD733CB3417}"/>
              </a:ext>
            </a:extLst>
          </p:cNvPr>
          <p:cNvSpPr txBox="1">
            <a:spLocks noChangeArrowheads="1"/>
          </p:cNvSpPr>
          <p:nvPr/>
        </p:nvSpPr>
        <p:spPr bwMode="auto">
          <a:xfrm>
            <a:off x="8639175" y="4302125"/>
            <a:ext cx="53975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CP</a:t>
            </a:r>
            <a:endParaRPr kumimoji="1" lang="en-US" altLang="zh-CN" sz="1600" baseline="-25000"/>
          </a:p>
        </p:txBody>
      </p:sp>
      <p:sp>
        <p:nvSpPr>
          <p:cNvPr id="54" name="Text Box 54">
            <a:extLst>
              <a:ext uri="{FF2B5EF4-FFF2-40B4-BE49-F238E27FC236}">
                <a16:creationId xmlns:a16="http://schemas.microsoft.com/office/drawing/2014/main" id="{80A5A7E8-49E4-BD80-5EF0-9206DFF4879A}"/>
              </a:ext>
            </a:extLst>
          </p:cNvPr>
          <p:cNvSpPr txBox="1">
            <a:spLocks noChangeArrowheads="1"/>
          </p:cNvSpPr>
          <p:nvPr/>
        </p:nvSpPr>
        <p:spPr bwMode="auto">
          <a:xfrm>
            <a:off x="8712200" y="3686175"/>
            <a:ext cx="1428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1</a:t>
            </a:r>
            <a:endParaRPr kumimoji="1" lang="en-US" altLang="zh-CN" sz="2400" baseline="-25000"/>
          </a:p>
        </p:txBody>
      </p:sp>
      <p:sp>
        <p:nvSpPr>
          <p:cNvPr id="55" name="Text Box 55">
            <a:extLst>
              <a:ext uri="{FF2B5EF4-FFF2-40B4-BE49-F238E27FC236}">
                <a16:creationId xmlns:a16="http://schemas.microsoft.com/office/drawing/2014/main" id="{BFEFD9D6-E2CF-C6EB-7E65-86A9DB09044F}"/>
              </a:ext>
            </a:extLst>
          </p:cNvPr>
          <p:cNvSpPr txBox="1">
            <a:spLocks noChangeArrowheads="1"/>
          </p:cNvSpPr>
          <p:nvPr/>
        </p:nvSpPr>
        <p:spPr bwMode="auto">
          <a:xfrm>
            <a:off x="4727575" y="4940300"/>
            <a:ext cx="1428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1</a:t>
            </a:r>
            <a:endParaRPr kumimoji="1" lang="en-US" altLang="zh-CN" sz="2400" baseline="-25000"/>
          </a:p>
        </p:txBody>
      </p:sp>
      <p:sp>
        <p:nvSpPr>
          <p:cNvPr id="56" name="Text Box 56">
            <a:extLst>
              <a:ext uri="{FF2B5EF4-FFF2-40B4-BE49-F238E27FC236}">
                <a16:creationId xmlns:a16="http://schemas.microsoft.com/office/drawing/2014/main" id="{BEA7F525-C06A-B050-2E52-67AEDF2254AC}"/>
              </a:ext>
            </a:extLst>
          </p:cNvPr>
          <p:cNvSpPr txBox="1">
            <a:spLocks noChangeArrowheads="1"/>
          </p:cNvSpPr>
          <p:nvPr/>
        </p:nvSpPr>
        <p:spPr bwMode="auto">
          <a:xfrm>
            <a:off x="5672138" y="2208213"/>
            <a:ext cx="1765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Q</a:t>
            </a:r>
            <a:r>
              <a:rPr kumimoji="1" lang="en-US" altLang="zh-CN" sz="1600"/>
              <a:t>3</a:t>
            </a:r>
            <a:r>
              <a:rPr kumimoji="1" lang="en-US" altLang="zh-CN" sz="2400"/>
              <a:t> Q</a:t>
            </a:r>
            <a:r>
              <a:rPr kumimoji="1" lang="en-US" altLang="zh-CN" sz="1600"/>
              <a:t>2</a:t>
            </a:r>
            <a:r>
              <a:rPr kumimoji="1" lang="en-US" altLang="zh-CN" sz="2400"/>
              <a:t> Q</a:t>
            </a:r>
            <a:r>
              <a:rPr kumimoji="1" lang="en-US" altLang="zh-CN" sz="1600"/>
              <a:t>1</a:t>
            </a:r>
            <a:r>
              <a:rPr kumimoji="1" lang="en-US" altLang="zh-CN" sz="2400"/>
              <a:t> Q</a:t>
            </a:r>
            <a:r>
              <a:rPr kumimoji="1" lang="en-US" altLang="zh-CN" sz="1600"/>
              <a:t>0</a:t>
            </a:r>
          </a:p>
        </p:txBody>
      </p:sp>
      <p:sp>
        <p:nvSpPr>
          <p:cNvPr id="57" name="Line 57">
            <a:extLst>
              <a:ext uri="{FF2B5EF4-FFF2-40B4-BE49-F238E27FC236}">
                <a16:creationId xmlns:a16="http://schemas.microsoft.com/office/drawing/2014/main" id="{C9906251-F380-FAF9-84B4-02DEB9D727CF}"/>
              </a:ext>
            </a:extLst>
          </p:cNvPr>
          <p:cNvSpPr>
            <a:spLocks noChangeShapeType="1"/>
          </p:cNvSpPr>
          <p:nvPr/>
        </p:nvSpPr>
        <p:spPr bwMode="auto">
          <a:xfrm>
            <a:off x="4159250" y="3829050"/>
            <a:ext cx="10461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58">
            <a:extLst>
              <a:ext uri="{FF2B5EF4-FFF2-40B4-BE49-F238E27FC236}">
                <a16:creationId xmlns:a16="http://schemas.microsoft.com/office/drawing/2014/main" id="{4036BD73-96E4-FF98-E974-4B0F4CAC0212}"/>
              </a:ext>
            </a:extLst>
          </p:cNvPr>
          <p:cNvSpPr>
            <a:spLocks noChangeShapeType="1"/>
          </p:cNvSpPr>
          <p:nvPr/>
        </p:nvSpPr>
        <p:spPr bwMode="auto">
          <a:xfrm flipV="1">
            <a:off x="4797425" y="4175125"/>
            <a:ext cx="0" cy="696913"/>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59">
            <a:extLst>
              <a:ext uri="{FF2B5EF4-FFF2-40B4-BE49-F238E27FC236}">
                <a16:creationId xmlns:a16="http://schemas.microsoft.com/office/drawing/2014/main" id="{53A6204A-85CD-7668-1EBE-5C450AD68024}"/>
              </a:ext>
            </a:extLst>
          </p:cNvPr>
          <p:cNvSpPr>
            <a:spLocks noChangeShapeType="1"/>
          </p:cNvSpPr>
          <p:nvPr/>
        </p:nvSpPr>
        <p:spPr bwMode="auto">
          <a:xfrm flipV="1">
            <a:off x="5924550" y="4794250"/>
            <a:ext cx="0" cy="555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Line 60">
            <a:extLst>
              <a:ext uri="{FF2B5EF4-FFF2-40B4-BE49-F238E27FC236}">
                <a16:creationId xmlns:a16="http://schemas.microsoft.com/office/drawing/2014/main" id="{0A114264-7E2F-5A61-528A-0B205E261643}"/>
              </a:ext>
            </a:extLst>
          </p:cNvPr>
          <p:cNvSpPr>
            <a:spLocks noChangeShapeType="1"/>
          </p:cNvSpPr>
          <p:nvPr/>
        </p:nvSpPr>
        <p:spPr bwMode="auto">
          <a:xfrm flipV="1">
            <a:off x="6323013" y="4787900"/>
            <a:ext cx="0" cy="301625"/>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Line 61">
            <a:extLst>
              <a:ext uri="{FF2B5EF4-FFF2-40B4-BE49-F238E27FC236}">
                <a16:creationId xmlns:a16="http://schemas.microsoft.com/office/drawing/2014/main" id="{46E0F233-C78D-7A81-0591-7D389A466AA8}"/>
              </a:ext>
            </a:extLst>
          </p:cNvPr>
          <p:cNvSpPr>
            <a:spLocks noChangeShapeType="1"/>
          </p:cNvSpPr>
          <p:nvPr/>
        </p:nvSpPr>
        <p:spPr bwMode="auto">
          <a:xfrm flipV="1">
            <a:off x="6746875" y="4787900"/>
            <a:ext cx="0" cy="301625"/>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62">
            <a:extLst>
              <a:ext uri="{FF2B5EF4-FFF2-40B4-BE49-F238E27FC236}">
                <a16:creationId xmlns:a16="http://schemas.microsoft.com/office/drawing/2014/main" id="{96FD2AEF-357C-0147-7E6A-045EE082CAB9}"/>
              </a:ext>
            </a:extLst>
          </p:cNvPr>
          <p:cNvSpPr>
            <a:spLocks noChangeShapeType="1"/>
          </p:cNvSpPr>
          <p:nvPr/>
        </p:nvSpPr>
        <p:spPr bwMode="auto">
          <a:xfrm flipV="1">
            <a:off x="7138988" y="4787900"/>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63">
            <a:extLst>
              <a:ext uri="{FF2B5EF4-FFF2-40B4-BE49-F238E27FC236}">
                <a16:creationId xmlns:a16="http://schemas.microsoft.com/office/drawing/2014/main" id="{13948FDF-CA0F-3543-4010-9EC0FCB8D8A9}"/>
              </a:ext>
            </a:extLst>
          </p:cNvPr>
          <p:cNvSpPr>
            <a:spLocks noChangeShapeType="1"/>
          </p:cNvSpPr>
          <p:nvPr/>
        </p:nvSpPr>
        <p:spPr bwMode="auto">
          <a:xfrm>
            <a:off x="5924550" y="5097463"/>
            <a:ext cx="1223963" cy="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Line 64">
            <a:extLst>
              <a:ext uri="{FF2B5EF4-FFF2-40B4-BE49-F238E27FC236}">
                <a16:creationId xmlns:a16="http://schemas.microsoft.com/office/drawing/2014/main" id="{13C5E2B1-0809-0E8B-308E-516C5AEBAAEF}"/>
              </a:ext>
            </a:extLst>
          </p:cNvPr>
          <p:cNvSpPr>
            <a:spLocks noChangeShapeType="1"/>
          </p:cNvSpPr>
          <p:nvPr/>
        </p:nvSpPr>
        <p:spPr bwMode="auto">
          <a:xfrm>
            <a:off x="5780088" y="5349875"/>
            <a:ext cx="28892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65">
            <a:extLst>
              <a:ext uri="{FF2B5EF4-FFF2-40B4-BE49-F238E27FC236}">
                <a16:creationId xmlns:a16="http://schemas.microsoft.com/office/drawing/2014/main" id="{CD1DEFCF-B4ED-EF53-B83B-4C0CEA787EF7}"/>
              </a:ext>
            </a:extLst>
          </p:cNvPr>
          <p:cNvSpPr>
            <a:spLocks noChangeShapeType="1"/>
          </p:cNvSpPr>
          <p:nvPr/>
        </p:nvSpPr>
        <p:spPr bwMode="auto">
          <a:xfrm flipV="1">
            <a:off x="8315325" y="4464050"/>
            <a:ext cx="0" cy="1042988"/>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66">
            <a:extLst>
              <a:ext uri="{FF2B5EF4-FFF2-40B4-BE49-F238E27FC236}">
                <a16:creationId xmlns:a16="http://schemas.microsoft.com/office/drawing/2014/main" id="{6A935F50-767D-EA8E-6FA2-96F92F82E785}"/>
              </a:ext>
            </a:extLst>
          </p:cNvPr>
          <p:cNvSpPr>
            <a:spLocks noChangeShapeType="1"/>
          </p:cNvSpPr>
          <p:nvPr/>
        </p:nvSpPr>
        <p:spPr bwMode="auto">
          <a:xfrm flipV="1">
            <a:off x="4451350" y="4429125"/>
            <a:ext cx="0" cy="1077913"/>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67">
            <a:extLst>
              <a:ext uri="{FF2B5EF4-FFF2-40B4-BE49-F238E27FC236}">
                <a16:creationId xmlns:a16="http://schemas.microsoft.com/office/drawing/2014/main" id="{040CDC74-5EF0-47A8-4D6E-726B07C5B2A7}"/>
              </a:ext>
            </a:extLst>
          </p:cNvPr>
          <p:cNvSpPr>
            <a:spLocks noChangeShapeType="1"/>
          </p:cNvSpPr>
          <p:nvPr/>
        </p:nvSpPr>
        <p:spPr bwMode="auto">
          <a:xfrm>
            <a:off x="4460875" y="5507038"/>
            <a:ext cx="38528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Line 68">
            <a:extLst>
              <a:ext uri="{FF2B5EF4-FFF2-40B4-BE49-F238E27FC236}">
                <a16:creationId xmlns:a16="http://schemas.microsoft.com/office/drawing/2014/main" id="{7CF53B15-2F27-39A6-93D6-7709187411E3}"/>
              </a:ext>
            </a:extLst>
          </p:cNvPr>
          <p:cNvSpPr>
            <a:spLocks noChangeShapeType="1"/>
          </p:cNvSpPr>
          <p:nvPr/>
        </p:nvSpPr>
        <p:spPr bwMode="auto">
          <a:xfrm flipV="1">
            <a:off x="5924550" y="2681288"/>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 name="Line 69">
            <a:extLst>
              <a:ext uri="{FF2B5EF4-FFF2-40B4-BE49-F238E27FC236}">
                <a16:creationId xmlns:a16="http://schemas.microsoft.com/office/drawing/2014/main" id="{1E26C3E3-5985-E829-7500-E9E048BE1546}"/>
              </a:ext>
            </a:extLst>
          </p:cNvPr>
          <p:cNvSpPr>
            <a:spLocks noChangeShapeType="1"/>
          </p:cNvSpPr>
          <p:nvPr/>
        </p:nvSpPr>
        <p:spPr bwMode="auto">
          <a:xfrm flipV="1">
            <a:off x="2073275" y="4757738"/>
            <a:ext cx="0" cy="555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Line 70">
            <a:extLst>
              <a:ext uri="{FF2B5EF4-FFF2-40B4-BE49-F238E27FC236}">
                <a16:creationId xmlns:a16="http://schemas.microsoft.com/office/drawing/2014/main" id="{C24F7C24-C4E5-EA1E-20D6-CEFFBBFA61A5}"/>
              </a:ext>
            </a:extLst>
          </p:cNvPr>
          <p:cNvSpPr>
            <a:spLocks noChangeShapeType="1"/>
          </p:cNvSpPr>
          <p:nvPr/>
        </p:nvSpPr>
        <p:spPr bwMode="auto">
          <a:xfrm flipV="1">
            <a:off x="2471738" y="4751388"/>
            <a:ext cx="0" cy="301625"/>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Line 71">
            <a:extLst>
              <a:ext uri="{FF2B5EF4-FFF2-40B4-BE49-F238E27FC236}">
                <a16:creationId xmlns:a16="http://schemas.microsoft.com/office/drawing/2014/main" id="{79765A66-0FAF-5D50-CFAC-C8C20322EDA7}"/>
              </a:ext>
            </a:extLst>
          </p:cNvPr>
          <p:cNvSpPr>
            <a:spLocks noChangeShapeType="1"/>
          </p:cNvSpPr>
          <p:nvPr/>
        </p:nvSpPr>
        <p:spPr bwMode="auto">
          <a:xfrm flipV="1">
            <a:off x="2895600" y="4751388"/>
            <a:ext cx="0" cy="301625"/>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Line 72">
            <a:extLst>
              <a:ext uri="{FF2B5EF4-FFF2-40B4-BE49-F238E27FC236}">
                <a16:creationId xmlns:a16="http://schemas.microsoft.com/office/drawing/2014/main" id="{35F4D71E-CA24-920D-0C65-658EAAF29A48}"/>
              </a:ext>
            </a:extLst>
          </p:cNvPr>
          <p:cNvSpPr>
            <a:spLocks noChangeShapeType="1"/>
          </p:cNvSpPr>
          <p:nvPr/>
        </p:nvSpPr>
        <p:spPr bwMode="auto">
          <a:xfrm flipV="1">
            <a:off x="3287713" y="4751388"/>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 name="Line 73">
            <a:extLst>
              <a:ext uri="{FF2B5EF4-FFF2-40B4-BE49-F238E27FC236}">
                <a16:creationId xmlns:a16="http://schemas.microsoft.com/office/drawing/2014/main" id="{2B0DD84C-9BEB-02A4-DE56-6EDD435BA079}"/>
              </a:ext>
            </a:extLst>
          </p:cNvPr>
          <p:cNvSpPr>
            <a:spLocks noChangeShapeType="1"/>
          </p:cNvSpPr>
          <p:nvPr/>
        </p:nvSpPr>
        <p:spPr bwMode="auto">
          <a:xfrm>
            <a:off x="2073275" y="5060950"/>
            <a:ext cx="1223963" cy="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 name="Line 74">
            <a:extLst>
              <a:ext uri="{FF2B5EF4-FFF2-40B4-BE49-F238E27FC236}">
                <a16:creationId xmlns:a16="http://schemas.microsoft.com/office/drawing/2014/main" id="{265BDE2B-024C-E45A-89EE-F7F79B3D1F8B}"/>
              </a:ext>
            </a:extLst>
          </p:cNvPr>
          <p:cNvSpPr>
            <a:spLocks noChangeShapeType="1"/>
          </p:cNvSpPr>
          <p:nvPr/>
        </p:nvSpPr>
        <p:spPr bwMode="auto">
          <a:xfrm>
            <a:off x="1928813" y="5313363"/>
            <a:ext cx="28892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 name="Line 75">
            <a:extLst>
              <a:ext uri="{FF2B5EF4-FFF2-40B4-BE49-F238E27FC236}">
                <a16:creationId xmlns:a16="http://schemas.microsoft.com/office/drawing/2014/main" id="{A228E0A0-768D-20A2-69F9-EEAE089F90F1}"/>
              </a:ext>
            </a:extLst>
          </p:cNvPr>
          <p:cNvSpPr>
            <a:spLocks noChangeShapeType="1"/>
          </p:cNvSpPr>
          <p:nvPr/>
        </p:nvSpPr>
        <p:spPr bwMode="auto">
          <a:xfrm flipV="1">
            <a:off x="4473575" y="3838575"/>
            <a:ext cx="0" cy="301625"/>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Rectangle 76">
            <a:extLst>
              <a:ext uri="{FF2B5EF4-FFF2-40B4-BE49-F238E27FC236}">
                <a16:creationId xmlns:a16="http://schemas.microsoft.com/office/drawing/2014/main" id="{EDECBE80-861A-BD99-A03D-E4FDF559A79B}"/>
              </a:ext>
            </a:extLst>
          </p:cNvPr>
          <p:cNvSpPr>
            <a:spLocks noChangeArrowheads="1"/>
          </p:cNvSpPr>
          <p:nvPr/>
        </p:nvSpPr>
        <p:spPr bwMode="auto">
          <a:xfrm>
            <a:off x="1363663" y="3527425"/>
            <a:ext cx="2795587" cy="1219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endParaRPr kumimoji="1" lang="zh-CN" altLang="en-US" sz="2400" b="0"/>
          </a:p>
        </p:txBody>
      </p:sp>
      <p:sp>
        <p:nvSpPr>
          <p:cNvPr id="77" name="Line 97">
            <a:extLst>
              <a:ext uri="{FF2B5EF4-FFF2-40B4-BE49-F238E27FC236}">
                <a16:creationId xmlns:a16="http://schemas.microsoft.com/office/drawing/2014/main" id="{B9436021-8CDC-A1AC-70CA-8B2B694CA33D}"/>
              </a:ext>
            </a:extLst>
          </p:cNvPr>
          <p:cNvSpPr>
            <a:spLocks noChangeShapeType="1"/>
          </p:cNvSpPr>
          <p:nvPr/>
        </p:nvSpPr>
        <p:spPr bwMode="auto">
          <a:xfrm flipV="1">
            <a:off x="2111375" y="2640013"/>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7291876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AFA872-25A8-7760-4D86-0E82491515BA}"/>
              </a:ext>
            </a:extLst>
          </p:cNvPr>
          <p:cNvSpPr>
            <a:spLocks noGrp="1"/>
          </p:cNvSpPr>
          <p:nvPr>
            <p:ph type="title"/>
          </p:nvPr>
        </p:nvSpPr>
        <p:spPr/>
        <p:txBody>
          <a:bodyPr>
            <a:normAutofit fontScale="90000"/>
          </a:bodyPr>
          <a:lstStyle/>
          <a:p>
            <a:r>
              <a:rPr lang="zh-CN" altLang="en-US" dirty="0"/>
              <a:t>示例</a:t>
            </a:r>
            <a:r>
              <a:rPr lang="en-US" altLang="zh-CN" dirty="0"/>
              <a:t>3</a:t>
            </a:r>
            <a:r>
              <a:rPr lang="en-US" altLang="ja-JP" dirty="0"/>
              <a:t>:</a:t>
            </a:r>
            <a:r>
              <a:rPr lang="en-US" altLang="zh-CN" dirty="0"/>
              <a:t> </a:t>
            </a:r>
            <a:r>
              <a:rPr lang="zh-CN" altLang="en-US" dirty="0"/>
              <a:t>用</a:t>
            </a:r>
            <a:r>
              <a:rPr lang="en-US" altLang="zh-CN" dirty="0"/>
              <a:t>74x160</a:t>
            </a:r>
            <a:r>
              <a:rPr lang="zh-CN" altLang="en-US" dirty="0"/>
              <a:t>构成</a:t>
            </a:r>
            <a:r>
              <a:rPr lang="en-US" altLang="zh-CN" dirty="0"/>
              <a:t>60</a:t>
            </a:r>
            <a:r>
              <a:rPr lang="zh-CN" altLang="en-US" dirty="0"/>
              <a:t>进制</a:t>
            </a:r>
            <a:r>
              <a:rPr lang="en-US" altLang="zh-CN" dirty="0"/>
              <a:t> (1)</a:t>
            </a:r>
            <a:endParaRPr kumimoji="1" lang="zh-CN" altLang="en-US" dirty="0"/>
          </a:p>
        </p:txBody>
      </p:sp>
      <p:sp>
        <p:nvSpPr>
          <p:cNvPr id="3" name="内容占位符 2">
            <a:extLst>
              <a:ext uri="{FF2B5EF4-FFF2-40B4-BE49-F238E27FC236}">
                <a16:creationId xmlns:a16="http://schemas.microsoft.com/office/drawing/2014/main" id="{59BEE62A-2DA7-B540-9114-AB397F0EB709}"/>
              </a:ext>
            </a:extLst>
          </p:cNvPr>
          <p:cNvSpPr>
            <a:spLocks noGrp="1"/>
          </p:cNvSpPr>
          <p:nvPr>
            <p:ph idx="1"/>
          </p:nvPr>
        </p:nvSpPr>
        <p:spPr/>
        <p:txBody>
          <a:bodyPr/>
          <a:lstStyle/>
          <a:p>
            <a:r>
              <a:rPr lang="en-US" altLang="zh-CN" dirty="0"/>
              <a:t>74x160</a:t>
            </a:r>
            <a:r>
              <a:rPr lang="zh-CN" altLang="en-US" dirty="0"/>
              <a:t>：异步清零四位同步十进制计数器</a:t>
            </a:r>
          </a:p>
          <a:p>
            <a:endParaRPr kumimoji="1" lang="zh-CN" altLang="en-US" dirty="0"/>
          </a:p>
        </p:txBody>
      </p:sp>
      <p:sp>
        <p:nvSpPr>
          <p:cNvPr id="4" name="页脚占位符 3">
            <a:extLst>
              <a:ext uri="{FF2B5EF4-FFF2-40B4-BE49-F238E27FC236}">
                <a16:creationId xmlns:a16="http://schemas.microsoft.com/office/drawing/2014/main" id="{6E046E6A-FBC3-79CD-BD65-65E0EC2E58AF}"/>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179B6F79-E1FA-0405-FFF5-70411E81ADE7}"/>
              </a:ext>
            </a:extLst>
          </p:cNvPr>
          <p:cNvSpPr>
            <a:spLocks noGrp="1"/>
          </p:cNvSpPr>
          <p:nvPr>
            <p:ph type="sldNum" sz="quarter" idx="12"/>
          </p:nvPr>
        </p:nvSpPr>
        <p:spPr/>
        <p:txBody>
          <a:bodyPr/>
          <a:lstStyle/>
          <a:p>
            <a:fld id="{9E260BC5-5BF3-8746-862B-DC45E9CAA88B}" type="slidenum">
              <a:rPr lang="en-US" smtClean="0"/>
              <a:pPr/>
              <a:t>22</a:t>
            </a:fld>
            <a:r>
              <a:rPr lang="en-US" altLang="zh-CN" dirty="0"/>
              <a:t>/34</a:t>
            </a:r>
            <a:endParaRPr lang="en-US" dirty="0"/>
          </a:p>
        </p:txBody>
      </p:sp>
      <p:grpSp>
        <p:nvGrpSpPr>
          <p:cNvPr id="6" name="Group 99">
            <a:extLst>
              <a:ext uri="{FF2B5EF4-FFF2-40B4-BE49-F238E27FC236}">
                <a16:creationId xmlns:a16="http://schemas.microsoft.com/office/drawing/2014/main" id="{54605F17-17C4-9FC0-53EE-3CC2F9221358}"/>
              </a:ext>
            </a:extLst>
          </p:cNvPr>
          <p:cNvGrpSpPr>
            <a:grpSpLocks/>
          </p:cNvGrpSpPr>
          <p:nvPr/>
        </p:nvGrpSpPr>
        <p:grpSpPr bwMode="auto">
          <a:xfrm>
            <a:off x="2295799" y="2818994"/>
            <a:ext cx="2482850" cy="755650"/>
            <a:chOff x="1135" y="2312"/>
            <a:chExt cx="1564" cy="476"/>
          </a:xfrm>
        </p:grpSpPr>
        <p:sp>
          <p:nvSpPr>
            <p:cNvPr id="7" name="Line 85">
              <a:extLst>
                <a:ext uri="{FF2B5EF4-FFF2-40B4-BE49-F238E27FC236}">
                  <a16:creationId xmlns:a16="http://schemas.microsoft.com/office/drawing/2014/main" id="{8E7DD567-EBCF-647D-2964-3593F540578A}"/>
                </a:ext>
              </a:extLst>
            </p:cNvPr>
            <p:cNvSpPr>
              <a:spLocks noChangeShapeType="1"/>
            </p:cNvSpPr>
            <p:nvPr/>
          </p:nvSpPr>
          <p:spPr bwMode="auto">
            <a:xfrm>
              <a:off x="2692" y="2312"/>
              <a:ext cx="0" cy="476"/>
            </a:xfrm>
            <a:prstGeom prst="line">
              <a:avLst/>
            </a:prstGeom>
            <a:noFill/>
            <a:ln w="28575">
              <a:solidFill>
                <a:srgbClr val="0000FF"/>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87">
              <a:extLst>
                <a:ext uri="{FF2B5EF4-FFF2-40B4-BE49-F238E27FC236}">
                  <a16:creationId xmlns:a16="http://schemas.microsoft.com/office/drawing/2014/main" id="{D811EA2E-FAD7-B48D-D790-805658C08FD5}"/>
                </a:ext>
              </a:extLst>
            </p:cNvPr>
            <p:cNvSpPr>
              <a:spLocks noChangeShapeType="1"/>
            </p:cNvSpPr>
            <p:nvPr/>
          </p:nvSpPr>
          <p:spPr bwMode="auto">
            <a:xfrm>
              <a:off x="1135" y="2312"/>
              <a:ext cx="1564"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 name="Text Box 3">
            <a:extLst>
              <a:ext uri="{FF2B5EF4-FFF2-40B4-BE49-F238E27FC236}">
                <a16:creationId xmlns:a16="http://schemas.microsoft.com/office/drawing/2014/main" id="{94AB6736-D982-8C89-A609-48781DEA16CB}"/>
              </a:ext>
            </a:extLst>
          </p:cNvPr>
          <p:cNvSpPr txBox="1">
            <a:spLocks noChangeArrowheads="1"/>
          </p:cNvSpPr>
          <p:nvPr/>
        </p:nvSpPr>
        <p:spPr bwMode="auto">
          <a:xfrm>
            <a:off x="5570811" y="1269594"/>
            <a:ext cx="2440092" cy="461665"/>
          </a:xfrm>
          <a:prstGeom prst="rect">
            <a:avLst/>
          </a:prstGeom>
          <a:solidFill>
            <a:schemeClr val="accent1">
              <a:lumMod val="20000"/>
              <a:lumOff val="80000"/>
            </a:schemeClr>
          </a:solidFill>
          <a:ln w="9525">
            <a:solidFill>
              <a:srgbClr val="000000"/>
            </a:solidFill>
            <a:miter lim="800000"/>
            <a:headEnd/>
            <a:tailEnd/>
          </a:ln>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dirty="0">
                <a:latin typeface="+mj-ea"/>
                <a:ea typeface="+mj-ea"/>
              </a:rPr>
              <a:t>M = 60 = 6</a:t>
            </a:r>
            <a:r>
              <a:rPr lang="en-US" altLang="zh-CN" sz="2400" b="0" dirty="0">
                <a:latin typeface="Microsoft YaHei" panose="020B0503020204020204" pitchFamily="34" charset="-122"/>
                <a:ea typeface="Microsoft YaHei" panose="020B0503020204020204" pitchFamily="34" charset="-122"/>
              </a:rPr>
              <a:t>×</a:t>
            </a:r>
            <a:r>
              <a:rPr lang="en-US" altLang="zh-CN" sz="2400" b="0" dirty="0">
                <a:latin typeface="+mj-ea"/>
                <a:ea typeface="+mj-ea"/>
              </a:rPr>
              <a:t>10</a:t>
            </a:r>
          </a:p>
        </p:txBody>
      </p:sp>
      <p:sp>
        <p:nvSpPr>
          <p:cNvPr id="10" name="Line 4">
            <a:extLst>
              <a:ext uri="{FF2B5EF4-FFF2-40B4-BE49-F238E27FC236}">
                <a16:creationId xmlns:a16="http://schemas.microsoft.com/office/drawing/2014/main" id="{E0DCDFF7-258C-6871-2E3A-DC852D14C3F5}"/>
              </a:ext>
            </a:extLst>
          </p:cNvPr>
          <p:cNvSpPr>
            <a:spLocks noChangeShapeType="1"/>
          </p:cNvSpPr>
          <p:nvPr/>
        </p:nvSpPr>
        <p:spPr bwMode="auto">
          <a:xfrm>
            <a:off x="1071836" y="4246156"/>
            <a:ext cx="584200" cy="0"/>
          </a:xfrm>
          <a:prstGeom prst="line">
            <a:avLst/>
          </a:prstGeom>
          <a:noFill/>
          <a:ln w="28575">
            <a:solidFill>
              <a:schemeClr val="tx1"/>
            </a:solidFill>
            <a:round/>
            <a:headEnd type="none"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Text Box 5">
            <a:extLst>
              <a:ext uri="{FF2B5EF4-FFF2-40B4-BE49-F238E27FC236}">
                <a16:creationId xmlns:a16="http://schemas.microsoft.com/office/drawing/2014/main" id="{05EDB175-AF2F-1D3A-B618-B83EAD0594D4}"/>
              </a:ext>
            </a:extLst>
          </p:cNvPr>
          <p:cNvSpPr txBox="1">
            <a:spLocks noChangeArrowheads="1"/>
          </p:cNvSpPr>
          <p:nvPr/>
        </p:nvSpPr>
        <p:spPr bwMode="auto">
          <a:xfrm>
            <a:off x="1668736" y="4036606"/>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PE</a:t>
            </a:r>
          </a:p>
        </p:txBody>
      </p:sp>
      <p:grpSp>
        <p:nvGrpSpPr>
          <p:cNvPr id="12" name="Group 6">
            <a:extLst>
              <a:ext uri="{FF2B5EF4-FFF2-40B4-BE49-F238E27FC236}">
                <a16:creationId xmlns:a16="http://schemas.microsoft.com/office/drawing/2014/main" id="{66468CFD-74AB-BD22-CCEE-C90C394D55EB}"/>
              </a:ext>
            </a:extLst>
          </p:cNvPr>
          <p:cNvGrpSpPr>
            <a:grpSpLocks/>
          </p:cNvGrpSpPr>
          <p:nvPr/>
        </p:nvGrpSpPr>
        <p:grpSpPr bwMode="auto">
          <a:xfrm>
            <a:off x="2775224" y="2387194"/>
            <a:ext cx="815975" cy="882650"/>
            <a:chOff x="3999" y="1052"/>
            <a:chExt cx="514" cy="666"/>
          </a:xfrm>
        </p:grpSpPr>
        <p:sp>
          <p:nvSpPr>
            <p:cNvPr id="13" name="Line 7">
              <a:extLst>
                <a:ext uri="{FF2B5EF4-FFF2-40B4-BE49-F238E27FC236}">
                  <a16:creationId xmlns:a16="http://schemas.microsoft.com/office/drawing/2014/main" id="{7FF8B62D-BC2C-0809-EE53-17EBB06AD3D3}"/>
                </a:ext>
              </a:extLst>
            </p:cNvPr>
            <p:cNvSpPr>
              <a:spLocks noChangeShapeType="1"/>
            </p:cNvSpPr>
            <p:nvPr/>
          </p:nvSpPr>
          <p:spPr bwMode="auto">
            <a:xfrm flipV="1">
              <a:off x="3999" y="1052"/>
              <a:ext cx="0" cy="66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8">
              <a:extLst>
                <a:ext uri="{FF2B5EF4-FFF2-40B4-BE49-F238E27FC236}">
                  <a16:creationId xmlns:a16="http://schemas.microsoft.com/office/drawing/2014/main" id="{6403C541-84F4-9043-D90D-8AE42C0FB0EB}"/>
                </a:ext>
              </a:extLst>
            </p:cNvPr>
            <p:cNvSpPr>
              <a:spLocks noChangeShapeType="1"/>
            </p:cNvSpPr>
            <p:nvPr/>
          </p:nvSpPr>
          <p:spPr bwMode="auto">
            <a:xfrm flipV="1">
              <a:off x="4266" y="1052"/>
              <a:ext cx="0" cy="66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9">
              <a:extLst>
                <a:ext uri="{FF2B5EF4-FFF2-40B4-BE49-F238E27FC236}">
                  <a16:creationId xmlns:a16="http://schemas.microsoft.com/office/drawing/2014/main" id="{BAB88A52-4668-AD80-C93F-F0E469DCDEDE}"/>
                </a:ext>
              </a:extLst>
            </p:cNvPr>
            <p:cNvSpPr>
              <a:spLocks noChangeShapeType="1"/>
            </p:cNvSpPr>
            <p:nvPr/>
          </p:nvSpPr>
          <p:spPr bwMode="auto">
            <a:xfrm flipV="1">
              <a:off x="4513" y="1052"/>
              <a:ext cx="0" cy="66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6" name="Line 10">
            <a:extLst>
              <a:ext uri="{FF2B5EF4-FFF2-40B4-BE49-F238E27FC236}">
                <a16:creationId xmlns:a16="http://schemas.microsoft.com/office/drawing/2014/main" id="{F9696A53-1C7F-9900-A76D-6B89D9718582}"/>
              </a:ext>
            </a:extLst>
          </p:cNvPr>
          <p:cNvSpPr>
            <a:spLocks noChangeShapeType="1"/>
          </p:cNvSpPr>
          <p:nvPr/>
        </p:nvSpPr>
        <p:spPr bwMode="auto">
          <a:xfrm>
            <a:off x="4473849" y="3884206"/>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11">
            <a:extLst>
              <a:ext uri="{FF2B5EF4-FFF2-40B4-BE49-F238E27FC236}">
                <a16:creationId xmlns:a16="http://schemas.microsoft.com/office/drawing/2014/main" id="{9D0F545E-9948-7488-7C62-946DBB779EFF}"/>
              </a:ext>
            </a:extLst>
          </p:cNvPr>
          <p:cNvSpPr>
            <a:spLocks noChangeShapeType="1"/>
          </p:cNvSpPr>
          <p:nvPr/>
        </p:nvSpPr>
        <p:spPr bwMode="auto">
          <a:xfrm>
            <a:off x="4451624" y="4189006"/>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2">
            <a:extLst>
              <a:ext uri="{FF2B5EF4-FFF2-40B4-BE49-F238E27FC236}">
                <a16:creationId xmlns:a16="http://schemas.microsoft.com/office/drawing/2014/main" id="{899DB6D5-8BB8-D1F5-7E1A-EF9C00C368A6}"/>
              </a:ext>
            </a:extLst>
          </p:cNvPr>
          <p:cNvSpPr>
            <a:spLocks noChangeShapeType="1"/>
          </p:cNvSpPr>
          <p:nvPr/>
        </p:nvSpPr>
        <p:spPr bwMode="auto">
          <a:xfrm>
            <a:off x="1249636" y="3900081"/>
            <a:ext cx="3937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Text Box 13">
            <a:extLst>
              <a:ext uri="{FF2B5EF4-FFF2-40B4-BE49-F238E27FC236}">
                <a16:creationId xmlns:a16="http://schemas.microsoft.com/office/drawing/2014/main" id="{39811CD9-9C44-8052-4BDE-27009C7ACD81}"/>
              </a:ext>
            </a:extLst>
          </p:cNvPr>
          <p:cNvSpPr txBox="1">
            <a:spLocks noChangeArrowheads="1"/>
          </p:cNvSpPr>
          <p:nvPr/>
        </p:nvSpPr>
        <p:spPr bwMode="auto">
          <a:xfrm>
            <a:off x="2191024" y="3198406"/>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Q</a:t>
            </a:r>
            <a:r>
              <a:rPr kumimoji="1" lang="en-US" altLang="zh-CN" sz="1600" b="0"/>
              <a:t>3</a:t>
            </a:r>
            <a:r>
              <a:rPr kumimoji="1" lang="en-US" altLang="zh-CN" sz="2400" b="0"/>
              <a:t> Q</a:t>
            </a:r>
            <a:r>
              <a:rPr kumimoji="1" lang="en-US" altLang="zh-CN" sz="1600" b="0"/>
              <a:t>2</a:t>
            </a:r>
            <a:r>
              <a:rPr kumimoji="1" lang="en-US" altLang="zh-CN" sz="2400" b="0"/>
              <a:t> Q</a:t>
            </a:r>
            <a:r>
              <a:rPr kumimoji="1" lang="en-US" altLang="zh-CN" sz="1600" b="0"/>
              <a:t>1</a:t>
            </a:r>
            <a:r>
              <a:rPr kumimoji="1" lang="en-US" altLang="zh-CN" sz="2400" b="0"/>
              <a:t> Q</a:t>
            </a:r>
            <a:r>
              <a:rPr kumimoji="1" lang="en-US" altLang="zh-CN" sz="1600" b="0"/>
              <a:t>0</a:t>
            </a:r>
            <a:endParaRPr kumimoji="1" lang="en-US" altLang="zh-CN" sz="2400" b="0"/>
          </a:p>
        </p:txBody>
      </p:sp>
      <p:sp>
        <p:nvSpPr>
          <p:cNvPr id="20" name="Text Box 14">
            <a:extLst>
              <a:ext uri="{FF2B5EF4-FFF2-40B4-BE49-F238E27FC236}">
                <a16:creationId xmlns:a16="http://schemas.microsoft.com/office/drawing/2014/main" id="{19E9D88A-4295-621E-4EB3-88437FF038EE}"/>
              </a:ext>
            </a:extLst>
          </p:cNvPr>
          <p:cNvSpPr txBox="1">
            <a:spLocks noChangeArrowheads="1"/>
          </p:cNvSpPr>
          <p:nvPr/>
        </p:nvSpPr>
        <p:spPr bwMode="auto">
          <a:xfrm>
            <a:off x="1648099" y="3292069"/>
            <a:ext cx="573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TC</a:t>
            </a:r>
          </a:p>
        </p:txBody>
      </p:sp>
      <p:sp>
        <p:nvSpPr>
          <p:cNvPr id="21" name="Text Box 15">
            <a:extLst>
              <a:ext uri="{FF2B5EF4-FFF2-40B4-BE49-F238E27FC236}">
                <a16:creationId xmlns:a16="http://schemas.microsoft.com/office/drawing/2014/main" id="{A5F718CD-6018-F665-1E05-8B3A1B687A8F}"/>
              </a:ext>
            </a:extLst>
          </p:cNvPr>
          <p:cNvSpPr txBox="1">
            <a:spLocks noChangeArrowheads="1"/>
          </p:cNvSpPr>
          <p:nvPr/>
        </p:nvSpPr>
        <p:spPr bwMode="auto">
          <a:xfrm>
            <a:off x="3730899" y="3317469"/>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CET</a:t>
            </a:r>
          </a:p>
        </p:txBody>
      </p:sp>
      <p:sp>
        <p:nvSpPr>
          <p:cNvPr id="22" name="Text Box 16">
            <a:extLst>
              <a:ext uri="{FF2B5EF4-FFF2-40B4-BE49-F238E27FC236}">
                <a16:creationId xmlns:a16="http://schemas.microsoft.com/office/drawing/2014/main" id="{F2D4E36F-2F8F-CBFC-0B6F-D5869C6E2414}"/>
              </a:ext>
            </a:extLst>
          </p:cNvPr>
          <p:cNvSpPr txBox="1">
            <a:spLocks noChangeArrowheads="1"/>
          </p:cNvSpPr>
          <p:nvPr/>
        </p:nvSpPr>
        <p:spPr bwMode="auto">
          <a:xfrm>
            <a:off x="3746774" y="3633381"/>
            <a:ext cx="74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CEP</a:t>
            </a:r>
          </a:p>
        </p:txBody>
      </p:sp>
      <p:sp>
        <p:nvSpPr>
          <p:cNvPr id="23" name="Text Box 17">
            <a:extLst>
              <a:ext uri="{FF2B5EF4-FFF2-40B4-BE49-F238E27FC236}">
                <a16:creationId xmlns:a16="http://schemas.microsoft.com/office/drawing/2014/main" id="{1BDADC4A-7620-E9B4-9EF7-DF58F8580288}"/>
              </a:ext>
            </a:extLst>
          </p:cNvPr>
          <p:cNvSpPr txBox="1">
            <a:spLocks noChangeArrowheads="1"/>
          </p:cNvSpPr>
          <p:nvPr/>
        </p:nvSpPr>
        <p:spPr bwMode="auto">
          <a:xfrm>
            <a:off x="2416449" y="3623856"/>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74x160</a:t>
            </a:r>
          </a:p>
        </p:txBody>
      </p:sp>
      <p:sp>
        <p:nvSpPr>
          <p:cNvPr id="24" name="Text Box 18">
            <a:extLst>
              <a:ext uri="{FF2B5EF4-FFF2-40B4-BE49-F238E27FC236}">
                <a16:creationId xmlns:a16="http://schemas.microsoft.com/office/drawing/2014/main" id="{7D19E477-EA21-7ECF-10E6-84D3A5610C07}"/>
              </a:ext>
            </a:extLst>
          </p:cNvPr>
          <p:cNvSpPr txBox="1">
            <a:spLocks noChangeArrowheads="1"/>
          </p:cNvSpPr>
          <p:nvPr/>
        </p:nvSpPr>
        <p:spPr bwMode="auto">
          <a:xfrm>
            <a:off x="1667149" y="3676244"/>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CR</a:t>
            </a:r>
          </a:p>
        </p:txBody>
      </p:sp>
      <p:sp>
        <p:nvSpPr>
          <p:cNvPr id="25" name="Text Box 21">
            <a:extLst>
              <a:ext uri="{FF2B5EF4-FFF2-40B4-BE49-F238E27FC236}">
                <a16:creationId xmlns:a16="http://schemas.microsoft.com/office/drawing/2014/main" id="{AE51C4EE-2215-D7EE-4692-CBB11F66FA06}"/>
              </a:ext>
            </a:extLst>
          </p:cNvPr>
          <p:cNvSpPr txBox="1">
            <a:spLocks noChangeArrowheads="1"/>
          </p:cNvSpPr>
          <p:nvPr/>
        </p:nvSpPr>
        <p:spPr bwMode="auto">
          <a:xfrm>
            <a:off x="2175149" y="4036606"/>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D</a:t>
            </a:r>
            <a:r>
              <a:rPr kumimoji="1" lang="en-US" altLang="zh-CN" sz="1600" b="0"/>
              <a:t>3</a:t>
            </a:r>
            <a:r>
              <a:rPr kumimoji="1" lang="en-US" altLang="zh-CN" sz="2400" b="0"/>
              <a:t> D</a:t>
            </a:r>
            <a:r>
              <a:rPr kumimoji="1" lang="en-US" altLang="zh-CN" sz="1600" b="0"/>
              <a:t>2</a:t>
            </a:r>
            <a:r>
              <a:rPr kumimoji="1" lang="en-US" altLang="zh-CN" sz="2400" b="0"/>
              <a:t> D</a:t>
            </a:r>
            <a:r>
              <a:rPr kumimoji="1" lang="en-US" altLang="zh-CN" sz="1600" b="0"/>
              <a:t>1</a:t>
            </a:r>
            <a:r>
              <a:rPr kumimoji="1" lang="en-US" altLang="zh-CN" sz="2400" b="0"/>
              <a:t> D</a:t>
            </a:r>
            <a:r>
              <a:rPr kumimoji="1" lang="en-US" altLang="zh-CN" sz="1600" b="0"/>
              <a:t>0</a:t>
            </a:r>
            <a:endParaRPr kumimoji="1" lang="en-US" altLang="zh-CN" sz="2400" b="0"/>
          </a:p>
        </p:txBody>
      </p:sp>
      <p:grpSp>
        <p:nvGrpSpPr>
          <p:cNvPr id="26" name="Group 22">
            <a:extLst>
              <a:ext uri="{FF2B5EF4-FFF2-40B4-BE49-F238E27FC236}">
                <a16:creationId xmlns:a16="http://schemas.microsoft.com/office/drawing/2014/main" id="{A05F5044-6122-9550-DAEA-E1B39A58FBCD}"/>
              </a:ext>
            </a:extLst>
          </p:cNvPr>
          <p:cNvGrpSpPr>
            <a:grpSpLocks/>
          </p:cNvGrpSpPr>
          <p:nvPr/>
        </p:nvGrpSpPr>
        <p:grpSpPr bwMode="auto">
          <a:xfrm>
            <a:off x="4299224" y="4079469"/>
            <a:ext cx="144462" cy="215900"/>
            <a:chOff x="2041" y="1638"/>
            <a:chExt cx="91" cy="182"/>
          </a:xfrm>
        </p:grpSpPr>
        <p:sp>
          <p:nvSpPr>
            <p:cNvPr id="27" name="Line 23">
              <a:extLst>
                <a:ext uri="{FF2B5EF4-FFF2-40B4-BE49-F238E27FC236}">
                  <a16:creationId xmlns:a16="http://schemas.microsoft.com/office/drawing/2014/main" id="{819E304D-19C8-E838-A286-546D360DC627}"/>
                </a:ext>
              </a:extLst>
            </p:cNvPr>
            <p:cNvSpPr>
              <a:spLocks noChangeShapeType="1"/>
            </p:cNvSpPr>
            <p:nvPr/>
          </p:nvSpPr>
          <p:spPr bwMode="auto">
            <a:xfrm flipH="1">
              <a:off x="2041" y="1638"/>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4">
              <a:extLst>
                <a:ext uri="{FF2B5EF4-FFF2-40B4-BE49-F238E27FC236}">
                  <a16:creationId xmlns:a16="http://schemas.microsoft.com/office/drawing/2014/main" id="{201BB120-BACB-1D9F-8687-64F708AF9A07}"/>
                </a:ext>
              </a:extLst>
            </p:cNvPr>
            <p:cNvSpPr>
              <a:spLocks noChangeShapeType="1"/>
            </p:cNvSpPr>
            <p:nvPr/>
          </p:nvSpPr>
          <p:spPr bwMode="auto">
            <a:xfrm>
              <a:off x="2041" y="1729"/>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9" name="Oval 25">
            <a:extLst>
              <a:ext uri="{FF2B5EF4-FFF2-40B4-BE49-F238E27FC236}">
                <a16:creationId xmlns:a16="http://schemas.microsoft.com/office/drawing/2014/main" id="{E320E375-54ED-A391-DCDA-10FC98AE256E}"/>
              </a:ext>
            </a:extLst>
          </p:cNvPr>
          <p:cNvSpPr>
            <a:spLocks noChangeArrowheads="1"/>
          </p:cNvSpPr>
          <p:nvPr/>
        </p:nvSpPr>
        <p:spPr bwMode="auto">
          <a:xfrm rot="10800000">
            <a:off x="1532211" y="4193769"/>
            <a:ext cx="125413" cy="12541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30" name="Oval 26">
            <a:extLst>
              <a:ext uri="{FF2B5EF4-FFF2-40B4-BE49-F238E27FC236}">
                <a16:creationId xmlns:a16="http://schemas.microsoft.com/office/drawing/2014/main" id="{4522FFD6-329C-0554-F351-7AD8C5553D78}"/>
              </a:ext>
            </a:extLst>
          </p:cNvPr>
          <p:cNvSpPr>
            <a:spLocks noChangeArrowheads="1"/>
          </p:cNvSpPr>
          <p:nvPr/>
        </p:nvSpPr>
        <p:spPr bwMode="auto">
          <a:xfrm rot="10800000">
            <a:off x="1532211" y="3833406"/>
            <a:ext cx="125413" cy="125413"/>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31" name="Text Box 27">
            <a:extLst>
              <a:ext uri="{FF2B5EF4-FFF2-40B4-BE49-F238E27FC236}">
                <a16:creationId xmlns:a16="http://schemas.microsoft.com/office/drawing/2014/main" id="{3D73B423-F48A-491D-2130-174E8624E86B}"/>
              </a:ext>
            </a:extLst>
          </p:cNvPr>
          <p:cNvSpPr txBox="1">
            <a:spLocks noChangeArrowheads="1"/>
          </p:cNvSpPr>
          <p:nvPr/>
        </p:nvSpPr>
        <p:spPr bwMode="auto">
          <a:xfrm>
            <a:off x="1249636" y="3498444"/>
            <a:ext cx="142875"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1</a:t>
            </a:r>
            <a:endParaRPr kumimoji="1" lang="en-US" altLang="zh-CN" sz="2400" baseline="-25000"/>
          </a:p>
        </p:txBody>
      </p:sp>
      <p:sp>
        <p:nvSpPr>
          <p:cNvPr id="32" name="Text Box 28">
            <a:extLst>
              <a:ext uri="{FF2B5EF4-FFF2-40B4-BE49-F238E27FC236}">
                <a16:creationId xmlns:a16="http://schemas.microsoft.com/office/drawing/2014/main" id="{AB584378-D09A-EB97-EC1F-26303FF597EC}"/>
              </a:ext>
            </a:extLst>
          </p:cNvPr>
          <p:cNvSpPr txBox="1">
            <a:spLocks noChangeArrowheads="1"/>
          </p:cNvSpPr>
          <p:nvPr/>
        </p:nvSpPr>
        <p:spPr bwMode="auto">
          <a:xfrm>
            <a:off x="2538686" y="1918881"/>
            <a:ext cx="1350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Q</a:t>
            </a:r>
            <a:r>
              <a:rPr kumimoji="1" lang="en-US" altLang="zh-CN" sz="1600"/>
              <a:t>6</a:t>
            </a:r>
            <a:r>
              <a:rPr kumimoji="1" lang="en-US" altLang="zh-CN" sz="2400"/>
              <a:t> Q</a:t>
            </a:r>
            <a:r>
              <a:rPr kumimoji="1" lang="en-US" altLang="zh-CN" sz="1600"/>
              <a:t>5</a:t>
            </a:r>
            <a:r>
              <a:rPr kumimoji="1" lang="en-US" altLang="zh-CN" sz="2400"/>
              <a:t> Q</a:t>
            </a:r>
            <a:r>
              <a:rPr kumimoji="1" lang="en-US" altLang="zh-CN" sz="1600"/>
              <a:t>4</a:t>
            </a:r>
            <a:endParaRPr kumimoji="1" lang="en-US" altLang="zh-CN" sz="2400"/>
          </a:p>
        </p:txBody>
      </p:sp>
      <p:sp>
        <p:nvSpPr>
          <p:cNvPr id="33" name="Text Box 29">
            <a:extLst>
              <a:ext uri="{FF2B5EF4-FFF2-40B4-BE49-F238E27FC236}">
                <a16:creationId xmlns:a16="http://schemas.microsoft.com/office/drawing/2014/main" id="{67183174-317F-FD31-5A89-525CCA3DD1B0}"/>
              </a:ext>
            </a:extLst>
          </p:cNvPr>
          <p:cNvSpPr txBox="1">
            <a:spLocks noChangeArrowheads="1"/>
          </p:cNvSpPr>
          <p:nvPr/>
        </p:nvSpPr>
        <p:spPr bwMode="auto">
          <a:xfrm>
            <a:off x="5510486" y="4073119"/>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PE</a:t>
            </a:r>
          </a:p>
        </p:txBody>
      </p:sp>
      <p:sp>
        <p:nvSpPr>
          <p:cNvPr id="34" name="Rectangle 30">
            <a:extLst>
              <a:ext uri="{FF2B5EF4-FFF2-40B4-BE49-F238E27FC236}">
                <a16:creationId xmlns:a16="http://schemas.microsoft.com/office/drawing/2014/main" id="{F280B252-C75B-1BC6-DDBA-A6DA1AA1B243}"/>
              </a:ext>
            </a:extLst>
          </p:cNvPr>
          <p:cNvSpPr>
            <a:spLocks noChangeArrowheads="1"/>
          </p:cNvSpPr>
          <p:nvPr/>
        </p:nvSpPr>
        <p:spPr bwMode="auto">
          <a:xfrm>
            <a:off x="5499374" y="3311119"/>
            <a:ext cx="2806700" cy="1219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endParaRPr kumimoji="1" lang="zh-CN" altLang="en-US" sz="2400" b="0"/>
          </a:p>
        </p:txBody>
      </p:sp>
      <p:sp>
        <p:nvSpPr>
          <p:cNvPr id="35" name="Line 31">
            <a:extLst>
              <a:ext uri="{FF2B5EF4-FFF2-40B4-BE49-F238E27FC236}">
                <a16:creationId xmlns:a16="http://schemas.microsoft.com/office/drawing/2014/main" id="{492F3E2D-032F-D71A-BC8E-5BC92AD16D75}"/>
              </a:ext>
            </a:extLst>
          </p:cNvPr>
          <p:cNvSpPr>
            <a:spLocks noChangeShapeType="1"/>
          </p:cNvSpPr>
          <p:nvPr/>
        </p:nvSpPr>
        <p:spPr bwMode="auto">
          <a:xfrm flipV="1">
            <a:off x="8609286" y="3617506"/>
            <a:ext cx="0" cy="301625"/>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32">
            <a:extLst>
              <a:ext uri="{FF2B5EF4-FFF2-40B4-BE49-F238E27FC236}">
                <a16:creationId xmlns:a16="http://schemas.microsoft.com/office/drawing/2014/main" id="{FD448542-1AB4-B588-B088-C3948E1F954B}"/>
              </a:ext>
            </a:extLst>
          </p:cNvPr>
          <p:cNvSpPr>
            <a:spLocks noChangeShapeType="1"/>
          </p:cNvSpPr>
          <p:nvPr/>
        </p:nvSpPr>
        <p:spPr bwMode="auto">
          <a:xfrm flipV="1">
            <a:off x="6616974" y="2423706"/>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33">
            <a:extLst>
              <a:ext uri="{FF2B5EF4-FFF2-40B4-BE49-F238E27FC236}">
                <a16:creationId xmlns:a16="http://schemas.microsoft.com/office/drawing/2014/main" id="{42D481AA-302E-B331-DFFA-6BF1888BCEFB}"/>
              </a:ext>
            </a:extLst>
          </p:cNvPr>
          <p:cNvSpPr>
            <a:spLocks noChangeShapeType="1"/>
          </p:cNvSpPr>
          <p:nvPr/>
        </p:nvSpPr>
        <p:spPr bwMode="auto">
          <a:xfrm flipV="1">
            <a:off x="7040836" y="2423706"/>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34">
            <a:extLst>
              <a:ext uri="{FF2B5EF4-FFF2-40B4-BE49-F238E27FC236}">
                <a16:creationId xmlns:a16="http://schemas.microsoft.com/office/drawing/2014/main" id="{B10C92AF-A283-93F1-CBDC-389787A81A32}"/>
              </a:ext>
            </a:extLst>
          </p:cNvPr>
          <p:cNvSpPr>
            <a:spLocks noChangeShapeType="1"/>
          </p:cNvSpPr>
          <p:nvPr/>
        </p:nvSpPr>
        <p:spPr bwMode="auto">
          <a:xfrm flipV="1">
            <a:off x="7432949" y="2423706"/>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35">
            <a:extLst>
              <a:ext uri="{FF2B5EF4-FFF2-40B4-BE49-F238E27FC236}">
                <a16:creationId xmlns:a16="http://schemas.microsoft.com/office/drawing/2014/main" id="{F3460E41-22E1-20DC-506B-88DD85B4D846}"/>
              </a:ext>
            </a:extLst>
          </p:cNvPr>
          <p:cNvSpPr>
            <a:spLocks noChangeShapeType="1"/>
          </p:cNvSpPr>
          <p:nvPr/>
        </p:nvSpPr>
        <p:spPr bwMode="auto">
          <a:xfrm>
            <a:off x="8304486" y="3615919"/>
            <a:ext cx="6286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36">
            <a:extLst>
              <a:ext uri="{FF2B5EF4-FFF2-40B4-BE49-F238E27FC236}">
                <a16:creationId xmlns:a16="http://schemas.microsoft.com/office/drawing/2014/main" id="{0406A39F-AAC1-6285-A6D6-DB9FDEDCD9CA}"/>
              </a:ext>
            </a:extLst>
          </p:cNvPr>
          <p:cNvSpPr>
            <a:spLocks noChangeShapeType="1"/>
          </p:cNvSpPr>
          <p:nvPr/>
        </p:nvSpPr>
        <p:spPr bwMode="auto">
          <a:xfrm>
            <a:off x="8304486" y="3920719"/>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37">
            <a:extLst>
              <a:ext uri="{FF2B5EF4-FFF2-40B4-BE49-F238E27FC236}">
                <a16:creationId xmlns:a16="http://schemas.microsoft.com/office/drawing/2014/main" id="{3ED3A1D0-3174-B93F-2747-C3AACA06BE11}"/>
              </a:ext>
            </a:extLst>
          </p:cNvPr>
          <p:cNvSpPr>
            <a:spLocks noChangeShapeType="1"/>
          </p:cNvSpPr>
          <p:nvPr/>
        </p:nvSpPr>
        <p:spPr bwMode="auto">
          <a:xfrm>
            <a:off x="8304486" y="4225519"/>
            <a:ext cx="6286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38">
            <a:extLst>
              <a:ext uri="{FF2B5EF4-FFF2-40B4-BE49-F238E27FC236}">
                <a16:creationId xmlns:a16="http://schemas.microsoft.com/office/drawing/2014/main" id="{AFC8CC78-27A3-EEB6-B4DB-4D8A24A72EB6}"/>
              </a:ext>
            </a:extLst>
          </p:cNvPr>
          <p:cNvSpPr>
            <a:spLocks noChangeShapeType="1"/>
          </p:cNvSpPr>
          <p:nvPr/>
        </p:nvSpPr>
        <p:spPr bwMode="auto">
          <a:xfrm>
            <a:off x="5091386" y="4293781"/>
            <a:ext cx="393700" cy="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39">
            <a:extLst>
              <a:ext uri="{FF2B5EF4-FFF2-40B4-BE49-F238E27FC236}">
                <a16:creationId xmlns:a16="http://schemas.microsoft.com/office/drawing/2014/main" id="{3CA9C60D-FC96-C7D5-E052-AFEC68B74916}"/>
              </a:ext>
            </a:extLst>
          </p:cNvPr>
          <p:cNvSpPr>
            <a:spLocks noChangeShapeType="1"/>
          </p:cNvSpPr>
          <p:nvPr/>
        </p:nvSpPr>
        <p:spPr bwMode="auto">
          <a:xfrm>
            <a:off x="5078686" y="3936594"/>
            <a:ext cx="406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Text Box 40">
            <a:extLst>
              <a:ext uri="{FF2B5EF4-FFF2-40B4-BE49-F238E27FC236}">
                <a16:creationId xmlns:a16="http://schemas.microsoft.com/office/drawing/2014/main" id="{CE399996-FB0F-9808-EA9D-8CB319C20C49}"/>
              </a:ext>
            </a:extLst>
          </p:cNvPr>
          <p:cNvSpPr txBox="1">
            <a:spLocks noChangeArrowheads="1"/>
          </p:cNvSpPr>
          <p:nvPr/>
        </p:nvSpPr>
        <p:spPr bwMode="auto">
          <a:xfrm>
            <a:off x="6032774" y="3234919"/>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Q</a:t>
            </a:r>
            <a:r>
              <a:rPr kumimoji="1" lang="en-US" altLang="zh-CN" sz="1600" b="0"/>
              <a:t>3</a:t>
            </a:r>
            <a:r>
              <a:rPr kumimoji="1" lang="en-US" altLang="zh-CN" sz="2400" b="0"/>
              <a:t> Q</a:t>
            </a:r>
            <a:r>
              <a:rPr kumimoji="1" lang="en-US" altLang="zh-CN" sz="1600" b="0"/>
              <a:t>2</a:t>
            </a:r>
            <a:r>
              <a:rPr kumimoji="1" lang="en-US" altLang="zh-CN" sz="2400" b="0"/>
              <a:t> Q</a:t>
            </a:r>
            <a:r>
              <a:rPr kumimoji="1" lang="en-US" altLang="zh-CN" sz="1600" b="0"/>
              <a:t>1</a:t>
            </a:r>
            <a:r>
              <a:rPr kumimoji="1" lang="en-US" altLang="zh-CN" sz="2400" b="0"/>
              <a:t> Q</a:t>
            </a:r>
            <a:r>
              <a:rPr kumimoji="1" lang="en-US" altLang="zh-CN" sz="1600" b="0"/>
              <a:t>0</a:t>
            </a:r>
            <a:endParaRPr kumimoji="1" lang="en-US" altLang="zh-CN" sz="2400" b="0"/>
          </a:p>
        </p:txBody>
      </p:sp>
      <p:sp>
        <p:nvSpPr>
          <p:cNvPr id="45" name="Text Box 41">
            <a:extLst>
              <a:ext uri="{FF2B5EF4-FFF2-40B4-BE49-F238E27FC236}">
                <a16:creationId xmlns:a16="http://schemas.microsoft.com/office/drawing/2014/main" id="{101BCB6D-5D74-F49E-F1A6-FA3A0713D449}"/>
              </a:ext>
            </a:extLst>
          </p:cNvPr>
          <p:cNvSpPr txBox="1">
            <a:spLocks noChangeArrowheads="1"/>
          </p:cNvSpPr>
          <p:nvPr/>
        </p:nvSpPr>
        <p:spPr bwMode="auto">
          <a:xfrm>
            <a:off x="5500961" y="3328581"/>
            <a:ext cx="573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TC</a:t>
            </a:r>
          </a:p>
        </p:txBody>
      </p:sp>
      <p:sp>
        <p:nvSpPr>
          <p:cNvPr id="46" name="Text Box 42">
            <a:extLst>
              <a:ext uri="{FF2B5EF4-FFF2-40B4-BE49-F238E27FC236}">
                <a16:creationId xmlns:a16="http://schemas.microsoft.com/office/drawing/2014/main" id="{2416C143-993D-7F27-4028-50D07615D749}"/>
              </a:ext>
            </a:extLst>
          </p:cNvPr>
          <p:cNvSpPr txBox="1">
            <a:spLocks noChangeArrowheads="1"/>
          </p:cNvSpPr>
          <p:nvPr/>
        </p:nvSpPr>
        <p:spPr bwMode="auto">
          <a:xfrm>
            <a:off x="7583761" y="3353981"/>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CET</a:t>
            </a:r>
          </a:p>
        </p:txBody>
      </p:sp>
      <p:sp>
        <p:nvSpPr>
          <p:cNvPr id="47" name="Text Box 43">
            <a:extLst>
              <a:ext uri="{FF2B5EF4-FFF2-40B4-BE49-F238E27FC236}">
                <a16:creationId xmlns:a16="http://schemas.microsoft.com/office/drawing/2014/main" id="{15EE56BC-6B49-4D45-D8B5-8739CF88683B}"/>
              </a:ext>
            </a:extLst>
          </p:cNvPr>
          <p:cNvSpPr txBox="1">
            <a:spLocks noChangeArrowheads="1"/>
          </p:cNvSpPr>
          <p:nvPr/>
        </p:nvSpPr>
        <p:spPr bwMode="auto">
          <a:xfrm>
            <a:off x="7599636" y="3669894"/>
            <a:ext cx="74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CEP</a:t>
            </a:r>
          </a:p>
        </p:txBody>
      </p:sp>
      <p:sp>
        <p:nvSpPr>
          <p:cNvPr id="48" name="Text Box 44">
            <a:extLst>
              <a:ext uri="{FF2B5EF4-FFF2-40B4-BE49-F238E27FC236}">
                <a16:creationId xmlns:a16="http://schemas.microsoft.com/office/drawing/2014/main" id="{B4AFCBBB-C363-0694-A86A-6A4914994034}"/>
              </a:ext>
            </a:extLst>
          </p:cNvPr>
          <p:cNvSpPr txBox="1">
            <a:spLocks noChangeArrowheads="1"/>
          </p:cNvSpPr>
          <p:nvPr/>
        </p:nvSpPr>
        <p:spPr bwMode="auto">
          <a:xfrm>
            <a:off x="6258199" y="3660369"/>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74x160</a:t>
            </a:r>
          </a:p>
        </p:txBody>
      </p:sp>
      <p:sp>
        <p:nvSpPr>
          <p:cNvPr id="49" name="Text Box 45">
            <a:extLst>
              <a:ext uri="{FF2B5EF4-FFF2-40B4-BE49-F238E27FC236}">
                <a16:creationId xmlns:a16="http://schemas.microsoft.com/office/drawing/2014/main" id="{95ECABD7-4EC6-D92D-30AE-AD5FDA3992DE}"/>
              </a:ext>
            </a:extLst>
          </p:cNvPr>
          <p:cNvSpPr txBox="1">
            <a:spLocks noChangeArrowheads="1"/>
          </p:cNvSpPr>
          <p:nvPr/>
        </p:nvSpPr>
        <p:spPr bwMode="auto">
          <a:xfrm>
            <a:off x="5497786" y="3712756"/>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dirty="0"/>
              <a:t>CR</a:t>
            </a:r>
          </a:p>
        </p:txBody>
      </p:sp>
      <p:sp>
        <p:nvSpPr>
          <p:cNvPr id="50" name="Text Box 48">
            <a:extLst>
              <a:ext uri="{FF2B5EF4-FFF2-40B4-BE49-F238E27FC236}">
                <a16:creationId xmlns:a16="http://schemas.microsoft.com/office/drawing/2014/main" id="{7680E54F-CB38-1972-8137-A4B73DC70F64}"/>
              </a:ext>
            </a:extLst>
          </p:cNvPr>
          <p:cNvSpPr txBox="1">
            <a:spLocks noChangeArrowheads="1"/>
          </p:cNvSpPr>
          <p:nvPr/>
        </p:nvSpPr>
        <p:spPr bwMode="auto">
          <a:xfrm>
            <a:off x="6016899" y="4073119"/>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D</a:t>
            </a:r>
            <a:r>
              <a:rPr kumimoji="1" lang="en-US" altLang="zh-CN" sz="1600" b="0"/>
              <a:t>3</a:t>
            </a:r>
            <a:r>
              <a:rPr kumimoji="1" lang="en-US" altLang="zh-CN" sz="2400" b="0"/>
              <a:t> D</a:t>
            </a:r>
            <a:r>
              <a:rPr kumimoji="1" lang="en-US" altLang="zh-CN" sz="1600" b="0"/>
              <a:t>2</a:t>
            </a:r>
            <a:r>
              <a:rPr kumimoji="1" lang="en-US" altLang="zh-CN" sz="2400" b="0"/>
              <a:t> D</a:t>
            </a:r>
            <a:r>
              <a:rPr kumimoji="1" lang="en-US" altLang="zh-CN" sz="1600" b="0"/>
              <a:t>1</a:t>
            </a:r>
            <a:r>
              <a:rPr kumimoji="1" lang="en-US" altLang="zh-CN" sz="2400" b="0"/>
              <a:t> D</a:t>
            </a:r>
            <a:r>
              <a:rPr kumimoji="1" lang="en-US" altLang="zh-CN" sz="1600" b="0"/>
              <a:t>0</a:t>
            </a:r>
            <a:endParaRPr kumimoji="1" lang="en-US" altLang="zh-CN" sz="2400" b="0"/>
          </a:p>
        </p:txBody>
      </p:sp>
      <p:grpSp>
        <p:nvGrpSpPr>
          <p:cNvPr id="51" name="Group 49">
            <a:extLst>
              <a:ext uri="{FF2B5EF4-FFF2-40B4-BE49-F238E27FC236}">
                <a16:creationId xmlns:a16="http://schemas.microsoft.com/office/drawing/2014/main" id="{79BB733D-CF75-8B75-9D8F-17FA24F3EEB7}"/>
              </a:ext>
            </a:extLst>
          </p:cNvPr>
          <p:cNvGrpSpPr>
            <a:grpSpLocks/>
          </p:cNvGrpSpPr>
          <p:nvPr/>
        </p:nvGrpSpPr>
        <p:grpSpPr bwMode="auto">
          <a:xfrm>
            <a:off x="8163199" y="4115981"/>
            <a:ext cx="144462" cy="215900"/>
            <a:chOff x="2041" y="1638"/>
            <a:chExt cx="91" cy="182"/>
          </a:xfrm>
        </p:grpSpPr>
        <p:sp>
          <p:nvSpPr>
            <p:cNvPr id="52" name="Line 50">
              <a:extLst>
                <a:ext uri="{FF2B5EF4-FFF2-40B4-BE49-F238E27FC236}">
                  <a16:creationId xmlns:a16="http://schemas.microsoft.com/office/drawing/2014/main" id="{E9BB3C75-E7AC-ADA9-59B2-0B9F80F1F740}"/>
                </a:ext>
              </a:extLst>
            </p:cNvPr>
            <p:cNvSpPr>
              <a:spLocks noChangeShapeType="1"/>
            </p:cNvSpPr>
            <p:nvPr/>
          </p:nvSpPr>
          <p:spPr bwMode="auto">
            <a:xfrm flipH="1">
              <a:off x="2041" y="1638"/>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51">
              <a:extLst>
                <a:ext uri="{FF2B5EF4-FFF2-40B4-BE49-F238E27FC236}">
                  <a16:creationId xmlns:a16="http://schemas.microsoft.com/office/drawing/2014/main" id="{0178F079-E66D-9FA4-B5D2-6E8B64672C37}"/>
                </a:ext>
              </a:extLst>
            </p:cNvPr>
            <p:cNvSpPr>
              <a:spLocks noChangeShapeType="1"/>
            </p:cNvSpPr>
            <p:nvPr/>
          </p:nvSpPr>
          <p:spPr bwMode="auto">
            <a:xfrm>
              <a:off x="2041" y="1729"/>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 name="Oval 52">
            <a:extLst>
              <a:ext uri="{FF2B5EF4-FFF2-40B4-BE49-F238E27FC236}">
                <a16:creationId xmlns:a16="http://schemas.microsoft.com/office/drawing/2014/main" id="{3C55CDF4-313D-351D-3A45-6EA52B314874}"/>
              </a:ext>
            </a:extLst>
          </p:cNvPr>
          <p:cNvSpPr>
            <a:spLocks noChangeArrowheads="1"/>
          </p:cNvSpPr>
          <p:nvPr/>
        </p:nvSpPr>
        <p:spPr bwMode="auto">
          <a:xfrm rot="10800000">
            <a:off x="5373961" y="4228694"/>
            <a:ext cx="125413" cy="12541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55" name="Oval 53">
            <a:extLst>
              <a:ext uri="{FF2B5EF4-FFF2-40B4-BE49-F238E27FC236}">
                <a16:creationId xmlns:a16="http://schemas.microsoft.com/office/drawing/2014/main" id="{4CF6856F-6D33-1560-0EB6-78DFED67CC2F}"/>
              </a:ext>
            </a:extLst>
          </p:cNvPr>
          <p:cNvSpPr>
            <a:spLocks noChangeArrowheads="1"/>
          </p:cNvSpPr>
          <p:nvPr/>
        </p:nvSpPr>
        <p:spPr bwMode="auto">
          <a:xfrm rot="10800000">
            <a:off x="5373961" y="3869919"/>
            <a:ext cx="125413" cy="12541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56" name="Text Box 54">
            <a:extLst>
              <a:ext uri="{FF2B5EF4-FFF2-40B4-BE49-F238E27FC236}">
                <a16:creationId xmlns:a16="http://schemas.microsoft.com/office/drawing/2014/main" id="{A364372B-1D0E-989C-E337-7C024E3197BF}"/>
              </a:ext>
            </a:extLst>
          </p:cNvPr>
          <p:cNvSpPr txBox="1">
            <a:spLocks noChangeArrowheads="1"/>
          </p:cNvSpPr>
          <p:nvPr/>
        </p:nvSpPr>
        <p:spPr bwMode="auto">
          <a:xfrm>
            <a:off x="8933136" y="4049306"/>
            <a:ext cx="53975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CP</a:t>
            </a:r>
            <a:endParaRPr kumimoji="1" lang="en-US" altLang="zh-CN" sz="1600" baseline="-25000"/>
          </a:p>
        </p:txBody>
      </p:sp>
      <p:sp>
        <p:nvSpPr>
          <p:cNvPr id="57" name="Text Box 55">
            <a:extLst>
              <a:ext uri="{FF2B5EF4-FFF2-40B4-BE49-F238E27FC236}">
                <a16:creationId xmlns:a16="http://schemas.microsoft.com/office/drawing/2014/main" id="{52BC2A8E-8C77-F61F-86E2-62FFC15E6845}"/>
              </a:ext>
            </a:extLst>
          </p:cNvPr>
          <p:cNvSpPr txBox="1">
            <a:spLocks noChangeArrowheads="1"/>
          </p:cNvSpPr>
          <p:nvPr/>
        </p:nvSpPr>
        <p:spPr bwMode="auto">
          <a:xfrm>
            <a:off x="9006161" y="3433356"/>
            <a:ext cx="1428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1</a:t>
            </a:r>
            <a:endParaRPr kumimoji="1" lang="en-US" altLang="zh-CN" sz="2400" baseline="-25000"/>
          </a:p>
        </p:txBody>
      </p:sp>
      <p:sp>
        <p:nvSpPr>
          <p:cNvPr id="58" name="Text Box 56">
            <a:extLst>
              <a:ext uri="{FF2B5EF4-FFF2-40B4-BE49-F238E27FC236}">
                <a16:creationId xmlns:a16="http://schemas.microsoft.com/office/drawing/2014/main" id="{B2468F25-8DE1-E541-2F6F-5DBF936A88E2}"/>
              </a:ext>
            </a:extLst>
          </p:cNvPr>
          <p:cNvSpPr txBox="1">
            <a:spLocks noChangeArrowheads="1"/>
          </p:cNvSpPr>
          <p:nvPr/>
        </p:nvSpPr>
        <p:spPr bwMode="auto">
          <a:xfrm>
            <a:off x="5021536" y="4687481"/>
            <a:ext cx="1428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1</a:t>
            </a:r>
            <a:endParaRPr kumimoji="1" lang="en-US" altLang="zh-CN" sz="2400" baseline="-25000"/>
          </a:p>
        </p:txBody>
      </p:sp>
      <p:sp>
        <p:nvSpPr>
          <p:cNvPr id="59" name="Text Box 57">
            <a:extLst>
              <a:ext uri="{FF2B5EF4-FFF2-40B4-BE49-F238E27FC236}">
                <a16:creationId xmlns:a16="http://schemas.microsoft.com/office/drawing/2014/main" id="{EC3DA2A8-42E3-3D66-6F2B-312D4BF396D8}"/>
              </a:ext>
            </a:extLst>
          </p:cNvPr>
          <p:cNvSpPr txBox="1">
            <a:spLocks noChangeArrowheads="1"/>
          </p:cNvSpPr>
          <p:nvPr/>
        </p:nvSpPr>
        <p:spPr bwMode="auto">
          <a:xfrm>
            <a:off x="5966099" y="1955394"/>
            <a:ext cx="1765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Q</a:t>
            </a:r>
            <a:r>
              <a:rPr kumimoji="1" lang="en-US" altLang="zh-CN" sz="1600"/>
              <a:t>3</a:t>
            </a:r>
            <a:r>
              <a:rPr kumimoji="1" lang="en-US" altLang="zh-CN" sz="2400"/>
              <a:t> Q</a:t>
            </a:r>
            <a:r>
              <a:rPr kumimoji="1" lang="en-US" altLang="zh-CN" sz="1600"/>
              <a:t>2</a:t>
            </a:r>
            <a:r>
              <a:rPr kumimoji="1" lang="en-US" altLang="zh-CN" sz="2400"/>
              <a:t> Q</a:t>
            </a:r>
            <a:r>
              <a:rPr kumimoji="1" lang="en-US" altLang="zh-CN" sz="1600"/>
              <a:t>1</a:t>
            </a:r>
            <a:r>
              <a:rPr kumimoji="1" lang="en-US" altLang="zh-CN" sz="2400"/>
              <a:t> Q</a:t>
            </a:r>
            <a:r>
              <a:rPr kumimoji="1" lang="en-US" altLang="zh-CN" sz="1600"/>
              <a:t>0</a:t>
            </a:r>
          </a:p>
        </p:txBody>
      </p:sp>
      <p:sp>
        <p:nvSpPr>
          <p:cNvPr id="60" name="Line 58">
            <a:extLst>
              <a:ext uri="{FF2B5EF4-FFF2-40B4-BE49-F238E27FC236}">
                <a16:creationId xmlns:a16="http://schemas.microsoft.com/office/drawing/2014/main" id="{EB265C7B-D90E-F929-BBC1-161B4A849865}"/>
              </a:ext>
            </a:extLst>
          </p:cNvPr>
          <p:cNvSpPr>
            <a:spLocks noChangeShapeType="1"/>
          </p:cNvSpPr>
          <p:nvPr/>
        </p:nvSpPr>
        <p:spPr bwMode="auto">
          <a:xfrm>
            <a:off x="4453211" y="3576231"/>
            <a:ext cx="10461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Line 59">
            <a:extLst>
              <a:ext uri="{FF2B5EF4-FFF2-40B4-BE49-F238E27FC236}">
                <a16:creationId xmlns:a16="http://schemas.microsoft.com/office/drawing/2014/main" id="{2277568C-2EA2-C9CA-FC97-A94735389BBB}"/>
              </a:ext>
            </a:extLst>
          </p:cNvPr>
          <p:cNvSpPr>
            <a:spLocks noChangeShapeType="1"/>
          </p:cNvSpPr>
          <p:nvPr/>
        </p:nvSpPr>
        <p:spPr bwMode="auto">
          <a:xfrm flipV="1">
            <a:off x="5091386" y="3922306"/>
            <a:ext cx="0" cy="696913"/>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60">
            <a:extLst>
              <a:ext uri="{FF2B5EF4-FFF2-40B4-BE49-F238E27FC236}">
                <a16:creationId xmlns:a16="http://schemas.microsoft.com/office/drawing/2014/main" id="{67EE9B1F-83E1-8C98-9C5E-1523CFF524AA}"/>
              </a:ext>
            </a:extLst>
          </p:cNvPr>
          <p:cNvSpPr>
            <a:spLocks noChangeShapeType="1"/>
          </p:cNvSpPr>
          <p:nvPr/>
        </p:nvSpPr>
        <p:spPr bwMode="auto">
          <a:xfrm flipV="1">
            <a:off x="6218511" y="4541431"/>
            <a:ext cx="0" cy="555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61">
            <a:extLst>
              <a:ext uri="{FF2B5EF4-FFF2-40B4-BE49-F238E27FC236}">
                <a16:creationId xmlns:a16="http://schemas.microsoft.com/office/drawing/2014/main" id="{62FCF994-6E93-4886-9FB8-8A8C192CEBFE}"/>
              </a:ext>
            </a:extLst>
          </p:cNvPr>
          <p:cNvSpPr>
            <a:spLocks noChangeShapeType="1"/>
          </p:cNvSpPr>
          <p:nvPr/>
        </p:nvSpPr>
        <p:spPr bwMode="auto">
          <a:xfrm flipV="1">
            <a:off x="6616974" y="4535081"/>
            <a:ext cx="0" cy="301625"/>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Line 62">
            <a:extLst>
              <a:ext uri="{FF2B5EF4-FFF2-40B4-BE49-F238E27FC236}">
                <a16:creationId xmlns:a16="http://schemas.microsoft.com/office/drawing/2014/main" id="{EB9E5663-1DAF-D102-2FBD-2C1BCC25C7D8}"/>
              </a:ext>
            </a:extLst>
          </p:cNvPr>
          <p:cNvSpPr>
            <a:spLocks noChangeShapeType="1"/>
          </p:cNvSpPr>
          <p:nvPr/>
        </p:nvSpPr>
        <p:spPr bwMode="auto">
          <a:xfrm flipV="1">
            <a:off x="7040836" y="4535081"/>
            <a:ext cx="0" cy="301625"/>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63">
            <a:extLst>
              <a:ext uri="{FF2B5EF4-FFF2-40B4-BE49-F238E27FC236}">
                <a16:creationId xmlns:a16="http://schemas.microsoft.com/office/drawing/2014/main" id="{47B2F005-CE44-5DAC-9E58-90EA4093ADFA}"/>
              </a:ext>
            </a:extLst>
          </p:cNvPr>
          <p:cNvSpPr>
            <a:spLocks noChangeShapeType="1"/>
          </p:cNvSpPr>
          <p:nvPr/>
        </p:nvSpPr>
        <p:spPr bwMode="auto">
          <a:xfrm flipV="1">
            <a:off x="7432949" y="4535081"/>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64">
            <a:extLst>
              <a:ext uri="{FF2B5EF4-FFF2-40B4-BE49-F238E27FC236}">
                <a16:creationId xmlns:a16="http://schemas.microsoft.com/office/drawing/2014/main" id="{4CBA2A6F-E2AE-C4E7-8021-E6E116DC3A38}"/>
              </a:ext>
            </a:extLst>
          </p:cNvPr>
          <p:cNvSpPr>
            <a:spLocks noChangeShapeType="1"/>
          </p:cNvSpPr>
          <p:nvPr/>
        </p:nvSpPr>
        <p:spPr bwMode="auto">
          <a:xfrm>
            <a:off x="6218511" y="4844644"/>
            <a:ext cx="1223963" cy="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65">
            <a:extLst>
              <a:ext uri="{FF2B5EF4-FFF2-40B4-BE49-F238E27FC236}">
                <a16:creationId xmlns:a16="http://schemas.microsoft.com/office/drawing/2014/main" id="{67BFCC6B-B89A-2042-759D-CF455E10573B}"/>
              </a:ext>
            </a:extLst>
          </p:cNvPr>
          <p:cNvSpPr>
            <a:spLocks noChangeShapeType="1"/>
          </p:cNvSpPr>
          <p:nvPr/>
        </p:nvSpPr>
        <p:spPr bwMode="auto">
          <a:xfrm>
            <a:off x="6074049" y="5097056"/>
            <a:ext cx="28892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Line 66">
            <a:extLst>
              <a:ext uri="{FF2B5EF4-FFF2-40B4-BE49-F238E27FC236}">
                <a16:creationId xmlns:a16="http://schemas.microsoft.com/office/drawing/2014/main" id="{EBAB73F0-E9C7-FF0E-8C04-88A3D5885108}"/>
              </a:ext>
            </a:extLst>
          </p:cNvPr>
          <p:cNvSpPr>
            <a:spLocks noChangeShapeType="1"/>
          </p:cNvSpPr>
          <p:nvPr/>
        </p:nvSpPr>
        <p:spPr bwMode="auto">
          <a:xfrm flipV="1">
            <a:off x="8609286" y="4211231"/>
            <a:ext cx="0" cy="1042988"/>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 name="Line 67">
            <a:extLst>
              <a:ext uri="{FF2B5EF4-FFF2-40B4-BE49-F238E27FC236}">
                <a16:creationId xmlns:a16="http://schemas.microsoft.com/office/drawing/2014/main" id="{38F980FD-23D1-DE49-4722-8FC608F181CE}"/>
              </a:ext>
            </a:extLst>
          </p:cNvPr>
          <p:cNvSpPr>
            <a:spLocks noChangeShapeType="1"/>
          </p:cNvSpPr>
          <p:nvPr/>
        </p:nvSpPr>
        <p:spPr bwMode="auto">
          <a:xfrm flipV="1">
            <a:off x="4745311" y="4176306"/>
            <a:ext cx="0" cy="1077913"/>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Line 68">
            <a:extLst>
              <a:ext uri="{FF2B5EF4-FFF2-40B4-BE49-F238E27FC236}">
                <a16:creationId xmlns:a16="http://schemas.microsoft.com/office/drawing/2014/main" id="{2EB3EEEB-699B-94AC-B7C6-AF4B489C2A5E}"/>
              </a:ext>
            </a:extLst>
          </p:cNvPr>
          <p:cNvSpPr>
            <a:spLocks noChangeShapeType="1"/>
          </p:cNvSpPr>
          <p:nvPr/>
        </p:nvSpPr>
        <p:spPr bwMode="auto">
          <a:xfrm>
            <a:off x="4754836" y="5254219"/>
            <a:ext cx="38528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Line 69">
            <a:extLst>
              <a:ext uri="{FF2B5EF4-FFF2-40B4-BE49-F238E27FC236}">
                <a16:creationId xmlns:a16="http://schemas.microsoft.com/office/drawing/2014/main" id="{14C46E93-780B-78DA-A663-3B9408FCAD5C}"/>
              </a:ext>
            </a:extLst>
          </p:cNvPr>
          <p:cNvSpPr>
            <a:spLocks noChangeShapeType="1"/>
          </p:cNvSpPr>
          <p:nvPr/>
        </p:nvSpPr>
        <p:spPr bwMode="auto">
          <a:xfrm flipV="1">
            <a:off x="6218511" y="2428469"/>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Line 70">
            <a:extLst>
              <a:ext uri="{FF2B5EF4-FFF2-40B4-BE49-F238E27FC236}">
                <a16:creationId xmlns:a16="http://schemas.microsoft.com/office/drawing/2014/main" id="{D59AF7FB-FC5D-F65F-D85D-C438209FD82C}"/>
              </a:ext>
            </a:extLst>
          </p:cNvPr>
          <p:cNvSpPr>
            <a:spLocks noChangeShapeType="1"/>
          </p:cNvSpPr>
          <p:nvPr/>
        </p:nvSpPr>
        <p:spPr bwMode="auto">
          <a:xfrm flipV="1">
            <a:off x="2367236" y="4504919"/>
            <a:ext cx="0" cy="555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 name="Line 71">
            <a:extLst>
              <a:ext uri="{FF2B5EF4-FFF2-40B4-BE49-F238E27FC236}">
                <a16:creationId xmlns:a16="http://schemas.microsoft.com/office/drawing/2014/main" id="{871D3F2A-7CB2-E66C-EBDA-C5EAFE780EF7}"/>
              </a:ext>
            </a:extLst>
          </p:cNvPr>
          <p:cNvSpPr>
            <a:spLocks noChangeShapeType="1"/>
          </p:cNvSpPr>
          <p:nvPr/>
        </p:nvSpPr>
        <p:spPr bwMode="auto">
          <a:xfrm flipV="1">
            <a:off x="2765699" y="4498569"/>
            <a:ext cx="0" cy="301625"/>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 name="Line 72">
            <a:extLst>
              <a:ext uri="{FF2B5EF4-FFF2-40B4-BE49-F238E27FC236}">
                <a16:creationId xmlns:a16="http://schemas.microsoft.com/office/drawing/2014/main" id="{1D1143B0-91F0-5AFD-F5BA-889801348124}"/>
              </a:ext>
            </a:extLst>
          </p:cNvPr>
          <p:cNvSpPr>
            <a:spLocks noChangeShapeType="1"/>
          </p:cNvSpPr>
          <p:nvPr/>
        </p:nvSpPr>
        <p:spPr bwMode="auto">
          <a:xfrm flipV="1">
            <a:off x="3189561" y="4498569"/>
            <a:ext cx="0" cy="301625"/>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 name="Line 73">
            <a:extLst>
              <a:ext uri="{FF2B5EF4-FFF2-40B4-BE49-F238E27FC236}">
                <a16:creationId xmlns:a16="http://schemas.microsoft.com/office/drawing/2014/main" id="{6C71F71D-917B-04BC-5A21-A6BED78AE5FB}"/>
              </a:ext>
            </a:extLst>
          </p:cNvPr>
          <p:cNvSpPr>
            <a:spLocks noChangeShapeType="1"/>
          </p:cNvSpPr>
          <p:nvPr/>
        </p:nvSpPr>
        <p:spPr bwMode="auto">
          <a:xfrm flipV="1">
            <a:off x="3581674" y="4498569"/>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Line 74">
            <a:extLst>
              <a:ext uri="{FF2B5EF4-FFF2-40B4-BE49-F238E27FC236}">
                <a16:creationId xmlns:a16="http://schemas.microsoft.com/office/drawing/2014/main" id="{8F06BCF1-8C78-4C7C-CE46-B9886D72D0EB}"/>
              </a:ext>
            </a:extLst>
          </p:cNvPr>
          <p:cNvSpPr>
            <a:spLocks noChangeShapeType="1"/>
          </p:cNvSpPr>
          <p:nvPr/>
        </p:nvSpPr>
        <p:spPr bwMode="auto">
          <a:xfrm>
            <a:off x="2367236" y="4808131"/>
            <a:ext cx="1223963" cy="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 name="Line 75">
            <a:extLst>
              <a:ext uri="{FF2B5EF4-FFF2-40B4-BE49-F238E27FC236}">
                <a16:creationId xmlns:a16="http://schemas.microsoft.com/office/drawing/2014/main" id="{FFC7C3F6-4BB1-5FAD-68CC-FA71DC976A99}"/>
              </a:ext>
            </a:extLst>
          </p:cNvPr>
          <p:cNvSpPr>
            <a:spLocks noChangeShapeType="1"/>
          </p:cNvSpPr>
          <p:nvPr/>
        </p:nvSpPr>
        <p:spPr bwMode="auto">
          <a:xfrm>
            <a:off x="2222774" y="5060544"/>
            <a:ext cx="28892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 name="Line 76">
            <a:extLst>
              <a:ext uri="{FF2B5EF4-FFF2-40B4-BE49-F238E27FC236}">
                <a16:creationId xmlns:a16="http://schemas.microsoft.com/office/drawing/2014/main" id="{D90BDE08-02C6-5DAB-2A25-F9DFF46D7854}"/>
              </a:ext>
            </a:extLst>
          </p:cNvPr>
          <p:cNvSpPr>
            <a:spLocks noChangeShapeType="1"/>
          </p:cNvSpPr>
          <p:nvPr/>
        </p:nvSpPr>
        <p:spPr bwMode="auto">
          <a:xfrm flipV="1">
            <a:off x="4767536" y="3585756"/>
            <a:ext cx="0" cy="301625"/>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Rectangle 77">
            <a:extLst>
              <a:ext uri="{FF2B5EF4-FFF2-40B4-BE49-F238E27FC236}">
                <a16:creationId xmlns:a16="http://schemas.microsoft.com/office/drawing/2014/main" id="{6C426DA2-5E38-A804-D52C-E1606215481B}"/>
              </a:ext>
            </a:extLst>
          </p:cNvPr>
          <p:cNvSpPr>
            <a:spLocks noChangeArrowheads="1"/>
          </p:cNvSpPr>
          <p:nvPr/>
        </p:nvSpPr>
        <p:spPr bwMode="auto">
          <a:xfrm>
            <a:off x="1657624" y="3274606"/>
            <a:ext cx="2795587" cy="1219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endParaRPr kumimoji="1" lang="zh-CN" altLang="en-US" sz="2400" b="0"/>
          </a:p>
        </p:txBody>
      </p:sp>
      <p:grpSp>
        <p:nvGrpSpPr>
          <p:cNvPr id="80" name="Group 100">
            <a:extLst>
              <a:ext uri="{FF2B5EF4-FFF2-40B4-BE49-F238E27FC236}">
                <a16:creationId xmlns:a16="http://schemas.microsoft.com/office/drawing/2014/main" id="{A308C382-8001-7ED7-B3B8-1F28FB02CFCC}"/>
              </a:ext>
            </a:extLst>
          </p:cNvPr>
          <p:cNvGrpSpPr>
            <a:grpSpLocks/>
          </p:cNvGrpSpPr>
          <p:nvPr/>
        </p:nvGrpSpPr>
        <p:grpSpPr bwMode="auto">
          <a:xfrm>
            <a:off x="1071836" y="2469744"/>
            <a:ext cx="2519363" cy="1766887"/>
            <a:chOff x="364" y="2092"/>
            <a:chExt cx="1587" cy="1113"/>
          </a:xfrm>
        </p:grpSpPr>
        <p:sp>
          <p:nvSpPr>
            <p:cNvPr id="81" name="Line 79">
              <a:extLst>
                <a:ext uri="{FF2B5EF4-FFF2-40B4-BE49-F238E27FC236}">
                  <a16:creationId xmlns:a16="http://schemas.microsoft.com/office/drawing/2014/main" id="{9E207E38-E75C-9F73-28E9-8A0522D91E63}"/>
                </a:ext>
              </a:extLst>
            </p:cNvPr>
            <p:cNvSpPr>
              <a:spLocks noChangeShapeType="1"/>
            </p:cNvSpPr>
            <p:nvPr/>
          </p:nvSpPr>
          <p:spPr bwMode="auto">
            <a:xfrm>
              <a:off x="364" y="2305"/>
              <a:ext cx="38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 name="Line 80">
              <a:extLst>
                <a:ext uri="{FF2B5EF4-FFF2-40B4-BE49-F238E27FC236}">
                  <a16:creationId xmlns:a16="http://schemas.microsoft.com/office/drawing/2014/main" id="{A5F6C99C-F1A1-F984-DE10-0D2B28E19596}"/>
                </a:ext>
              </a:extLst>
            </p:cNvPr>
            <p:cNvSpPr>
              <a:spLocks noChangeShapeType="1"/>
            </p:cNvSpPr>
            <p:nvPr/>
          </p:nvSpPr>
          <p:spPr bwMode="auto">
            <a:xfrm>
              <a:off x="1134" y="2432"/>
              <a:ext cx="302" cy="0"/>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3" name="Group 81">
              <a:extLst>
                <a:ext uri="{FF2B5EF4-FFF2-40B4-BE49-F238E27FC236}">
                  <a16:creationId xmlns:a16="http://schemas.microsoft.com/office/drawing/2014/main" id="{C9FA0454-477E-7D0D-F1FB-555C67280CC0}"/>
                </a:ext>
              </a:extLst>
            </p:cNvPr>
            <p:cNvGrpSpPr>
              <a:grpSpLocks/>
            </p:cNvGrpSpPr>
            <p:nvPr/>
          </p:nvGrpSpPr>
          <p:grpSpPr bwMode="auto">
            <a:xfrm>
              <a:off x="755" y="2092"/>
              <a:ext cx="380" cy="409"/>
              <a:chOff x="755" y="2122"/>
              <a:chExt cx="380" cy="409"/>
            </a:xfrm>
          </p:grpSpPr>
          <p:sp>
            <p:nvSpPr>
              <p:cNvPr id="86" name="Oval 82">
                <a:extLst>
                  <a:ext uri="{FF2B5EF4-FFF2-40B4-BE49-F238E27FC236}">
                    <a16:creationId xmlns:a16="http://schemas.microsoft.com/office/drawing/2014/main" id="{C2990905-0D6E-F3F0-B82D-2E0E311661A5}"/>
                  </a:ext>
                </a:extLst>
              </p:cNvPr>
              <p:cNvSpPr>
                <a:spLocks noChangeArrowheads="1"/>
              </p:cNvSpPr>
              <p:nvPr/>
            </p:nvSpPr>
            <p:spPr bwMode="auto">
              <a:xfrm rot="10800000">
                <a:off x="755" y="2297"/>
                <a:ext cx="75" cy="75"/>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87" name="AutoShape 83">
                <a:extLst>
                  <a:ext uri="{FF2B5EF4-FFF2-40B4-BE49-F238E27FC236}">
                    <a16:creationId xmlns:a16="http://schemas.microsoft.com/office/drawing/2014/main" id="{1EDEC293-E457-E7F7-C473-49397BA4B0A5}"/>
                  </a:ext>
                </a:extLst>
              </p:cNvPr>
              <p:cNvSpPr>
                <a:spLocks noChangeArrowheads="1"/>
              </p:cNvSpPr>
              <p:nvPr/>
            </p:nvSpPr>
            <p:spPr bwMode="auto">
              <a:xfrm rot="10800000">
                <a:off x="824" y="2122"/>
                <a:ext cx="311" cy="409"/>
              </a:xfrm>
              <a:prstGeom prst="flowChartDelay">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sp>
          <p:nvSpPr>
            <p:cNvPr id="84" name="Line 84">
              <a:extLst>
                <a:ext uri="{FF2B5EF4-FFF2-40B4-BE49-F238E27FC236}">
                  <a16:creationId xmlns:a16="http://schemas.microsoft.com/office/drawing/2014/main" id="{0813538E-5D4B-5C5B-2C0B-C30589651AD1}"/>
                </a:ext>
              </a:extLst>
            </p:cNvPr>
            <p:cNvSpPr>
              <a:spLocks noChangeShapeType="1"/>
            </p:cNvSpPr>
            <p:nvPr/>
          </p:nvSpPr>
          <p:spPr bwMode="auto">
            <a:xfrm flipV="1">
              <a:off x="364" y="2305"/>
              <a:ext cx="0" cy="900"/>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Line 86">
              <a:extLst>
                <a:ext uri="{FF2B5EF4-FFF2-40B4-BE49-F238E27FC236}">
                  <a16:creationId xmlns:a16="http://schemas.microsoft.com/office/drawing/2014/main" id="{E3B6EB5F-391C-2262-4B38-6CA0545E4F93}"/>
                </a:ext>
              </a:extLst>
            </p:cNvPr>
            <p:cNvSpPr>
              <a:spLocks noChangeShapeType="1"/>
            </p:cNvSpPr>
            <p:nvPr/>
          </p:nvSpPr>
          <p:spPr bwMode="auto">
            <a:xfrm>
              <a:off x="1134" y="2183"/>
              <a:ext cx="817" cy="0"/>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8" name="Group 88">
            <a:extLst>
              <a:ext uri="{FF2B5EF4-FFF2-40B4-BE49-F238E27FC236}">
                <a16:creationId xmlns:a16="http://schemas.microsoft.com/office/drawing/2014/main" id="{5A55B877-B33E-A07C-1DEC-0931EB6C3B72}"/>
              </a:ext>
            </a:extLst>
          </p:cNvPr>
          <p:cNvGrpSpPr>
            <a:grpSpLocks/>
          </p:cNvGrpSpPr>
          <p:nvPr/>
        </p:nvGrpSpPr>
        <p:grpSpPr bwMode="auto">
          <a:xfrm>
            <a:off x="854349" y="4247744"/>
            <a:ext cx="546100" cy="1096962"/>
            <a:chOff x="227" y="3249"/>
            <a:chExt cx="344" cy="691"/>
          </a:xfrm>
        </p:grpSpPr>
        <p:sp>
          <p:nvSpPr>
            <p:cNvPr id="89" name="Line 89">
              <a:extLst>
                <a:ext uri="{FF2B5EF4-FFF2-40B4-BE49-F238E27FC236}">
                  <a16:creationId xmlns:a16="http://schemas.microsoft.com/office/drawing/2014/main" id="{A2A18B42-ACF7-2C9E-44D0-FFE79DFAF075}"/>
                </a:ext>
              </a:extLst>
            </p:cNvPr>
            <p:cNvSpPr>
              <a:spLocks noChangeShapeType="1"/>
            </p:cNvSpPr>
            <p:nvPr/>
          </p:nvSpPr>
          <p:spPr bwMode="auto">
            <a:xfrm flipV="1">
              <a:off x="363" y="3249"/>
              <a:ext cx="0" cy="657"/>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 name="Text Box 90">
              <a:extLst>
                <a:ext uri="{FF2B5EF4-FFF2-40B4-BE49-F238E27FC236}">
                  <a16:creationId xmlns:a16="http://schemas.microsoft.com/office/drawing/2014/main" id="{82C2C8A2-0B91-3272-2A40-7418D3EC1A90}"/>
                </a:ext>
              </a:extLst>
            </p:cNvPr>
            <p:cNvSpPr txBox="1">
              <a:spLocks noChangeArrowheads="1"/>
            </p:cNvSpPr>
            <p:nvPr/>
          </p:nvSpPr>
          <p:spPr bwMode="auto">
            <a:xfrm>
              <a:off x="432" y="3733"/>
              <a:ext cx="139"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C</a:t>
              </a:r>
              <a:endParaRPr kumimoji="1" lang="en-US" altLang="zh-CN" sz="1600" baseline="-25000"/>
            </a:p>
          </p:txBody>
        </p:sp>
        <p:grpSp>
          <p:nvGrpSpPr>
            <p:cNvPr id="91" name="Group 91">
              <a:extLst>
                <a:ext uri="{FF2B5EF4-FFF2-40B4-BE49-F238E27FC236}">
                  <a16:creationId xmlns:a16="http://schemas.microsoft.com/office/drawing/2014/main" id="{9A2FF987-91D2-A75B-568C-22C0BB0B4CA5}"/>
                </a:ext>
              </a:extLst>
            </p:cNvPr>
            <p:cNvGrpSpPr>
              <a:grpSpLocks/>
            </p:cNvGrpSpPr>
            <p:nvPr/>
          </p:nvGrpSpPr>
          <p:grpSpPr bwMode="auto">
            <a:xfrm>
              <a:off x="227" y="3438"/>
              <a:ext cx="273" cy="272"/>
              <a:chOff x="4286" y="2614"/>
              <a:chExt cx="317" cy="340"/>
            </a:xfrm>
          </p:grpSpPr>
          <p:sp>
            <p:nvSpPr>
              <p:cNvPr id="92" name="AutoShape 92">
                <a:extLst>
                  <a:ext uri="{FF2B5EF4-FFF2-40B4-BE49-F238E27FC236}">
                    <a16:creationId xmlns:a16="http://schemas.microsoft.com/office/drawing/2014/main" id="{1A98F971-3CD0-6BB0-A9AF-B69747A7DA38}"/>
                  </a:ext>
                </a:extLst>
              </p:cNvPr>
              <p:cNvSpPr>
                <a:spLocks noChangeArrowheads="1"/>
              </p:cNvSpPr>
              <p:nvPr/>
            </p:nvSpPr>
            <p:spPr bwMode="auto">
              <a:xfrm>
                <a:off x="4286" y="2614"/>
                <a:ext cx="317" cy="285"/>
              </a:xfrm>
              <a:prstGeom prst="flowChartMerge">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93" name="Oval 93">
                <a:extLst>
                  <a:ext uri="{FF2B5EF4-FFF2-40B4-BE49-F238E27FC236}">
                    <a16:creationId xmlns:a16="http://schemas.microsoft.com/office/drawing/2014/main" id="{BEC92357-CF46-3E4F-B1C2-E2D0EAE9C2DE}"/>
                  </a:ext>
                </a:extLst>
              </p:cNvPr>
              <p:cNvSpPr>
                <a:spLocks noChangeArrowheads="1"/>
              </p:cNvSpPr>
              <p:nvPr/>
            </p:nvSpPr>
            <p:spPr bwMode="auto">
              <a:xfrm>
                <a:off x="4400" y="2863"/>
                <a:ext cx="91" cy="91"/>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grpSp>
      <p:sp>
        <p:nvSpPr>
          <p:cNvPr id="94" name="Rectangle 95">
            <a:extLst>
              <a:ext uri="{FF2B5EF4-FFF2-40B4-BE49-F238E27FC236}">
                <a16:creationId xmlns:a16="http://schemas.microsoft.com/office/drawing/2014/main" id="{24B7F233-E2C3-39C7-6C81-77CBBC412A3B}"/>
              </a:ext>
            </a:extLst>
          </p:cNvPr>
          <p:cNvSpPr>
            <a:spLocks noChangeArrowheads="1"/>
          </p:cNvSpPr>
          <p:nvPr/>
        </p:nvSpPr>
        <p:spPr bwMode="auto">
          <a:xfrm>
            <a:off x="1752874" y="1234669"/>
            <a:ext cx="2327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b="0" dirty="0">
                <a:latin typeface="+mj-ea"/>
                <a:ea typeface="+mj-ea"/>
              </a:rPr>
              <a:t>同步单独置数</a:t>
            </a:r>
          </a:p>
        </p:txBody>
      </p:sp>
      <p:sp>
        <p:nvSpPr>
          <p:cNvPr id="96" name="文本框 95">
            <a:extLst>
              <a:ext uri="{FF2B5EF4-FFF2-40B4-BE49-F238E27FC236}">
                <a16:creationId xmlns:a16="http://schemas.microsoft.com/office/drawing/2014/main" id="{E5894AA3-4DBC-28D3-ED04-34B227B0EE61}"/>
              </a:ext>
            </a:extLst>
          </p:cNvPr>
          <p:cNvSpPr txBox="1"/>
          <p:nvPr/>
        </p:nvSpPr>
        <p:spPr>
          <a:xfrm>
            <a:off x="74423" y="5512504"/>
            <a:ext cx="9813795"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200" dirty="0">
                <a:solidFill>
                  <a:schemeClr val="tx1"/>
                </a:solidFill>
                <a:effectLst/>
                <a:latin typeface="Arial" pitchFamily="34" charset="0"/>
                <a:ea typeface="宋体" pitchFamily="2" charset="-122"/>
                <a:cs typeface="宋体" charset="0"/>
              </a:rPr>
              <a:t>置零条件：某个时钟周期后，左边</a:t>
            </a:r>
            <a:r>
              <a:rPr lang="en-US" altLang="zh-CN" sz="1800" kern="1200" dirty="0">
                <a:solidFill>
                  <a:schemeClr val="tx1"/>
                </a:solidFill>
                <a:effectLst/>
                <a:latin typeface="Arial" pitchFamily="34" charset="0"/>
                <a:ea typeface="宋体" pitchFamily="2" charset="-122"/>
                <a:cs typeface="宋体" charset="0"/>
              </a:rPr>
              <a:t>Q</a:t>
            </a:r>
            <a:r>
              <a:rPr lang="en-US" altLang="zh-CN" sz="1800" kern="1200" baseline="-25000" dirty="0">
                <a:solidFill>
                  <a:schemeClr val="tx1"/>
                </a:solidFill>
                <a:effectLst/>
                <a:latin typeface="Arial" pitchFamily="34" charset="0"/>
                <a:ea typeface="宋体" pitchFamily="2" charset="-122"/>
                <a:cs typeface="宋体" charset="0"/>
              </a:rPr>
              <a:t>3</a:t>
            </a:r>
            <a:r>
              <a:rPr lang="en-US" altLang="zh-CN" sz="1800" kern="1200" dirty="0">
                <a:solidFill>
                  <a:schemeClr val="tx1"/>
                </a:solidFill>
                <a:effectLst/>
                <a:latin typeface="Arial" pitchFamily="34" charset="0"/>
                <a:ea typeface="宋体" pitchFamily="2" charset="-122"/>
                <a:cs typeface="宋体" charset="0"/>
              </a:rPr>
              <a:t>-Q</a:t>
            </a:r>
            <a:r>
              <a:rPr lang="en-US" altLang="zh-CN" sz="1800" kern="1200" baseline="-25000" dirty="0">
                <a:solidFill>
                  <a:schemeClr val="tx1"/>
                </a:solidFill>
                <a:effectLst/>
                <a:latin typeface="Arial" pitchFamily="34" charset="0"/>
                <a:ea typeface="宋体" pitchFamily="2" charset="-122"/>
                <a:cs typeface="宋体" charset="0"/>
              </a:rPr>
              <a:t>0</a:t>
            </a:r>
            <a:r>
              <a:rPr lang="en-US" altLang="zh-CN" sz="1800" kern="1200" dirty="0">
                <a:solidFill>
                  <a:schemeClr val="tx1"/>
                </a:solidFill>
                <a:effectLst/>
                <a:latin typeface="Arial" pitchFamily="34" charset="0"/>
                <a:ea typeface="宋体" pitchFamily="2" charset="-122"/>
                <a:cs typeface="宋体" charset="0"/>
              </a:rPr>
              <a:t>=0101</a:t>
            </a:r>
            <a:r>
              <a:rPr lang="zh-CN" altLang="zh-CN" sz="1800" kern="1200" dirty="0">
                <a:solidFill>
                  <a:schemeClr val="tx1"/>
                </a:solidFill>
                <a:effectLst/>
                <a:latin typeface="Arial" pitchFamily="34" charset="0"/>
                <a:ea typeface="宋体" pitchFamily="2" charset="-122"/>
                <a:cs typeface="宋体" charset="0"/>
              </a:rPr>
              <a:t>，计算到</a:t>
            </a:r>
            <a:r>
              <a:rPr lang="en-US" altLang="zh-CN" sz="1800" kern="1200" dirty="0">
                <a:solidFill>
                  <a:schemeClr val="tx1"/>
                </a:solidFill>
                <a:effectLst/>
                <a:latin typeface="Arial" pitchFamily="34" charset="0"/>
                <a:ea typeface="宋体" pitchFamily="2" charset="-122"/>
                <a:cs typeface="宋体" charset="0"/>
              </a:rPr>
              <a:t>5</a:t>
            </a:r>
            <a:r>
              <a:rPr lang="zh-CN" altLang="zh-CN" sz="1800" kern="1200" dirty="0">
                <a:solidFill>
                  <a:schemeClr val="tx1"/>
                </a:solidFill>
                <a:effectLst/>
                <a:latin typeface="Arial" pitchFamily="34" charset="0"/>
                <a:ea typeface="宋体" pitchFamily="2" charset="-122"/>
                <a:cs typeface="宋体" charset="0"/>
              </a:rPr>
              <a:t>，右边</a:t>
            </a:r>
            <a:r>
              <a:rPr lang="en-US" altLang="zh-CN" sz="1800" kern="1200" dirty="0">
                <a:solidFill>
                  <a:schemeClr val="tx1"/>
                </a:solidFill>
                <a:effectLst/>
                <a:latin typeface="Arial" pitchFamily="34" charset="0"/>
                <a:ea typeface="宋体" pitchFamily="2" charset="-122"/>
                <a:cs typeface="宋体" charset="0"/>
              </a:rPr>
              <a:t>TC=1</a:t>
            </a:r>
            <a:r>
              <a:rPr lang="zh-CN" altLang="zh-CN" sz="1800" kern="1200" dirty="0">
                <a:solidFill>
                  <a:schemeClr val="tx1"/>
                </a:solidFill>
                <a:effectLst/>
                <a:latin typeface="Arial" pitchFamily="34" charset="0"/>
                <a:ea typeface="宋体" pitchFamily="2" charset="-122"/>
                <a:cs typeface="宋体" charset="0"/>
              </a:rPr>
              <a:t>，计算到</a:t>
            </a:r>
            <a:r>
              <a:rPr lang="en-US" altLang="zh-CN" sz="1800" kern="1200" dirty="0">
                <a:solidFill>
                  <a:schemeClr val="tx1"/>
                </a:solidFill>
                <a:effectLst/>
                <a:latin typeface="Arial" pitchFamily="34" charset="0"/>
                <a:ea typeface="宋体" pitchFamily="2" charset="-122"/>
                <a:cs typeface="宋体" charset="0"/>
              </a:rPr>
              <a:t>9</a:t>
            </a:r>
            <a:r>
              <a:rPr lang="zh-CN" altLang="zh-CN" sz="1800" kern="1200" dirty="0">
                <a:solidFill>
                  <a:schemeClr val="tx1"/>
                </a:solidFill>
                <a:effectLst/>
                <a:latin typeface="Arial" pitchFamily="34" charset="0"/>
                <a:ea typeface="宋体" pitchFamily="2" charset="-122"/>
                <a:cs typeface="宋体" charset="0"/>
              </a:rPr>
              <a:t>，此时与非输出为</a:t>
            </a:r>
            <a:r>
              <a:rPr lang="en-US" altLang="zh-CN" sz="1800" kern="1200" dirty="0">
                <a:solidFill>
                  <a:schemeClr val="tx1"/>
                </a:solidFill>
                <a:effectLst/>
                <a:latin typeface="Arial" pitchFamily="34" charset="0"/>
                <a:ea typeface="宋体" pitchFamily="2" charset="-122"/>
                <a:cs typeface="宋体" charset="0"/>
              </a:rPr>
              <a:t>1</a:t>
            </a:r>
            <a:r>
              <a:rPr lang="zh-CN" altLang="zh-CN" sz="1800" kern="1200" dirty="0">
                <a:solidFill>
                  <a:schemeClr val="tx1"/>
                </a:solidFill>
                <a:effectLst/>
                <a:latin typeface="Arial" pitchFamily="34" charset="0"/>
                <a:ea typeface="宋体" pitchFamily="2" charset="-122"/>
                <a:cs typeface="宋体" charset="0"/>
              </a:rPr>
              <a:t>，等到下一个时钟周期，</a:t>
            </a:r>
            <a:r>
              <a:rPr lang="en-US" altLang="zh-CN" sz="1800" kern="1200" dirty="0">
                <a:solidFill>
                  <a:schemeClr val="tx1"/>
                </a:solidFill>
                <a:effectLst/>
                <a:latin typeface="Arial" pitchFamily="34" charset="0"/>
                <a:ea typeface="宋体" pitchFamily="2" charset="-122"/>
                <a:cs typeface="宋体" charset="0"/>
              </a:rPr>
              <a:t>PE</a:t>
            </a:r>
            <a:r>
              <a:rPr lang="zh-CN" altLang="zh-CN" sz="1800" kern="1200" dirty="0">
                <a:solidFill>
                  <a:schemeClr val="tx1"/>
                </a:solidFill>
                <a:effectLst/>
                <a:latin typeface="Arial" pitchFamily="34" charset="0"/>
                <a:ea typeface="宋体" pitchFamily="2" charset="-122"/>
                <a:cs typeface="宋体" charset="0"/>
              </a:rPr>
              <a:t>把左边</a:t>
            </a:r>
            <a:r>
              <a:rPr lang="en-US" altLang="zh-CN" sz="1800" kern="1200" dirty="0">
                <a:solidFill>
                  <a:schemeClr val="tx1"/>
                </a:solidFill>
                <a:effectLst/>
                <a:latin typeface="Arial" pitchFamily="34" charset="0"/>
                <a:ea typeface="宋体" pitchFamily="2" charset="-122"/>
                <a:cs typeface="宋体" charset="0"/>
              </a:rPr>
              <a:t>74x160</a:t>
            </a:r>
            <a:r>
              <a:rPr lang="zh-CN" altLang="zh-CN" sz="1800" kern="1200" dirty="0">
                <a:solidFill>
                  <a:schemeClr val="tx1"/>
                </a:solidFill>
                <a:effectLst/>
                <a:latin typeface="Arial" pitchFamily="34" charset="0"/>
                <a:ea typeface="宋体" pitchFamily="2" charset="-122"/>
                <a:cs typeface="宋体" charset="0"/>
              </a:rPr>
              <a:t>清零，同时右边从</a:t>
            </a:r>
            <a:r>
              <a:rPr lang="en-US" altLang="zh-CN" sz="1800" kern="1200" dirty="0">
                <a:solidFill>
                  <a:schemeClr val="tx1"/>
                </a:solidFill>
                <a:effectLst/>
                <a:latin typeface="Arial" pitchFamily="34" charset="0"/>
                <a:ea typeface="宋体" pitchFamily="2" charset="-122"/>
                <a:cs typeface="宋体" charset="0"/>
              </a:rPr>
              <a:t>9</a:t>
            </a:r>
            <a:r>
              <a:rPr lang="zh-CN" altLang="zh-CN" sz="1800" kern="1200" dirty="0">
                <a:solidFill>
                  <a:schemeClr val="tx1"/>
                </a:solidFill>
                <a:effectLst/>
                <a:latin typeface="Arial" pitchFamily="34" charset="0"/>
                <a:ea typeface="宋体" pitchFamily="2" charset="-122"/>
                <a:cs typeface="宋体" charset="0"/>
              </a:rPr>
              <a:t>翻到</a:t>
            </a:r>
            <a:r>
              <a:rPr lang="en-US" altLang="zh-CN" sz="1800" kern="1200" dirty="0">
                <a:solidFill>
                  <a:schemeClr val="tx1"/>
                </a:solidFill>
                <a:effectLst/>
                <a:latin typeface="Arial" pitchFamily="34" charset="0"/>
                <a:ea typeface="宋体" pitchFamily="2" charset="-122"/>
                <a:cs typeface="宋体" charset="0"/>
              </a:rPr>
              <a:t>0</a:t>
            </a:r>
            <a:r>
              <a:rPr lang="zh-CN" altLang="zh-CN" sz="1800" kern="1200" dirty="0">
                <a:solidFill>
                  <a:schemeClr val="tx1"/>
                </a:solidFill>
                <a:effectLst/>
                <a:latin typeface="Arial" pitchFamily="34" charset="0"/>
                <a:ea typeface="宋体" pitchFamily="2" charset="-122"/>
                <a:cs typeface="宋体" charset="0"/>
              </a:rPr>
              <a:t>，因此正好完成</a:t>
            </a:r>
            <a:r>
              <a:rPr lang="en-US" altLang="zh-CN" sz="1800" kern="1200" dirty="0">
                <a:solidFill>
                  <a:schemeClr val="tx1"/>
                </a:solidFill>
                <a:effectLst/>
                <a:latin typeface="Arial" pitchFamily="34" charset="0"/>
                <a:ea typeface="宋体" pitchFamily="2" charset="-122"/>
                <a:cs typeface="宋体" charset="0"/>
              </a:rPr>
              <a:t>60</a:t>
            </a:r>
            <a:r>
              <a:rPr lang="zh-CN" altLang="zh-CN" sz="1800" kern="1200" dirty="0">
                <a:solidFill>
                  <a:schemeClr val="tx1"/>
                </a:solidFill>
                <a:effectLst/>
                <a:latin typeface="Arial" pitchFamily="34" charset="0"/>
                <a:ea typeface="宋体" pitchFamily="2" charset="-122"/>
                <a:cs typeface="宋体" charset="0"/>
              </a:rPr>
              <a:t>个周期（</a:t>
            </a:r>
            <a:r>
              <a:rPr lang="en-US" altLang="zh-CN" sz="1800" kern="1200" dirty="0">
                <a:solidFill>
                  <a:schemeClr val="tx1"/>
                </a:solidFill>
                <a:effectLst/>
                <a:latin typeface="Arial" pitchFamily="34" charset="0"/>
                <a:ea typeface="宋体" pitchFamily="2" charset="-122"/>
                <a:cs typeface="宋体" charset="0"/>
              </a:rPr>
              <a:t>0-59</a:t>
            </a:r>
            <a:r>
              <a:rPr lang="zh-CN" altLang="zh-CN" sz="1800" kern="1200" dirty="0">
                <a:solidFill>
                  <a:schemeClr val="tx1"/>
                </a:solidFill>
                <a:effectLst/>
                <a:latin typeface="Arial" pitchFamily="34" charset="0"/>
                <a:ea typeface="宋体" pitchFamily="2" charset="-122"/>
                <a:cs typeface="宋体" charset="0"/>
              </a:rPr>
              <a:t>，且</a:t>
            </a:r>
            <a:r>
              <a:rPr lang="en-US" altLang="zh-CN" sz="1800" kern="1200" dirty="0">
                <a:solidFill>
                  <a:schemeClr val="tx1"/>
                </a:solidFill>
                <a:effectLst/>
                <a:latin typeface="Arial" pitchFamily="34" charset="0"/>
                <a:ea typeface="宋体" pitchFamily="2" charset="-122"/>
                <a:cs typeface="宋体" charset="0"/>
              </a:rPr>
              <a:t>59</a:t>
            </a:r>
            <a:r>
              <a:rPr lang="zh-CN" altLang="zh-CN" sz="1800" kern="1200" dirty="0">
                <a:solidFill>
                  <a:schemeClr val="tx1"/>
                </a:solidFill>
                <a:effectLst/>
                <a:latin typeface="Arial" pitchFamily="34" charset="0"/>
                <a:ea typeface="宋体" pitchFamily="2" charset="-122"/>
                <a:cs typeface="宋体" charset="0"/>
              </a:rPr>
              <a:t>持续一个周期）。</a:t>
            </a:r>
            <a:r>
              <a:rPr lang="zh-CN" altLang="zh-CN" dirty="0">
                <a:effectLst/>
              </a:rPr>
              <a:t> </a:t>
            </a:r>
            <a:endParaRPr kumimoji="1" lang="zh-CN" altLang="en-US" dirty="0"/>
          </a:p>
        </p:txBody>
      </p:sp>
    </p:spTree>
    <p:extLst>
      <p:ext uri="{BB962C8B-B14F-4D97-AF65-F5344CB8AC3E}">
        <p14:creationId xmlns:p14="http://schemas.microsoft.com/office/powerpoint/2010/main" val="28582836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D97814-6C41-CF3C-3A6F-84B7A172EFC0}"/>
              </a:ext>
            </a:extLst>
          </p:cNvPr>
          <p:cNvSpPr>
            <a:spLocks noGrp="1"/>
          </p:cNvSpPr>
          <p:nvPr>
            <p:ph type="title"/>
          </p:nvPr>
        </p:nvSpPr>
        <p:spPr/>
        <p:txBody>
          <a:bodyPr>
            <a:normAutofit fontScale="90000"/>
          </a:bodyPr>
          <a:lstStyle/>
          <a:p>
            <a:r>
              <a:rPr lang="zh-CN" altLang="en-US" dirty="0"/>
              <a:t>示例</a:t>
            </a:r>
            <a:r>
              <a:rPr lang="en-US" altLang="zh-CN" dirty="0"/>
              <a:t>3</a:t>
            </a:r>
            <a:r>
              <a:rPr lang="en-US" altLang="ja-JP" dirty="0"/>
              <a:t>:</a:t>
            </a:r>
            <a:r>
              <a:rPr lang="en-US" altLang="zh-CN" dirty="0"/>
              <a:t> </a:t>
            </a:r>
            <a:r>
              <a:rPr lang="zh-CN" altLang="en-US" dirty="0"/>
              <a:t>用</a:t>
            </a:r>
            <a:r>
              <a:rPr lang="en-US" altLang="zh-CN" dirty="0"/>
              <a:t>74x160</a:t>
            </a:r>
            <a:r>
              <a:rPr lang="zh-CN" altLang="en-US" dirty="0"/>
              <a:t>构成</a:t>
            </a:r>
            <a:r>
              <a:rPr lang="en-US" altLang="zh-CN" dirty="0"/>
              <a:t>60</a:t>
            </a:r>
            <a:r>
              <a:rPr lang="zh-CN" altLang="en-US" dirty="0"/>
              <a:t>进制</a:t>
            </a:r>
            <a:r>
              <a:rPr lang="en-US" altLang="zh-CN" dirty="0"/>
              <a:t> (2)</a:t>
            </a:r>
            <a:endParaRPr kumimoji="1" lang="zh-CN" altLang="en-US" dirty="0"/>
          </a:p>
        </p:txBody>
      </p:sp>
      <p:sp>
        <p:nvSpPr>
          <p:cNvPr id="3" name="内容占位符 2">
            <a:extLst>
              <a:ext uri="{FF2B5EF4-FFF2-40B4-BE49-F238E27FC236}">
                <a16:creationId xmlns:a16="http://schemas.microsoft.com/office/drawing/2014/main" id="{0F92F0B1-6C06-E8D2-2203-7C34259B3521}"/>
              </a:ext>
            </a:extLst>
          </p:cNvPr>
          <p:cNvSpPr>
            <a:spLocks noGrp="1"/>
          </p:cNvSpPr>
          <p:nvPr>
            <p:ph idx="1"/>
          </p:nvPr>
        </p:nvSpPr>
        <p:spPr/>
        <p:txBody>
          <a:bodyPr/>
          <a:lstStyle/>
          <a:p>
            <a:r>
              <a:rPr lang="en-US" altLang="zh-CN" dirty="0"/>
              <a:t>74x160</a:t>
            </a:r>
            <a:r>
              <a:rPr lang="zh-CN" altLang="en-US" dirty="0"/>
              <a:t>：异步清零四位同步十进制计数器</a:t>
            </a:r>
          </a:p>
          <a:p>
            <a:endParaRPr kumimoji="1" lang="zh-CN" altLang="en-US" dirty="0"/>
          </a:p>
        </p:txBody>
      </p:sp>
      <p:sp>
        <p:nvSpPr>
          <p:cNvPr id="4" name="页脚占位符 3">
            <a:extLst>
              <a:ext uri="{FF2B5EF4-FFF2-40B4-BE49-F238E27FC236}">
                <a16:creationId xmlns:a16="http://schemas.microsoft.com/office/drawing/2014/main" id="{9A8F0EC0-91D8-CEDA-5DA8-451D94A653A0}"/>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BD2116B1-96C9-993B-CB6A-7B000AC21E31}"/>
              </a:ext>
            </a:extLst>
          </p:cNvPr>
          <p:cNvSpPr>
            <a:spLocks noGrp="1"/>
          </p:cNvSpPr>
          <p:nvPr>
            <p:ph type="sldNum" sz="quarter" idx="12"/>
          </p:nvPr>
        </p:nvSpPr>
        <p:spPr/>
        <p:txBody>
          <a:bodyPr/>
          <a:lstStyle/>
          <a:p>
            <a:fld id="{9E260BC5-5BF3-8746-862B-DC45E9CAA88B}" type="slidenum">
              <a:rPr lang="en-US" smtClean="0"/>
              <a:pPr/>
              <a:t>23</a:t>
            </a:fld>
            <a:r>
              <a:rPr lang="en-US" altLang="zh-CN" dirty="0"/>
              <a:t>/34</a:t>
            </a:r>
            <a:endParaRPr lang="en-US" dirty="0"/>
          </a:p>
        </p:txBody>
      </p:sp>
      <p:sp>
        <p:nvSpPr>
          <p:cNvPr id="7" name="Line 4">
            <a:extLst>
              <a:ext uri="{FF2B5EF4-FFF2-40B4-BE49-F238E27FC236}">
                <a16:creationId xmlns:a16="http://schemas.microsoft.com/office/drawing/2014/main" id="{04141C9E-3384-AC27-2196-38036085DD5E}"/>
              </a:ext>
            </a:extLst>
          </p:cNvPr>
          <p:cNvSpPr>
            <a:spLocks noChangeShapeType="1"/>
          </p:cNvSpPr>
          <p:nvPr/>
        </p:nvSpPr>
        <p:spPr bwMode="auto">
          <a:xfrm>
            <a:off x="1189257" y="4335934"/>
            <a:ext cx="441325" cy="0"/>
          </a:xfrm>
          <a:prstGeom prst="line">
            <a:avLst/>
          </a:prstGeom>
          <a:noFill/>
          <a:ln w="28575">
            <a:solidFill>
              <a:schemeClr val="tx1"/>
            </a:solidFill>
            <a:round/>
            <a:headEnd type="none" w="lg" len="lg"/>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 name="Group 6">
            <a:extLst>
              <a:ext uri="{FF2B5EF4-FFF2-40B4-BE49-F238E27FC236}">
                <a16:creationId xmlns:a16="http://schemas.microsoft.com/office/drawing/2014/main" id="{B3C3AC3A-6BFD-C315-4138-97480D977E73}"/>
              </a:ext>
            </a:extLst>
          </p:cNvPr>
          <p:cNvGrpSpPr>
            <a:grpSpLocks/>
          </p:cNvGrpSpPr>
          <p:nvPr/>
        </p:nvGrpSpPr>
        <p:grpSpPr bwMode="auto">
          <a:xfrm>
            <a:off x="2749769" y="2476972"/>
            <a:ext cx="815975" cy="882650"/>
            <a:chOff x="3999" y="1052"/>
            <a:chExt cx="514" cy="666"/>
          </a:xfrm>
        </p:grpSpPr>
        <p:sp>
          <p:nvSpPr>
            <p:cNvPr id="9" name="Line 7">
              <a:extLst>
                <a:ext uri="{FF2B5EF4-FFF2-40B4-BE49-F238E27FC236}">
                  <a16:creationId xmlns:a16="http://schemas.microsoft.com/office/drawing/2014/main" id="{36F03987-DC77-CA82-BD06-8DC57BCD4975}"/>
                </a:ext>
              </a:extLst>
            </p:cNvPr>
            <p:cNvSpPr>
              <a:spLocks noChangeShapeType="1"/>
            </p:cNvSpPr>
            <p:nvPr/>
          </p:nvSpPr>
          <p:spPr bwMode="auto">
            <a:xfrm flipV="1">
              <a:off x="3999" y="1052"/>
              <a:ext cx="0" cy="66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8">
              <a:extLst>
                <a:ext uri="{FF2B5EF4-FFF2-40B4-BE49-F238E27FC236}">
                  <a16:creationId xmlns:a16="http://schemas.microsoft.com/office/drawing/2014/main" id="{6074AD4E-15F8-244B-CFD8-6611B86901F3}"/>
                </a:ext>
              </a:extLst>
            </p:cNvPr>
            <p:cNvSpPr>
              <a:spLocks noChangeShapeType="1"/>
            </p:cNvSpPr>
            <p:nvPr/>
          </p:nvSpPr>
          <p:spPr bwMode="auto">
            <a:xfrm flipV="1">
              <a:off x="4266" y="1052"/>
              <a:ext cx="0" cy="66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9">
              <a:extLst>
                <a:ext uri="{FF2B5EF4-FFF2-40B4-BE49-F238E27FC236}">
                  <a16:creationId xmlns:a16="http://schemas.microsoft.com/office/drawing/2014/main" id="{91C112E2-C40B-A41B-76ED-8BE97D304D2D}"/>
                </a:ext>
              </a:extLst>
            </p:cNvPr>
            <p:cNvSpPr>
              <a:spLocks noChangeShapeType="1"/>
            </p:cNvSpPr>
            <p:nvPr/>
          </p:nvSpPr>
          <p:spPr bwMode="auto">
            <a:xfrm flipV="1">
              <a:off x="4513" y="1052"/>
              <a:ext cx="0" cy="66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 name="Line 10">
            <a:extLst>
              <a:ext uri="{FF2B5EF4-FFF2-40B4-BE49-F238E27FC236}">
                <a16:creationId xmlns:a16="http://schemas.microsoft.com/office/drawing/2014/main" id="{010BECC2-F138-130E-2941-73539AAD46F3}"/>
              </a:ext>
            </a:extLst>
          </p:cNvPr>
          <p:cNvSpPr>
            <a:spLocks noChangeShapeType="1"/>
          </p:cNvSpPr>
          <p:nvPr/>
        </p:nvSpPr>
        <p:spPr bwMode="auto">
          <a:xfrm>
            <a:off x="4315044" y="3973984"/>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11">
            <a:extLst>
              <a:ext uri="{FF2B5EF4-FFF2-40B4-BE49-F238E27FC236}">
                <a16:creationId xmlns:a16="http://schemas.microsoft.com/office/drawing/2014/main" id="{37957C24-7890-6C6C-C7B1-8451C5E03B90}"/>
              </a:ext>
            </a:extLst>
          </p:cNvPr>
          <p:cNvSpPr>
            <a:spLocks noChangeShapeType="1"/>
          </p:cNvSpPr>
          <p:nvPr/>
        </p:nvSpPr>
        <p:spPr bwMode="auto">
          <a:xfrm>
            <a:off x="4315044" y="4278784"/>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12">
            <a:extLst>
              <a:ext uri="{FF2B5EF4-FFF2-40B4-BE49-F238E27FC236}">
                <a16:creationId xmlns:a16="http://schemas.microsoft.com/office/drawing/2014/main" id="{E4C8EC10-37E2-3695-C49D-6F531F898109}"/>
              </a:ext>
            </a:extLst>
          </p:cNvPr>
          <p:cNvSpPr>
            <a:spLocks noChangeShapeType="1"/>
          </p:cNvSpPr>
          <p:nvPr/>
        </p:nvSpPr>
        <p:spPr bwMode="auto">
          <a:xfrm>
            <a:off x="1224182" y="3989859"/>
            <a:ext cx="3937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Text Box 13">
            <a:extLst>
              <a:ext uri="{FF2B5EF4-FFF2-40B4-BE49-F238E27FC236}">
                <a16:creationId xmlns:a16="http://schemas.microsoft.com/office/drawing/2014/main" id="{973167D2-7884-AC41-FF32-018B9EE089F5}"/>
              </a:ext>
            </a:extLst>
          </p:cNvPr>
          <p:cNvSpPr txBox="1">
            <a:spLocks noChangeArrowheads="1"/>
          </p:cNvSpPr>
          <p:nvPr/>
        </p:nvSpPr>
        <p:spPr bwMode="auto">
          <a:xfrm>
            <a:off x="2165569" y="3288184"/>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Q</a:t>
            </a:r>
            <a:r>
              <a:rPr kumimoji="1" lang="en-US" altLang="zh-CN" sz="1600" b="0"/>
              <a:t>3</a:t>
            </a:r>
            <a:r>
              <a:rPr kumimoji="1" lang="en-US" altLang="zh-CN" sz="2400" b="0"/>
              <a:t> Q</a:t>
            </a:r>
            <a:r>
              <a:rPr kumimoji="1" lang="en-US" altLang="zh-CN" sz="1600" b="0"/>
              <a:t>2</a:t>
            </a:r>
            <a:r>
              <a:rPr kumimoji="1" lang="en-US" altLang="zh-CN" sz="2400" b="0"/>
              <a:t> Q</a:t>
            </a:r>
            <a:r>
              <a:rPr kumimoji="1" lang="en-US" altLang="zh-CN" sz="1600" b="0"/>
              <a:t>1</a:t>
            </a:r>
            <a:r>
              <a:rPr kumimoji="1" lang="en-US" altLang="zh-CN" sz="2400" b="0"/>
              <a:t> Q</a:t>
            </a:r>
            <a:r>
              <a:rPr kumimoji="1" lang="en-US" altLang="zh-CN" sz="1600" b="0"/>
              <a:t>0</a:t>
            </a:r>
            <a:endParaRPr kumimoji="1" lang="en-US" altLang="zh-CN" sz="2400" b="0"/>
          </a:p>
        </p:txBody>
      </p:sp>
      <p:sp>
        <p:nvSpPr>
          <p:cNvPr id="16" name="Text Box 14">
            <a:extLst>
              <a:ext uri="{FF2B5EF4-FFF2-40B4-BE49-F238E27FC236}">
                <a16:creationId xmlns:a16="http://schemas.microsoft.com/office/drawing/2014/main" id="{67CD5B92-913E-5C66-F5DE-7A82A180852D}"/>
              </a:ext>
            </a:extLst>
          </p:cNvPr>
          <p:cNvSpPr txBox="1">
            <a:spLocks noChangeArrowheads="1"/>
          </p:cNvSpPr>
          <p:nvPr/>
        </p:nvSpPr>
        <p:spPr bwMode="auto">
          <a:xfrm>
            <a:off x="1667094" y="3381847"/>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a:t>
            </a:r>
          </a:p>
        </p:txBody>
      </p:sp>
      <p:sp>
        <p:nvSpPr>
          <p:cNvPr id="17" name="Text Box 15">
            <a:extLst>
              <a:ext uri="{FF2B5EF4-FFF2-40B4-BE49-F238E27FC236}">
                <a16:creationId xmlns:a16="http://schemas.microsoft.com/office/drawing/2014/main" id="{D449903C-FB45-0447-BF25-5E9745945AE0}"/>
              </a:ext>
            </a:extLst>
          </p:cNvPr>
          <p:cNvSpPr txBox="1">
            <a:spLocks noChangeArrowheads="1"/>
          </p:cNvSpPr>
          <p:nvPr/>
        </p:nvSpPr>
        <p:spPr bwMode="auto">
          <a:xfrm>
            <a:off x="3637293" y="3405015"/>
            <a:ext cx="7649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dirty="0"/>
              <a:t>CET</a:t>
            </a:r>
          </a:p>
        </p:txBody>
      </p:sp>
      <p:sp>
        <p:nvSpPr>
          <p:cNvPr id="18" name="Text Box 16">
            <a:extLst>
              <a:ext uri="{FF2B5EF4-FFF2-40B4-BE49-F238E27FC236}">
                <a16:creationId xmlns:a16="http://schemas.microsoft.com/office/drawing/2014/main" id="{56575709-353B-043D-CB8E-607C838E919A}"/>
              </a:ext>
            </a:extLst>
          </p:cNvPr>
          <p:cNvSpPr txBox="1">
            <a:spLocks noChangeArrowheads="1"/>
          </p:cNvSpPr>
          <p:nvPr/>
        </p:nvSpPr>
        <p:spPr bwMode="auto">
          <a:xfrm>
            <a:off x="3653246" y="3720927"/>
            <a:ext cx="7489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dirty="0"/>
              <a:t>CEP</a:t>
            </a:r>
          </a:p>
        </p:txBody>
      </p:sp>
      <p:sp>
        <p:nvSpPr>
          <p:cNvPr id="19" name="Text Box 17">
            <a:extLst>
              <a:ext uri="{FF2B5EF4-FFF2-40B4-BE49-F238E27FC236}">
                <a16:creationId xmlns:a16="http://schemas.microsoft.com/office/drawing/2014/main" id="{B58AC1B7-CD1A-02A7-928C-C94E5D522B5D}"/>
              </a:ext>
            </a:extLst>
          </p:cNvPr>
          <p:cNvSpPr txBox="1">
            <a:spLocks noChangeArrowheads="1"/>
          </p:cNvSpPr>
          <p:nvPr/>
        </p:nvSpPr>
        <p:spPr bwMode="auto">
          <a:xfrm>
            <a:off x="2390994" y="3713634"/>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74x160</a:t>
            </a:r>
          </a:p>
        </p:txBody>
      </p:sp>
      <p:sp>
        <p:nvSpPr>
          <p:cNvPr id="20" name="Text Box 21">
            <a:extLst>
              <a:ext uri="{FF2B5EF4-FFF2-40B4-BE49-F238E27FC236}">
                <a16:creationId xmlns:a16="http://schemas.microsoft.com/office/drawing/2014/main" id="{F1B08265-4B5B-8B01-0015-161EEB145A68}"/>
              </a:ext>
            </a:extLst>
          </p:cNvPr>
          <p:cNvSpPr txBox="1">
            <a:spLocks noChangeArrowheads="1"/>
          </p:cNvSpPr>
          <p:nvPr/>
        </p:nvSpPr>
        <p:spPr bwMode="auto">
          <a:xfrm>
            <a:off x="2149694" y="4126384"/>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D</a:t>
            </a:r>
            <a:r>
              <a:rPr kumimoji="1" lang="en-US" altLang="zh-CN" sz="1600" b="0"/>
              <a:t>3</a:t>
            </a:r>
            <a:r>
              <a:rPr kumimoji="1" lang="en-US" altLang="zh-CN" sz="2400" b="0"/>
              <a:t> D</a:t>
            </a:r>
            <a:r>
              <a:rPr kumimoji="1" lang="en-US" altLang="zh-CN" sz="1600" b="0"/>
              <a:t>2</a:t>
            </a:r>
            <a:r>
              <a:rPr kumimoji="1" lang="en-US" altLang="zh-CN" sz="2400" b="0"/>
              <a:t> D</a:t>
            </a:r>
            <a:r>
              <a:rPr kumimoji="1" lang="en-US" altLang="zh-CN" sz="1600" b="0"/>
              <a:t>1</a:t>
            </a:r>
            <a:r>
              <a:rPr kumimoji="1" lang="en-US" altLang="zh-CN" sz="2400" b="0"/>
              <a:t> D</a:t>
            </a:r>
            <a:r>
              <a:rPr kumimoji="1" lang="en-US" altLang="zh-CN" sz="1600" b="0"/>
              <a:t>0</a:t>
            </a:r>
            <a:endParaRPr kumimoji="1" lang="en-US" altLang="zh-CN" sz="2400" b="0"/>
          </a:p>
        </p:txBody>
      </p:sp>
      <p:grpSp>
        <p:nvGrpSpPr>
          <p:cNvPr id="21" name="Group 22">
            <a:extLst>
              <a:ext uri="{FF2B5EF4-FFF2-40B4-BE49-F238E27FC236}">
                <a16:creationId xmlns:a16="http://schemas.microsoft.com/office/drawing/2014/main" id="{1771F988-AC17-B63C-90B5-6AE8755A8783}"/>
              </a:ext>
            </a:extLst>
          </p:cNvPr>
          <p:cNvGrpSpPr>
            <a:grpSpLocks/>
          </p:cNvGrpSpPr>
          <p:nvPr/>
        </p:nvGrpSpPr>
        <p:grpSpPr bwMode="auto">
          <a:xfrm>
            <a:off x="4140419" y="4169247"/>
            <a:ext cx="144463" cy="215900"/>
            <a:chOff x="2041" y="1638"/>
            <a:chExt cx="91" cy="182"/>
          </a:xfrm>
        </p:grpSpPr>
        <p:sp>
          <p:nvSpPr>
            <p:cNvPr id="22" name="Line 23">
              <a:extLst>
                <a:ext uri="{FF2B5EF4-FFF2-40B4-BE49-F238E27FC236}">
                  <a16:creationId xmlns:a16="http://schemas.microsoft.com/office/drawing/2014/main" id="{56A8C476-359E-82F8-7F32-EB0890AA10D2}"/>
                </a:ext>
              </a:extLst>
            </p:cNvPr>
            <p:cNvSpPr>
              <a:spLocks noChangeShapeType="1"/>
            </p:cNvSpPr>
            <p:nvPr/>
          </p:nvSpPr>
          <p:spPr bwMode="auto">
            <a:xfrm flipH="1">
              <a:off x="2041" y="1638"/>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24">
              <a:extLst>
                <a:ext uri="{FF2B5EF4-FFF2-40B4-BE49-F238E27FC236}">
                  <a16:creationId xmlns:a16="http://schemas.microsoft.com/office/drawing/2014/main" id="{80DF8C52-4F1A-857B-50A1-0176663EAA23}"/>
                </a:ext>
              </a:extLst>
            </p:cNvPr>
            <p:cNvSpPr>
              <a:spLocks noChangeShapeType="1"/>
            </p:cNvSpPr>
            <p:nvPr/>
          </p:nvSpPr>
          <p:spPr bwMode="auto">
            <a:xfrm>
              <a:off x="2041" y="1729"/>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4" name="Oval 25">
            <a:extLst>
              <a:ext uri="{FF2B5EF4-FFF2-40B4-BE49-F238E27FC236}">
                <a16:creationId xmlns:a16="http://schemas.microsoft.com/office/drawing/2014/main" id="{5F49C4F0-8AF7-DAF9-8807-2CF14B2E380B}"/>
              </a:ext>
            </a:extLst>
          </p:cNvPr>
          <p:cNvSpPr>
            <a:spLocks noChangeArrowheads="1"/>
          </p:cNvSpPr>
          <p:nvPr/>
        </p:nvSpPr>
        <p:spPr bwMode="auto">
          <a:xfrm rot="10800000">
            <a:off x="1506757" y="4283547"/>
            <a:ext cx="125412" cy="12541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25" name="Oval 26">
            <a:extLst>
              <a:ext uri="{FF2B5EF4-FFF2-40B4-BE49-F238E27FC236}">
                <a16:creationId xmlns:a16="http://schemas.microsoft.com/office/drawing/2014/main" id="{532510F6-E1A3-0DCE-E057-5455DE5BEF9C}"/>
              </a:ext>
            </a:extLst>
          </p:cNvPr>
          <p:cNvSpPr>
            <a:spLocks noChangeArrowheads="1"/>
          </p:cNvSpPr>
          <p:nvPr/>
        </p:nvSpPr>
        <p:spPr bwMode="auto">
          <a:xfrm rot="10800000">
            <a:off x="1506757" y="3923184"/>
            <a:ext cx="125412" cy="125413"/>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26" name="Text Box 27">
            <a:extLst>
              <a:ext uri="{FF2B5EF4-FFF2-40B4-BE49-F238E27FC236}">
                <a16:creationId xmlns:a16="http://schemas.microsoft.com/office/drawing/2014/main" id="{8521FEC6-21A9-D514-3A72-44A5618EA36D}"/>
              </a:ext>
            </a:extLst>
          </p:cNvPr>
          <p:cNvSpPr txBox="1">
            <a:spLocks noChangeArrowheads="1"/>
          </p:cNvSpPr>
          <p:nvPr/>
        </p:nvSpPr>
        <p:spPr bwMode="auto">
          <a:xfrm>
            <a:off x="1224182" y="4421659"/>
            <a:ext cx="1428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1</a:t>
            </a:r>
            <a:endParaRPr kumimoji="1" lang="en-US" altLang="zh-CN" sz="2400" baseline="-25000"/>
          </a:p>
        </p:txBody>
      </p:sp>
      <p:sp>
        <p:nvSpPr>
          <p:cNvPr id="27" name="Text Box 28">
            <a:extLst>
              <a:ext uri="{FF2B5EF4-FFF2-40B4-BE49-F238E27FC236}">
                <a16:creationId xmlns:a16="http://schemas.microsoft.com/office/drawing/2014/main" id="{B83CABA4-B71D-E7A6-5A79-3420E4479C3C}"/>
              </a:ext>
            </a:extLst>
          </p:cNvPr>
          <p:cNvSpPr txBox="1">
            <a:spLocks noChangeArrowheads="1"/>
          </p:cNvSpPr>
          <p:nvPr/>
        </p:nvSpPr>
        <p:spPr bwMode="auto">
          <a:xfrm>
            <a:off x="2513232" y="2008659"/>
            <a:ext cx="1350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Q</a:t>
            </a:r>
            <a:r>
              <a:rPr kumimoji="1" lang="en-US" altLang="zh-CN" sz="1600"/>
              <a:t>6</a:t>
            </a:r>
            <a:r>
              <a:rPr kumimoji="1" lang="en-US" altLang="zh-CN" sz="2400"/>
              <a:t> Q</a:t>
            </a:r>
            <a:r>
              <a:rPr kumimoji="1" lang="en-US" altLang="zh-CN" sz="1600"/>
              <a:t>5</a:t>
            </a:r>
            <a:r>
              <a:rPr kumimoji="1" lang="en-US" altLang="zh-CN" sz="2400"/>
              <a:t> Q</a:t>
            </a:r>
            <a:r>
              <a:rPr kumimoji="1" lang="en-US" altLang="zh-CN" sz="1600"/>
              <a:t>4</a:t>
            </a:r>
            <a:endParaRPr kumimoji="1" lang="en-US" altLang="zh-CN" sz="2400"/>
          </a:p>
        </p:txBody>
      </p:sp>
      <p:sp>
        <p:nvSpPr>
          <p:cNvPr id="28" name="Rectangle 30">
            <a:extLst>
              <a:ext uri="{FF2B5EF4-FFF2-40B4-BE49-F238E27FC236}">
                <a16:creationId xmlns:a16="http://schemas.microsoft.com/office/drawing/2014/main" id="{871ACC8F-A742-956F-2314-A46138BA6C8A}"/>
              </a:ext>
            </a:extLst>
          </p:cNvPr>
          <p:cNvSpPr>
            <a:spLocks noChangeArrowheads="1"/>
          </p:cNvSpPr>
          <p:nvPr/>
        </p:nvSpPr>
        <p:spPr bwMode="auto">
          <a:xfrm>
            <a:off x="5473919" y="3400897"/>
            <a:ext cx="2663825" cy="1219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endParaRPr kumimoji="1" lang="zh-CN" altLang="en-US" sz="2400" b="0"/>
          </a:p>
        </p:txBody>
      </p:sp>
      <p:sp>
        <p:nvSpPr>
          <p:cNvPr id="29" name="Line 31">
            <a:extLst>
              <a:ext uri="{FF2B5EF4-FFF2-40B4-BE49-F238E27FC236}">
                <a16:creationId xmlns:a16="http://schemas.microsoft.com/office/drawing/2014/main" id="{D5482C18-C2F7-A315-01DB-AA8DAA464192}"/>
              </a:ext>
            </a:extLst>
          </p:cNvPr>
          <p:cNvSpPr>
            <a:spLocks noChangeShapeType="1"/>
          </p:cNvSpPr>
          <p:nvPr/>
        </p:nvSpPr>
        <p:spPr bwMode="auto">
          <a:xfrm flipV="1">
            <a:off x="8461594" y="3707284"/>
            <a:ext cx="0" cy="301625"/>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32">
            <a:extLst>
              <a:ext uri="{FF2B5EF4-FFF2-40B4-BE49-F238E27FC236}">
                <a16:creationId xmlns:a16="http://schemas.microsoft.com/office/drawing/2014/main" id="{2A92F62B-4EE2-F974-A0EF-2C339DDE2C6F}"/>
              </a:ext>
            </a:extLst>
          </p:cNvPr>
          <p:cNvSpPr>
            <a:spLocks noChangeShapeType="1"/>
          </p:cNvSpPr>
          <p:nvPr/>
        </p:nvSpPr>
        <p:spPr bwMode="auto">
          <a:xfrm flipV="1">
            <a:off x="6591519" y="2513484"/>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33">
            <a:extLst>
              <a:ext uri="{FF2B5EF4-FFF2-40B4-BE49-F238E27FC236}">
                <a16:creationId xmlns:a16="http://schemas.microsoft.com/office/drawing/2014/main" id="{50E3D850-276F-9E58-29FE-0C3DB6996918}"/>
              </a:ext>
            </a:extLst>
          </p:cNvPr>
          <p:cNvSpPr>
            <a:spLocks noChangeShapeType="1"/>
          </p:cNvSpPr>
          <p:nvPr/>
        </p:nvSpPr>
        <p:spPr bwMode="auto">
          <a:xfrm flipV="1">
            <a:off x="7015382" y="2513484"/>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34">
            <a:extLst>
              <a:ext uri="{FF2B5EF4-FFF2-40B4-BE49-F238E27FC236}">
                <a16:creationId xmlns:a16="http://schemas.microsoft.com/office/drawing/2014/main" id="{6307A162-3A4F-CD68-3CDA-7A8372BD327F}"/>
              </a:ext>
            </a:extLst>
          </p:cNvPr>
          <p:cNvSpPr>
            <a:spLocks noChangeShapeType="1"/>
          </p:cNvSpPr>
          <p:nvPr/>
        </p:nvSpPr>
        <p:spPr bwMode="auto">
          <a:xfrm flipV="1">
            <a:off x="7407494" y="2513484"/>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35">
            <a:extLst>
              <a:ext uri="{FF2B5EF4-FFF2-40B4-BE49-F238E27FC236}">
                <a16:creationId xmlns:a16="http://schemas.microsoft.com/office/drawing/2014/main" id="{50BD1475-C2CF-9332-0E30-B0F0366D573B}"/>
              </a:ext>
            </a:extLst>
          </p:cNvPr>
          <p:cNvSpPr>
            <a:spLocks noChangeShapeType="1"/>
          </p:cNvSpPr>
          <p:nvPr/>
        </p:nvSpPr>
        <p:spPr bwMode="auto">
          <a:xfrm>
            <a:off x="8156794" y="3705697"/>
            <a:ext cx="6286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36">
            <a:extLst>
              <a:ext uri="{FF2B5EF4-FFF2-40B4-BE49-F238E27FC236}">
                <a16:creationId xmlns:a16="http://schemas.microsoft.com/office/drawing/2014/main" id="{D9D23CA2-BF87-1FC2-1387-F9A173634CC5}"/>
              </a:ext>
            </a:extLst>
          </p:cNvPr>
          <p:cNvSpPr>
            <a:spLocks noChangeShapeType="1"/>
          </p:cNvSpPr>
          <p:nvPr/>
        </p:nvSpPr>
        <p:spPr bwMode="auto">
          <a:xfrm>
            <a:off x="8156794" y="4010497"/>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37">
            <a:extLst>
              <a:ext uri="{FF2B5EF4-FFF2-40B4-BE49-F238E27FC236}">
                <a16:creationId xmlns:a16="http://schemas.microsoft.com/office/drawing/2014/main" id="{94CA54CD-8C9B-187B-F1BD-329C72373F33}"/>
              </a:ext>
            </a:extLst>
          </p:cNvPr>
          <p:cNvSpPr>
            <a:spLocks noChangeShapeType="1"/>
          </p:cNvSpPr>
          <p:nvPr/>
        </p:nvSpPr>
        <p:spPr bwMode="auto">
          <a:xfrm>
            <a:off x="8156794" y="4315297"/>
            <a:ext cx="6286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38">
            <a:extLst>
              <a:ext uri="{FF2B5EF4-FFF2-40B4-BE49-F238E27FC236}">
                <a16:creationId xmlns:a16="http://schemas.microsoft.com/office/drawing/2014/main" id="{FD05980A-7175-2CA9-F051-704100C16392}"/>
              </a:ext>
            </a:extLst>
          </p:cNvPr>
          <p:cNvSpPr>
            <a:spLocks noChangeShapeType="1"/>
          </p:cNvSpPr>
          <p:nvPr/>
        </p:nvSpPr>
        <p:spPr bwMode="auto">
          <a:xfrm>
            <a:off x="5065932" y="4383559"/>
            <a:ext cx="393700" cy="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39">
            <a:extLst>
              <a:ext uri="{FF2B5EF4-FFF2-40B4-BE49-F238E27FC236}">
                <a16:creationId xmlns:a16="http://schemas.microsoft.com/office/drawing/2014/main" id="{65F7410A-5CFF-D705-102A-98AEDCEB3E01}"/>
              </a:ext>
            </a:extLst>
          </p:cNvPr>
          <p:cNvSpPr>
            <a:spLocks noChangeShapeType="1"/>
          </p:cNvSpPr>
          <p:nvPr/>
        </p:nvSpPr>
        <p:spPr bwMode="auto">
          <a:xfrm>
            <a:off x="5053232" y="4026372"/>
            <a:ext cx="406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Text Box 40">
            <a:extLst>
              <a:ext uri="{FF2B5EF4-FFF2-40B4-BE49-F238E27FC236}">
                <a16:creationId xmlns:a16="http://schemas.microsoft.com/office/drawing/2014/main" id="{8C2B543B-086B-FCE3-1E88-FA809411B74E}"/>
              </a:ext>
            </a:extLst>
          </p:cNvPr>
          <p:cNvSpPr txBox="1">
            <a:spLocks noChangeArrowheads="1"/>
          </p:cNvSpPr>
          <p:nvPr/>
        </p:nvSpPr>
        <p:spPr bwMode="auto">
          <a:xfrm>
            <a:off x="6007319" y="3324697"/>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Q</a:t>
            </a:r>
            <a:r>
              <a:rPr kumimoji="1" lang="en-US" altLang="zh-CN" sz="1600" b="0"/>
              <a:t>3</a:t>
            </a:r>
            <a:r>
              <a:rPr kumimoji="1" lang="en-US" altLang="zh-CN" sz="2400" b="0"/>
              <a:t> Q</a:t>
            </a:r>
            <a:r>
              <a:rPr kumimoji="1" lang="en-US" altLang="zh-CN" sz="1600" b="0"/>
              <a:t>2</a:t>
            </a:r>
            <a:r>
              <a:rPr kumimoji="1" lang="en-US" altLang="zh-CN" sz="2400" b="0"/>
              <a:t> Q</a:t>
            </a:r>
            <a:r>
              <a:rPr kumimoji="1" lang="en-US" altLang="zh-CN" sz="1600" b="0"/>
              <a:t>1</a:t>
            </a:r>
            <a:r>
              <a:rPr kumimoji="1" lang="en-US" altLang="zh-CN" sz="2400" b="0"/>
              <a:t> Q</a:t>
            </a:r>
            <a:r>
              <a:rPr kumimoji="1" lang="en-US" altLang="zh-CN" sz="1600" b="0"/>
              <a:t>0</a:t>
            </a:r>
            <a:endParaRPr kumimoji="1" lang="en-US" altLang="zh-CN" sz="2400" b="0"/>
          </a:p>
        </p:txBody>
      </p:sp>
      <p:sp>
        <p:nvSpPr>
          <p:cNvPr id="39" name="Text Box 41">
            <a:extLst>
              <a:ext uri="{FF2B5EF4-FFF2-40B4-BE49-F238E27FC236}">
                <a16:creationId xmlns:a16="http://schemas.microsoft.com/office/drawing/2014/main" id="{F5972914-F824-36EC-464B-5942F515754E}"/>
              </a:ext>
            </a:extLst>
          </p:cNvPr>
          <p:cNvSpPr txBox="1">
            <a:spLocks noChangeArrowheads="1"/>
          </p:cNvSpPr>
          <p:nvPr/>
        </p:nvSpPr>
        <p:spPr bwMode="auto">
          <a:xfrm>
            <a:off x="5508844" y="3418359"/>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a:t>
            </a:r>
          </a:p>
        </p:txBody>
      </p:sp>
      <p:sp>
        <p:nvSpPr>
          <p:cNvPr id="40" name="Text Box 42">
            <a:extLst>
              <a:ext uri="{FF2B5EF4-FFF2-40B4-BE49-F238E27FC236}">
                <a16:creationId xmlns:a16="http://schemas.microsoft.com/office/drawing/2014/main" id="{03FB2C75-896B-5542-48D5-E996526459B5}"/>
              </a:ext>
            </a:extLst>
          </p:cNvPr>
          <p:cNvSpPr txBox="1">
            <a:spLocks noChangeArrowheads="1"/>
          </p:cNvSpPr>
          <p:nvPr/>
        </p:nvSpPr>
        <p:spPr bwMode="auto">
          <a:xfrm>
            <a:off x="7479043" y="3441527"/>
            <a:ext cx="7649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dirty="0"/>
              <a:t>CET</a:t>
            </a:r>
          </a:p>
        </p:txBody>
      </p:sp>
      <p:sp>
        <p:nvSpPr>
          <p:cNvPr id="41" name="Text Box 43">
            <a:extLst>
              <a:ext uri="{FF2B5EF4-FFF2-40B4-BE49-F238E27FC236}">
                <a16:creationId xmlns:a16="http://schemas.microsoft.com/office/drawing/2014/main" id="{2D53D374-FD2C-19D8-A4B6-34D227BCD8D3}"/>
              </a:ext>
            </a:extLst>
          </p:cNvPr>
          <p:cNvSpPr txBox="1">
            <a:spLocks noChangeArrowheads="1"/>
          </p:cNvSpPr>
          <p:nvPr/>
        </p:nvSpPr>
        <p:spPr bwMode="auto">
          <a:xfrm>
            <a:off x="7494996" y="3757440"/>
            <a:ext cx="7489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dirty="0"/>
              <a:t>CEP</a:t>
            </a:r>
          </a:p>
        </p:txBody>
      </p:sp>
      <p:sp>
        <p:nvSpPr>
          <p:cNvPr id="42" name="Text Box 44">
            <a:extLst>
              <a:ext uri="{FF2B5EF4-FFF2-40B4-BE49-F238E27FC236}">
                <a16:creationId xmlns:a16="http://schemas.microsoft.com/office/drawing/2014/main" id="{4A309B29-56A7-0C58-4373-9B54AE9AE16C}"/>
              </a:ext>
            </a:extLst>
          </p:cNvPr>
          <p:cNvSpPr txBox="1">
            <a:spLocks noChangeArrowheads="1"/>
          </p:cNvSpPr>
          <p:nvPr/>
        </p:nvSpPr>
        <p:spPr bwMode="auto">
          <a:xfrm>
            <a:off x="6232744" y="3750147"/>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74x160</a:t>
            </a:r>
          </a:p>
        </p:txBody>
      </p:sp>
      <p:sp>
        <p:nvSpPr>
          <p:cNvPr id="43" name="Text Box 48">
            <a:extLst>
              <a:ext uri="{FF2B5EF4-FFF2-40B4-BE49-F238E27FC236}">
                <a16:creationId xmlns:a16="http://schemas.microsoft.com/office/drawing/2014/main" id="{7F1F59DC-F14F-0166-43B6-6389B5240D08}"/>
              </a:ext>
            </a:extLst>
          </p:cNvPr>
          <p:cNvSpPr txBox="1">
            <a:spLocks noChangeArrowheads="1"/>
          </p:cNvSpPr>
          <p:nvPr/>
        </p:nvSpPr>
        <p:spPr bwMode="auto">
          <a:xfrm>
            <a:off x="5991444" y="4162897"/>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D</a:t>
            </a:r>
            <a:r>
              <a:rPr kumimoji="1" lang="en-US" altLang="zh-CN" sz="1600" b="0"/>
              <a:t>3</a:t>
            </a:r>
            <a:r>
              <a:rPr kumimoji="1" lang="en-US" altLang="zh-CN" sz="2400" b="0"/>
              <a:t> D</a:t>
            </a:r>
            <a:r>
              <a:rPr kumimoji="1" lang="en-US" altLang="zh-CN" sz="1600" b="0"/>
              <a:t>2</a:t>
            </a:r>
            <a:r>
              <a:rPr kumimoji="1" lang="en-US" altLang="zh-CN" sz="2400" b="0"/>
              <a:t> D</a:t>
            </a:r>
            <a:r>
              <a:rPr kumimoji="1" lang="en-US" altLang="zh-CN" sz="1600" b="0"/>
              <a:t>1</a:t>
            </a:r>
            <a:r>
              <a:rPr kumimoji="1" lang="en-US" altLang="zh-CN" sz="2400" b="0"/>
              <a:t> D</a:t>
            </a:r>
            <a:r>
              <a:rPr kumimoji="1" lang="en-US" altLang="zh-CN" sz="1600" b="0"/>
              <a:t>0</a:t>
            </a:r>
            <a:endParaRPr kumimoji="1" lang="en-US" altLang="zh-CN" sz="2400" b="0"/>
          </a:p>
        </p:txBody>
      </p:sp>
      <p:grpSp>
        <p:nvGrpSpPr>
          <p:cNvPr id="44" name="Group 49">
            <a:extLst>
              <a:ext uri="{FF2B5EF4-FFF2-40B4-BE49-F238E27FC236}">
                <a16:creationId xmlns:a16="http://schemas.microsoft.com/office/drawing/2014/main" id="{F8ED5848-5291-B697-3884-7DD28A6FF1BC}"/>
              </a:ext>
            </a:extLst>
          </p:cNvPr>
          <p:cNvGrpSpPr>
            <a:grpSpLocks/>
          </p:cNvGrpSpPr>
          <p:nvPr/>
        </p:nvGrpSpPr>
        <p:grpSpPr bwMode="auto">
          <a:xfrm>
            <a:off x="7993282" y="4205759"/>
            <a:ext cx="144462" cy="215900"/>
            <a:chOff x="2041" y="1638"/>
            <a:chExt cx="91" cy="182"/>
          </a:xfrm>
        </p:grpSpPr>
        <p:sp>
          <p:nvSpPr>
            <p:cNvPr id="45" name="Line 50">
              <a:extLst>
                <a:ext uri="{FF2B5EF4-FFF2-40B4-BE49-F238E27FC236}">
                  <a16:creationId xmlns:a16="http://schemas.microsoft.com/office/drawing/2014/main" id="{76AC0580-DE9E-777C-5FFC-49FF00412C6D}"/>
                </a:ext>
              </a:extLst>
            </p:cNvPr>
            <p:cNvSpPr>
              <a:spLocks noChangeShapeType="1"/>
            </p:cNvSpPr>
            <p:nvPr/>
          </p:nvSpPr>
          <p:spPr bwMode="auto">
            <a:xfrm flipH="1">
              <a:off x="2041" y="1638"/>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51">
              <a:extLst>
                <a:ext uri="{FF2B5EF4-FFF2-40B4-BE49-F238E27FC236}">
                  <a16:creationId xmlns:a16="http://schemas.microsoft.com/office/drawing/2014/main" id="{6B32E0F9-0260-C74E-DBA5-8DC214591B8B}"/>
                </a:ext>
              </a:extLst>
            </p:cNvPr>
            <p:cNvSpPr>
              <a:spLocks noChangeShapeType="1"/>
            </p:cNvSpPr>
            <p:nvPr/>
          </p:nvSpPr>
          <p:spPr bwMode="auto">
            <a:xfrm>
              <a:off x="2041" y="1729"/>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7" name="Oval 52">
            <a:extLst>
              <a:ext uri="{FF2B5EF4-FFF2-40B4-BE49-F238E27FC236}">
                <a16:creationId xmlns:a16="http://schemas.microsoft.com/office/drawing/2014/main" id="{F627DC3A-73EC-B2E6-1BF5-C8CA71F42512}"/>
              </a:ext>
            </a:extLst>
          </p:cNvPr>
          <p:cNvSpPr>
            <a:spLocks noChangeArrowheads="1"/>
          </p:cNvSpPr>
          <p:nvPr/>
        </p:nvSpPr>
        <p:spPr bwMode="auto">
          <a:xfrm rot="10800000">
            <a:off x="5348507" y="4318472"/>
            <a:ext cx="125412" cy="12541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48" name="Oval 53">
            <a:extLst>
              <a:ext uri="{FF2B5EF4-FFF2-40B4-BE49-F238E27FC236}">
                <a16:creationId xmlns:a16="http://schemas.microsoft.com/office/drawing/2014/main" id="{39852556-ECB7-71D0-9A10-FA38739BD0C3}"/>
              </a:ext>
            </a:extLst>
          </p:cNvPr>
          <p:cNvSpPr>
            <a:spLocks noChangeArrowheads="1"/>
          </p:cNvSpPr>
          <p:nvPr/>
        </p:nvSpPr>
        <p:spPr bwMode="auto">
          <a:xfrm rot="10800000">
            <a:off x="5348507" y="3959697"/>
            <a:ext cx="125412" cy="12541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49" name="Text Box 54">
            <a:extLst>
              <a:ext uri="{FF2B5EF4-FFF2-40B4-BE49-F238E27FC236}">
                <a16:creationId xmlns:a16="http://schemas.microsoft.com/office/drawing/2014/main" id="{FB4F7601-5B6C-B8ED-3E5D-7DE488583741}"/>
              </a:ext>
            </a:extLst>
          </p:cNvPr>
          <p:cNvSpPr txBox="1">
            <a:spLocks noChangeArrowheads="1"/>
          </p:cNvSpPr>
          <p:nvPr/>
        </p:nvSpPr>
        <p:spPr bwMode="auto">
          <a:xfrm>
            <a:off x="8785444" y="4139084"/>
            <a:ext cx="53975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CP</a:t>
            </a:r>
            <a:endParaRPr kumimoji="1" lang="en-US" altLang="zh-CN" sz="1600" baseline="-25000"/>
          </a:p>
        </p:txBody>
      </p:sp>
      <p:sp>
        <p:nvSpPr>
          <p:cNvPr id="50" name="Text Box 55">
            <a:extLst>
              <a:ext uri="{FF2B5EF4-FFF2-40B4-BE49-F238E27FC236}">
                <a16:creationId xmlns:a16="http://schemas.microsoft.com/office/drawing/2014/main" id="{C5C4688F-5C67-9D36-1FC0-AD2888A5F7FA}"/>
              </a:ext>
            </a:extLst>
          </p:cNvPr>
          <p:cNvSpPr txBox="1">
            <a:spLocks noChangeArrowheads="1"/>
          </p:cNvSpPr>
          <p:nvPr/>
        </p:nvSpPr>
        <p:spPr bwMode="auto">
          <a:xfrm>
            <a:off x="8858469" y="3523134"/>
            <a:ext cx="1428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1</a:t>
            </a:r>
            <a:endParaRPr kumimoji="1" lang="en-US" altLang="zh-CN" sz="2400" baseline="-25000"/>
          </a:p>
        </p:txBody>
      </p:sp>
      <p:sp>
        <p:nvSpPr>
          <p:cNvPr id="51" name="Text Box 56">
            <a:extLst>
              <a:ext uri="{FF2B5EF4-FFF2-40B4-BE49-F238E27FC236}">
                <a16:creationId xmlns:a16="http://schemas.microsoft.com/office/drawing/2014/main" id="{E82297F9-9A79-BBE4-EA0B-FF40EC1106B7}"/>
              </a:ext>
            </a:extLst>
          </p:cNvPr>
          <p:cNvSpPr txBox="1">
            <a:spLocks noChangeArrowheads="1"/>
          </p:cNvSpPr>
          <p:nvPr/>
        </p:nvSpPr>
        <p:spPr bwMode="auto">
          <a:xfrm>
            <a:off x="4996082" y="4777259"/>
            <a:ext cx="1428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1</a:t>
            </a:r>
            <a:endParaRPr kumimoji="1" lang="en-US" altLang="zh-CN" sz="2400" baseline="-25000"/>
          </a:p>
        </p:txBody>
      </p:sp>
      <p:sp>
        <p:nvSpPr>
          <p:cNvPr id="52" name="Text Box 57">
            <a:extLst>
              <a:ext uri="{FF2B5EF4-FFF2-40B4-BE49-F238E27FC236}">
                <a16:creationId xmlns:a16="http://schemas.microsoft.com/office/drawing/2014/main" id="{EDAF4D87-A408-FCB1-2AE8-C087053DB96E}"/>
              </a:ext>
            </a:extLst>
          </p:cNvPr>
          <p:cNvSpPr txBox="1">
            <a:spLocks noChangeArrowheads="1"/>
          </p:cNvSpPr>
          <p:nvPr/>
        </p:nvSpPr>
        <p:spPr bwMode="auto">
          <a:xfrm>
            <a:off x="5940644" y="2045172"/>
            <a:ext cx="1765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Q</a:t>
            </a:r>
            <a:r>
              <a:rPr kumimoji="1" lang="en-US" altLang="zh-CN" sz="1600"/>
              <a:t>3</a:t>
            </a:r>
            <a:r>
              <a:rPr kumimoji="1" lang="en-US" altLang="zh-CN" sz="2400"/>
              <a:t> Q</a:t>
            </a:r>
            <a:r>
              <a:rPr kumimoji="1" lang="en-US" altLang="zh-CN" sz="1600"/>
              <a:t>2</a:t>
            </a:r>
            <a:r>
              <a:rPr kumimoji="1" lang="en-US" altLang="zh-CN" sz="2400"/>
              <a:t> Q</a:t>
            </a:r>
            <a:r>
              <a:rPr kumimoji="1" lang="en-US" altLang="zh-CN" sz="1600"/>
              <a:t>1</a:t>
            </a:r>
            <a:r>
              <a:rPr kumimoji="1" lang="en-US" altLang="zh-CN" sz="2400"/>
              <a:t> Q</a:t>
            </a:r>
            <a:r>
              <a:rPr kumimoji="1" lang="en-US" altLang="zh-CN" sz="1600"/>
              <a:t>0</a:t>
            </a:r>
          </a:p>
        </p:txBody>
      </p:sp>
      <p:sp>
        <p:nvSpPr>
          <p:cNvPr id="53" name="Line 58">
            <a:extLst>
              <a:ext uri="{FF2B5EF4-FFF2-40B4-BE49-F238E27FC236}">
                <a16:creationId xmlns:a16="http://schemas.microsoft.com/office/drawing/2014/main" id="{3C6B61EB-3A1A-A2B8-74DE-4279351B6878}"/>
              </a:ext>
            </a:extLst>
          </p:cNvPr>
          <p:cNvSpPr>
            <a:spLocks noChangeShapeType="1"/>
          </p:cNvSpPr>
          <p:nvPr/>
        </p:nvSpPr>
        <p:spPr bwMode="auto">
          <a:xfrm>
            <a:off x="4284882" y="3666009"/>
            <a:ext cx="11890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Line 59">
            <a:extLst>
              <a:ext uri="{FF2B5EF4-FFF2-40B4-BE49-F238E27FC236}">
                <a16:creationId xmlns:a16="http://schemas.microsoft.com/office/drawing/2014/main" id="{BD38B4C5-19D9-BDD9-1F75-8897019965DD}"/>
              </a:ext>
            </a:extLst>
          </p:cNvPr>
          <p:cNvSpPr>
            <a:spLocks noChangeShapeType="1"/>
          </p:cNvSpPr>
          <p:nvPr/>
        </p:nvSpPr>
        <p:spPr bwMode="auto">
          <a:xfrm flipV="1">
            <a:off x="5065932" y="4012084"/>
            <a:ext cx="0" cy="696913"/>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Line 60">
            <a:extLst>
              <a:ext uri="{FF2B5EF4-FFF2-40B4-BE49-F238E27FC236}">
                <a16:creationId xmlns:a16="http://schemas.microsoft.com/office/drawing/2014/main" id="{29F8B79C-D7D1-7A83-6CCE-65D12AAE4F54}"/>
              </a:ext>
            </a:extLst>
          </p:cNvPr>
          <p:cNvSpPr>
            <a:spLocks noChangeShapeType="1"/>
          </p:cNvSpPr>
          <p:nvPr/>
        </p:nvSpPr>
        <p:spPr bwMode="auto">
          <a:xfrm flipV="1">
            <a:off x="6193057" y="4631209"/>
            <a:ext cx="0" cy="555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Line 61">
            <a:extLst>
              <a:ext uri="{FF2B5EF4-FFF2-40B4-BE49-F238E27FC236}">
                <a16:creationId xmlns:a16="http://schemas.microsoft.com/office/drawing/2014/main" id="{9201D6C1-10A0-A797-20B5-07BC10B97DA7}"/>
              </a:ext>
            </a:extLst>
          </p:cNvPr>
          <p:cNvSpPr>
            <a:spLocks noChangeShapeType="1"/>
          </p:cNvSpPr>
          <p:nvPr/>
        </p:nvSpPr>
        <p:spPr bwMode="auto">
          <a:xfrm flipV="1">
            <a:off x="6591519" y="4624859"/>
            <a:ext cx="0" cy="301625"/>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62">
            <a:extLst>
              <a:ext uri="{FF2B5EF4-FFF2-40B4-BE49-F238E27FC236}">
                <a16:creationId xmlns:a16="http://schemas.microsoft.com/office/drawing/2014/main" id="{BD30F976-A143-621F-6BC0-FA288B799155}"/>
              </a:ext>
            </a:extLst>
          </p:cNvPr>
          <p:cNvSpPr>
            <a:spLocks noChangeShapeType="1"/>
          </p:cNvSpPr>
          <p:nvPr/>
        </p:nvSpPr>
        <p:spPr bwMode="auto">
          <a:xfrm flipV="1">
            <a:off x="7015382" y="4624859"/>
            <a:ext cx="0" cy="301625"/>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63">
            <a:extLst>
              <a:ext uri="{FF2B5EF4-FFF2-40B4-BE49-F238E27FC236}">
                <a16:creationId xmlns:a16="http://schemas.microsoft.com/office/drawing/2014/main" id="{DC5FB95B-9580-F154-C612-ECED6B0F3B31}"/>
              </a:ext>
            </a:extLst>
          </p:cNvPr>
          <p:cNvSpPr>
            <a:spLocks noChangeShapeType="1"/>
          </p:cNvSpPr>
          <p:nvPr/>
        </p:nvSpPr>
        <p:spPr bwMode="auto">
          <a:xfrm flipV="1">
            <a:off x="7407494" y="4624859"/>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64">
            <a:extLst>
              <a:ext uri="{FF2B5EF4-FFF2-40B4-BE49-F238E27FC236}">
                <a16:creationId xmlns:a16="http://schemas.microsoft.com/office/drawing/2014/main" id="{0B6EBB59-51D0-0149-B00B-E57F7A29A4F6}"/>
              </a:ext>
            </a:extLst>
          </p:cNvPr>
          <p:cNvSpPr>
            <a:spLocks noChangeShapeType="1"/>
          </p:cNvSpPr>
          <p:nvPr/>
        </p:nvSpPr>
        <p:spPr bwMode="auto">
          <a:xfrm>
            <a:off x="6193057" y="4934422"/>
            <a:ext cx="1223962" cy="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Line 65">
            <a:extLst>
              <a:ext uri="{FF2B5EF4-FFF2-40B4-BE49-F238E27FC236}">
                <a16:creationId xmlns:a16="http://schemas.microsoft.com/office/drawing/2014/main" id="{7D55D78F-D3D7-AFCD-251E-DEE7651D155D}"/>
              </a:ext>
            </a:extLst>
          </p:cNvPr>
          <p:cNvSpPr>
            <a:spLocks noChangeShapeType="1"/>
          </p:cNvSpPr>
          <p:nvPr/>
        </p:nvSpPr>
        <p:spPr bwMode="auto">
          <a:xfrm>
            <a:off x="6048594" y="5186834"/>
            <a:ext cx="28892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Line 66">
            <a:extLst>
              <a:ext uri="{FF2B5EF4-FFF2-40B4-BE49-F238E27FC236}">
                <a16:creationId xmlns:a16="http://schemas.microsoft.com/office/drawing/2014/main" id="{A1080F06-F272-08E2-FE6B-A3DC78E4AD35}"/>
              </a:ext>
            </a:extLst>
          </p:cNvPr>
          <p:cNvSpPr>
            <a:spLocks noChangeShapeType="1"/>
          </p:cNvSpPr>
          <p:nvPr/>
        </p:nvSpPr>
        <p:spPr bwMode="auto">
          <a:xfrm flipV="1">
            <a:off x="8461594" y="4301009"/>
            <a:ext cx="0" cy="1042988"/>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67">
            <a:extLst>
              <a:ext uri="{FF2B5EF4-FFF2-40B4-BE49-F238E27FC236}">
                <a16:creationId xmlns:a16="http://schemas.microsoft.com/office/drawing/2014/main" id="{6985258A-7B70-652D-C692-52DE6EF566D1}"/>
              </a:ext>
            </a:extLst>
          </p:cNvPr>
          <p:cNvSpPr>
            <a:spLocks noChangeShapeType="1"/>
          </p:cNvSpPr>
          <p:nvPr/>
        </p:nvSpPr>
        <p:spPr bwMode="auto">
          <a:xfrm flipV="1">
            <a:off x="4608732" y="4266084"/>
            <a:ext cx="0" cy="1077913"/>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68">
            <a:extLst>
              <a:ext uri="{FF2B5EF4-FFF2-40B4-BE49-F238E27FC236}">
                <a16:creationId xmlns:a16="http://schemas.microsoft.com/office/drawing/2014/main" id="{FED1891A-1C4F-60D3-43BE-32486E3DC83C}"/>
              </a:ext>
            </a:extLst>
          </p:cNvPr>
          <p:cNvSpPr>
            <a:spLocks noChangeShapeType="1"/>
          </p:cNvSpPr>
          <p:nvPr/>
        </p:nvSpPr>
        <p:spPr bwMode="auto">
          <a:xfrm>
            <a:off x="4608732" y="5343997"/>
            <a:ext cx="38528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Line 69">
            <a:extLst>
              <a:ext uri="{FF2B5EF4-FFF2-40B4-BE49-F238E27FC236}">
                <a16:creationId xmlns:a16="http://schemas.microsoft.com/office/drawing/2014/main" id="{D7F2D69C-DD11-AB4B-6A01-76CD3A4CEB25}"/>
              </a:ext>
            </a:extLst>
          </p:cNvPr>
          <p:cNvSpPr>
            <a:spLocks noChangeShapeType="1"/>
          </p:cNvSpPr>
          <p:nvPr/>
        </p:nvSpPr>
        <p:spPr bwMode="auto">
          <a:xfrm flipV="1">
            <a:off x="6193057" y="2518247"/>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70">
            <a:extLst>
              <a:ext uri="{FF2B5EF4-FFF2-40B4-BE49-F238E27FC236}">
                <a16:creationId xmlns:a16="http://schemas.microsoft.com/office/drawing/2014/main" id="{A8036092-1E87-B543-C78F-8D5F6CEFA6B1}"/>
              </a:ext>
            </a:extLst>
          </p:cNvPr>
          <p:cNvSpPr>
            <a:spLocks noChangeShapeType="1"/>
          </p:cNvSpPr>
          <p:nvPr/>
        </p:nvSpPr>
        <p:spPr bwMode="auto">
          <a:xfrm flipV="1">
            <a:off x="2341782" y="4594697"/>
            <a:ext cx="0" cy="555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71">
            <a:extLst>
              <a:ext uri="{FF2B5EF4-FFF2-40B4-BE49-F238E27FC236}">
                <a16:creationId xmlns:a16="http://schemas.microsoft.com/office/drawing/2014/main" id="{75E78DBE-281D-2556-1D4E-F9669A30167B}"/>
              </a:ext>
            </a:extLst>
          </p:cNvPr>
          <p:cNvSpPr>
            <a:spLocks noChangeShapeType="1"/>
          </p:cNvSpPr>
          <p:nvPr/>
        </p:nvSpPr>
        <p:spPr bwMode="auto">
          <a:xfrm flipV="1">
            <a:off x="2740244" y="4588347"/>
            <a:ext cx="0" cy="301625"/>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72">
            <a:extLst>
              <a:ext uri="{FF2B5EF4-FFF2-40B4-BE49-F238E27FC236}">
                <a16:creationId xmlns:a16="http://schemas.microsoft.com/office/drawing/2014/main" id="{B7253655-6655-5469-9A79-F5B607CF657F}"/>
              </a:ext>
            </a:extLst>
          </p:cNvPr>
          <p:cNvSpPr>
            <a:spLocks noChangeShapeType="1"/>
          </p:cNvSpPr>
          <p:nvPr/>
        </p:nvSpPr>
        <p:spPr bwMode="auto">
          <a:xfrm flipV="1">
            <a:off x="3164107" y="4588347"/>
            <a:ext cx="0" cy="301625"/>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Line 73">
            <a:extLst>
              <a:ext uri="{FF2B5EF4-FFF2-40B4-BE49-F238E27FC236}">
                <a16:creationId xmlns:a16="http://schemas.microsoft.com/office/drawing/2014/main" id="{4C64E1D5-54D2-6AFF-600C-17021683E2E7}"/>
              </a:ext>
            </a:extLst>
          </p:cNvPr>
          <p:cNvSpPr>
            <a:spLocks noChangeShapeType="1"/>
          </p:cNvSpPr>
          <p:nvPr/>
        </p:nvSpPr>
        <p:spPr bwMode="auto">
          <a:xfrm flipV="1">
            <a:off x="3556219" y="4588347"/>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 name="Line 74">
            <a:extLst>
              <a:ext uri="{FF2B5EF4-FFF2-40B4-BE49-F238E27FC236}">
                <a16:creationId xmlns:a16="http://schemas.microsoft.com/office/drawing/2014/main" id="{9DF7EF49-06B4-0876-41F5-607E462BDEFF}"/>
              </a:ext>
            </a:extLst>
          </p:cNvPr>
          <p:cNvSpPr>
            <a:spLocks noChangeShapeType="1"/>
          </p:cNvSpPr>
          <p:nvPr/>
        </p:nvSpPr>
        <p:spPr bwMode="auto">
          <a:xfrm>
            <a:off x="2341782" y="4897909"/>
            <a:ext cx="1223962" cy="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Line 75">
            <a:extLst>
              <a:ext uri="{FF2B5EF4-FFF2-40B4-BE49-F238E27FC236}">
                <a16:creationId xmlns:a16="http://schemas.microsoft.com/office/drawing/2014/main" id="{1D5D985B-878F-9087-2E28-760963469420}"/>
              </a:ext>
            </a:extLst>
          </p:cNvPr>
          <p:cNvSpPr>
            <a:spLocks noChangeShapeType="1"/>
          </p:cNvSpPr>
          <p:nvPr/>
        </p:nvSpPr>
        <p:spPr bwMode="auto">
          <a:xfrm>
            <a:off x="2197319" y="5150322"/>
            <a:ext cx="28892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Line 76">
            <a:extLst>
              <a:ext uri="{FF2B5EF4-FFF2-40B4-BE49-F238E27FC236}">
                <a16:creationId xmlns:a16="http://schemas.microsoft.com/office/drawing/2014/main" id="{311EC6F0-409D-D913-A852-A7B27626264D}"/>
              </a:ext>
            </a:extLst>
          </p:cNvPr>
          <p:cNvSpPr>
            <a:spLocks noChangeShapeType="1"/>
          </p:cNvSpPr>
          <p:nvPr/>
        </p:nvSpPr>
        <p:spPr bwMode="auto">
          <a:xfrm flipV="1">
            <a:off x="4608732" y="3675534"/>
            <a:ext cx="0" cy="301625"/>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Rectangle 77">
            <a:extLst>
              <a:ext uri="{FF2B5EF4-FFF2-40B4-BE49-F238E27FC236}">
                <a16:creationId xmlns:a16="http://schemas.microsoft.com/office/drawing/2014/main" id="{A541E9F7-A11E-B3F4-5775-2AA528DB059C}"/>
              </a:ext>
            </a:extLst>
          </p:cNvPr>
          <p:cNvSpPr>
            <a:spLocks noChangeArrowheads="1"/>
          </p:cNvSpPr>
          <p:nvPr/>
        </p:nvSpPr>
        <p:spPr bwMode="auto">
          <a:xfrm>
            <a:off x="1632169" y="3364384"/>
            <a:ext cx="2663825" cy="1219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endParaRPr kumimoji="1" lang="zh-CN" altLang="en-US" sz="2400" b="0"/>
          </a:p>
        </p:txBody>
      </p:sp>
      <p:grpSp>
        <p:nvGrpSpPr>
          <p:cNvPr id="73" name="Group 78">
            <a:extLst>
              <a:ext uri="{FF2B5EF4-FFF2-40B4-BE49-F238E27FC236}">
                <a16:creationId xmlns:a16="http://schemas.microsoft.com/office/drawing/2014/main" id="{79CA736E-6666-5346-99F1-526B25EC51DD}"/>
              </a:ext>
            </a:extLst>
          </p:cNvPr>
          <p:cNvGrpSpPr>
            <a:grpSpLocks/>
          </p:cNvGrpSpPr>
          <p:nvPr/>
        </p:nvGrpSpPr>
        <p:grpSpPr bwMode="auto">
          <a:xfrm>
            <a:off x="1224182" y="2642072"/>
            <a:ext cx="1944687" cy="1347787"/>
            <a:chOff x="407" y="1903"/>
            <a:chExt cx="1225" cy="849"/>
          </a:xfrm>
        </p:grpSpPr>
        <p:sp>
          <p:nvSpPr>
            <p:cNvPr id="74" name="Line 79">
              <a:extLst>
                <a:ext uri="{FF2B5EF4-FFF2-40B4-BE49-F238E27FC236}">
                  <a16:creationId xmlns:a16="http://schemas.microsoft.com/office/drawing/2014/main" id="{65BD9643-CB6B-E38F-55C9-092F11EE6C5C}"/>
                </a:ext>
              </a:extLst>
            </p:cNvPr>
            <p:cNvSpPr>
              <a:spLocks noChangeShapeType="1"/>
            </p:cNvSpPr>
            <p:nvPr/>
          </p:nvSpPr>
          <p:spPr bwMode="auto">
            <a:xfrm>
              <a:off x="1065" y="2162"/>
              <a:ext cx="302" cy="0"/>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 name="Line 80">
              <a:extLst>
                <a:ext uri="{FF2B5EF4-FFF2-40B4-BE49-F238E27FC236}">
                  <a16:creationId xmlns:a16="http://schemas.microsoft.com/office/drawing/2014/main" id="{9DDD238B-A9A1-3DA1-C9D3-20E9B52D3791}"/>
                </a:ext>
              </a:extLst>
            </p:cNvPr>
            <p:cNvSpPr>
              <a:spLocks noChangeShapeType="1"/>
            </p:cNvSpPr>
            <p:nvPr/>
          </p:nvSpPr>
          <p:spPr bwMode="auto">
            <a:xfrm>
              <a:off x="407" y="2086"/>
              <a:ext cx="2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6" name="Group 81">
              <a:extLst>
                <a:ext uri="{FF2B5EF4-FFF2-40B4-BE49-F238E27FC236}">
                  <a16:creationId xmlns:a16="http://schemas.microsoft.com/office/drawing/2014/main" id="{304DF153-9D24-921E-6826-C6E6421D5148}"/>
                </a:ext>
              </a:extLst>
            </p:cNvPr>
            <p:cNvGrpSpPr>
              <a:grpSpLocks/>
            </p:cNvGrpSpPr>
            <p:nvPr/>
          </p:nvGrpSpPr>
          <p:grpSpPr bwMode="auto">
            <a:xfrm>
              <a:off x="686" y="1903"/>
              <a:ext cx="380" cy="342"/>
              <a:chOff x="929" y="2294"/>
              <a:chExt cx="380" cy="342"/>
            </a:xfrm>
          </p:grpSpPr>
          <p:sp>
            <p:nvSpPr>
              <p:cNvPr id="79" name="Oval 82">
                <a:extLst>
                  <a:ext uri="{FF2B5EF4-FFF2-40B4-BE49-F238E27FC236}">
                    <a16:creationId xmlns:a16="http://schemas.microsoft.com/office/drawing/2014/main" id="{B410000E-0355-9D93-91BD-85AC1CB729A3}"/>
                  </a:ext>
                </a:extLst>
              </p:cNvPr>
              <p:cNvSpPr>
                <a:spLocks noChangeArrowheads="1"/>
              </p:cNvSpPr>
              <p:nvPr/>
            </p:nvSpPr>
            <p:spPr bwMode="auto">
              <a:xfrm rot="10800000">
                <a:off x="929" y="2432"/>
                <a:ext cx="75" cy="75"/>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80" name="AutoShape 83">
                <a:extLst>
                  <a:ext uri="{FF2B5EF4-FFF2-40B4-BE49-F238E27FC236}">
                    <a16:creationId xmlns:a16="http://schemas.microsoft.com/office/drawing/2014/main" id="{A929FE8F-7774-940D-E0DB-6C4EA5280458}"/>
                  </a:ext>
                </a:extLst>
              </p:cNvPr>
              <p:cNvSpPr>
                <a:spLocks noChangeArrowheads="1"/>
              </p:cNvSpPr>
              <p:nvPr/>
            </p:nvSpPr>
            <p:spPr bwMode="auto">
              <a:xfrm rot="10800000">
                <a:off x="998" y="2294"/>
                <a:ext cx="311" cy="342"/>
              </a:xfrm>
              <a:prstGeom prst="flowChartDelay">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sp>
          <p:nvSpPr>
            <p:cNvPr id="77" name="Line 84">
              <a:extLst>
                <a:ext uri="{FF2B5EF4-FFF2-40B4-BE49-F238E27FC236}">
                  <a16:creationId xmlns:a16="http://schemas.microsoft.com/office/drawing/2014/main" id="{0E3052DD-241D-A4D2-7FC3-21BD7681EC06}"/>
                </a:ext>
              </a:extLst>
            </p:cNvPr>
            <p:cNvSpPr>
              <a:spLocks noChangeShapeType="1"/>
            </p:cNvSpPr>
            <p:nvPr/>
          </p:nvSpPr>
          <p:spPr bwMode="auto">
            <a:xfrm flipV="1">
              <a:off x="407" y="2087"/>
              <a:ext cx="0" cy="665"/>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 name="Line 85">
              <a:extLst>
                <a:ext uri="{FF2B5EF4-FFF2-40B4-BE49-F238E27FC236}">
                  <a16:creationId xmlns:a16="http://schemas.microsoft.com/office/drawing/2014/main" id="{4A1565A7-333F-5B6B-4978-64E0FCDC7E6A}"/>
                </a:ext>
              </a:extLst>
            </p:cNvPr>
            <p:cNvSpPr>
              <a:spLocks noChangeShapeType="1"/>
            </p:cNvSpPr>
            <p:nvPr/>
          </p:nvSpPr>
          <p:spPr bwMode="auto">
            <a:xfrm>
              <a:off x="1065" y="2003"/>
              <a:ext cx="567" cy="0"/>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1" name="Group 86">
            <a:extLst>
              <a:ext uri="{FF2B5EF4-FFF2-40B4-BE49-F238E27FC236}">
                <a16:creationId xmlns:a16="http://schemas.microsoft.com/office/drawing/2014/main" id="{58FE8301-010A-7B79-EECD-CFA27E3700BE}"/>
              </a:ext>
            </a:extLst>
          </p:cNvPr>
          <p:cNvGrpSpPr>
            <a:grpSpLocks/>
          </p:cNvGrpSpPr>
          <p:nvPr/>
        </p:nvGrpSpPr>
        <p:grpSpPr bwMode="auto">
          <a:xfrm>
            <a:off x="2737069" y="2616672"/>
            <a:ext cx="2957513" cy="1071562"/>
            <a:chOff x="1360" y="1887"/>
            <a:chExt cx="1863" cy="675"/>
          </a:xfrm>
        </p:grpSpPr>
        <p:sp>
          <p:nvSpPr>
            <p:cNvPr id="82" name="Text Box 87">
              <a:extLst>
                <a:ext uri="{FF2B5EF4-FFF2-40B4-BE49-F238E27FC236}">
                  <a16:creationId xmlns:a16="http://schemas.microsoft.com/office/drawing/2014/main" id="{84078512-F09A-BEF4-9EBF-6B7C39CB943D}"/>
                </a:ext>
              </a:extLst>
            </p:cNvPr>
            <p:cNvSpPr txBox="1">
              <a:spLocks noChangeArrowheads="1"/>
            </p:cNvSpPr>
            <p:nvPr/>
          </p:nvSpPr>
          <p:spPr bwMode="auto">
            <a:xfrm>
              <a:off x="3084" y="1887"/>
              <a:ext cx="139"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C</a:t>
              </a:r>
              <a:endParaRPr kumimoji="1" lang="en-US" altLang="zh-CN" sz="1600" baseline="-25000"/>
            </a:p>
          </p:txBody>
        </p:sp>
        <p:sp>
          <p:nvSpPr>
            <p:cNvPr id="83" name="AutoShape 88">
              <a:extLst>
                <a:ext uri="{FF2B5EF4-FFF2-40B4-BE49-F238E27FC236}">
                  <a16:creationId xmlns:a16="http://schemas.microsoft.com/office/drawing/2014/main" id="{EE32FC1C-ECCD-817E-A153-17AB43DD0D9A}"/>
                </a:ext>
              </a:extLst>
            </p:cNvPr>
            <p:cNvSpPr>
              <a:spLocks noChangeArrowheads="1"/>
            </p:cNvSpPr>
            <p:nvPr/>
          </p:nvSpPr>
          <p:spPr bwMode="auto">
            <a:xfrm>
              <a:off x="2696" y="1912"/>
              <a:ext cx="311" cy="454"/>
            </a:xfrm>
            <a:prstGeom prst="flowChartDelay">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84" name="Line 89">
              <a:extLst>
                <a:ext uri="{FF2B5EF4-FFF2-40B4-BE49-F238E27FC236}">
                  <a16:creationId xmlns:a16="http://schemas.microsoft.com/office/drawing/2014/main" id="{422910E5-8127-99B5-A6BA-0FDA61740F70}"/>
                </a:ext>
              </a:extLst>
            </p:cNvPr>
            <p:cNvSpPr>
              <a:spLocks noChangeShapeType="1"/>
            </p:cNvSpPr>
            <p:nvPr/>
          </p:nvSpPr>
          <p:spPr bwMode="auto">
            <a:xfrm>
              <a:off x="2539" y="2298"/>
              <a:ext cx="15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Line 90">
              <a:extLst>
                <a:ext uri="{FF2B5EF4-FFF2-40B4-BE49-F238E27FC236}">
                  <a16:creationId xmlns:a16="http://schemas.microsoft.com/office/drawing/2014/main" id="{13A82898-C504-154E-5B23-B1CF54CB072D}"/>
                </a:ext>
              </a:extLst>
            </p:cNvPr>
            <p:cNvSpPr>
              <a:spLocks noChangeShapeType="1"/>
            </p:cNvSpPr>
            <p:nvPr/>
          </p:nvSpPr>
          <p:spPr bwMode="auto">
            <a:xfrm>
              <a:off x="2539" y="2298"/>
              <a:ext cx="0" cy="264"/>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 name="Line 91">
              <a:extLst>
                <a:ext uri="{FF2B5EF4-FFF2-40B4-BE49-F238E27FC236}">
                  <a16:creationId xmlns:a16="http://schemas.microsoft.com/office/drawing/2014/main" id="{725B3C4A-FD4F-EC49-15BD-2B73306667AE}"/>
                </a:ext>
              </a:extLst>
            </p:cNvPr>
            <p:cNvSpPr>
              <a:spLocks noChangeShapeType="1"/>
            </p:cNvSpPr>
            <p:nvPr/>
          </p:nvSpPr>
          <p:spPr bwMode="auto">
            <a:xfrm>
              <a:off x="1360" y="2162"/>
              <a:ext cx="1338"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87" name="Line 92">
              <a:extLst>
                <a:ext uri="{FF2B5EF4-FFF2-40B4-BE49-F238E27FC236}">
                  <a16:creationId xmlns:a16="http://schemas.microsoft.com/office/drawing/2014/main" id="{9BCFE134-062E-05DB-BF5D-A3545D10B265}"/>
                </a:ext>
              </a:extLst>
            </p:cNvPr>
            <p:cNvSpPr>
              <a:spLocks noChangeShapeType="1"/>
            </p:cNvSpPr>
            <p:nvPr/>
          </p:nvSpPr>
          <p:spPr bwMode="auto">
            <a:xfrm>
              <a:off x="1881" y="2003"/>
              <a:ext cx="817" cy="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a:lstStyle/>
            <a:p>
              <a:endParaRPr lang="zh-CN" altLang="en-US"/>
            </a:p>
          </p:txBody>
        </p:sp>
        <p:sp>
          <p:nvSpPr>
            <p:cNvPr id="88" name="Line 93">
              <a:extLst>
                <a:ext uri="{FF2B5EF4-FFF2-40B4-BE49-F238E27FC236}">
                  <a16:creationId xmlns:a16="http://schemas.microsoft.com/office/drawing/2014/main" id="{D0F7878F-C178-57B5-C191-AAE95568B4EC}"/>
                </a:ext>
              </a:extLst>
            </p:cNvPr>
            <p:cNvSpPr>
              <a:spLocks noChangeShapeType="1"/>
            </p:cNvSpPr>
            <p:nvPr/>
          </p:nvSpPr>
          <p:spPr bwMode="auto">
            <a:xfrm>
              <a:off x="3015" y="2139"/>
              <a:ext cx="20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9" name="Rectangle 94">
            <a:extLst>
              <a:ext uri="{FF2B5EF4-FFF2-40B4-BE49-F238E27FC236}">
                <a16:creationId xmlns:a16="http://schemas.microsoft.com/office/drawing/2014/main" id="{E19737BA-AC2E-89FF-395E-98980D329206}"/>
              </a:ext>
            </a:extLst>
          </p:cNvPr>
          <p:cNvSpPr>
            <a:spLocks noChangeArrowheads="1"/>
          </p:cNvSpPr>
          <p:nvPr/>
        </p:nvSpPr>
        <p:spPr bwMode="auto">
          <a:xfrm>
            <a:off x="1706782" y="1178397"/>
            <a:ext cx="2317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b="0" dirty="0">
                <a:latin typeface="Microsoft YaHei" panose="020B0503020204020204" pitchFamily="34" charset="-122"/>
                <a:ea typeface="Microsoft YaHei" panose="020B0503020204020204" pitchFamily="34" charset="-122"/>
              </a:rPr>
              <a:t>异步单独清零</a:t>
            </a:r>
          </a:p>
        </p:txBody>
      </p:sp>
      <p:sp>
        <p:nvSpPr>
          <p:cNvPr id="90" name="Text Box 29">
            <a:extLst>
              <a:ext uri="{FF2B5EF4-FFF2-40B4-BE49-F238E27FC236}">
                <a16:creationId xmlns:a16="http://schemas.microsoft.com/office/drawing/2014/main" id="{EE6F0533-E90A-3A26-D88C-6441B62D1C84}"/>
              </a:ext>
            </a:extLst>
          </p:cNvPr>
          <p:cNvSpPr txBox="1">
            <a:spLocks noChangeArrowheads="1"/>
          </p:cNvSpPr>
          <p:nvPr/>
        </p:nvSpPr>
        <p:spPr bwMode="auto">
          <a:xfrm>
            <a:off x="5475849" y="4151785"/>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PE</a:t>
            </a:r>
          </a:p>
        </p:txBody>
      </p:sp>
      <p:sp>
        <p:nvSpPr>
          <p:cNvPr id="91" name="Text Box 45">
            <a:extLst>
              <a:ext uri="{FF2B5EF4-FFF2-40B4-BE49-F238E27FC236}">
                <a16:creationId xmlns:a16="http://schemas.microsoft.com/office/drawing/2014/main" id="{6FAF712A-A38A-4D5C-57A3-C5EAED71F7C0}"/>
              </a:ext>
            </a:extLst>
          </p:cNvPr>
          <p:cNvSpPr txBox="1">
            <a:spLocks noChangeArrowheads="1"/>
          </p:cNvSpPr>
          <p:nvPr/>
        </p:nvSpPr>
        <p:spPr bwMode="auto">
          <a:xfrm>
            <a:off x="5463149" y="3791422"/>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dirty="0"/>
              <a:t>CR</a:t>
            </a:r>
          </a:p>
        </p:txBody>
      </p:sp>
      <p:sp>
        <p:nvSpPr>
          <p:cNvPr id="92" name="Text Box 29">
            <a:extLst>
              <a:ext uri="{FF2B5EF4-FFF2-40B4-BE49-F238E27FC236}">
                <a16:creationId xmlns:a16="http://schemas.microsoft.com/office/drawing/2014/main" id="{C744038A-CB01-E3F9-5827-84D36547B3CD}"/>
              </a:ext>
            </a:extLst>
          </p:cNvPr>
          <p:cNvSpPr txBox="1">
            <a:spLocks noChangeArrowheads="1"/>
          </p:cNvSpPr>
          <p:nvPr/>
        </p:nvSpPr>
        <p:spPr bwMode="auto">
          <a:xfrm>
            <a:off x="1632017" y="4108922"/>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PE</a:t>
            </a:r>
          </a:p>
        </p:txBody>
      </p:sp>
      <p:sp>
        <p:nvSpPr>
          <p:cNvPr id="93" name="Text Box 45">
            <a:extLst>
              <a:ext uri="{FF2B5EF4-FFF2-40B4-BE49-F238E27FC236}">
                <a16:creationId xmlns:a16="http://schemas.microsoft.com/office/drawing/2014/main" id="{056A160B-CBE5-653A-94B6-87DD7FE87A54}"/>
              </a:ext>
            </a:extLst>
          </p:cNvPr>
          <p:cNvSpPr txBox="1">
            <a:spLocks noChangeArrowheads="1"/>
          </p:cNvSpPr>
          <p:nvPr/>
        </p:nvSpPr>
        <p:spPr bwMode="auto">
          <a:xfrm>
            <a:off x="1619317" y="3748559"/>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dirty="0"/>
              <a:t>CR</a:t>
            </a:r>
          </a:p>
        </p:txBody>
      </p:sp>
      <p:sp>
        <p:nvSpPr>
          <p:cNvPr id="94" name="Text Box 3">
            <a:extLst>
              <a:ext uri="{FF2B5EF4-FFF2-40B4-BE49-F238E27FC236}">
                <a16:creationId xmlns:a16="http://schemas.microsoft.com/office/drawing/2014/main" id="{E9BAE391-7C95-AE82-D8E3-2458A387D8EF}"/>
              </a:ext>
            </a:extLst>
          </p:cNvPr>
          <p:cNvSpPr txBox="1">
            <a:spLocks noChangeArrowheads="1"/>
          </p:cNvSpPr>
          <p:nvPr/>
        </p:nvSpPr>
        <p:spPr bwMode="auto">
          <a:xfrm>
            <a:off x="5570811" y="1269596"/>
            <a:ext cx="2440092" cy="461665"/>
          </a:xfrm>
          <a:prstGeom prst="rect">
            <a:avLst/>
          </a:prstGeom>
          <a:solidFill>
            <a:schemeClr val="accent1">
              <a:lumMod val="20000"/>
              <a:lumOff val="80000"/>
            </a:schemeClr>
          </a:solidFill>
          <a:ln w="9525">
            <a:solidFill>
              <a:srgbClr val="000000"/>
            </a:solidFill>
            <a:miter lim="800000"/>
            <a:headEnd/>
            <a:tailEnd/>
          </a:ln>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dirty="0">
                <a:latin typeface="+mj-ea"/>
                <a:ea typeface="+mj-ea"/>
              </a:rPr>
              <a:t>M = 60 = 6</a:t>
            </a:r>
            <a:r>
              <a:rPr lang="en-US" altLang="zh-CN" sz="2400" b="0" dirty="0">
                <a:latin typeface="Microsoft YaHei" panose="020B0503020204020204" pitchFamily="34" charset="-122"/>
                <a:ea typeface="Microsoft YaHei" panose="020B0503020204020204" pitchFamily="34" charset="-122"/>
              </a:rPr>
              <a:t>×</a:t>
            </a:r>
            <a:r>
              <a:rPr lang="en-US" altLang="zh-CN" sz="2400" b="0" dirty="0">
                <a:latin typeface="+mj-ea"/>
                <a:ea typeface="+mj-ea"/>
              </a:rPr>
              <a:t>10</a:t>
            </a:r>
          </a:p>
        </p:txBody>
      </p:sp>
      <p:sp>
        <p:nvSpPr>
          <p:cNvPr id="95" name="文本框 94">
            <a:extLst>
              <a:ext uri="{FF2B5EF4-FFF2-40B4-BE49-F238E27FC236}">
                <a16:creationId xmlns:a16="http://schemas.microsoft.com/office/drawing/2014/main" id="{E2D3AA37-BE2F-5B90-7253-342784BC7B1B}"/>
              </a:ext>
            </a:extLst>
          </p:cNvPr>
          <p:cNvSpPr txBox="1"/>
          <p:nvPr/>
        </p:nvSpPr>
        <p:spPr>
          <a:xfrm>
            <a:off x="112933" y="5559937"/>
            <a:ext cx="9673688"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200" dirty="0">
                <a:solidFill>
                  <a:schemeClr val="tx1"/>
                </a:solidFill>
                <a:effectLst/>
                <a:latin typeface="Arial" pitchFamily="34" charset="0"/>
                <a:ea typeface="宋体" pitchFamily="2" charset="-122"/>
                <a:cs typeface="宋体" charset="0"/>
              </a:rPr>
              <a:t>如果是异步清零：在组合信号成立时立刻成立，就必须等到第</a:t>
            </a:r>
            <a:r>
              <a:rPr lang="en-US" altLang="zh-CN" sz="1800" kern="1200" dirty="0">
                <a:solidFill>
                  <a:schemeClr val="tx1"/>
                </a:solidFill>
                <a:effectLst/>
                <a:latin typeface="Arial" pitchFamily="34" charset="0"/>
                <a:ea typeface="宋体" pitchFamily="2" charset="-122"/>
                <a:cs typeface="宋体" charset="0"/>
              </a:rPr>
              <a:t>60</a:t>
            </a:r>
            <a:r>
              <a:rPr lang="zh-CN" altLang="zh-CN" sz="1800" kern="1200" dirty="0">
                <a:solidFill>
                  <a:schemeClr val="tx1"/>
                </a:solidFill>
                <a:effectLst/>
                <a:latin typeface="Arial" pitchFamily="34" charset="0"/>
                <a:ea typeface="宋体" pitchFamily="2" charset="-122"/>
                <a:cs typeface="宋体" charset="0"/>
              </a:rPr>
              <a:t>个周期（</a:t>
            </a:r>
            <a:r>
              <a:rPr lang="en-US" altLang="zh-CN" sz="1800" kern="1200" dirty="0">
                <a:solidFill>
                  <a:schemeClr val="tx1"/>
                </a:solidFill>
                <a:effectLst/>
                <a:latin typeface="Arial" pitchFamily="34" charset="0"/>
                <a:ea typeface="宋体" pitchFamily="2" charset="-122"/>
                <a:cs typeface="宋体" charset="0"/>
              </a:rPr>
              <a:t>0-60</a:t>
            </a:r>
            <a:r>
              <a:rPr lang="zh-CN" altLang="zh-CN" sz="1800" kern="1200" dirty="0">
                <a:solidFill>
                  <a:schemeClr val="tx1"/>
                </a:solidFill>
                <a:effectLst/>
                <a:latin typeface="Arial" pitchFamily="34" charset="0"/>
                <a:ea typeface="宋体" pitchFamily="2" charset="-122"/>
                <a:cs typeface="宋体" charset="0"/>
              </a:rPr>
              <a:t>，且</a:t>
            </a:r>
            <a:r>
              <a:rPr lang="en-US" altLang="zh-CN" sz="1800" kern="1200" dirty="0">
                <a:solidFill>
                  <a:schemeClr val="tx1"/>
                </a:solidFill>
                <a:effectLst/>
                <a:latin typeface="Arial" pitchFamily="34" charset="0"/>
                <a:ea typeface="宋体" pitchFamily="2" charset="-122"/>
                <a:cs typeface="宋体" charset="0"/>
              </a:rPr>
              <a:t>60</a:t>
            </a:r>
            <a:r>
              <a:rPr lang="zh-CN" altLang="zh-CN" sz="1800" kern="1200" dirty="0">
                <a:solidFill>
                  <a:schemeClr val="tx1"/>
                </a:solidFill>
                <a:effectLst/>
                <a:latin typeface="Arial" pitchFamily="34" charset="0"/>
                <a:ea typeface="宋体" pitchFamily="2" charset="-122"/>
                <a:cs typeface="宋体" charset="0"/>
              </a:rPr>
              <a:t>只持续一瞬间），因此取左边</a:t>
            </a:r>
            <a:r>
              <a:rPr lang="en-US" altLang="zh-CN" sz="1800" kern="1200" dirty="0">
                <a:solidFill>
                  <a:schemeClr val="tx1"/>
                </a:solidFill>
                <a:effectLst/>
                <a:latin typeface="Arial" pitchFamily="34" charset="0"/>
                <a:ea typeface="宋体" pitchFamily="2" charset="-122"/>
                <a:cs typeface="宋体" charset="0"/>
              </a:rPr>
              <a:t>Q</a:t>
            </a:r>
            <a:r>
              <a:rPr lang="en-US" altLang="zh-CN" sz="1800" kern="1200" baseline="-25000" dirty="0">
                <a:solidFill>
                  <a:schemeClr val="tx1"/>
                </a:solidFill>
                <a:effectLst/>
                <a:latin typeface="Arial" pitchFamily="34" charset="0"/>
                <a:ea typeface="宋体" pitchFamily="2" charset="-122"/>
                <a:cs typeface="宋体" charset="0"/>
              </a:rPr>
              <a:t>3-0</a:t>
            </a:r>
            <a:r>
              <a:rPr lang="en-US" altLang="zh-CN" sz="1800" kern="1200" dirty="0">
                <a:solidFill>
                  <a:schemeClr val="tx1"/>
                </a:solidFill>
                <a:effectLst/>
                <a:latin typeface="Arial" pitchFamily="34" charset="0"/>
                <a:ea typeface="宋体" pitchFamily="2" charset="-122"/>
                <a:cs typeface="宋体" charset="0"/>
              </a:rPr>
              <a:t>=0110</a:t>
            </a:r>
            <a:r>
              <a:rPr lang="zh-CN" altLang="zh-CN" sz="1800" kern="1200" dirty="0">
                <a:solidFill>
                  <a:schemeClr val="tx1"/>
                </a:solidFill>
                <a:effectLst/>
                <a:latin typeface="Arial" pitchFamily="34" charset="0"/>
                <a:ea typeface="宋体" pitchFamily="2" charset="-122"/>
                <a:cs typeface="宋体" charset="0"/>
              </a:rPr>
              <a:t>，</a:t>
            </a:r>
            <a:r>
              <a:rPr lang="en-US" altLang="zh-CN" sz="1800" kern="1200" dirty="0">
                <a:solidFill>
                  <a:schemeClr val="tx1"/>
                </a:solidFill>
                <a:effectLst/>
                <a:latin typeface="Arial" pitchFamily="34" charset="0"/>
                <a:ea typeface="宋体" pitchFamily="2" charset="-122"/>
                <a:cs typeface="宋体" charset="0"/>
              </a:rPr>
              <a:t>C</a:t>
            </a:r>
            <a:r>
              <a:rPr lang="zh-CN" altLang="zh-CN" sz="1800" kern="1200" dirty="0">
                <a:solidFill>
                  <a:schemeClr val="tx1"/>
                </a:solidFill>
                <a:effectLst/>
                <a:latin typeface="Arial" pitchFamily="34" charset="0"/>
                <a:ea typeface="宋体" pitchFamily="2" charset="-122"/>
                <a:cs typeface="宋体" charset="0"/>
              </a:rPr>
              <a:t>必须在</a:t>
            </a:r>
            <a:r>
              <a:rPr lang="en-US" altLang="zh-CN" sz="1800" kern="1200" dirty="0">
                <a:solidFill>
                  <a:schemeClr val="tx1"/>
                </a:solidFill>
                <a:effectLst/>
                <a:latin typeface="Arial" pitchFamily="34" charset="0"/>
                <a:ea typeface="宋体" pitchFamily="2" charset="-122"/>
                <a:cs typeface="宋体" charset="0"/>
              </a:rPr>
              <a:t>59</a:t>
            </a:r>
            <a:r>
              <a:rPr lang="zh-CN" altLang="zh-CN" sz="1800" kern="1200" dirty="0">
                <a:solidFill>
                  <a:schemeClr val="tx1"/>
                </a:solidFill>
                <a:effectLst/>
                <a:latin typeface="Arial" pitchFamily="34" charset="0"/>
                <a:ea typeface="宋体" pitchFamily="2" charset="-122"/>
                <a:cs typeface="宋体" charset="0"/>
              </a:rPr>
              <a:t>时就给出，且只持续一个时钟周期，因此取左边</a:t>
            </a:r>
            <a:r>
              <a:rPr lang="en-US" altLang="zh-CN" sz="1800" kern="1200" dirty="0">
                <a:solidFill>
                  <a:schemeClr val="tx1"/>
                </a:solidFill>
                <a:effectLst/>
                <a:latin typeface="Arial" pitchFamily="34" charset="0"/>
                <a:ea typeface="宋体" pitchFamily="2" charset="-122"/>
                <a:cs typeface="宋体" charset="0"/>
              </a:rPr>
              <a:t>Q</a:t>
            </a:r>
            <a:r>
              <a:rPr lang="en-US" altLang="zh-CN" sz="1800" kern="1200" baseline="-25000" dirty="0">
                <a:solidFill>
                  <a:schemeClr val="tx1"/>
                </a:solidFill>
                <a:effectLst/>
                <a:latin typeface="Arial" pitchFamily="34" charset="0"/>
                <a:ea typeface="宋体" pitchFamily="2" charset="-122"/>
                <a:cs typeface="宋体" charset="0"/>
              </a:rPr>
              <a:t>3-0</a:t>
            </a:r>
            <a:r>
              <a:rPr lang="en-US" altLang="zh-CN" sz="1800" kern="1200" dirty="0">
                <a:solidFill>
                  <a:schemeClr val="tx1"/>
                </a:solidFill>
                <a:effectLst/>
                <a:latin typeface="Arial" pitchFamily="34" charset="0"/>
                <a:ea typeface="宋体" pitchFamily="2" charset="-122"/>
                <a:cs typeface="宋体" charset="0"/>
              </a:rPr>
              <a:t>=0101,</a:t>
            </a:r>
            <a:r>
              <a:rPr lang="zh-CN" altLang="zh-CN" sz="1800" kern="1200" dirty="0">
                <a:solidFill>
                  <a:schemeClr val="tx1"/>
                </a:solidFill>
                <a:effectLst/>
                <a:latin typeface="Arial" pitchFamily="34" charset="0"/>
                <a:ea typeface="宋体" pitchFamily="2" charset="-122"/>
                <a:cs typeface="宋体" charset="0"/>
              </a:rPr>
              <a:t>且右边</a:t>
            </a:r>
            <a:r>
              <a:rPr lang="en-US" altLang="zh-CN" sz="1800" kern="1200" dirty="0">
                <a:solidFill>
                  <a:schemeClr val="tx1"/>
                </a:solidFill>
                <a:effectLst/>
                <a:latin typeface="Arial" pitchFamily="34" charset="0"/>
                <a:ea typeface="宋体" pitchFamily="2" charset="-122"/>
                <a:cs typeface="宋体" charset="0"/>
              </a:rPr>
              <a:t>C</a:t>
            </a:r>
            <a:r>
              <a:rPr lang="zh-CN" altLang="zh-CN" sz="1800" kern="1200" dirty="0">
                <a:solidFill>
                  <a:schemeClr val="tx1"/>
                </a:solidFill>
                <a:effectLst/>
                <a:latin typeface="Arial" pitchFamily="34" charset="0"/>
                <a:ea typeface="宋体" pitchFamily="2" charset="-122"/>
                <a:cs typeface="宋体" charset="0"/>
              </a:rPr>
              <a:t>有效</a:t>
            </a:r>
            <a:r>
              <a:rPr lang="en-US" altLang="zh-CN" sz="1800" kern="1200" dirty="0">
                <a:solidFill>
                  <a:schemeClr val="tx1"/>
                </a:solidFill>
                <a:effectLst/>
                <a:latin typeface="Arial" pitchFamily="34" charset="0"/>
                <a:ea typeface="宋体" pitchFamily="2" charset="-122"/>
                <a:cs typeface="宋体" charset="0"/>
              </a:rPr>
              <a:t>(Q</a:t>
            </a:r>
            <a:r>
              <a:rPr lang="en-US" altLang="zh-CN" sz="1800" kern="1200" baseline="-25000" dirty="0">
                <a:solidFill>
                  <a:schemeClr val="tx1"/>
                </a:solidFill>
                <a:effectLst/>
                <a:latin typeface="Arial" pitchFamily="34" charset="0"/>
                <a:ea typeface="宋体" pitchFamily="2" charset="-122"/>
                <a:cs typeface="宋体" charset="0"/>
              </a:rPr>
              <a:t>3</a:t>
            </a:r>
            <a:r>
              <a:rPr lang="en-US" altLang="zh-CN" sz="1800" kern="1200" dirty="0">
                <a:solidFill>
                  <a:schemeClr val="tx1"/>
                </a:solidFill>
                <a:effectLst/>
                <a:latin typeface="Arial" pitchFamily="34" charset="0"/>
                <a:ea typeface="宋体" pitchFamily="2" charset="-122"/>
                <a:cs typeface="宋体" charset="0"/>
              </a:rPr>
              <a:t>-Q</a:t>
            </a:r>
            <a:r>
              <a:rPr lang="en-US" altLang="zh-CN" sz="1800" kern="1200" baseline="-25000" dirty="0">
                <a:solidFill>
                  <a:schemeClr val="tx1"/>
                </a:solidFill>
                <a:effectLst/>
                <a:latin typeface="Arial" pitchFamily="34" charset="0"/>
                <a:ea typeface="宋体" pitchFamily="2" charset="-122"/>
                <a:cs typeface="宋体" charset="0"/>
              </a:rPr>
              <a:t>0</a:t>
            </a:r>
            <a:r>
              <a:rPr lang="en-US" altLang="zh-CN" sz="1800" kern="1200" dirty="0">
                <a:solidFill>
                  <a:schemeClr val="tx1"/>
                </a:solidFill>
                <a:effectLst/>
                <a:latin typeface="Arial" pitchFamily="34" charset="0"/>
                <a:ea typeface="宋体" pitchFamily="2" charset="-122"/>
                <a:cs typeface="宋体" charset="0"/>
              </a:rPr>
              <a:t>=9)</a:t>
            </a:r>
            <a:r>
              <a:rPr lang="zh-CN" altLang="zh-CN" sz="1800" kern="1200" dirty="0">
                <a:solidFill>
                  <a:schemeClr val="tx1"/>
                </a:solidFill>
                <a:effectLst/>
                <a:latin typeface="Arial" pitchFamily="34" charset="0"/>
                <a:ea typeface="宋体" pitchFamily="2" charset="-122"/>
                <a:cs typeface="宋体" charset="0"/>
              </a:rPr>
              <a:t>。</a:t>
            </a:r>
            <a:r>
              <a:rPr lang="zh-CN" altLang="zh-CN" dirty="0">
                <a:effectLst/>
              </a:rPr>
              <a:t> </a:t>
            </a:r>
            <a:endParaRPr kumimoji="1" lang="zh-CN" altLang="en-US" dirty="0"/>
          </a:p>
        </p:txBody>
      </p:sp>
    </p:spTree>
    <p:extLst>
      <p:ext uri="{BB962C8B-B14F-4D97-AF65-F5344CB8AC3E}">
        <p14:creationId xmlns:p14="http://schemas.microsoft.com/office/powerpoint/2010/main" val="35021298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AB11E9-3C50-7A53-9D9A-904B02CDCBB7}"/>
              </a:ext>
            </a:extLst>
          </p:cNvPr>
          <p:cNvSpPr>
            <a:spLocks noGrp="1"/>
          </p:cNvSpPr>
          <p:nvPr>
            <p:ph type="title"/>
          </p:nvPr>
        </p:nvSpPr>
        <p:spPr/>
        <p:txBody>
          <a:bodyPr>
            <a:normAutofit fontScale="90000"/>
          </a:bodyPr>
          <a:lstStyle/>
          <a:p>
            <a:r>
              <a:rPr lang="zh-CN" altLang="en-US" dirty="0"/>
              <a:t>示例</a:t>
            </a:r>
            <a:r>
              <a:rPr lang="en-US" altLang="zh-CN" dirty="0"/>
              <a:t>4</a:t>
            </a:r>
            <a:r>
              <a:rPr lang="en-US" altLang="ja-JP" dirty="0"/>
              <a:t>:</a:t>
            </a:r>
            <a:r>
              <a:rPr lang="en-US" altLang="zh-CN" dirty="0"/>
              <a:t> </a:t>
            </a:r>
            <a:r>
              <a:rPr lang="zh-CN" altLang="en-US" dirty="0"/>
              <a:t>异步整体清零</a:t>
            </a:r>
            <a:endParaRPr kumimoji="1" lang="zh-CN" altLang="en-US" dirty="0"/>
          </a:p>
        </p:txBody>
      </p:sp>
      <p:sp>
        <p:nvSpPr>
          <p:cNvPr id="4" name="页脚占位符 3">
            <a:extLst>
              <a:ext uri="{FF2B5EF4-FFF2-40B4-BE49-F238E27FC236}">
                <a16:creationId xmlns:a16="http://schemas.microsoft.com/office/drawing/2014/main" id="{EDD6C547-D8CE-E22A-782B-ECBAB524C801}"/>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6FC38865-62E3-E20A-2A91-28D461E26D90}"/>
              </a:ext>
            </a:extLst>
          </p:cNvPr>
          <p:cNvSpPr>
            <a:spLocks noGrp="1"/>
          </p:cNvSpPr>
          <p:nvPr>
            <p:ph type="sldNum" sz="quarter" idx="12"/>
          </p:nvPr>
        </p:nvSpPr>
        <p:spPr/>
        <p:txBody>
          <a:bodyPr/>
          <a:lstStyle/>
          <a:p>
            <a:fld id="{9E260BC5-5BF3-8746-862B-DC45E9CAA88B}" type="slidenum">
              <a:rPr lang="en-US" smtClean="0"/>
              <a:pPr/>
              <a:t>24</a:t>
            </a:fld>
            <a:r>
              <a:rPr lang="en-US" altLang="zh-CN" dirty="0"/>
              <a:t>/34</a:t>
            </a:r>
            <a:endParaRPr lang="en-US" dirty="0"/>
          </a:p>
        </p:txBody>
      </p:sp>
      <p:sp>
        <p:nvSpPr>
          <p:cNvPr id="6" name="Rectangle 3">
            <a:extLst>
              <a:ext uri="{FF2B5EF4-FFF2-40B4-BE49-F238E27FC236}">
                <a16:creationId xmlns:a16="http://schemas.microsoft.com/office/drawing/2014/main" id="{B03A5AAE-92E9-8B44-2E88-2149042D26BD}"/>
              </a:ext>
            </a:extLst>
          </p:cNvPr>
          <p:cNvSpPr>
            <a:spLocks noChangeArrowheads="1"/>
          </p:cNvSpPr>
          <p:nvPr/>
        </p:nvSpPr>
        <p:spPr bwMode="auto">
          <a:xfrm>
            <a:off x="848519" y="4776361"/>
            <a:ext cx="6432550"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r>
              <a:rPr kumimoji="1" lang="zh-CN" altLang="en-US" b="0"/>
              <a:t>当</a:t>
            </a:r>
            <a:r>
              <a:rPr kumimoji="1" lang="en-US" altLang="zh-CN" b="0"/>
              <a:t>Q</a:t>
            </a:r>
            <a:r>
              <a:rPr kumimoji="1" lang="en-US" altLang="zh-CN" sz="1800" b="0"/>
              <a:t>5</a:t>
            </a:r>
            <a:r>
              <a:rPr kumimoji="1" lang="en-US" altLang="zh-CN" b="0"/>
              <a:t> ~ Q</a:t>
            </a:r>
            <a:r>
              <a:rPr kumimoji="1" lang="en-US" altLang="zh-CN" sz="1800" b="0"/>
              <a:t>0</a:t>
            </a:r>
            <a:r>
              <a:rPr kumimoji="1" lang="en-US" altLang="zh-CN" b="0"/>
              <a:t> =101001</a:t>
            </a:r>
            <a:r>
              <a:rPr kumimoji="1" lang="zh-CN" altLang="en-US" b="0"/>
              <a:t>时，</a:t>
            </a:r>
            <a:r>
              <a:rPr kumimoji="1" lang="en-US" altLang="zh-CN" b="0"/>
              <a:t>R</a:t>
            </a:r>
            <a:r>
              <a:rPr kumimoji="1" lang="en-US" altLang="zh-CN" sz="1600" b="0"/>
              <a:t>D</a:t>
            </a:r>
            <a:r>
              <a:rPr kumimoji="1" lang="en-US" altLang="zh-CN" b="0"/>
              <a:t> = 0</a:t>
            </a:r>
            <a:endParaRPr kumimoji="1" lang="zh-CN" altLang="en-US" b="0"/>
          </a:p>
          <a:p>
            <a:r>
              <a:rPr lang="zh-CN" altLang="en-US" b="0"/>
              <a:t>当</a:t>
            </a:r>
            <a:r>
              <a:rPr kumimoji="1" lang="en-US" altLang="zh-CN" b="0"/>
              <a:t>Q</a:t>
            </a:r>
            <a:r>
              <a:rPr kumimoji="1" lang="en-US" altLang="zh-CN" sz="1800" b="0"/>
              <a:t>5 </a:t>
            </a:r>
            <a:r>
              <a:rPr kumimoji="1" lang="en-US" altLang="zh-CN" b="0"/>
              <a:t>~</a:t>
            </a:r>
            <a:r>
              <a:rPr kumimoji="1" lang="en-US" altLang="zh-CN" sz="1800" b="0"/>
              <a:t> </a:t>
            </a:r>
            <a:r>
              <a:rPr kumimoji="1" lang="en-US" altLang="zh-CN" b="0"/>
              <a:t>Q</a:t>
            </a:r>
            <a:r>
              <a:rPr kumimoji="1" lang="en-US" altLang="zh-CN" sz="1800" b="0"/>
              <a:t>0 </a:t>
            </a:r>
            <a:r>
              <a:rPr kumimoji="1" lang="en-US" altLang="zh-CN" b="0"/>
              <a:t>= 101000</a:t>
            </a:r>
            <a:r>
              <a:rPr kumimoji="1" lang="zh-CN" altLang="en-US" b="0"/>
              <a:t>时， </a:t>
            </a:r>
            <a:r>
              <a:rPr lang="en-US" altLang="zh-CN" b="0"/>
              <a:t>C = 1</a:t>
            </a:r>
            <a:endParaRPr kumimoji="1" lang="zh-CN" altLang="en-US" b="0"/>
          </a:p>
        </p:txBody>
      </p:sp>
      <p:sp>
        <p:nvSpPr>
          <p:cNvPr id="7" name="Line 5">
            <a:extLst>
              <a:ext uri="{FF2B5EF4-FFF2-40B4-BE49-F238E27FC236}">
                <a16:creationId xmlns:a16="http://schemas.microsoft.com/office/drawing/2014/main" id="{B90778E3-9D13-44F6-7635-DF65D571510B}"/>
              </a:ext>
            </a:extLst>
          </p:cNvPr>
          <p:cNvSpPr>
            <a:spLocks noChangeShapeType="1"/>
          </p:cNvSpPr>
          <p:nvPr/>
        </p:nvSpPr>
        <p:spPr bwMode="auto">
          <a:xfrm>
            <a:off x="1172369" y="3468261"/>
            <a:ext cx="406400" cy="0"/>
          </a:xfrm>
          <a:prstGeom prst="line">
            <a:avLst/>
          </a:prstGeom>
          <a:noFill/>
          <a:ln w="28575">
            <a:solidFill>
              <a:schemeClr val="tx1"/>
            </a:solidFill>
            <a:round/>
            <a:headEnd type="none"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Text Box 6">
            <a:extLst>
              <a:ext uri="{FF2B5EF4-FFF2-40B4-BE49-F238E27FC236}">
                <a16:creationId xmlns:a16="http://schemas.microsoft.com/office/drawing/2014/main" id="{1B487D87-2789-2D78-2482-92E4D7878E6A}"/>
              </a:ext>
            </a:extLst>
          </p:cNvPr>
          <p:cNvSpPr txBox="1">
            <a:spLocks noChangeArrowheads="1"/>
          </p:cNvSpPr>
          <p:nvPr/>
        </p:nvSpPr>
        <p:spPr bwMode="auto">
          <a:xfrm>
            <a:off x="1569244" y="3258711"/>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PE</a:t>
            </a:r>
          </a:p>
        </p:txBody>
      </p:sp>
      <p:sp>
        <p:nvSpPr>
          <p:cNvPr id="9" name="Rectangle 7">
            <a:extLst>
              <a:ext uri="{FF2B5EF4-FFF2-40B4-BE49-F238E27FC236}">
                <a16:creationId xmlns:a16="http://schemas.microsoft.com/office/drawing/2014/main" id="{2B6987BE-984C-3954-8515-FD68C6ACDFD6}"/>
              </a:ext>
            </a:extLst>
          </p:cNvPr>
          <p:cNvSpPr>
            <a:spLocks noChangeArrowheads="1"/>
          </p:cNvSpPr>
          <p:nvPr/>
        </p:nvSpPr>
        <p:spPr bwMode="auto">
          <a:xfrm>
            <a:off x="1580356" y="2496711"/>
            <a:ext cx="2760663" cy="1219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endParaRPr kumimoji="1" lang="zh-CN" altLang="en-US" sz="2400" b="0"/>
          </a:p>
        </p:txBody>
      </p:sp>
      <p:sp>
        <p:nvSpPr>
          <p:cNvPr id="10" name="Line 8">
            <a:extLst>
              <a:ext uri="{FF2B5EF4-FFF2-40B4-BE49-F238E27FC236}">
                <a16:creationId xmlns:a16="http://schemas.microsoft.com/office/drawing/2014/main" id="{5826EF86-9E75-1AB6-A8DD-120970C1C669}"/>
              </a:ext>
            </a:extLst>
          </p:cNvPr>
          <p:cNvSpPr>
            <a:spLocks noChangeShapeType="1"/>
          </p:cNvSpPr>
          <p:nvPr/>
        </p:nvSpPr>
        <p:spPr bwMode="auto">
          <a:xfrm flipV="1">
            <a:off x="3121819" y="1609299"/>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9">
            <a:extLst>
              <a:ext uri="{FF2B5EF4-FFF2-40B4-BE49-F238E27FC236}">
                <a16:creationId xmlns:a16="http://schemas.microsoft.com/office/drawing/2014/main" id="{6FB29538-33B1-73DC-55E3-B15359B3137F}"/>
              </a:ext>
            </a:extLst>
          </p:cNvPr>
          <p:cNvSpPr>
            <a:spLocks noChangeShapeType="1"/>
          </p:cNvSpPr>
          <p:nvPr/>
        </p:nvSpPr>
        <p:spPr bwMode="auto">
          <a:xfrm flipV="1">
            <a:off x="3513931" y="1609299"/>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10">
            <a:extLst>
              <a:ext uri="{FF2B5EF4-FFF2-40B4-BE49-F238E27FC236}">
                <a16:creationId xmlns:a16="http://schemas.microsoft.com/office/drawing/2014/main" id="{77A145B4-E0F8-EE0A-B156-11ACC9511268}"/>
              </a:ext>
            </a:extLst>
          </p:cNvPr>
          <p:cNvSpPr>
            <a:spLocks noChangeShapeType="1"/>
          </p:cNvSpPr>
          <p:nvPr/>
        </p:nvSpPr>
        <p:spPr bwMode="auto">
          <a:xfrm>
            <a:off x="4360069" y="3106311"/>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11">
            <a:extLst>
              <a:ext uri="{FF2B5EF4-FFF2-40B4-BE49-F238E27FC236}">
                <a16:creationId xmlns:a16="http://schemas.microsoft.com/office/drawing/2014/main" id="{4693048E-B6C5-1B09-3D20-0516830D0F35}"/>
              </a:ext>
            </a:extLst>
          </p:cNvPr>
          <p:cNvSpPr>
            <a:spLocks noChangeShapeType="1"/>
          </p:cNvSpPr>
          <p:nvPr/>
        </p:nvSpPr>
        <p:spPr bwMode="auto">
          <a:xfrm>
            <a:off x="4360069" y="3411111"/>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12">
            <a:extLst>
              <a:ext uri="{FF2B5EF4-FFF2-40B4-BE49-F238E27FC236}">
                <a16:creationId xmlns:a16="http://schemas.microsoft.com/office/drawing/2014/main" id="{3F99F9AC-69E4-8F68-2289-63577EBB3F20}"/>
              </a:ext>
            </a:extLst>
          </p:cNvPr>
          <p:cNvSpPr>
            <a:spLocks noChangeShapeType="1"/>
          </p:cNvSpPr>
          <p:nvPr/>
        </p:nvSpPr>
        <p:spPr bwMode="auto">
          <a:xfrm>
            <a:off x="1785144" y="2099836"/>
            <a:ext cx="3603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13">
            <a:extLst>
              <a:ext uri="{FF2B5EF4-FFF2-40B4-BE49-F238E27FC236}">
                <a16:creationId xmlns:a16="http://schemas.microsoft.com/office/drawing/2014/main" id="{D1B2348E-D36E-F531-E9DC-7DDE06964E63}"/>
              </a:ext>
            </a:extLst>
          </p:cNvPr>
          <p:cNvSpPr>
            <a:spLocks noChangeShapeType="1"/>
          </p:cNvSpPr>
          <p:nvPr/>
        </p:nvSpPr>
        <p:spPr bwMode="auto">
          <a:xfrm>
            <a:off x="1159669" y="3122186"/>
            <a:ext cx="406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Text Box 14">
            <a:extLst>
              <a:ext uri="{FF2B5EF4-FFF2-40B4-BE49-F238E27FC236}">
                <a16:creationId xmlns:a16="http://schemas.microsoft.com/office/drawing/2014/main" id="{E91F6838-CFE0-1F7D-0664-5E75DCF85F70}"/>
              </a:ext>
            </a:extLst>
          </p:cNvPr>
          <p:cNvSpPr txBox="1">
            <a:spLocks noChangeArrowheads="1"/>
          </p:cNvSpPr>
          <p:nvPr/>
        </p:nvSpPr>
        <p:spPr bwMode="auto">
          <a:xfrm>
            <a:off x="2113756" y="2420511"/>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Q</a:t>
            </a:r>
            <a:r>
              <a:rPr kumimoji="1" lang="en-US" altLang="zh-CN" sz="1600" b="0"/>
              <a:t>3</a:t>
            </a:r>
            <a:r>
              <a:rPr kumimoji="1" lang="en-US" altLang="zh-CN" sz="2400" b="0"/>
              <a:t> Q</a:t>
            </a:r>
            <a:r>
              <a:rPr kumimoji="1" lang="en-US" altLang="zh-CN" sz="1600" b="0"/>
              <a:t>2</a:t>
            </a:r>
            <a:r>
              <a:rPr kumimoji="1" lang="en-US" altLang="zh-CN" sz="2400" b="0"/>
              <a:t> Q</a:t>
            </a:r>
            <a:r>
              <a:rPr kumimoji="1" lang="en-US" altLang="zh-CN" sz="1600" b="0"/>
              <a:t>1</a:t>
            </a:r>
            <a:r>
              <a:rPr kumimoji="1" lang="en-US" altLang="zh-CN" sz="2400" b="0"/>
              <a:t> Q</a:t>
            </a:r>
            <a:r>
              <a:rPr kumimoji="1" lang="en-US" altLang="zh-CN" sz="1600" b="0"/>
              <a:t>0</a:t>
            </a:r>
            <a:endParaRPr kumimoji="1" lang="en-US" altLang="zh-CN" sz="2400" b="0"/>
          </a:p>
        </p:txBody>
      </p:sp>
      <p:sp>
        <p:nvSpPr>
          <p:cNvPr id="17" name="Text Box 15">
            <a:extLst>
              <a:ext uri="{FF2B5EF4-FFF2-40B4-BE49-F238E27FC236}">
                <a16:creationId xmlns:a16="http://schemas.microsoft.com/office/drawing/2014/main" id="{AE2B5B25-34DF-F17A-22D8-91FBAF49FD67}"/>
              </a:ext>
            </a:extLst>
          </p:cNvPr>
          <p:cNvSpPr txBox="1">
            <a:spLocks noChangeArrowheads="1"/>
          </p:cNvSpPr>
          <p:nvPr/>
        </p:nvSpPr>
        <p:spPr bwMode="auto">
          <a:xfrm>
            <a:off x="1569244" y="2514174"/>
            <a:ext cx="573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TC</a:t>
            </a:r>
          </a:p>
        </p:txBody>
      </p:sp>
      <p:sp>
        <p:nvSpPr>
          <p:cNvPr id="18" name="Text Box 16">
            <a:extLst>
              <a:ext uri="{FF2B5EF4-FFF2-40B4-BE49-F238E27FC236}">
                <a16:creationId xmlns:a16="http://schemas.microsoft.com/office/drawing/2014/main" id="{4B958F73-9030-01B7-6BC2-9765E6806701}"/>
              </a:ext>
            </a:extLst>
          </p:cNvPr>
          <p:cNvSpPr txBox="1">
            <a:spLocks noChangeArrowheads="1"/>
          </p:cNvSpPr>
          <p:nvPr/>
        </p:nvSpPr>
        <p:spPr bwMode="auto">
          <a:xfrm>
            <a:off x="3618706" y="2539574"/>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CET</a:t>
            </a:r>
          </a:p>
        </p:txBody>
      </p:sp>
      <p:sp>
        <p:nvSpPr>
          <p:cNvPr id="19" name="Text Box 17">
            <a:extLst>
              <a:ext uri="{FF2B5EF4-FFF2-40B4-BE49-F238E27FC236}">
                <a16:creationId xmlns:a16="http://schemas.microsoft.com/office/drawing/2014/main" id="{BE9DC6FC-CFF3-3131-7B25-FC3F54B2750F}"/>
              </a:ext>
            </a:extLst>
          </p:cNvPr>
          <p:cNvSpPr txBox="1">
            <a:spLocks noChangeArrowheads="1"/>
          </p:cNvSpPr>
          <p:nvPr/>
        </p:nvSpPr>
        <p:spPr bwMode="auto">
          <a:xfrm>
            <a:off x="3634581" y="2855486"/>
            <a:ext cx="74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CEP</a:t>
            </a:r>
          </a:p>
        </p:txBody>
      </p:sp>
      <p:sp>
        <p:nvSpPr>
          <p:cNvPr id="20" name="Text Box 18">
            <a:extLst>
              <a:ext uri="{FF2B5EF4-FFF2-40B4-BE49-F238E27FC236}">
                <a16:creationId xmlns:a16="http://schemas.microsoft.com/office/drawing/2014/main" id="{44F14BB4-F195-E92E-8FA5-AC5F24CF4086}"/>
              </a:ext>
            </a:extLst>
          </p:cNvPr>
          <p:cNvSpPr txBox="1">
            <a:spLocks noChangeArrowheads="1"/>
          </p:cNvSpPr>
          <p:nvPr/>
        </p:nvSpPr>
        <p:spPr bwMode="auto">
          <a:xfrm>
            <a:off x="2339181" y="2845961"/>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74x160</a:t>
            </a:r>
          </a:p>
        </p:txBody>
      </p:sp>
      <p:sp>
        <p:nvSpPr>
          <p:cNvPr id="21" name="Text Box 19">
            <a:extLst>
              <a:ext uri="{FF2B5EF4-FFF2-40B4-BE49-F238E27FC236}">
                <a16:creationId xmlns:a16="http://schemas.microsoft.com/office/drawing/2014/main" id="{F5A51212-DE91-38B6-A5CF-4219E9E8EBF4}"/>
              </a:ext>
            </a:extLst>
          </p:cNvPr>
          <p:cNvSpPr txBox="1">
            <a:spLocks noChangeArrowheads="1"/>
          </p:cNvSpPr>
          <p:nvPr/>
        </p:nvSpPr>
        <p:spPr bwMode="auto">
          <a:xfrm>
            <a:off x="1569244" y="2898349"/>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CR</a:t>
            </a:r>
          </a:p>
        </p:txBody>
      </p:sp>
      <p:sp>
        <p:nvSpPr>
          <p:cNvPr id="22" name="Text Box 22">
            <a:extLst>
              <a:ext uri="{FF2B5EF4-FFF2-40B4-BE49-F238E27FC236}">
                <a16:creationId xmlns:a16="http://schemas.microsoft.com/office/drawing/2014/main" id="{581CDAB6-19F8-29E9-8DDD-57C182A50A61}"/>
              </a:ext>
            </a:extLst>
          </p:cNvPr>
          <p:cNvSpPr txBox="1">
            <a:spLocks noChangeArrowheads="1"/>
          </p:cNvSpPr>
          <p:nvPr/>
        </p:nvSpPr>
        <p:spPr bwMode="auto">
          <a:xfrm>
            <a:off x="2097881" y="3258711"/>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D</a:t>
            </a:r>
            <a:r>
              <a:rPr kumimoji="1" lang="en-US" altLang="zh-CN" sz="1600" b="0"/>
              <a:t>3</a:t>
            </a:r>
            <a:r>
              <a:rPr kumimoji="1" lang="en-US" altLang="zh-CN" sz="2400" b="0"/>
              <a:t> D</a:t>
            </a:r>
            <a:r>
              <a:rPr kumimoji="1" lang="en-US" altLang="zh-CN" sz="1600" b="0"/>
              <a:t>2</a:t>
            </a:r>
            <a:r>
              <a:rPr kumimoji="1" lang="en-US" altLang="zh-CN" sz="2400" b="0"/>
              <a:t> D</a:t>
            </a:r>
            <a:r>
              <a:rPr kumimoji="1" lang="en-US" altLang="zh-CN" sz="1600" b="0"/>
              <a:t>1</a:t>
            </a:r>
            <a:r>
              <a:rPr kumimoji="1" lang="en-US" altLang="zh-CN" sz="2400" b="0"/>
              <a:t> D</a:t>
            </a:r>
            <a:r>
              <a:rPr kumimoji="1" lang="en-US" altLang="zh-CN" sz="1600" b="0"/>
              <a:t>0</a:t>
            </a:r>
            <a:endParaRPr kumimoji="1" lang="en-US" altLang="zh-CN" sz="2400" b="0"/>
          </a:p>
        </p:txBody>
      </p:sp>
      <p:grpSp>
        <p:nvGrpSpPr>
          <p:cNvPr id="23" name="Group 23">
            <a:extLst>
              <a:ext uri="{FF2B5EF4-FFF2-40B4-BE49-F238E27FC236}">
                <a16:creationId xmlns:a16="http://schemas.microsoft.com/office/drawing/2014/main" id="{658A7231-76A2-8DD6-9EEA-66F7E625B853}"/>
              </a:ext>
            </a:extLst>
          </p:cNvPr>
          <p:cNvGrpSpPr>
            <a:grpSpLocks/>
          </p:cNvGrpSpPr>
          <p:nvPr/>
        </p:nvGrpSpPr>
        <p:grpSpPr bwMode="auto">
          <a:xfrm>
            <a:off x="4180681" y="3288874"/>
            <a:ext cx="144463" cy="215900"/>
            <a:chOff x="2041" y="1638"/>
            <a:chExt cx="91" cy="182"/>
          </a:xfrm>
        </p:grpSpPr>
        <p:sp>
          <p:nvSpPr>
            <p:cNvPr id="24" name="Line 24">
              <a:extLst>
                <a:ext uri="{FF2B5EF4-FFF2-40B4-BE49-F238E27FC236}">
                  <a16:creationId xmlns:a16="http://schemas.microsoft.com/office/drawing/2014/main" id="{5ECA4EE6-37F4-B0CC-55C4-FE9CC944BAC6}"/>
                </a:ext>
              </a:extLst>
            </p:cNvPr>
            <p:cNvSpPr>
              <a:spLocks noChangeShapeType="1"/>
            </p:cNvSpPr>
            <p:nvPr/>
          </p:nvSpPr>
          <p:spPr bwMode="auto">
            <a:xfrm flipH="1">
              <a:off x="2041" y="1638"/>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25">
              <a:extLst>
                <a:ext uri="{FF2B5EF4-FFF2-40B4-BE49-F238E27FC236}">
                  <a16:creationId xmlns:a16="http://schemas.microsoft.com/office/drawing/2014/main" id="{CB6522BA-31BF-43D9-9D2E-7F37F646F8F1}"/>
                </a:ext>
              </a:extLst>
            </p:cNvPr>
            <p:cNvSpPr>
              <a:spLocks noChangeShapeType="1"/>
            </p:cNvSpPr>
            <p:nvPr/>
          </p:nvSpPr>
          <p:spPr bwMode="auto">
            <a:xfrm>
              <a:off x="2041" y="1729"/>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6" name="Oval 26">
            <a:extLst>
              <a:ext uri="{FF2B5EF4-FFF2-40B4-BE49-F238E27FC236}">
                <a16:creationId xmlns:a16="http://schemas.microsoft.com/office/drawing/2014/main" id="{559A8137-56E7-D6FD-6183-BA62232D8E5D}"/>
              </a:ext>
            </a:extLst>
          </p:cNvPr>
          <p:cNvSpPr>
            <a:spLocks noChangeArrowheads="1"/>
          </p:cNvSpPr>
          <p:nvPr/>
        </p:nvSpPr>
        <p:spPr bwMode="auto">
          <a:xfrm rot="10800000">
            <a:off x="1454944" y="3415874"/>
            <a:ext cx="125412" cy="12541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27" name="Oval 27">
            <a:extLst>
              <a:ext uri="{FF2B5EF4-FFF2-40B4-BE49-F238E27FC236}">
                <a16:creationId xmlns:a16="http://schemas.microsoft.com/office/drawing/2014/main" id="{74ABC0A7-F6F2-34ED-E7F8-7B4D9C4736CD}"/>
              </a:ext>
            </a:extLst>
          </p:cNvPr>
          <p:cNvSpPr>
            <a:spLocks noChangeArrowheads="1"/>
          </p:cNvSpPr>
          <p:nvPr/>
        </p:nvSpPr>
        <p:spPr bwMode="auto">
          <a:xfrm rot="10800000">
            <a:off x="1454944" y="3055511"/>
            <a:ext cx="125412" cy="125413"/>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28" name="Text Box 28">
            <a:extLst>
              <a:ext uri="{FF2B5EF4-FFF2-40B4-BE49-F238E27FC236}">
                <a16:creationId xmlns:a16="http://schemas.microsoft.com/office/drawing/2014/main" id="{D6C2A4E4-9120-48AA-FE13-D2E2A31D77A1}"/>
              </a:ext>
            </a:extLst>
          </p:cNvPr>
          <p:cNvSpPr txBox="1">
            <a:spLocks noChangeArrowheads="1"/>
          </p:cNvSpPr>
          <p:nvPr/>
        </p:nvSpPr>
        <p:spPr bwMode="auto">
          <a:xfrm>
            <a:off x="921544" y="3288874"/>
            <a:ext cx="142875"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1</a:t>
            </a:r>
            <a:endParaRPr kumimoji="1" lang="en-US" altLang="zh-CN" sz="2400" baseline="-25000"/>
          </a:p>
        </p:txBody>
      </p:sp>
      <p:sp>
        <p:nvSpPr>
          <p:cNvPr id="29" name="Text Box 29">
            <a:extLst>
              <a:ext uri="{FF2B5EF4-FFF2-40B4-BE49-F238E27FC236}">
                <a16:creationId xmlns:a16="http://schemas.microsoft.com/office/drawing/2014/main" id="{E76F4FCB-DC05-35A4-F80A-2D86E54DC5E0}"/>
              </a:ext>
            </a:extLst>
          </p:cNvPr>
          <p:cNvSpPr txBox="1">
            <a:spLocks noChangeArrowheads="1"/>
          </p:cNvSpPr>
          <p:nvPr/>
        </p:nvSpPr>
        <p:spPr bwMode="auto">
          <a:xfrm>
            <a:off x="2901156" y="1140986"/>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Q</a:t>
            </a:r>
            <a:r>
              <a:rPr kumimoji="1" lang="en-US" altLang="zh-CN" sz="1600"/>
              <a:t>5</a:t>
            </a:r>
            <a:r>
              <a:rPr kumimoji="1" lang="en-US" altLang="zh-CN" sz="2400"/>
              <a:t> Q</a:t>
            </a:r>
            <a:r>
              <a:rPr kumimoji="1" lang="en-US" altLang="zh-CN" sz="1600"/>
              <a:t>4</a:t>
            </a:r>
            <a:endParaRPr kumimoji="1" lang="en-US" altLang="zh-CN" sz="2400"/>
          </a:p>
        </p:txBody>
      </p:sp>
      <p:sp>
        <p:nvSpPr>
          <p:cNvPr id="30" name="Text Box 30">
            <a:extLst>
              <a:ext uri="{FF2B5EF4-FFF2-40B4-BE49-F238E27FC236}">
                <a16:creationId xmlns:a16="http://schemas.microsoft.com/office/drawing/2014/main" id="{B2646893-8026-2C74-58EB-1B4C4062C111}"/>
              </a:ext>
            </a:extLst>
          </p:cNvPr>
          <p:cNvSpPr txBox="1">
            <a:spLocks noChangeArrowheads="1"/>
          </p:cNvSpPr>
          <p:nvPr/>
        </p:nvSpPr>
        <p:spPr bwMode="auto">
          <a:xfrm>
            <a:off x="5433219" y="3295224"/>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PE</a:t>
            </a:r>
          </a:p>
        </p:txBody>
      </p:sp>
      <p:sp>
        <p:nvSpPr>
          <p:cNvPr id="31" name="Rectangle 31">
            <a:extLst>
              <a:ext uri="{FF2B5EF4-FFF2-40B4-BE49-F238E27FC236}">
                <a16:creationId xmlns:a16="http://schemas.microsoft.com/office/drawing/2014/main" id="{45E5035A-9386-FF2B-9661-946F7A37103C}"/>
              </a:ext>
            </a:extLst>
          </p:cNvPr>
          <p:cNvSpPr>
            <a:spLocks noChangeArrowheads="1"/>
          </p:cNvSpPr>
          <p:nvPr/>
        </p:nvSpPr>
        <p:spPr bwMode="auto">
          <a:xfrm>
            <a:off x="5422106" y="2533224"/>
            <a:ext cx="2771775" cy="1219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endParaRPr kumimoji="1" lang="zh-CN" altLang="en-US" sz="2400" b="0"/>
          </a:p>
        </p:txBody>
      </p:sp>
      <p:sp>
        <p:nvSpPr>
          <p:cNvPr id="32" name="Line 32">
            <a:extLst>
              <a:ext uri="{FF2B5EF4-FFF2-40B4-BE49-F238E27FC236}">
                <a16:creationId xmlns:a16="http://schemas.microsoft.com/office/drawing/2014/main" id="{3BAF6439-D290-1EC5-54AF-3564D4E4431E}"/>
              </a:ext>
            </a:extLst>
          </p:cNvPr>
          <p:cNvSpPr>
            <a:spLocks noChangeShapeType="1"/>
          </p:cNvSpPr>
          <p:nvPr/>
        </p:nvSpPr>
        <p:spPr bwMode="auto">
          <a:xfrm flipV="1">
            <a:off x="8517731" y="2839611"/>
            <a:ext cx="0" cy="301625"/>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33">
            <a:extLst>
              <a:ext uri="{FF2B5EF4-FFF2-40B4-BE49-F238E27FC236}">
                <a16:creationId xmlns:a16="http://schemas.microsoft.com/office/drawing/2014/main" id="{7A3C0F76-55A7-313B-3B16-8AD2DAC9D6B1}"/>
              </a:ext>
            </a:extLst>
          </p:cNvPr>
          <p:cNvSpPr>
            <a:spLocks noChangeShapeType="1"/>
          </p:cNvSpPr>
          <p:nvPr/>
        </p:nvSpPr>
        <p:spPr bwMode="auto">
          <a:xfrm flipV="1">
            <a:off x="6539706" y="1645811"/>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34">
            <a:extLst>
              <a:ext uri="{FF2B5EF4-FFF2-40B4-BE49-F238E27FC236}">
                <a16:creationId xmlns:a16="http://schemas.microsoft.com/office/drawing/2014/main" id="{58BDFB65-C57C-C47F-98CE-4EA3E920EAE8}"/>
              </a:ext>
            </a:extLst>
          </p:cNvPr>
          <p:cNvSpPr>
            <a:spLocks noChangeShapeType="1"/>
          </p:cNvSpPr>
          <p:nvPr/>
        </p:nvSpPr>
        <p:spPr bwMode="auto">
          <a:xfrm flipV="1">
            <a:off x="6963569" y="1645811"/>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35">
            <a:extLst>
              <a:ext uri="{FF2B5EF4-FFF2-40B4-BE49-F238E27FC236}">
                <a16:creationId xmlns:a16="http://schemas.microsoft.com/office/drawing/2014/main" id="{BDD1EC36-66B9-143E-687A-9E1EB67DDBE0}"/>
              </a:ext>
            </a:extLst>
          </p:cNvPr>
          <p:cNvSpPr>
            <a:spLocks noChangeShapeType="1"/>
          </p:cNvSpPr>
          <p:nvPr/>
        </p:nvSpPr>
        <p:spPr bwMode="auto">
          <a:xfrm flipV="1">
            <a:off x="7355681" y="1645811"/>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36">
            <a:extLst>
              <a:ext uri="{FF2B5EF4-FFF2-40B4-BE49-F238E27FC236}">
                <a16:creationId xmlns:a16="http://schemas.microsoft.com/office/drawing/2014/main" id="{46DCB44C-82C4-445B-BBC8-8DB68CAEE990}"/>
              </a:ext>
            </a:extLst>
          </p:cNvPr>
          <p:cNvSpPr>
            <a:spLocks noChangeShapeType="1"/>
          </p:cNvSpPr>
          <p:nvPr/>
        </p:nvSpPr>
        <p:spPr bwMode="auto">
          <a:xfrm>
            <a:off x="8212931" y="2838024"/>
            <a:ext cx="6286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37">
            <a:extLst>
              <a:ext uri="{FF2B5EF4-FFF2-40B4-BE49-F238E27FC236}">
                <a16:creationId xmlns:a16="http://schemas.microsoft.com/office/drawing/2014/main" id="{CCB26454-D298-D2D6-5499-789DDE99E685}"/>
              </a:ext>
            </a:extLst>
          </p:cNvPr>
          <p:cNvSpPr>
            <a:spLocks noChangeShapeType="1"/>
          </p:cNvSpPr>
          <p:nvPr/>
        </p:nvSpPr>
        <p:spPr bwMode="auto">
          <a:xfrm>
            <a:off x="8212931" y="3142824"/>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38">
            <a:extLst>
              <a:ext uri="{FF2B5EF4-FFF2-40B4-BE49-F238E27FC236}">
                <a16:creationId xmlns:a16="http://schemas.microsoft.com/office/drawing/2014/main" id="{A445EFFE-5BA4-7343-FA05-40B6D5885623}"/>
              </a:ext>
            </a:extLst>
          </p:cNvPr>
          <p:cNvSpPr>
            <a:spLocks noChangeShapeType="1"/>
          </p:cNvSpPr>
          <p:nvPr/>
        </p:nvSpPr>
        <p:spPr bwMode="auto">
          <a:xfrm>
            <a:off x="8212931" y="3447624"/>
            <a:ext cx="6286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39">
            <a:extLst>
              <a:ext uri="{FF2B5EF4-FFF2-40B4-BE49-F238E27FC236}">
                <a16:creationId xmlns:a16="http://schemas.microsoft.com/office/drawing/2014/main" id="{2292C715-CE06-DEDF-F321-F74B63792159}"/>
              </a:ext>
            </a:extLst>
          </p:cNvPr>
          <p:cNvSpPr>
            <a:spLocks noChangeShapeType="1"/>
          </p:cNvSpPr>
          <p:nvPr/>
        </p:nvSpPr>
        <p:spPr bwMode="auto">
          <a:xfrm>
            <a:off x="5014119" y="3515886"/>
            <a:ext cx="393700" cy="0"/>
          </a:xfrm>
          <a:prstGeom prst="line">
            <a:avLst/>
          </a:prstGeom>
          <a:noFill/>
          <a:ln w="28575">
            <a:solidFill>
              <a:schemeClr val="tx1"/>
            </a:solidFill>
            <a:round/>
            <a:headEnd type="none"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40">
            <a:extLst>
              <a:ext uri="{FF2B5EF4-FFF2-40B4-BE49-F238E27FC236}">
                <a16:creationId xmlns:a16="http://schemas.microsoft.com/office/drawing/2014/main" id="{55ECDE2C-86DC-3A09-4AE7-238DA70390E8}"/>
              </a:ext>
            </a:extLst>
          </p:cNvPr>
          <p:cNvSpPr>
            <a:spLocks noChangeShapeType="1"/>
          </p:cNvSpPr>
          <p:nvPr/>
        </p:nvSpPr>
        <p:spPr bwMode="auto">
          <a:xfrm>
            <a:off x="5001419" y="3158699"/>
            <a:ext cx="406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Text Box 41">
            <a:extLst>
              <a:ext uri="{FF2B5EF4-FFF2-40B4-BE49-F238E27FC236}">
                <a16:creationId xmlns:a16="http://schemas.microsoft.com/office/drawing/2014/main" id="{D0511CE6-1EC1-90CA-D7DE-9AECE87924D5}"/>
              </a:ext>
            </a:extLst>
          </p:cNvPr>
          <p:cNvSpPr txBox="1">
            <a:spLocks noChangeArrowheads="1"/>
          </p:cNvSpPr>
          <p:nvPr/>
        </p:nvSpPr>
        <p:spPr bwMode="auto">
          <a:xfrm>
            <a:off x="5955506" y="2457024"/>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Q</a:t>
            </a:r>
            <a:r>
              <a:rPr kumimoji="1" lang="en-US" altLang="zh-CN" sz="1600" b="0"/>
              <a:t>3</a:t>
            </a:r>
            <a:r>
              <a:rPr kumimoji="1" lang="en-US" altLang="zh-CN" sz="2400" b="0"/>
              <a:t> Q</a:t>
            </a:r>
            <a:r>
              <a:rPr kumimoji="1" lang="en-US" altLang="zh-CN" sz="1600" b="0"/>
              <a:t>2</a:t>
            </a:r>
            <a:r>
              <a:rPr kumimoji="1" lang="en-US" altLang="zh-CN" sz="2400" b="0"/>
              <a:t> Q</a:t>
            </a:r>
            <a:r>
              <a:rPr kumimoji="1" lang="en-US" altLang="zh-CN" sz="1600" b="0"/>
              <a:t>1</a:t>
            </a:r>
            <a:r>
              <a:rPr kumimoji="1" lang="en-US" altLang="zh-CN" sz="2400" b="0"/>
              <a:t> Q</a:t>
            </a:r>
            <a:r>
              <a:rPr kumimoji="1" lang="en-US" altLang="zh-CN" sz="1600" b="0"/>
              <a:t>0</a:t>
            </a:r>
            <a:endParaRPr kumimoji="1" lang="en-US" altLang="zh-CN" sz="2400" b="0"/>
          </a:p>
        </p:txBody>
      </p:sp>
      <p:sp>
        <p:nvSpPr>
          <p:cNvPr id="42" name="Text Box 42">
            <a:extLst>
              <a:ext uri="{FF2B5EF4-FFF2-40B4-BE49-F238E27FC236}">
                <a16:creationId xmlns:a16="http://schemas.microsoft.com/office/drawing/2014/main" id="{00682AFC-748E-A094-6EBC-64CDD1CF4D89}"/>
              </a:ext>
            </a:extLst>
          </p:cNvPr>
          <p:cNvSpPr txBox="1">
            <a:spLocks noChangeArrowheads="1"/>
          </p:cNvSpPr>
          <p:nvPr/>
        </p:nvSpPr>
        <p:spPr bwMode="auto">
          <a:xfrm>
            <a:off x="5423694" y="2550686"/>
            <a:ext cx="573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TC</a:t>
            </a:r>
          </a:p>
        </p:txBody>
      </p:sp>
      <p:sp>
        <p:nvSpPr>
          <p:cNvPr id="43" name="Text Box 43">
            <a:extLst>
              <a:ext uri="{FF2B5EF4-FFF2-40B4-BE49-F238E27FC236}">
                <a16:creationId xmlns:a16="http://schemas.microsoft.com/office/drawing/2014/main" id="{4C0742ED-ED92-0698-80F8-B534998953A8}"/>
              </a:ext>
            </a:extLst>
          </p:cNvPr>
          <p:cNvSpPr txBox="1">
            <a:spLocks noChangeArrowheads="1"/>
          </p:cNvSpPr>
          <p:nvPr/>
        </p:nvSpPr>
        <p:spPr bwMode="auto">
          <a:xfrm>
            <a:off x="7469981" y="2576086"/>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CET</a:t>
            </a:r>
          </a:p>
        </p:txBody>
      </p:sp>
      <p:sp>
        <p:nvSpPr>
          <p:cNvPr id="44" name="Text Box 44">
            <a:extLst>
              <a:ext uri="{FF2B5EF4-FFF2-40B4-BE49-F238E27FC236}">
                <a16:creationId xmlns:a16="http://schemas.microsoft.com/office/drawing/2014/main" id="{67082CCC-BF19-E513-76DB-6F9423866F49}"/>
              </a:ext>
            </a:extLst>
          </p:cNvPr>
          <p:cNvSpPr txBox="1">
            <a:spLocks noChangeArrowheads="1"/>
          </p:cNvSpPr>
          <p:nvPr/>
        </p:nvSpPr>
        <p:spPr bwMode="auto">
          <a:xfrm>
            <a:off x="7485856" y="2891999"/>
            <a:ext cx="74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CEP</a:t>
            </a:r>
          </a:p>
        </p:txBody>
      </p:sp>
      <p:sp>
        <p:nvSpPr>
          <p:cNvPr id="45" name="Text Box 45">
            <a:extLst>
              <a:ext uri="{FF2B5EF4-FFF2-40B4-BE49-F238E27FC236}">
                <a16:creationId xmlns:a16="http://schemas.microsoft.com/office/drawing/2014/main" id="{76336807-06A4-8F1F-9271-16A725D13EAD}"/>
              </a:ext>
            </a:extLst>
          </p:cNvPr>
          <p:cNvSpPr txBox="1">
            <a:spLocks noChangeArrowheads="1"/>
          </p:cNvSpPr>
          <p:nvPr/>
        </p:nvSpPr>
        <p:spPr bwMode="auto">
          <a:xfrm>
            <a:off x="6180931" y="2882474"/>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dirty="0"/>
              <a:t>74x160</a:t>
            </a:r>
          </a:p>
        </p:txBody>
      </p:sp>
      <p:sp>
        <p:nvSpPr>
          <p:cNvPr id="46" name="Text Box 46">
            <a:extLst>
              <a:ext uri="{FF2B5EF4-FFF2-40B4-BE49-F238E27FC236}">
                <a16:creationId xmlns:a16="http://schemas.microsoft.com/office/drawing/2014/main" id="{5729BAAC-65C0-B83C-0DF9-3331B4B1C34D}"/>
              </a:ext>
            </a:extLst>
          </p:cNvPr>
          <p:cNvSpPr txBox="1">
            <a:spLocks noChangeArrowheads="1"/>
          </p:cNvSpPr>
          <p:nvPr/>
        </p:nvSpPr>
        <p:spPr bwMode="auto">
          <a:xfrm>
            <a:off x="5406231" y="2934861"/>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CR</a:t>
            </a:r>
          </a:p>
        </p:txBody>
      </p:sp>
      <p:sp>
        <p:nvSpPr>
          <p:cNvPr id="47" name="Text Box 49">
            <a:extLst>
              <a:ext uri="{FF2B5EF4-FFF2-40B4-BE49-F238E27FC236}">
                <a16:creationId xmlns:a16="http://schemas.microsoft.com/office/drawing/2014/main" id="{9C46715C-6C28-4F4C-2706-78125DDA5047}"/>
              </a:ext>
            </a:extLst>
          </p:cNvPr>
          <p:cNvSpPr txBox="1">
            <a:spLocks noChangeArrowheads="1"/>
          </p:cNvSpPr>
          <p:nvPr/>
        </p:nvSpPr>
        <p:spPr bwMode="auto">
          <a:xfrm>
            <a:off x="5939631" y="3295224"/>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b="0"/>
              <a:t>D</a:t>
            </a:r>
            <a:r>
              <a:rPr kumimoji="1" lang="en-US" altLang="zh-CN" sz="1600" b="0"/>
              <a:t>3</a:t>
            </a:r>
            <a:r>
              <a:rPr kumimoji="1" lang="en-US" altLang="zh-CN" sz="2400" b="0"/>
              <a:t> D</a:t>
            </a:r>
            <a:r>
              <a:rPr kumimoji="1" lang="en-US" altLang="zh-CN" sz="1600" b="0"/>
              <a:t>2</a:t>
            </a:r>
            <a:r>
              <a:rPr kumimoji="1" lang="en-US" altLang="zh-CN" sz="2400" b="0"/>
              <a:t> D</a:t>
            </a:r>
            <a:r>
              <a:rPr kumimoji="1" lang="en-US" altLang="zh-CN" sz="1600" b="0"/>
              <a:t>1</a:t>
            </a:r>
            <a:r>
              <a:rPr kumimoji="1" lang="en-US" altLang="zh-CN" sz="2400" b="0"/>
              <a:t> D</a:t>
            </a:r>
            <a:r>
              <a:rPr kumimoji="1" lang="en-US" altLang="zh-CN" sz="1600" b="0"/>
              <a:t>0</a:t>
            </a:r>
            <a:endParaRPr kumimoji="1" lang="en-US" altLang="zh-CN" sz="2400" b="0"/>
          </a:p>
        </p:txBody>
      </p:sp>
      <p:grpSp>
        <p:nvGrpSpPr>
          <p:cNvPr id="48" name="Group 50">
            <a:extLst>
              <a:ext uri="{FF2B5EF4-FFF2-40B4-BE49-F238E27FC236}">
                <a16:creationId xmlns:a16="http://schemas.microsoft.com/office/drawing/2014/main" id="{ED1C2A6D-B104-01F0-0F01-967623EF0E94}"/>
              </a:ext>
            </a:extLst>
          </p:cNvPr>
          <p:cNvGrpSpPr>
            <a:grpSpLocks/>
          </p:cNvGrpSpPr>
          <p:nvPr/>
        </p:nvGrpSpPr>
        <p:grpSpPr bwMode="auto">
          <a:xfrm>
            <a:off x="8033544" y="3325386"/>
            <a:ext cx="144462" cy="215900"/>
            <a:chOff x="2041" y="1638"/>
            <a:chExt cx="91" cy="182"/>
          </a:xfrm>
        </p:grpSpPr>
        <p:sp>
          <p:nvSpPr>
            <p:cNvPr id="49" name="Line 51">
              <a:extLst>
                <a:ext uri="{FF2B5EF4-FFF2-40B4-BE49-F238E27FC236}">
                  <a16:creationId xmlns:a16="http://schemas.microsoft.com/office/drawing/2014/main" id="{BAC9E79E-FB45-EB8C-34B3-9E1532666C2C}"/>
                </a:ext>
              </a:extLst>
            </p:cNvPr>
            <p:cNvSpPr>
              <a:spLocks noChangeShapeType="1"/>
            </p:cNvSpPr>
            <p:nvPr/>
          </p:nvSpPr>
          <p:spPr bwMode="auto">
            <a:xfrm flipH="1">
              <a:off x="2041" y="1638"/>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52">
              <a:extLst>
                <a:ext uri="{FF2B5EF4-FFF2-40B4-BE49-F238E27FC236}">
                  <a16:creationId xmlns:a16="http://schemas.microsoft.com/office/drawing/2014/main" id="{0A87EB9C-459F-02EA-7B06-0A5FFC4C56ED}"/>
                </a:ext>
              </a:extLst>
            </p:cNvPr>
            <p:cNvSpPr>
              <a:spLocks noChangeShapeType="1"/>
            </p:cNvSpPr>
            <p:nvPr/>
          </p:nvSpPr>
          <p:spPr bwMode="auto">
            <a:xfrm>
              <a:off x="2041" y="1729"/>
              <a:ext cx="91" cy="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 name="Oval 53">
            <a:extLst>
              <a:ext uri="{FF2B5EF4-FFF2-40B4-BE49-F238E27FC236}">
                <a16:creationId xmlns:a16="http://schemas.microsoft.com/office/drawing/2014/main" id="{D2BE0936-740C-896A-2B11-2A53A78AFA5F}"/>
              </a:ext>
            </a:extLst>
          </p:cNvPr>
          <p:cNvSpPr>
            <a:spLocks noChangeArrowheads="1"/>
          </p:cNvSpPr>
          <p:nvPr/>
        </p:nvSpPr>
        <p:spPr bwMode="auto">
          <a:xfrm rot="10800000">
            <a:off x="5296694" y="3450799"/>
            <a:ext cx="125412" cy="12541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52" name="Oval 54">
            <a:extLst>
              <a:ext uri="{FF2B5EF4-FFF2-40B4-BE49-F238E27FC236}">
                <a16:creationId xmlns:a16="http://schemas.microsoft.com/office/drawing/2014/main" id="{15F751AA-929D-E269-2FDB-8E7D3DED7476}"/>
              </a:ext>
            </a:extLst>
          </p:cNvPr>
          <p:cNvSpPr>
            <a:spLocks noChangeArrowheads="1"/>
          </p:cNvSpPr>
          <p:nvPr/>
        </p:nvSpPr>
        <p:spPr bwMode="auto">
          <a:xfrm rot="10800000">
            <a:off x="5296694" y="3092024"/>
            <a:ext cx="125412" cy="12541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53" name="Text Box 55">
            <a:extLst>
              <a:ext uri="{FF2B5EF4-FFF2-40B4-BE49-F238E27FC236}">
                <a16:creationId xmlns:a16="http://schemas.microsoft.com/office/drawing/2014/main" id="{D97A6710-D17D-3D8D-E4A1-B47141C8E797}"/>
              </a:ext>
            </a:extLst>
          </p:cNvPr>
          <p:cNvSpPr txBox="1">
            <a:spLocks noChangeArrowheads="1"/>
          </p:cNvSpPr>
          <p:nvPr/>
        </p:nvSpPr>
        <p:spPr bwMode="auto">
          <a:xfrm>
            <a:off x="8841581" y="3271411"/>
            <a:ext cx="53975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CP</a:t>
            </a:r>
            <a:endParaRPr kumimoji="1" lang="en-US" altLang="zh-CN" sz="1600" baseline="-25000"/>
          </a:p>
        </p:txBody>
      </p:sp>
      <p:sp>
        <p:nvSpPr>
          <p:cNvPr id="54" name="Text Box 56">
            <a:extLst>
              <a:ext uri="{FF2B5EF4-FFF2-40B4-BE49-F238E27FC236}">
                <a16:creationId xmlns:a16="http://schemas.microsoft.com/office/drawing/2014/main" id="{DCA1DE30-FA8E-9907-374F-F0D032C83CFF}"/>
              </a:ext>
            </a:extLst>
          </p:cNvPr>
          <p:cNvSpPr txBox="1">
            <a:spLocks noChangeArrowheads="1"/>
          </p:cNvSpPr>
          <p:nvPr/>
        </p:nvSpPr>
        <p:spPr bwMode="auto">
          <a:xfrm>
            <a:off x="8914606" y="2655461"/>
            <a:ext cx="1428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1</a:t>
            </a:r>
            <a:endParaRPr kumimoji="1" lang="en-US" altLang="zh-CN" sz="2400" baseline="-25000"/>
          </a:p>
        </p:txBody>
      </p:sp>
      <p:sp>
        <p:nvSpPr>
          <p:cNvPr id="55" name="Text Box 57">
            <a:extLst>
              <a:ext uri="{FF2B5EF4-FFF2-40B4-BE49-F238E27FC236}">
                <a16:creationId xmlns:a16="http://schemas.microsoft.com/office/drawing/2014/main" id="{338E5C0F-778A-C0BE-09EF-76286EC1725F}"/>
              </a:ext>
            </a:extLst>
          </p:cNvPr>
          <p:cNvSpPr txBox="1">
            <a:spLocks noChangeArrowheads="1"/>
          </p:cNvSpPr>
          <p:nvPr/>
        </p:nvSpPr>
        <p:spPr bwMode="auto">
          <a:xfrm>
            <a:off x="4809331" y="3365074"/>
            <a:ext cx="142875"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1</a:t>
            </a:r>
            <a:endParaRPr kumimoji="1" lang="en-US" altLang="zh-CN" sz="2400" baseline="-25000"/>
          </a:p>
        </p:txBody>
      </p:sp>
      <p:sp>
        <p:nvSpPr>
          <p:cNvPr id="56" name="Text Box 58">
            <a:extLst>
              <a:ext uri="{FF2B5EF4-FFF2-40B4-BE49-F238E27FC236}">
                <a16:creationId xmlns:a16="http://schemas.microsoft.com/office/drawing/2014/main" id="{DC335F2F-BD27-21B8-5E37-50E460456C01}"/>
              </a:ext>
            </a:extLst>
          </p:cNvPr>
          <p:cNvSpPr txBox="1">
            <a:spLocks noChangeArrowheads="1"/>
          </p:cNvSpPr>
          <p:nvPr/>
        </p:nvSpPr>
        <p:spPr bwMode="auto">
          <a:xfrm>
            <a:off x="5888831" y="1177499"/>
            <a:ext cx="1765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Q</a:t>
            </a:r>
            <a:r>
              <a:rPr kumimoji="1" lang="en-US" altLang="zh-CN" sz="1600"/>
              <a:t>3</a:t>
            </a:r>
            <a:r>
              <a:rPr kumimoji="1" lang="en-US" altLang="zh-CN" sz="2400"/>
              <a:t> Q</a:t>
            </a:r>
            <a:r>
              <a:rPr kumimoji="1" lang="en-US" altLang="zh-CN" sz="1600"/>
              <a:t>2</a:t>
            </a:r>
            <a:r>
              <a:rPr kumimoji="1" lang="en-US" altLang="zh-CN" sz="2400"/>
              <a:t> Q</a:t>
            </a:r>
            <a:r>
              <a:rPr kumimoji="1" lang="en-US" altLang="zh-CN" sz="1600"/>
              <a:t>1</a:t>
            </a:r>
            <a:r>
              <a:rPr kumimoji="1" lang="en-US" altLang="zh-CN" sz="2400"/>
              <a:t> Q</a:t>
            </a:r>
            <a:r>
              <a:rPr kumimoji="1" lang="en-US" altLang="zh-CN" sz="1600"/>
              <a:t>0</a:t>
            </a:r>
          </a:p>
        </p:txBody>
      </p:sp>
      <p:sp>
        <p:nvSpPr>
          <p:cNvPr id="57" name="Line 59">
            <a:extLst>
              <a:ext uri="{FF2B5EF4-FFF2-40B4-BE49-F238E27FC236}">
                <a16:creationId xmlns:a16="http://schemas.microsoft.com/office/drawing/2014/main" id="{A152AFC7-A35B-6A73-3DDD-997D0A95E198}"/>
              </a:ext>
            </a:extLst>
          </p:cNvPr>
          <p:cNvSpPr>
            <a:spLocks noChangeShapeType="1"/>
          </p:cNvSpPr>
          <p:nvPr/>
        </p:nvSpPr>
        <p:spPr bwMode="auto">
          <a:xfrm>
            <a:off x="4341019" y="2798336"/>
            <a:ext cx="10810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60">
            <a:extLst>
              <a:ext uri="{FF2B5EF4-FFF2-40B4-BE49-F238E27FC236}">
                <a16:creationId xmlns:a16="http://schemas.microsoft.com/office/drawing/2014/main" id="{E1D0B51C-E880-7435-1162-E1587CB5F419}"/>
              </a:ext>
            </a:extLst>
          </p:cNvPr>
          <p:cNvSpPr>
            <a:spLocks noChangeShapeType="1"/>
          </p:cNvSpPr>
          <p:nvPr/>
        </p:nvSpPr>
        <p:spPr bwMode="auto">
          <a:xfrm flipV="1">
            <a:off x="5014119" y="1169561"/>
            <a:ext cx="0" cy="1981200"/>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61">
            <a:extLst>
              <a:ext uri="{FF2B5EF4-FFF2-40B4-BE49-F238E27FC236}">
                <a16:creationId xmlns:a16="http://schemas.microsoft.com/office/drawing/2014/main" id="{E7A7BB78-8008-4EF5-53C2-D89245B63357}"/>
              </a:ext>
            </a:extLst>
          </p:cNvPr>
          <p:cNvSpPr>
            <a:spLocks noChangeShapeType="1"/>
          </p:cNvSpPr>
          <p:nvPr/>
        </p:nvSpPr>
        <p:spPr bwMode="auto">
          <a:xfrm flipV="1">
            <a:off x="6141244" y="3763536"/>
            <a:ext cx="0" cy="555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Line 62">
            <a:extLst>
              <a:ext uri="{FF2B5EF4-FFF2-40B4-BE49-F238E27FC236}">
                <a16:creationId xmlns:a16="http://schemas.microsoft.com/office/drawing/2014/main" id="{45CB145F-0AFF-7055-A82A-2805178F56B4}"/>
              </a:ext>
            </a:extLst>
          </p:cNvPr>
          <p:cNvSpPr>
            <a:spLocks noChangeShapeType="1"/>
          </p:cNvSpPr>
          <p:nvPr/>
        </p:nvSpPr>
        <p:spPr bwMode="auto">
          <a:xfrm flipV="1">
            <a:off x="6539706" y="3757186"/>
            <a:ext cx="0" cy="301625"/>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Line 63">
            <a:extLst>
              <a:ext uri="{FF2B5EF4-FFF2-40B4-BE49-F238E27FC236}">
                <a16:creationId xmlns:a16="http://schemas.microsoft.com/office/drawing/2014/main" id="{73E26B36-4BBB-639C-8F33-7D5348E903DC}"/>
              </a:ext>
            </a:extLst>
          </p:cNvPr>
          <p:cNvSpPr>
            <a:spLocks noChangeShapeType="1"/>
          </p:cNvSpPr>
          <p:nvPr/>
        </p:nvSpPr>
        <p:spPr bwMode="auto">
          <a:xfrm flipV="1">
            <a:off x="6963569" y="3757186"/>
            <a:ext cx="0" cy="301625"/>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64">
            <a:extLst>
              <a:ext uri="{FF2B5EF4-FFF2-40B4-BE49-F238E27FC236}">
                <a16:creationId xmlns:a16="http://schemas.microsoft.com/office/drawing/2014/main" id="{F5AA7705-505A-AFA1-4C79-5766471F7F8E}"/>
              </a:ext>
            </a:extLst>
          </p:cNvPr>
          <p:cNvSpPr>
            <a:spLocks noChangeShapeType="1"/>
          </p:cNvSpPr>
          <p:nvPr/>
        </p:nvSpPr>
        <p:spPr bwMode="auto">
          <a:xfrm flipV="1">
            <a:off x="7355681" y="3757186"/>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65">
            <a:extLst>
              <a:ext uri="{FF2B5EF4-FFF2-40B4-BE49-F238E27FC236}">
                <a16:creationId xmlns:a16="http://schemas.microsoft.com/office/drawing/2014/main" id="{4322A3A4-CE6F-EE15-3F72-70B1CCDECF1C}"/>
              </a:ext>
            </a:extLst>
          </p:cNvPr>
          <p:cNvSpPr>
            <a:spLocks noChangeShapeType="1"/>
          </p:cNvSpPr>
          <p:nvPr/>
        </p:nvSpPr>
        <p:spPr bwMode="auto">
          <a:xfrm>
            <a:off x="6141244" y="4066749"/>
            <a:ext cx="1223962" cy="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Line 66">
            <a:extLst>
              <a:ext uri="{FF2B5EF4-FFF2-40B4-BE49-F238E27FC236}">
                <a16:creationId xmlns:a16="http://schemas.microsoft.com/office/drawing/2014/main" id="{C4605B72-8035-D93B-FA2D-9673CC5C0610}"/>
              </a:ext>
            </a:extLst>
          </p:cNvPr>
          <p:cNvSpPr>
            <a:spLocks noChangeShapeType="1"/>
          </p:cNvSpPr>
          <p:nvPr/>
        </p:nvSpPr>
        <p:spPr bwMode="auto">
          <a:xfrm>
            <a:off x="5996781" y="4319161"/>
            <a:ext cx="28892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67">
            <a:extLst>
              <a:ext uri="{FF2B5EF4-FFF2-40B4-BE49-F238E27FC236}">
                <a16:creationId xmlns:a16="http://schemas.microsoft.com/office/drawing/2014/main" id="{0EC09776-FD58-3845-CE88-E75F4DFDD5ED}"/>
              </a:ext>
            </a:extLst>
          </p:cNvPr>
          <p:cNvSpPr>
            <a:spLocks noChangeShapeType="1"/>
          </p:cNvSpPr>
          <p:nvPr/>
        </p:nvSpPr>
        <p:spPr bwMode="auto">
          <a:xfrm flipV="1">
            <a:off x="8517731" y="3433336"/>
            <a:ext cx="0" cy="1042988"/>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68">
            <a:extLst>
              <a:ext uri="{FF2B5EF4-FFF2-40B4-BE49-F238E27FC236}">
                <a16:creationId xmlns:a16="http://schemas.microsoft.com/office/drawing/2014/main" id="{1202A5EE-6ABF-D5A9-1BE0-D20F777242C1}"/>
              </a:ext>
            </a:extLst>
          </p:cNvPr>
          <p:cNvSpPr>
            <a:spLocks noChangeShapeType="1"/>
          </p:cNvSpPr>
          <p:nvPr/>
        </p:nvSpPr>
        <p:spPr bwMode="auto">
          <a:xfrm flipV="1">
            <a:off x="4653756" y="3398411"/>
            <a:ext cx="0" cy="1077913"/>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69">
            <a:extLst>
              <a:ext uri="{FF2B5EF4-FFF2-40B4-BE49-F238E27FC236}">
                <a16:creationId xmlns:a16="http://schemas.microsoft.com/office/drawing/2014/main" id="{02767290-3565-57A8-8445-265C69844158}"/>
              </a:ext>
            </a:extLst>
          </p:cNvPr>
          <p:cNvSpPr>
            <a:spLocks noChangeShapeType="1"/>
          </p:cNvSpPr>
          <p:nvPr/>
        </p:nvSpPr>
        <p:spPr bwMode="auto">
          <a:xfrm>
            <a:off x="4664869" y="4476324"/>
            <a:ext cx="38528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Line 70">
            <a:extLst>
              <a:ext uri="{FF2B5EF4-FFF2-40B4-BE49-F238E27FC236}">
                <a16:creationId xmlns:a16="http://schemas.microsoft.com/office/drawing/2014/main" id="{EF653F0E-3FCC-0F69-11A9-43E95EE3BA96}"/>
              </a:ext>
            </a:extLst>
          </p:cNvPr>
          <p:cNvSpPr>
            <a:spLocks noChangeShapeType="1"/>
          </p:cNvSpPr>
          <p:nvPr/>
        </p:nvSpPr>
        <p:spPr bwMode="auto">
          <a:xfrm flipV="1">
            <a:off x="6141244" y="1650574"/>
            <a:ext cx="0"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 name="Line 71">
            <a:extLst>
              <a:ext uri="{FF2B5EF4-FFF2-40B4-BE49-F238E27FC236}">
                <a16:creationId xmlns:a16="http://schemas.microsoft.com/office/drawing/2014/main" id="{07ADCCFA-7216-0EAF-B170-65758300AEA0}"/>
              </a:ext>
            </a:extLst>
          </p:cNvPr>
          <p:cNvSpPr>
            <a:spLocks noChangeShapeType="1"/>
          </p:cNvSpPr>
          <p:nvPr/>
        </p:nvSpPr>
        <p:spPr bwMode="auto">
          <a:xfrm>
            <a:off x="2648744" y="2022049"/>
            <a:ext cx="3492500" cy="0"/>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Line 72">
            <a:extLst>
              <a:ext uri="{FF2B5EF4-FFF2-40B4-BE49-F238E27FC236}">
                <a16:creationId xmlns:a16="http://schemas.microsoft.com/office/drawing/2014/main" id="{60FF11EB-7F83-DD12-274F-EA27FF52AE6B}"/>
              </a:ext>
            </a:extLst>
          </p:cNvPr>
          <p:cNvSpPr>
            <a:spLocks noChangeShapeType="1"/>
          </p:cNvSpPr>
          <p:nvPr/>
        </p:nvSpPr>
        <p:spPr bwMode="auto">
          <a:xfrm>
            <a:off x="2648744" y="2236361"/>
            <a:ext cx="469900" cy="0"/>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AutoShape 73">
            <a:extLst>
              <a:ext uri="{FF2B5EF4-FFF2-40B4-BE49-F238E27FC236}">
                <a16:creationId xmlns:a16="http://schemas.microsoft.com/office/drawing/2014/main" id="{03A94B73-04A8-C240-36A4-F383F8A57992}"/>
              </a:ext>
            </a:extLst>
          </p:cNvPr>
          <p:cNvSpPr>
            <a:spLocks noChangeArrowheads="1"/>
          </p:cNvSpPr>
          <p:nvPr/>
        </p:nvSpPr>
        <p:spPr bwMode="auto">
          <a:xfrm rot="10800000">
            <a:off x="2147094" y="1883936"/>
            <a:ext cx="493712" cy="468313"/>
          </a:xfrm>
          <a:prstGeom prst="flowChartDelay">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72" name="Text Box 74">
            <a:extLst>
              <a:ext uri="{FF2B5EF4-FFF2-40B4-BE49-F238E27FC236}">
                <a16:creationId xmlns:a16="http://schemas.microsoft.com/office/drawing/2014/main" id="{3E294356-AE88-0EF2-58D0-9C594B7325A4}"/>
              </a:ext>
            </a:extLst>
          </p:cNvPr>
          <p:cNvSpPr txBox="1">
            <a:spLocks noChangeArrowheads="1"/>
          </p:cNvSpPr>
          <p:nvPr/>
        </p:nvSpPr>
        <p:spPr bwMode="auto">
          <a:xfrm>
            <a:off x="1461294" y="1928386"/>
            <a:ext cx="220662"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C</a:t>
            </a:r>
            <a:endParaRPr kumimoji="1" lang="en-US" altLang="zh-CN" sz="1600" baseline="-25000"/>
          </a:p>
        </p:txBody>
      </p:sp>
      <p:sp>
        <p:nvSpPr>
          <p:cNvPr id="73" name="Line 75">
            <a:extLst>
              <a:ext uri="{FF2B5EF4-FFF2-40B4-BE49-F238E27FC236}">
                <a16:creationId xmlns:a16="http://schemas.microsoft.com/office/drawing/2014/main" id="{64CB5B61-C7B7-1535-EC4C-B218CA977743}"/>
              </a:ext>
            </a:extLst>
          </p:cNvPr>
          <p:cNvSpPr>
            <a:spLocks noChangeShapeType="1"/>
          </p:cNvSpPr>
          <p:nvPr/>
        </p:nvSpPr>
        <p:spPr bwMode="auto">
          <a:xfrm flipV="1">
            <a:off x="1172369" y="1169561"/>
            <a:ext cx="0" cy="1943100"/>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 name="Line 76">
            <a:extLst>
              <a:ext uri="{FF2B5EF4-FFF2-40B4-BE49-F238E27FC236}">
                <a16:creationId xmlns:a16="http://schemas.microsoft.com/office/drawing/2014/main" id="{C79A4AF7-132E-F7FF-1872-8D46EA8D3EAD}"/>
              </a:ext>
            </a:extLst>
          </p:cNvPr>
          <p:cNvSpPr>
            <a:spLocks noChangeShapeType="1"/>
          </p:cNvSpPr>
          <p:nvPr/>
        </p:nvSpPr>
        <p:spPr bwMode="auto">
          <a:xfrm flipV="1">
            <a:off x="2289969" y="3727024"/>
            <a:ext cx="0" cy="555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 name="Line 77">
            <a:extLst>
              <a:ext uri="{FF2B5EF4-FFF2-40B4-BE49-F238E27FC236}">
                <a16:creationId xmlns:a16="http://schemas.microsoft.com/office/drawing/2014/main" id="{4CFE81EC-A326-9E85-410C-A256E21026EE}"/>
              </a:ext>
            </a:extLst>
          </p:cNvPr>
          <p:cNvSpPr>
            <a:spLocks noChangeShapeType="1"/>
          </p:cNvSpPr>
          <p:nvPr/>
        </p:nvSpPr>
        <p:spPr bwMode="auto">
          <a:xfrm flipV="1">
            <a:off x="2688431" y="3720674"/>
            <a:ext cx="0" cy="301625"/>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Line 78">
            <a:extLst>
              <a:ext uri="{FF2B5EF4-FFF2-40B4-BE49-F238E27FC236}">
                <a16:creationId xmlns:a16="http://schemas.microsoft.com/office/drawing/2014/main" id="{9C327BB2-CED6-B531-931E-7F6FA03B7443}"/>
              </a:ext>
            </a:extLst>
          </p:cNvPr>
          <p:cNvSpPr>
            <a:spLocks noChangeShapeType="1"/>
          </p:cNvSpPr>
          <p:nvPr/>
        </p:nvSpPr>
        <p:spPr bwMode="auto">
          <a:xfrm flipV="1">
            <a:off x="3112294" y="3720674"/>
            <a:ext cx="0" cy="301625"/>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 name="Line 79">
            <a:extLst>
              <a:ext uri="{FF2B5EF4-FFF2-40B4-BE49-F238E27FC236}">
                <a16:creationId xmlns:a16="http://schemas.microsoft.com/office/drawing/2014/main" id="{4F97D627-CF38-88D4-CD02-B84072C7F3B2}"/>
              </a:ext>
            </a:extLst>
          </p:cNvPr>
          <p:cNvSpPr>
            <a:spLocks noChangeShapeType="1"/>
          </p:cNvSpPr>
          <p:nvPr/>
        </p:nvSpPr>
        <p:spPr bwMode="auto">
          <a:xfrm flipV="1">
            <a:off x="3504406" y="3720674"/>
            <a:ext cx="0" cy="301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 name="Line 80">
            <a:extLst>
              <a:ext uri="{FF2B5EF4-FFF2-40B4-BE49-F238E27FC236}">
                <a16:creationId xmlns:a16="http://schemas.microsoft.com/office/drawing/2014/main" id="{003CE953-D7E8-6BD5-BFF6-70F77C08DF0B}"/>
              </a:ext>
            </a:extLst>
          </p:cNvPr>
          <p:cNvSpPr>
            <a:spLocks noChangeShapeType="1"/>
          </p:cNvSpPr>
          <p:nvPr/>
        </p:nvSpPr>
        <p:spPr bwMode="auto">
          <a:xfrm>
            <a:off x="2289969" y="4030236"/>
            <a:ext cx="1223962" cy="0"/>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Line 81">
            <a:extLst>
              <a:ext uri="{FF2B5EF4-FFF2-40B4-BE49-F238E27FC236}">
                <a16:creationId xmlns:a16="http://schemas.microsoft.com/office/drawing/2014/main" id="{0CF31242-47EA-A7BA-EC9C-D420000C4986}"/>
              </a:ext>
            </a:extLst>
          </p:cNvPr>
          <p:cNvSpPr>
            <a:spLocks noChangeShapeType="1"/>
          </p:cNvSpPr>
          <p:nvPr/>
        </p:nvSpPr>
        <p:spPr bwMode="auto">
          <a:xfrm>
            <a:off x="2145506" y="4282649"/>
            <a:ext cx="28892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 name="Line 82">
            <a:extLst>
              <a:ext uri="{FF2B5EF4-FFF2-40B4-BE49-F238E27FC236}">
                <a16:creationId xmlns:a16="http://schemas.microsoft.com/office/drawing/2014/main" id="{FB8D7A86-A2CC-C3FC-B092-659636AA6DA2}"/>
              </a:ext>
            </a:extLst>
          </p:cNvPr>
          <p:cNvSpPr>
            <a:spLocks noChangeShapeType="1"/>
          </p:cNvSpPr>
          <p:nvPr/>
        </p:nvSpPr>
        <p:spPr bwMode="auto">
          <a:xfrm flipV="1">
            <a:off x="4653756" y="2807861"/>
            <a:ext cx="0" cy="301625"/>
          </a:xfrm>
          <a:prstGeom prst="line">
            <a:avLst/>
          </a:prstGeom>
          <a:noFill/>
          <a:ln w="28575">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 name="Oval 83">
            <a:extLst>
              <a:ext uri="{FF2B5EF4-FFF2-40B4-BE49-F238E27FC236}">
                <a16:creationId xmlns:a16="http://schemas.microsoft.com/office/drawing/2014/main" id="{4F2D2983-BBE9-71B1-4CAD-FDC769B0973E}"/>
              </a:ext>
            </a:extLst>
          </p:cNvPr>
          <p:cNvSpPr>
            <a:spLocks noChangeArrowheads="1"/>
          </p:cNvSpPr>
          <p:nvPr/>
        </p:nvSpPr>
        <p:spPr bwMode="auto">
          <a:xfrm>
            <a:off x="8316119" y="1955374"/>
            <a:ext cx="119062" cy="11906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82" name="AutoShape 84">
            <a:extLst>
              <a:ext uri="{FF2B5EF4-FFF2-40B4-BE49-F238E27FC236}">
                <a16:creationId xmlns:a16="http://schemas.microsoft.com/office/drawing/2014/main" id="{E98C059A-D345-5629-E7CF-9C1036F35AB6}"/>
              </a:ext>
            </a:extLst>
          </p:cNvPr>
          <p:cNvSpPr>
            <a:spLocks noChangeArrowheads="1"/>
          </p:cNvSpPr>
          <p:nvPr/>
        </p:nvSpPr>
        <p:spPr bwMode="auto">
          <a:xfrm>
            <a:off x="7831931" y="1704549"/>
            <a:ext cx="493713" cy="647700"/>
          </a:xfrm>
          <a:prstGeom prst="flowChartDelay">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83" name="Line 85">
            <a:extLst>
              <a:ext uri="{FF2B5EF4-FFF2-40B4-BE49-F238E27FC236}">
                <a16:creationId xmlns:a16="http://schemas.microsoft.com/office/drawing/2014/main" id="{BF37A9DE-F7C9-CC29-B0C8-314378CCE2F9}"/>
              </a:ext>
            </a:extLst>
          </p:cNvPr>
          <p:cNvSpPr>
            <a:spLocks noChangeShapeType="1"/>
          </p:cNvSpPr>
          <p:nvPr/>
        </p:nvSpPr>
        <p:spPr bwMode="auto">
          <a:xfrm>
            <a:off x="6141244" y="2028399"/>
            <a:ext cx="1692275" cy="0"/>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 name="Line 86">
            <a:extLst>
              <a:ext uri="{FF2B5EF4-FFF2-40B4-BE49-F238E27FC236}">
                <a16:creationId xmlns:a16="http://schemas.microsoft.com/office/drawing/2014/main" id="{BF33EAD9-0C9E-7F47-5999-FDDFC730959A}"/>
              </a:ext>
            </a:extLst>
          </p:cNvPr>
          <p:cNvSpPr>
            <a:spLocks noChangeShapeType="1"/>
          </p:cNvSpPr>
          <p:nvPr/>
        </p:nvSpPr>
        <p:spPr bwMode="auto">
          <a:xfrm>
            <a:off x="8446294" y="2004586"/>
            <a:ext cx="2873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Line 87">
            <a:extLst>
              <a:ext uri="{FF2B5EF4-FFF2-40B4-BE49-F238E27FC236}">
                <a16:creationId xmlns:a16="http://schemas.microsoft.com/office/drawing/2014/main" id="{B835F9F6-A9E3-35A6-04E9-AEEA3F0163D4}"/>
              </a:ext>
            </a:extLst>
          </p:cNvPr>
          <p:cNvSpPr>
            <a:spLocks noChangeShapeType="1"/>
          </p:cNvSpPr>
          <p:nvPr/>
        </p:nvSpPr>
        <p:spPr bwMode="auto">
          <a:xfrm>
            <a:off x="1172369" y="1169561"/>
            <a:ext cx="75612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 name="Line 88">
            <a:extLst>
              <a:ext uri="{FF2B5EF4-FFF2-40B4-BE49-F238E27FC236}">
                <a16:creationId xmlns:a16="http://schemas.microsoft.com/office/drawing/2014/main" id="{4937AFCD-FFEC-8190-F081-57C070A565F2}"/>
              </a:ext>
            </a:extLst>
          </p:cNvPr>
          <p:cNvSpPr>
            <a:spLocks noChangeShapeType="1"/>
          </p:cNvSpPr>
          <p:nvPr/>
        </p:nvSpPr>
        <p:spPr bwMode="auto">
          <a:xfrm>
            <a:off x="3117056" y="2242711"/>
            <a:ext cx="4716463" cy="0"/>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Line 89">
            <a:extLst>
              <a:ext uri="{FF2B5EF4-FFF2-40B4-BE49-F238E27FC236}">
                <a16:creationId xmlns:a16="http://schemas.microsoft.com/office/drawing/2014/main" id="{FBAE52D8-C04F-0550-7F6D-E2219A8727C5}"/>
              </a:ext>
            </a:extLst>
          </p:cNvPr>
          <p:cNvSpPr>
            <a:spLocks noChangeShapeType="1"/>
          </p:cNvSpPr>
          <p:nvPr/>
        </p:nvSpPr>
        <p:spPr bwMode="auto">
          <a:xfrm>
            <a:off x="7365206" y="1812499"/>
            <a:ext cx="469900" cy="0"/>
          </a:xfrm>
          <a:prstGeom prst="line">
            <a:avLst/>
          </a:prstGeom>
          <a:noFill/>
          <a:ln w="28575">
            <a:solidFill>
              <a:schemeClr val="tx1"/>
            </a:solidFill>
            <a:round/>
            <a:headEnd type="oval" w="lg" len="lg"/>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 name="Line 90">
            <a:extLst>
              <a:ext uri="{FF2B5EF4-FFF2-40B4-BE49-F238E27FC236}">
                <a16:creationId xmlns:a16="http://schemas.microsoft.com/office/drawing/2014/main" id="{3BC2773E-5F30-4823-4A94-C02161167685}"/>
              </a:ext>
            </a:extLst>
          </p:cNvPr>
          <p:cNvSpPr>
            <a:spLocks noChangeShapeType="1"/>
          </p:cNvSpPr>
          <p:nvPr/>
        </p:nvSpPr>
        <p:spPr bwMode="auto">
          <a:xfrm flipV="1">
            <a:off x="8733631" y="1164799"/>
            <a:ext cx="0" cy="8413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 name="Text Box 91">
            <a:extLst>
              <a:ext uri="{FF2B5EF4-FFF2-40B4-BE49-F238E27FC236}">
                <a16:creationId xmlns:a16="http://schemas.microsoft.com/office/drawing/2014/main" id="{5567E43B-4DF7-633F-CB6E-E2F6284857A1}"/>
              </a:ext>
            </a:extLst>
          </p:cNvPr>
          <p:cNvSpPr txBox="1">
            <a:spLocks noChangeArrowheads="1"/>
          </p:cNvSpPr>
          <p:nvPr/>
        </p:nvSpPr>
        <p:spPr bwMode="auto">
          <a:xfrm>
            <a:off x="6521450" y="5038521"/>
            <a:ext cx="2684462" cy="523220"/>
          </a:xfrm>
          <a:prstGeom prst="rect">
            <a:avLst/>
          </a:prstGeom>
          <a:solidFill>
            <a:schemeClr val="accent1">
              <a:lumMod val="20000"/>
              <a:lumOff val="80000"/>
            </a:schemeClr>
          </a:solidFill>
          <a:ln w="12700">
            <a:solidFill>
              <a:schemeClr val="accent1"/>
            </a:solidFill>
            <a:miter lim="800000"/>
            <a:headEnd/>
            <a:tailEnd/>
          </a:ln>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dirty="0">
                <a:latin typeface="Arial" panose="020B0604020202020204" pitchFamily="34" charset="0"/>
              </a:rPr>
              <a:t>29</a:t>
            </a:r>
            <a:r>
              <a:rPr lang="zh-CN" altLang="en-US" dirty="0">
                <a:latin typeface="Arial" panose="020B0604020202020204" pitchFamily="34" charset="0"/>
              </a:rPr>
              <a:t>进制计数器</a:t>
            </a:r>
          </a:p>
        </p:txBody>
      </p:sp>
      <p:sp>
        <p:nvSpPr>
          <p:cNvPr id="90" name="Line 92">
            <a:extLst>
              <a:ext uri="{FF2B5EF4-FFF2-40B4-BE49-F238E27FC236}">
                <a16:creationId xmlns:a16="http://schemas.microsoft.com/office/drawing/2014/main" id="{78287784-7A06-7551-B76D-0EC87368E0FE}"/>
              </a:ext>
            </a:extLst>
          </p:cNvPr>
          <p:cNvSpPr>
            <a:spLocks noChangeShapeType="1"/>
          </p:cNvSpPr>
          <p:nvPr/>
        </p:nvSpPr>
        <p:spPr bwMode="auto">
          <a:xfrm>
            <a:off x="4801394" y="4854149"/>
            <a:ext cx="31908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Rectangle 93">
            <a:extLst>
              <a:ext uri="{FF2B5EF4-FFF2-40B4-BE49-F238E27FC236}">
                <a16:creationId xmlns:a16="http://schemas.microsoft.com/office/drawing/2014/main" id="{4A788B9D-42D3-79CC-B17C-E384EDB95D9E}"/>
              </a:ext>
            </a:extLst>
          </p:cNvPr>
          <p:cNvSpPr>
            <a:spLocks noChangeArrowheads="1"/>
          </p:cNvSpPr>
          <p:nvPr/>
        </p:nvSpPr>
        <p:spPr bwMode="auto">
          <a:xfrm>
            <a:off x="8805069" y="1795036"/>
            <a:ext cx="5667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R</a:t>
            </a:r>
            <a:r>
              <a:rPr kumimoji="1" lang="en-US" altLang="zh-CN" sz="1600" b="0"/>
              <a:t>D</a:t>
            </a:r>
            <a:endParaRPr kumimoji="1" lang="zh-CN" altLang="en-US" sz="1600" b="0"/>
          </a:p>
        </p:txBody>
      </p:sp>
      <p:sp>
        <p:nvSpPr>
          <p:cNvPr id="92" name="Line 94">
            <a:extLst>
              <a:ext uri="{FF2B5EF4-FFF2-40B4-BE49-F238E27FC236}">
                <a16:creationId xmlns:a16="http://schemas.microsoft.com/office/drawing/2014/main" id="{95D8CF50-E3A6-4EDD-25F9-1FF5BA0979CA}"/>
              </a:ext>
            </a:extLst>
          </p:cNvPr>
          <p:cNvSpPr>
            <a:spLocks noChangeShapeType="1"/>
          </p:cNvSpPr>
          <p:nvPr/>
        </p:nvSpPr>
        <p:spPr bwMode="auto">
          <a:xfrm>
            <a:off x="8913019" y="1877586"/>
            <a:ext cx="31908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5547984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DEB6A8-6727-C336-73BD-95FD2358F426}"/>
              </a:ext>
            </a:extLst>
          </p:cNvPr>
          <p:cNvSpPr>
            <a:spLocks noGrp="1"/>
          </p:cNvSpPr>
          <p:nvPr>
            <p:ph type="title"/>
          </p:nvPr>
        </p:nvSpPr>
        <p:spPr/>
        <p:txBody>
          <a:bodyPr>
            <a:normAutofit fontScale="90000"/>
          </a:bodyPr>
          <a:lstStyle/>
          <a:p>
            <a:r>
              <a:rPr kumimoji="1" lang="zh-CN" altLang="en-US" dirty="0"/>
              <a:t>移位寄存器型计数器</a:t>
            </a:r>
          </a:p>
        </p:txBody>
      </p:sp>
      <p:sp>
        <p:nvSpPr>
          <p:cNvPr id="3" name="内容占位符 2">
            <a:extLst>
              <a:ext uri="{FF2B5EF4-FFF2-40B4-BE49-F238E27FC236}">
                <a16:creationId xmlns:a16="http://schemas.microsoft.com/office/drawing/2014/main" id="{6F3ADB55-C7EE-DBB3-BF04-F448A3A0ABD9}"/>
              </a:ext>
            </a:extLst>
          </p:cNvPr>
          <p:cNvSpPr>
            <a:spLocks noGrp="1"/>
          </p:cNvSpPr>
          <p:nvPr>
            <p:ph idx="1"/>
          </p:nvPr>
        </p:nvSpPr>
        <p:spPr>
          <a:xfrm>
            <a:off x="17780" y="585760"/>
            <a:ext cx="9346937" cy="5947119"/>
          </a:xfrm>
        </p:spPr>
        <p:txBody>
          <a:bodyPr/>
          <a:lstStyle/>
          <a:p>
            <a:r>
              <a:rPr kumimoji="1" lang="zh-CN" altLang="en-US" dirty="0"/>
              <a:t>在移位寄存器的基础上加反馈逻辑电路而构成的具有特殊编码的同步计数器</a:t>
            </a:r>
          </a:p>
          <a:p>
            <a:r>
              <a:rPr kumimoji="1" lang="zh-CN" altLang="en-US" dirty="0"/>
              <a:t>一般结构</a:t>
            </a:r>
          </a:p>
          <a:p>
            <a:endParaRPr kumimoji="1" lang="zh-CN" altLang="en-US" dirty="0"/>
          </a:p>
          <a:p>
            <a:endParaRPr kumimoji="1" lang="zh-CN" altLang="en-US" dirty="0"/>
          </a:p>
          <a:p>
            <a:endParaRPr kumimoji="1" lang="zh-CN" altLang="en-US" dirty="0"/>
          </a:p>
          <a:p>
            <a:endParaRPr kumimoji="1" lang="zh-CN" altLang="en-US" dirty="0"/>
          </a:p>
          <a:p>
            <a:r>
              <a:rPr kumimoji="1" lang="zh-CN" altLang="en-US" dirty="0"/>
              <a:t>反馈函数</a:t>
            </a:r>
          </a:p>
          <a:p>
            <a:endParaRPr kumimoji="1" lang="zh-CN" altLang="en-US" dirty="0"/>
          </a:p>
        </p:txBody>
      </p:sp>
      <p:sp>
        <p:nvSpPr>
          <p:cNvPr id="4" name="页脚占位符 3">
            <a:extLst>
              <a:ext uri="{FF2B5EF4-FFF2-40B4-BE49-F238E27FC236}">
                <a16:creationId xmlns:a16="http://schemas.microsoft.com/office/drawing/2014/main" id="{0B9B8AE4-E4DE-3BE7-63AF-C40B32D8BFED}"/>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37AD4E13-DD63-9357-B842-734BEC1214DA}"/>
              </a:ext>
            </a:extLst>
          </p:cNvPr>
          <p:cNvSpPr>
            <a:spLocks noGrp="1"/>
          </p:cNvSpPr>
          <p:nvPr>
            <p:ph type="sldNum" sz="quarter" idx="12"/>
          </p:nvPr>
        </p:nvSpPr>
        <p:spPr/>
        <p:txBody>
          <a:bodyPr/>
          <a:lstStyle/>
          <a:p>
            <a:fld id="{9E260BC5-5BF3-8746-862B-DC45E9CAA88B}" type="slidenum">
              <a:rPr lang="en-US" smtClean="0"/>
              <a:pPr/>
              <a:t>25</a:t>
            </a:fld>
            <a:r>
              <a:rPr lang="en-US" altLang="zh-CN" dirty="0"/>
              <a:t>/34</a:t>
            </a:r>
            <a:endParaRPr lang="en-US" dirty="0"/>
          </a:p>
        </p:txBody>
      </p:sp>
      <p:sp>
        <p:nvSpPr>
          <p:cNvPr id="6" name="Text Box 3">
            <a:extLst>
              <a:ext uri="{FF2B5EF4-FFF2-40B4-BE49-F238E27FC236}">
                <a16:creationId xmlns:a16="http://schemas.microsoft.com/office/drawing/2014/main" id="{32336776-5007-FF68-F072-BC6D15E21DF9}"/>
              </a:ext>
            </a:extLst>
          </p:cNvPr>
          <p:cNvSpPr txBox="1">
            <a:spLocks noChangeArrowheads="1"/>
          </p:cNvSpPr>
          <p:nvPr/>
        </p:nvSpPr>
        <p:spPr bwMode="auto">
          <a:xfrm>
            <a:off x="2903220" y="2678660"/>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D</a:t>
            </a:r>
          </a:p>
        </p:txBody>
      </p:sp>
      <p:sp>
        <p:nvSpPr>
          <p:cNvPr id="7" name="Text Box 4">
            <a:extLst>
              <a:ext uri="{FF2B5EF4-FFF2-40B4-BE49-F238E27FC236}">
                <a16:creationId xmlns:a16="http://schemas.microsoft.com/office/drawing/2014/main" id="{100A3F82-3444-2F49-70D8-14CEFBCCAD62}"/>
              </a:ext>
            </a:extLst>
          </p:cNvPr>
          <p:cNvSpPr txBox="1">
            <a:spLocks noChangeArrowheads="1"/>
          </p:cNvSpPr>
          <p:nvPr/>
        </p:nvSpPr>
        <p:spPr bwMode="auto">
          <a:xfrm>
            <a:off x="4206558" y="2678660"/>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D</a:t>
            </a:r>
          </a:p>
        </p:txBody>
      </p:sp>
      <p:sp>
        <p:nvSpPr>
          <p:cNvPr id="8" name="Text Box 5">
            <a:extLst>
              <a:ext uri="{FF2B5EF4-FFF2-40B4-BE49-F238E27FC236}">
                <a16:creationId xmlns:a16="http://schemas.microsoft.com/office/drawing/2014/main" id="{45533DB5-B6CB-897B-5F81-2D9DD5D46219}"/>
              </a:ext>
            </a:extLst>
          </p:cNvPr>
          <p:cNvSpPr txBox="1">
            <a:spLocks noChangeArrowheads="1"/>
          </p:cNvSpPr>
          <p:nvPr/>
        </p:nvSpPr>
        <p:spPr bwMode="auto">
          <a:xfrm>
            <a:off x="6811645" y="2678660"/>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D</a:t>
            </a:r>
          </a:p>
        </p:txBody>
      </p:sp>
      <p:sp>
        <p:nvSpPr>
          <p:cNvPr id="9" name="Rectangle 7">
            <a:extLst>
              <a:ext uri="{FF2B5EF4-FFF2-40B4-BE49-F238E27FC236}">
                <a16:creationId xmlns:a16="http://schemas.microsoft.com/office/drawing/2014/main" id="{676354F7-F4D6-9ABE-9BEC-88A2FEFDBE95}"/>
              </a:ext>
            </a:extLst>
          </p:cNvPr>
          <p:cNvSpPr>
            <a:spLocks noChangeArrowheads="1"/>
          </p:cNvSpPr>
          <p:nvPr/>
        </p:nvSpPr>
        <p:spPr bwMode="auto">
          <a:xfrm>
            <a:off x="2911158" y="2658022"/>
            <a:ext cx="652462" cy="82073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0" name="Line 8">
            <a:extLst>
              <a:ext uri="{FF2B5EF4-FFF2-40B4-BE49-F238E27FC236}">
                <a16:creationId xmlns:a16="http://schemas.microsoft.com/office/drawing/2014/main" id="{49B96027-BCDC-FC78-7089-2662E03A693F}"/>
              </a:ext>
            </a:extLst>
          </p:cNvPr>
          <p:cNvSpPr>
            <a:spLocks noChangeShapeType="1"/>
          </p:cNvSpPr>
          <p:nvPr/>
        </p:nvSpPr>
        <p:spPr bwMode="auto">
          <a:xfrm>
            <a:off x="2911158" y="3110460"/>
            <a:ext cx="144462" cy="71437"/>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9">
            <a:extLst>
              <a:ext uri="{FF2B5EF4-FFF2-40B4-BE49-F238E27FC236}">
                <a16:creationId xmlns:a16="http://schemas.microsoft.com/office/drawing/2014/main" id="{02972ED8-01D4-401C-98EA-26564B7417D6}"/>
              </a:ext>
            </a:extLst>
          </p:cNvPr>
          <p:cNvSpPr>
            <a:spLocks noChangeShapeType="1"/>
          </p:cNvSpPr>
          <p:nvPr/>
        </p:nvSpPr>
        <p:spPr bwMode="auto">
          <a:xfrm flipH="1">
            <a:off x="2903220" y="3186660"/>
            <a:ext cx="146050" cy="10477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Text Box 10">
            <a:extLst>
              <a:ext uri="{FF2B5EF4-FFF2-40B4-BE49-F238E27FC236}">
                <a16:creationId xmlns:a16="http://schemas.microsoft.com/office/drawing/2014/main" id="{0A4B8402-2FA3-8B77-86DC-DF078763715B}"/>
              </a:ext>
            </a:extLst>
          </p:cNvPr>
          <p:cNvSpPr txBox="1">
            <a:spLocks noChangeArrowheads="1"/>
          </p:cNvSpPr>
          <p:nvPr/>
        </p:nvSpPr>
        <p:spPr bwMode="auto">
          <a:xfrm>
            <a:off x="2968308" y="3435897"/>
            <a:ext cx="58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FF</a:t>
            </a:r>
            <a:r>
              <a:rPr kumimoji="1" lang="en-US" altLang="zh-CN" sz="1400"/>
              <a:t>0</a:t>
            </a:r>
            <a:endParaRPr kumimoji="1" lang="en-US" altLang="zh-CN" sz="2000"/>
          </a:p>
        </p:txBody>
      </p:sp>
      <p:sp>
        <p:nvSpPr>
          <p:cNvPr id="13" name="Text Box 11">
            <a:extLst>
              <a:ext uri="{FF2B5EF4-FFF2-40B4-BE49-F238E27FC236}">
                <a16:creationId xmlns:a16="http://schemas.microsoft.com/office/drawing/2014/main" id="{8DB90AFD-E6DA-A9F6-1818-786A3666261C}"/>
              </a:ext>
            </a:extLst>
          </p:cNvPr>
          <p:cNvSpPr txBox="1">
            <a:spLocks noChangeArrowheads="1"/>
          </p:cNvSpPr>
          <p:nvPr/>
        </p:nvSpPr>
        <p:spPr bwMode="auto">
          <a:xfrm>
            <a:off x="3547745" y="2796135"/>
            <a:ext cx="469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1400"/>
              <a:t>0</a:t>
            </a:r>
            <a:endParaRPr kumimoji="1" lang="en-US" altLang="zh-CN" sz="2000"/>
          </a:p>
        </p:txBody>
      </p:sp>
      <p:sp>
        <p:nvSpPr>
          <p:cNvPr id="14" name="Line 12">
            <a:extLst>
              <a:ext uri="{FF2B5EF4-FFF2-40B4-BE49-F238E27FC236}">
                <a16:creationId xmlns:a16="http://schemas.microsoft.com/office/drawing/2014/main" id="{DB893907-7B85-EF71-739E-C7BF02052CAD}"/>
              </a:ext>
            </a:extLst>
          </p:cNvPr>
          <p:cNvSpPr>
            <a:spLocks noChangeShapeType="1"/>
          </p:cNvSpPr>
          <p:nvPr/>
        </p:nvSpPr>
        <p:spPr bwMode="auto">
          <a:xfrm>
            <a:off x="2766695" y="3205710"/>
            <a:ext cx="144463"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13">
            <a:extLst>
              <a:ext uri="{FF2B5EF4-FFF2-40B4-BE49-F238E27FC236}">
                <a16:creationId xmlns:a16="http://schemas.microsoft.com/office/drawing/2014/main" id="{EBF9557D-2E27-16DE-5FB6-F2D24F33B6C2}"/>
              </a:ext>
            </a:extLst>
          </p:cNvPr>
          <p:cNvSpPr>
            <a:spLocks noChangeShapeType="1"/>
          </p:cNvSpPr>
          <p:nvPr/>
        </p:nvSpPr>
        <p:spPr bwMode="auto">
          <a:xfrm>
            <a:off x="3563620" y="2794547"/>
            <a:ext cx="65087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Rectangle 14">
            <a:extLst>
              <a:ext uri="{FF2B5EF4-FFF2-40B4-BE49-F238E27FC236}">
                <a16:creationId xmlns:a16="http://schemas.microsoft.com/office/drawing/2014/main" id="{A044D2E2-96F2-9729-418D-AF5BBC297E9C}"/>
              </a:ext>
            </a:extLst>
          </p:cNvPr>
          <p:cNvSpPr>
            <a:spLocks noChangeArrowheads="1"/>
          </p:cNvSpPr>
          <p:nvPr/>
        </p:nvSpPr>
        <p:spPr bwMode="auto">
          <a:xfrm>
            <a:off x="4214495" y="2658022"/>
            <a:ext cx="652463" cy="82073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7" name="Line 15">
            <a:extLst>
              <a:ext uri="{FF2B5EF4-FFF2-40B4-BE49-F238E27FC236}">
                <a16:creationId xmlns:a16="http://schemas.microsoft.com/office/drawing/2014/main" id="{50EBAD86-EAB4-A498-BF85-A7DB3CB26DF1}"/>
              </a:ext>
            </a:extLst>
          </p:cNvPr>
          <p:cNvSpPr>
            <a:spLocks noChangeShapeType="1"/>
          </p:cNvSpPr>
          <p:nvPr/>
        </p:nvSpPr>
        <p:spPr bwMode="auto">
          <a:xfrm>
            <a:off x="4214495" y="3110460"/>
            <a:ext cx="144463" cy="71437"/>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6">
            <a:extLst>
              <a:ext uri="{FF2B5EF4-FFF2-40B4-BE49-F238E27FC236}">
                <a16:creationId xmlns:a16="http://schemas.microsoft.com/office/drawing/2014/main" id="{B515BE57-5F84-E488-6C00-6796EDA9EAED}"/>
              </a:ext>
            </a:extLst>
          </p:cNvPr>
          <p:cNvSpPr>
            <a:spLocks noChangeShapeType="1"/>
          </p:cNvSpPr>
          <p:nvPr/>
        </p:nvSpPr>
        <p:spPr bwMode="auto">
          <a:xfrm flipH="1">
            <a:off x="4206558" y="3186660"/>
            <a:ext cx="146050" cy="10477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Text Box 17">
            <a:extLst>
              <a:ext uri="{FF2B5EF4-FFF2-40B4-BE49-F238E27FC236}">
                <a16:creationId xmlns:a16="http://schemas.microsoft.com/office/drawing/2014/main" id="{98FDBC2D-3204-027F-C032-116C15C79DD2}"/>
              </a:ext>
            </a:extLst>
          </p:cNvPr>
          <p:cNvSpPr txBox="1">
            <a:spLocks noChangeArrowheads="1"/>
          </p:cNvSpPr>
          <p:nvPr/>
        </p:nvSpPr>
        <p:spPr bwMode="auto">
          <a:xfrm>
            <a:off x="4271645" y="3435897"/>
            <a:ext cx="58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FF</a:t>
            </a:r>
            <a:r>
              <a:rPr kumimoji="1" lang="en-US" altLang="zh-CN" sz="1400"/>
              <a:t>1</a:t>
            </a:r>
            <a:endParaRPr kumimoji="1" lang="en-US" altLang="zh-CN" sz="2000"/>
          </a:p>
        </p:txBody>
      </p:sp>
      <p:sp>
        <p:nvSpPr>
          <p:cNvPr id="20" name="Text Box 18">
            <a:extLst>
              <a:ext uri="{FF2B5EF4-FFF2-40B4-BE49-F238E27FC236}">
                <a16:creationId xmlns:a16="http://schemas.microsoft.com/office/drawing/2014/main" id="{1949CB9C-9520-24BB-799F-2A1F22510AE8}"/>
              </a:ext>
            </a:extLst>
          </p:cNvPr>
          <p:cNvSpPr txBox="1">
            <a:spLocks noChangeArrowheads="1"/>
          </p:cNvSpPr>
          <p:nvPr/>
        </p:nvSpPr>
        <p:spPr bwMode="auto">
          <a:xfrm>
            <a:off x="4851083" y="2796135"/>
            <a:ext cx="469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1400"/>
              <a:t>1</a:t>
            </a:r>
            <a:endParaRPr kumimoji="1" lang="en-US" altLang="zh-CN" sz="2000"/>
          </a:p>
        </p:txBody>
      </p:sp>
      <p:sp>
        <p:nvSpPr>
          <p:cNvPr id="21" name="Line 19">
            <a:extLst>
              <a:ext uri="{FF2B5EF4-FFF2-40B4-BE49-F238E27FC236}">
                <a16:creationId xmlns:a16="http://schemas.microsoft.com/office/drawing/2014/main" id="{EF358F90-D510-2AAF-065C-7E68693387A5}"/>
              </a:ext>
            </a:extLst>
          </p:cNvPr>
          <p:cNvSpPr>
            <a:spLocks noChangeShapeType="1"/>
          </p:cNvSpPr>
          <p:nvPr/>
        </p:nvSpPr>
        <p:spPr bwMode="auto">
          <a:xfrm>
            <a:off x="4070033" y="3196185"/>
            <a:ext cx="144462"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20">
            <a:extLst>
              <a:ext uri="{FF2B5EF4-FFF2-40B4-BE49-F238E27FC236}">
                <a16:creationId xmlns:a16="http://schemas.microsoft.com/office/drawing/2014/main" id="{B8FD1983-0C71-737C-15E6-0F7CEB6A560E}"/>
              </a:ext>
            </a:extLst>
          </p:cNvPr>
          <p:cNvSpPr>
            <a:spLocks noChangeShapeType="1"/>
          </p:cNvSpPr>
          <p:nvPr/>
        </p:nvSpPr>
        <p:spPr bwMode="auto">
          <a:xfrm>
            <a:off x="4866958" y="2794547"/>
            <a:ext cx="627062"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Text Box 21">
            <a:extLst>
              <a:ext uri="{FF2B5EF4-FFF2-40B4-BE49-F238E27FC236}">
                <a16:creationId xmlns:a16="http://schemas.microsoft.com/office/drawing/2014/main" id="{E0FB0E6F-7B8C-FE64-BC9B-3138BF7A2F5E}"/>
              </a:ext>
            </a:extLst>
          </p:cNvPr>
          <p:cNvSpPr txBox="1">
            <a:spLocks noChangeArrowheads="1"/>
          </p:cNvSpPr>
          <p:nvPr/>
        </p:nvSpPr>
        <p:spPr bwMode="auto">
          <a:xfrm>
            <a:off x="6070283" y="2796135"/>
            <a:ext cx="627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1400"/>
              <a:t>n-2</a:t>
            </a:r>
            <a:endParaRPr kumimoji="1" lang="en-US" altLang="zh-CN" sz="2000"/>
          </a:p>
        </p:txBody>
      </p:sp>
      <p:sp>
        <p:nvSpPr>
          <p:cNvPr id="24" name="Line 22">
            <a:extLst>
              <a:ext uri="{FF2B5EF4-FFF2-40B4-BE49-F238E27FC236}">
                <a16:creationId xmlns:a16="http://schemas.microsoft.com/office/drawing/2014/main" id="{3DE8C8A2-66AC-888C-DF0F-48A24D935D22}"/>
              </a:ext>
            </a:extLst>
          </p:cNvPr>
          <p:cNvSpPr>
            <a:spLocks noChangeShapeType="1"/>
          </p:cNvSpPr>
          <p:nvPr/>
        </p:nvSpPr>
        <p:spPr bwMode="auto">
          <a:xfrm>
            <a:off x="6178233" y="2794547"/>
            <a:ext cx="64135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Rectangle 23">
            <a:extLst>
              <a:ext uri="{FF2B5EF4-FFF2-40B4-BE49-F238E27FC236}">
                <a16:creationId xmlns:a16="http://schemas.microsoft.com/office/drawing/2014/main" id="{8BE3A80D-F0F5-7A78-E7CA-9A29F0872365}"/>
              </a:ext>
            </a:extLst>
          </p:cNvPr>
          <p:cNvSpPr>
            <a:spLocks noChangeArrowheads="1"/>
          </p:cNvSpPr>
          <p:nvPr/>
        </p:nvSpPr>
        <p:spPr bwMode="auto">
          <a:xfrm>
            <a:off x="6819583" y="2658022"/>
            <a:ext cx="652462" cy="8223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26" name="Line 24">
            <a:extLst>
              <a:ext uri="{FF2B5EF4-FFF2-40B4-BE49-F238E27FC236}">
                <a16:creationId xmlns:a16="http://schemas.microsoft.com/office/drawing/2014/main" id="{8EA27CFB-78A3-2127-D3FF-1FBB24571B4D}"/>
              </a:ext>
            </a:extLst>
          </p:cNvPr>
          <p:cNvSpPr>
            <a:spLocks noChangeShapeType="1"/>
          </p:cNvSpPr>
          <p:nvPr/>
        </p:nvSpPr>
        <p:spPr bwMode="auto">
          <a:xfrm>
            <a:off x="6819583" y="3110460"/>
            <a:ext cx="146050" cy="71437"/>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5">
            <a:extLst>
              <a:ext uri="{FF2B5EF4-FFF2-40B4-BE49-F238E27FC236}">
                <a16:creationId xmlns:a16="http://schemas.microsoft.com/office/drawing/2014/main" id="{90C0F914-1DAC-C0B3-FEFC-F4B3DFB4A69E}"/>
              </a:ext>
            </a:extLst>
          </p:cNvPr>
          <p:cNvSpPr>
            <a:spLocks noChangeShapeType="1"/>
          </p:cNvSpPr>
          <p:nvPr/>
        </p:nvSpPr>
        <p:spPr bwMode="auto">
          <a:xfrm flipH="1">
            <a:off x="6813233" y="3186660"/>
            <a:ext cx="144462" cy="10477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Text Box 26">
            <a:extLst>
              <a:ext uri="{FF2B5EF4-FFF2-40B4-BE49-F238E27FC236}">
                <a16:creationId xmlns:a16="http://schemas.microsoft.com/office/drawing/2014/main" id="{EF42BFD7-CED7-D222-40B6-E30D5ADA3938}"/>
              </a:ext>
            </a:extLst>
          </p:cNvPr>
          <p:cNvSpPr txBox="1">
            <a:spLocks noChangeArrowheads="1"/>
          </p:cNvSpPr>
          <p:nvPr/>
        </p:nvSpPr>
        <p:spPr bwMode="auto">
          <a:xfrm>
            <a:off x="6878320" y="3435897"/>
            <a:ext cx="741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FF</a:t>
            </a:r>
            <a:r>
              <a:rPr kumimoji="1" lang="en-US" altLang="zh-CN" sz="1400"/>
              <a:t>n-1</a:t>
            </a:r>
            <a:endParaRPr kumimoji="1" lang="zh-CN" altLang="en-US" sz="2000"/>
          </a:p>
        </p:txBody>
      </p:sp>
      <p:sp>
        <p:nvSpPr>
          <p:cNvPr id="29" name="Text Box 27">
            <a:extLst>
              <a:ext uri="{FF2B5EF4-FFF2-40B4-BE49-F238E27FC236}">
                <a16:creationId xmlns:a16="http://schemas.microsoft.com/office/drawing/2014/main" id="{DB082E08-17F6-78C8-447A-621DE0AD01CB}"/>
              </a:ext>
            </a:extLst>
          </p:cNvPr>
          <p:cNvSpPr txBox="1">
            <a:spLocks noChangeArrowheads="1"/>
          </p:cNvSpPr>
          <p:nvPr/>
        </p:nvSpPr>
        <p:spPr bwMode="auto">
          <a:xfrm>
            <a:off x="7456170" y="2796135"/>
            <a:ext cx="627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1400"/>
              <a:t>n-1</a:t>
            </a:r>
            <a:endParaRPr kumimoji="1" lang="en-US" altLang="zh-CN" sz="2000"/>
          </a:p>
        </p:txBody>
      </p:sp>
      <p:sp>
        <p:nvSpPr>
          <p:cNvPr id="30" name="Line 28">
            <a:extLst>
              <a:ext uri="{FF2B5EF4-FFF2-40B4-BE49-F238E27FC236}">
                <a16:creationId xmlns:a16="http://schemas.microsoft.com/office/drawing/2014/main" id="{24292486-0ED1-AF1A-45B0-68C8A6746E3A}"/>
              </a:ext>
            </a:extLst>
          </p:cNvPr>
          <p:cNvSpPr>
            <a:spLocks noChangeShapeType="1"/>
          </p:cNvSpPr>
          <p:nvPr/>
        </p:nvSpPr>
        <p:spPr bwMode="auto">
          <a:xfrm>
            <a:off x="6675120" y="3205710"/>
            <a:ext cx="144463"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1" name="Group 29">
            <a:extLst>
              <a:ext uri="{FF2B5EF4-FFF2-40B4-BE49-F238E27FC236}">
                <a16:creationId xmlns:a16="http://schemas.microsoft.com/office/drawing/2014/main" id="{9048EFBA-DCA2-972D-4BE9-7CC34F3AD82F}"/>
              </a:ext>
            </a:extLst>
          </p:cNvPr>
          <p:cNvGrpSpPr>
            <a:grpSpLocks/>
          </p:cNvGrpSpPr>
          <p:nvPr/>
        </p:nvGrpSpPr>
        <p:grpSpPr bwMode="auto">
          <a:xfrm>
            <a:off x="2766695" y="3183485"/>
            <a:ext cx="3908425" cy="655637"/>
            <a:chOff x="1910" y="2679"/>
            <a:chExt cx="2462" cy="461"/>
          </a:xfrm>
        </p:grpSpPr>
        <p:sp>
          <p:nvSpPr>
            <p:cNvPr id="32" name="Line 30">
              <a:extLst>
                <a:ext uri="{FF2B5EF4-FFF2-40B4-BE49-F238E27FC236}">
                  <a16:creationId xmlns:a16="http://schemas.microsoft.com/office/drawing/2014/main" id="{D9DA4855-F25E-3E93-D6B7-D3A5763AA20B}"/>
                </a:ext>
              </a:extLst>
            </p:cNvPr>
            <p:cNvSpPr>
              <a:spLocks noChangeShapeType="1"/>
            </p:cNvSpPr>
            <p:nvPr/>
          </p:nvSpPr>
          <p:spPr bwMode="auto">
            <a:xfrm>
              <a:off x="1910" y="2687"/>
              <a:ext cx="0" cy="438"/>
            </a:xfrm>
            <a:prstGeom prst="line">
              <a:avLst/>
            </a:prstGeom>
            <a:noFill/>
            <a:ln w="28575">
              <a:solidFill>
                <a:schemeClr val="tx1"/>
              </a:solidFill>
              <a:miter lim="800000"/>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31">
              <a:extLst>
                <a:ext uri="{FF2B5EF4-FFF2-40B4-BE49-F238E27FC236}">
                  <a16:creationId xmlns:a16="http://schemas.microsoft.com/office/drawing/2014/main" id="{9E2DA6A8-A263-1C7A-0AEA-6213631DAE78}"/>
                </a:ext>
              </a:extLst>
            </p:cNvPr>
            <p:cNvSpPr>
              <a:spLocks noChangeShapeType="1"/>
            </p:cNvSpPr>
            <p:nvPr/>
          </p:nvSpPr>
          <p:spPr bwMode="auto">
            <a:xfrm>
              <a:off x="2731" y="2679"/>
              <a:ext cx="0" cy="438"/>
            </a:xfrm>
            <a:prstGeom prst="line">
              <a:avLst/>
            </a:prstGeom>
            <a:noFill/>
            <a:ln w="28575">
              <a:solidFill>
                <a:schemeClr val="tx1"/>
              </a:solidFill>
              <a:miter lim="800000"/>
              <a:headEnd type="none" w="lg" len="me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32">
              <a:extLst>
                <a:ext uri="{FF2B5EF4-FFF2-40B4-BE49-F238E27FC236}">
                  <a16:creationId xmlns:a16="http://schemas.microsoft.com/office/drawing/2014/main" id="{DC2ADF74-4453-01A6-00F4-21BC9D5D4B82}"/>
                </a:ext>
              </a:extLst>
            </p:cNvPr>
            <p:cNvSpPr>
              <a:spLocks noChangeShapeType="1"/>
            </p:cNvSpPr>
            <p:nvPr/>
          </p:nvSpPr>
          <p:spPr bwMode="auto">
            <a:xfrm>
              <a:off x="4372" y="2680"/>
              <a:ext cx="0" cy="46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5" name="Line 33">
            <a:extLst>
              <a:ext uri="{FF2B5EF4-FFF2-40B4-BE49-F238E27FC236}">
                <a16:creationId xmlns:a16="http://schemas.microsoft.com/office/drawing/2014/main" id="{D3427360-B63D-9F1D-7159-BC81A0E35F99}"/>
              </a:ext>
            </a:extLst>
          </p:cNvPr>
          <p:cNvSpPr>
            <a:spLocks noChangeShapeType="1"/>
          </p:cNvSpPr>
          <p:nvPr/>
        </p:nvSpPr>
        <p:spPr bwMode="auto">
          <a:xfrm>
            <a:off x="7472045" y="2794547"/>
            <a:ext cx="36195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34">
            <a:extLst>
              <a:ext uri="{FF2B5EF4-FFF2-40B4-BE49-F238E27FC236}">
                <a16:creationId xmlns:a16="http://schemas.microsoft.com/office/drawing/2014/main" id="{85445859-6EA0-2E87-60DB-F9ECF98411A8}"/>
              </a:ext>
            </a:extLst>
          </p:cNvPr>
          <p:cNvSpPr>
            <a:spLocks noChangeShapeType="1"/>
          </p:cNvSpPr>
          <p:nvPr/>
        </p:nvSpPr>
        <p:spPr bwMode="auto">
          <a:xfrm>
            <a:off x="2255520" y="3821660"/>
            <a:ext cx="32385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Text Box 35">
            <a:extLst>
              <a:ext uri="{FF2B5EF4-FFF2-40B4-BE49-F238E27FC236}">
                <a16:creationId xmlns:a16="http://schemas.microsoft.com/office/drawing/2014/main" id="{F1E2B42F-B69B-2F47-A6BB-AA72581EABE9}"/>
              </a:ext>
            </a:extLst>
          </p:cNvPr>
          <p:cNvSpPr txBox="1">
            <a:spLocks noChangeArrowheads="1"/>
          </p:cNvSpPr>
          <p:nvPr/>
        </p:nvSpPr>
        <p:spPr bwMode="auto">
          <a:xfrm>
            <a:off x="3190558" y="1815060"/>
            <a:ext cx="4284662" cy="515937"/>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zh-CN" altLang="en-US" sz="2400">
                <a:latin typeface="宋体" panose="02010600030101010101" pitchFamily="2" charset="-122"/>
              </a:rPr>
              <a:t>反馈逻辑电路</a:t>
            </a:r>
          </a:p>
        </p:txBody>
      </p:sp>
      <p:sp>
        <p:nvSpPr>
          <p:cNvPr id="38" name="Line 36">
            <a:extLst>
              <a:ext uri="{FF2B5EF4-FFF2-40B4-BE49-F238E27FC236}">
                <a16:creationId xmlns:a16="http://schemas.microsoft.com/office/drawing/2014/main" id="{1A35CA38-B8B9-477D-4FF4-4719EDB1045E}"/>
              </a:ext>
            </a:extLst>
          </p:cNvPr>
          <p:cNvSpPr>
            <a:spLocks noChangeShapeType="1"/>
          </p:cNvSpPr>
          <p:nvPr/>
        </p:nvSpPr>
        <p:spPr bwMode="auto">
          <a:xfrm flipH="1">
            <a:off x="2688908" y="2794547"/>
            <a:ext cx="22225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37">
            <a:extLst>
              <a:ext uri="{FF2B5EF4-FFF2-40B4-BE49-F238E27FC236}">
                <a16:creationId xmlns:a16="http://schemas.microsoft.com/office/drawing/2014/main" id="{C24BE2B9-BD8B-1A05-2DD9-4D4E878B7AE7}"/>
              </a:ext>
            </a:extLst>
          </p:cNvPr>
          <p:cNvSpPr>
            <a:spLocks noChangeShapeType="1"/>
          </p:cNvSpPr>
          <p:nvPr/>
        </p:nvSpPr>
        <p:spPr bwMode="auto">
          <a:xfrm flipV="1">
            <a:off x="2693670" y="2067472"/>
            <a:ext cx="0" cy="72707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38">
            <a:extLst>
              <a:ext uri="{FF2B5EF4-FFF2-40B4-BE49-F238E27FC236}">
                <a16:creationId xmlns:a16="http://schemas.microsoft.com/office/drawing/2014/main" id="{11CB0813-5330-7492-CC4C-8C546CD14222}"/>
              </a:ext>
            </a:extLst>
          </p:cNvPr>
          <p:cNvSpPr>
            <a:spLocks noChangeShapeType="1"/>
          </p:cNvSpPr>
          <p:nvPr/>
        </p:nvSpPr>
        <p:spPr bwMode="auto">
          <a:xfrm flipH="1">
            <a:off x="2693670" y="2081760"/>
            <a:ext cx="496888"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Text Box 39">
            <a:extLst>
              <a:ext uri="{FF2B5EF4-FFF2-40B4-BE49-F238E27FC236}">
                <a16:creationId xmlns:a16="http://schemas.microsoft.com/office/drawing/2014/main" id="{C0EEEF64-57AD-FE5E-679F-BCF4E037AD5A}"/>
              </a:ext>
            </a:extLst>
          </p:cNvPr>
          <p:cNvSpPr txBox="1">
            <a:spLocks noChangeArrowheads="1"/>
          </p:cNvSpPr>
          <p:nvPr/>
        </p:nvSpPr>
        <p:spPr bwMode="auto">
          <a:xfrm>
            <a:off x="2219008" y="253896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D</a:t>
            </a:r>
            <a:r>
              <a:rPr kumimoji="1" lang="en-US" altLang="zh-CN" sz="1400"/>
              <a:t>0</a:t>
            </a:r>
            <a:endParaRPr kumimoji="1" lang="en-US" altLang="zh-CN" sz="2000"/>
          </a:p>
        </p:txBody>
      </p:sp>
      <p:sp>
        <p:nvSpPr>
          <p:cNvPr id="42" name="Text Box 40">
            <a:extLst>
              <a:ext uri="{FF2B5EF4-FFF2-40B4-BE49-F238E27FC236}">
                <a16:creationId xmlns:a16="http://schemas.microsoft.com/office/drawing/2014/main" id="{30546473-43F5-5684-36CD-62E0F67E1D25}"/>
              </a:ext>
            </a:extLst>
          </p:cNvPr>
          <p:cNvSpPr txBox="1">
            <a:spLocks noChangeArrowheads="1"/>
          </p:cNvSpPr>
          <p:nvPr/>
        </p:nvSpPr>
        <p:spPr bwMode="auto">
          <a:xfrm>
            <a:off x="2187258" y="3435897"/>
            <a:ext cx="523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CP</a:t>
            </a:r>
          </a:p>
        </p:txBody>
      </p:sp>
      <p:sp>
        <p:nvSpPr>
          <p:cNvPr id="43" name="Line 42">
            <a:extLst>
              <a:ext uri="{FF2B5EF4-FFF2-40B4-BE49-F238E27FC236}">
                <a16:creationId xmlns:a16="http://schemas.microsoft.com/office/drawing/2014/main" id="{0CE70CA5-09C1-8E8B-CE50-8F9AE1166FD6}"/>
              </a:ext>
            </a:extLst>
          </p:cNvPr>
          <p:cNvSpPr>
            <a:spLocks noChangeShapeType="1"/>
          </p:cNvSpPr>
          <p:nvPr/>
        </p:nvSpPr>
        <p:spPr bwMode="auto">
          <a:xfrm flipV="1">
            <a:off x="3946208" y="2319885"/>
            <a:ext cx="0" cy="468312"/>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43">
            <a:extLst>
              <a:ext uri="{FF2B5EF4-FFF2-40B4-BE49-F238E27FC236}">
                <a16:creationId xmlns:a16="http://schemas.microsoft.com/office/drawing/2014/main" id="{3514F373-2CDB-430F-FA7E-CBA247E47A4E}"/>
              </a:ext>
            </a:extLst>
          </p:cNvPr>
          <p:cNvSpPr>
            <a:spLocks noChangeShapeType="1"/>
          </p:cNvSpPr>
          <p:nvPr/>
        </p:nvSpPr>
        <p:spPr bwMode="auto">
          <a:xfrm flipV="1">
            <a:off x="5206683" y="2319885"/>
            <a:ext cx="0" cy="468312"/>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44">
            <a:extLst>
              <a:ext uri="{FF2B5EF4-FFF2-40B4-BE49-F238E27FC236}">
                <a16:creationId xmlns:a16="http://schemas.microsoft.com/office/drawing/2014/main" id="{831BE8B6-6338-2130-E64B-9EC73DE248D9}"/>
              </a:ext>
            </a:extLst>
          </p:cNvPr>
          <p:cNvSpPr>
            <a:spLocks noChangeShapeType="1"/>
          </p:cNvSpPr>
          <p:nvPr/>
        </p:nvSpPr>
        <p:spPr bwMode="auto">
          <a:xfrm flipV="1">
            <a:off x="6502083" y="2319885"/>
            <a:ext cx="0" cy="468312"/>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45">
            <a:extLst>
              <a:ext uri="{FF2B5EF4-FFF2-40B4-BE49-F238E27FC236}">
                <a16:creationId xmlns:a16="http://schemas.microsoft.com/office/drawing/2014/main" id="{CDBB9918-D9A9-D319-0E1B-DBB167A51A31}"/>
              </a:ext>
            </a:extLst>
          </p:cNvPr>
          <p:cNvSpPr>
            <a:spLocks noChangeShapeType="1"/>
          </p:cNvSpPr>
          <p:nvPr/>
        </p:nvSpPr>
        <p:spPr bwMode="auto">
          <a:xfrm flipV="1">
            <a:off x="7835583" y="2067472"/>
            <a:ext cx="0" cy="72707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Line 46">
            <a:extLst>
              <a:ext uri="{FF2B5EF4-FFF2-40B4-BE49-F238E27FC236}">
                <a16:creationId xmlns:a16="http://schemas.microsoft.com/office/drawing/2014/main" id="{5241B448-8471-83BF-76C2-51AACE6F377F}"/>
              </a:ext>
            </a:extLst>
          </p:cNvPr>
          <p:cNvSpPr>
            <a:spLocks noChangeShapeType="1"/>
          </p:cNvSpPr>
          <p:nvPr/>
        </p:nvSpPr>
        <p:spPr bwMode="auto">
          <a:xfrm flipH="1">
            <a:off x="7475220" y="2067472"/>
            <a:ext cx="360363"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Line 47">
            <a:extLst>
              <a:ext uri="{FF2B5EF4-FFF2-40B4-BE49-F238E27FC236}">
                <a16:creationId xmlns:a16="http://schemas.microsoft.com/office/drawing/2014/main" id="{AF75F5D1-2B4D-F2DD-3D2D-AF8394A96AA5}"/>
              </a:ext>
            </a:extLst>
          </p:cNvPr>
          <p:cNvSpPr>
            <a:spLocks noChangeShapeType="1"/>
          </p:cNvSpPr>
          <p:nvPr/>
        </p:nvSpPr>
        <p:spPr bwMode="auto">
          <a:xfrm>
            <a:off x="6178233" y="3831185"/>
            <a:ext cx="50482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48">
            <a:extLst>
              <a:ext uri="{FF2B5EF4-FFF2-40B4-BE49-F238E27FC236}">
                <a16:creationId xmlns:a16="http://schemas.microsoft.com/office/drawing/2014/main" id="{5594DF61-5BF7-129B-9546-75557A7E731A}"/>
              </a:ext>
            </a:extLst>
          </p:cNvPr>
          <p:cNvSpPr>
            <a:spLocks noChangeShapeType="1"/>
          </p:cNvSpPr>
          <p:nvPr/>
        </p:nvSpPr>
        <p:spPr bwMode="auto">
          <a:xfrm>
            <a:off x="5567045" y="3831185"/>
            <a:ext cx="539750"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49">
            <a:extLst>
              <a:ext uri="{FF2B5EF4-FFF2-40B4-BE49-F238E27FC236}">
                <a16:creationId xmlns:a16="http://schemas.microsoft.com/office/drawing/2014/main" id="{C7C3EADE-44AA-C538-BA38-AE0EB11957E3}"/>
              </a:ext>
            </a:extLst>
          </p:cNvPr>
          <p:cNvSpPr>
            <a:spLocks noChangeShapeType="1"/>
          </p:cNvSpPr>
          <p:nvPr/>
        </p:nvSpPr>
        <p:spPr bwMode="auto">
          <a:xfrm>
            <a:off x="5567045" y="2788197"/>
            <a:ext cx="539750"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Text Box 50">
            <a:extLst>
              <a:ext uri="{FF2B5EF4-FFF2-40B4-BE49-F238E27FC236}">
                <a16:creationId xmlns:a16="http://schemas.microsoft.com/office/drawing/2014/main" id="{46CE1ED9-2095-B541-B3BB-53024B8C53D4}"/>
              </a:ext>
            </a:extLst>
          </p:cNvPr>
          <p:cNvSpPr txBox="1">
            <a:spLocks noChangeArrowheads="1"/>
          </p:cNvSpPr>
          <p:nvPr/>
        </p:nvSpPr>
        <p:spPr bwMode="auto">
          <a:xfrm>
            <a:off x="5494020" y="2734222"/>
            <a:ext cx="692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4000" b="0">
                <a:latin typeface="Arial" panose="020B0604020202020204" pitchFamily="34" charset="0"/>
              </a:rPr>
              <a:t>…</a:t>
            </a:r>
          </a:p>
        </p:txBody>
      </p:sp>
      <p:sp>
        <p:nvSpPr>
          <p:cNvPr id="52" name="Text Box 41">
            <a:extLst>
              <a:ext uri="{FF2B5EF4-FFF2-40B4-BE49-F238E27FC236}">
                <a16:creationId xmlns:a16="http://schemas.microsoft.com/office/drawing/2014/main" id="{420C34F7-2B96-E9DD-6590-307D9322422D}"/>
              </a:ext>
            </a:extLst>
          </p:cNvPr>
          <p:cNvSpPr txBox="1">
            <a:spLocks noChangeArrowheads="1"/>
          </p:cNvSpPr>
          <p:nvPr/>
        </p:nvSpPr>
        <p:spPr bwMode="auto">
          <a:xfrm>
            <a:off x="1260157" y="4737428"/>
            <a:ext cx="35782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dirty="0"/>
              <a:t>D</a:t>
            </a:r>
            <a:r>
              <a:rPr kumimoji="1" lang="en-US" altLang="zh-CN" sz="1600" b="0" dirty="0"/>
              <a:t>0</a:t>
            </a:r>
            <a:r>
              <a:rPr kumimoji="1" lang="en-US" altLang="zh-CN" sz="2400" b="0" dirty="0"/>
              <a:t> = </a:t>
            </a:r>
            <a:r>
              <a:rPr kumimoji="1" lang="en-US" altLang="zh-CN" b="0" dirty="0"/>
              <a:t>F(Q</a:t>
            </a:r>
            <a:r>
              <a:rPr kumimoji="1" lang="en-US" altLang="zh-CN" sz="1600" b="0" dirty="0"/>
              <a:t>0</a:t>
            </a:r>
            <a:r>
              <a:rPr kumimoji="1" lang="zh-CN" altLang="en-US" sz="2400" b="0" dirty="0"/>
              <a:t>，</a:t>
            </a:r>
            <a:r>
              <a:rPr kumimoji="1" lang="en-US" altLang="zh-CN" b="0" dirty="0"/>
              <a:t>Q</a:t>
            </a:r>
            <a:r>
              <a:rPr kumimoji="1" lang="en-US" altLang="zh-CN" sz="1600" b="0" dirty="0"/>
              <a:t>1</a:t>
            </a:r>
            <a:r>
              <a:rPr kumimoji="1" lang="zh-CN" altLang="en-US" sz="2400" b="0" dirty="0"/>
              <a:t>，</a:t>
            </a:r>
            <a:r>
              <a:rPr kumimoji="1" lang="en-US" altLang="zh-CN" baseline="30000" dirty="0"/>
              <a:t>… </a:t>
            </a:r>
            <a:r>
              <a:rPr kumimoji="1" lang="en-US" altLang="zh-CN" sz="2400" baseline="30000" dirty="0"/>
              <a:t> </a:t>
            </a:r>
            <a:r>
              <a:rPr kumimoji="1" lang="en-US" altLang="zh-CN" b="0" dirty="0"/>
              <a:t>Q</a:t>
            </a:r>
            <a:r>
              <a:rPr kumimoji="1" lang="en-US" altLang="zh-CN" sz="2000" b="0" dirty="0"/>
              <a:t>n-1</a:t>
            </a:r>
            <a:r>
              <a:rPr kumimoji="1" lang="en-US" altLang="zh-CN" b="0" dirty="0"/>
              <a:t>)</a:t>
            </a:r>
            <a:endParaRPr kumimoji="1" lang="zh-CN" altLang="en-US" b="0" dirty="0"/>
          </a:p>
        </p:txBody>
      </p:sp>
    </p:spTree>
    <p:extLst>
      <p:ext uri="{BB962C8B-B14F-4D97-AF65-F5344CB8AC3E}">
        <p14:creationId xmlns:p14="http://schemas.microsoft.com/office/powerpoint/2010/main" val="9033045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30F26F-F307-A9CF-D848-0D3EE4B5C411}"/>
              </a:ext>
            </a:extLst>
          </p:cNvPr>
          <p:cNvSpPr>
            <a:spLocks noGrp="1"/>
          </p:cNvSpPr>
          <p:nvPr>
            <p:ph type="title"/>
          </p:nvPr>
        </p:nvSpPr>
        <p:spPr/>
        <p:txBody>
          <a:bodyPr>
            <a:normAutofit fontScale="90000"/>
          </a:bodyPr>
          <a:lstStyle/>
          <a:p>
            <a:r>
              <a:rPr lang="zh-CN" altLang="en-US" dirty="0"/>
              <a:t>环形计数器</a:t>
            </a:r>
            <a:endParaRPr kumimoji="1" lang="zh-CN" altLang="en-US" dirty="0"/>
          </a:p>
        </p:txBody>
      </p:sp>
      <p:sp>
        <p:nvSpPr>
          <p:cNvPr id="3" name="内容占位符 2">
            <a:extLst>
              <a:ext uri="{FF2B5EF4-FFF2-40B4-BE49-F238E27FC236}">
                <a16:creationId xmlns:a16="http://schemas.microsoft.com/office/drawing/2014/main" id="{FB15C13D-C2C8-6F26-0C23-8EDDB32C8A41}"/>
              </a:ext>
            </a:extLst>
          </p:cNvPr>
          <p:cNvSpPr>
            <a:spLocks noGrp="1"/>
          </p:cNvSpPr>
          <p:nvPr>
            <p:ph idx="1"/>
          </p:nvPr>
        </p:nvSpPr>
        <p:spPr/>
        <p:txBody>
          <a:bodyPr/>
          <a:lstStyle/>
          <a:p>
            <a:r>
              <a:rPr kumimoji="1" lang="zh-CN" altLang="en-US" dirty="0"/>
              <a:t>将移位寄存器的串行输出与串行输入直接相连</a:t>
            </a:r>
            <a:endParaRPr kumimoji="1" lang="en-US" altLang="zh-CN" dirty="0">
              <a:cs typeface="Arial" panose="020B0604020202020204" pitchFamily="34" charset="0"/>
            </a:endParaRPr>
          </a:p>
          <a:p>
            <a:endParaRPr kumimoji="1" lang="zh-CN" altLang="en-US" sz="2400" dirty="0"/>
          </a:p>
        </p:txBody>
      </p:sp>
      <p:sp>
        <p:nvSpPr>
          <p:cNvPr id="4" name="页脚占位符 3">
            <a:extLst>
              <a:ext uri="{FF2B5EF4-FFF2-40B4-BE49-F238E27FC236}">
                <a16:creationId xmlns:a16="http://schemas.microsoft.com/office/drawing/2014/main" id="{58A85BAB-87DA-4603-3910-5587D1E56A63}"/>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F666011B-7655-8D9F-3022-2720CBDED3BF}"/>
              </a:ext>
            </a:extLst>
          </p:cNvPr>
          <p:cNvSpPr>
            <a:spLocks noGrp="1"/>
          </p:cNvSpPr>
          <p:nvPr>
            <p:ph type="sldNum" sz="quarter" idx="12"/>
          </p:nvPr>
        </p:nvSpPr>
        <p:spPr/>
        <p:txBody>
          <a:bodyPr/>
          <a:lstStyle/>
          <a:p>
            <a:fld id="{9E260BC5-5BF3-8746-862B-DC45E9CAA88B}" type="slidenum">
              <a:rPr lang="en-US" smtClean="0"/>
              <a:pPr/>
              <a:t>26</a:t>
            </a:fld>
            <a:r>
              <a:rPr lang="en-US" altLang="zh-CN" dirty="0"/>
              <a:t>/34</a:t>
            </a:r>
            <a:endParaRPr lang="en-US" dirty="0"/>
          </a:p>
        </p:txBody>
      </p:sp>
      <p:grpSp>
        <p:nvGrpSpPr>
          <p:cNvPr id="6" name="Group 4">
            <a:extLst>
              <a:ext uri="{FF2B5EF4-FFF2-40B4-BE49-F238E27FC236}">
                <a16:creationId xmlns:a16="http://schemas.microsoft.com/office/drawing/2014/main" id="{D97A553D-3CE8-4F94-DED1-E35AB2C54669}"/>
              </a:ext>
            </a:extLst>
          </p:cNvPr>
          <p:cNvGrpSpPr>
            <a:grpSpLocks/>
          </p:cNvGrpSpPr>
          <p:nvPr/>
        </p:nvGrpSpPr>
        <p:grpSpPr bwMode="auto">
          <a:xfrm>
            <a:off x="2947769" y="1519073"/>
            <a:ext cx="5738812" cy="1463675"/>
            <a:chOff x="1884" y="1253"/>
            <a:chExt cx="3615" cy="922"/>
          </a:xfrm>
        </p:grpSpPr>
        <p:sp>
          <p:nvSpPr>
            <p:cNvPr id="7" name="Text Box 5">
              <a:extLst>
                <a:ext uri="{FF2B5EF4-FFF2-40B4-BE49-F238E27FC236}">
                  <a16:creationId xmlns:a16="http://schemas.microsoft.com/office/drawing/2014/main" id="{7974EB25-47BC-A6E2-9987-36CCB62D9BA3}"/>
                </a:ext>
              </a:extLst>
            </p:cNvPr>
            <p:cNvSpPr txBox="1">
              <a:spLocks noChangeArrowheads="1"/>
            </p:cNvSpPr>
            <p:nvPr/>
          </p:nvSpPr>
          <p:spPr bwMode="auto">
            <a:xfrm>
              <a:off x="2335" y="1444"/>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D</a:t>
              </a:r>
            </a:p>
          </p:txBody>
        </p:sp>
        <p:sp>
          <p:nvSpPr>
            <p:cNvPr id="8" name="Text Box 6">
              <a:extLst>
                <a:ext uri="{FF2B5EF4-FFF2-40B4-BE49-F238E27FC236}">
                  <a16:creationId xmlns:a16="http://schemas.microsoft.com/office/drawing/2014/main" id="{50E27BEC-4263-F4A2-994A-61C55340A6EF}"/>
                </a:ext>
              </a:extLst>
            </p:cNvPr>
            <p:cNvSpPr txBox="1">
              <a:spLocks noChangeArrowheads="1"/>
            </p:cNvSpPr>
            <p:nvPr/>
          </p:nvSpPr>
          <p:spPr bwMode="auto">
            <a:xfrm>
              <a:off x="3156" y="1444"/>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D</a:t>
              </a:r>
            </a:p>
          </p:txBody>
        </p:sp>
        <p:sp>
          <p:nvSpPr>
            <p:cNvPr id="9" name="Text Box 7">
              <a:extLst>
                <a:ext uri="{FF2B5EF4-FFF2-40B4-BE49-F238E27FC236}">
                  <a16:creationId xmlns:a16="http://schemas.microsoft.com/office/drawing/2014/main" id="{0C99AAC8-8464-19D0-2680-15AD01E5B8E1}"/>
                </a:ext>
              </a:extLst>
            </p:cNvPr>
            <p:cNvSpPr txBox="1">
              <a:spLocks noChangeArrowheads="1"/>
            </p:cNvSpPr>
            <p:nvPr/>
          </p:nvSpPr>
          <p:spPr bwMode="auto">
            <a:xfrm>
              <a:off x="3976" y="1444"/>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D</a:t>
              </a:r>
            </a:p>
          </p:txBody>
        </p:sp>
        <p:sp>
          <p:nvSpPr>
            <p:cNvPr id="10" name="Text Box 8">
              <a:extLst>
                <a:ext uri="{FF2B5EF4-FFF2-40B4-BE49-F238E27FC236}">
                  <a16:creationId xmlns:a16="http://schemas.microsoft.com/office/drawing/2014/main" id="{38885458-2C96-7A03-7156-7304F2092BF5}"/>
                </a:ext>
              </a:extLst>
            </p:cNvPr>
            <p:cNvSpPr txBox="1">
              <a:spLocks noChangeArrowheads="1"/>
            </p:cNvSpPr>
            <p:nvPr/>
          </p:nvSpPr>
          <p:spPr bwMode="auto">
            <a:xfrm>
              <a:off x="4797" y="1444"/>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D</a:t>
              </a:r>
            </a:p>
          </p:txBody>
        </p:sp>
        <p:sp>
          <p:nvSpPr>
            <p:cNvPr id="11" name="Rectangle 9">
              <a:extLst>
                <a:ext uri="{FF2B5EF4-FFF2-40B4-BE49-F238E27FC236}">
                  <a16:creationId xmlns:a16="http://schemas.microsoft.com/office/drawing/2014/main" id="{2F75F64B-AB5D-579F-3078-0AA733D581B7}"/>
                </a:ext>
              </a:extLst>
            </p:cNvPr>
            <p:cNvSpPr>
              <a:spLocks noChangeArrowheads="1"/>
            </p:cNvSpPr>
            <p:nvPr/>
          </p:nvSpPr>
          <p:spPr bwMode="auto">
            <a:xfrm>
              <a:off x="2340" y="1431"/>
              <a:ext cx="411" cy="517"/>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2" name="Line 10">
              <a:extLst>
                <a:ext uri="{FF2B5EF4-FFF2-40B4-BE49-F238E27FC236}">
                  <a16:creationId xmlns:a16="http://schemas.microsoft.com/office/drawing/2014/main" id="{07352E1D-B804-E649-6E93-7C6BC9D42C69}"/>
                </a:ext>
              </a:extLst>
            </p:cNvPr>
            <p:cNvSpPr>
              <a:spLocks noChangeShapeType="1"/>
            </p:cNvSpPr>
            <p:nvPr/>
          </p:nvSpPr>
          <p:spPr bwMode="auto">
            <a:xfrm>
              <a:off x="2340" y="1728"/>
              <a:ext cx="91" cy="4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11">
              <a:extLst>
                <a:ext uri="{FF2B5EF4-FFF2-40B4-BE49-F238E27FC236}">
                  <a16:creationId xmlns:a16="http://schemas.microsoft.com/office/drawing/2014/main" id="{B0B3351C-F555-A90F-F6A4-790028EB8852}"/>
                </a:ext>
              </a:extLst>
            </p:cNvPr>
            <p:cNvSpPr>
              <a:spLocks noChangeShapeType="1"/>
            </p:cNvSpPr>
            <p:nvPr/>
          </p:nvSpPr>
          <p:spPr bwMode="auto">
            <a:xfrm flipH="1">
              <a:off x="2335" y="1776"/>
              <a:ext cx="92" cy="6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Text Box 12">
              <a:extLst>
                <a:ext uri="{FF2B5EF4-FFF2-40B4-BE49-F238E27FC236}">
                  <a16:creationId xmlns:a16="http://schemas.microsoft.com/office/drawing/2014/main" id="{B7526872-C7C1-C8FD-F86F-B7D76594C8D7}"/>
                </a:ext>
              </a:extLst>
            </p:cNvPr>
            <p:cNvSpPr txBox="1">
              <a:spLocks noChangeArrowheads="1"/>
            </p:cNvSpPr>
            <p:nvPr/>
          </p:nvSpPr>
          <p:spPr bwMode="auto">
            <a:xfrm>
              <a:off x="2376" y="1911"/>
              <a:ext cx="3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FF</a:t>
              </a:r>
              <a:r>
                <a:rPr kumimoji="1" lang="en-US" altLang="zh-CN" sz="1400"/>
                <a:t>0</a:t>
              </a:r>
              <a:endParaRPr kumimoji="1" lang="en-US" altLang="zh-CN" sz="2000"/>
            </a:p>
          </p:txBody>
        </p:sp>
        <p:sp>
          <p:nvSpPr>
            <p:cNvPr id="15" name="Text Box 13">
              <a:extLst>
                <a:ext uri="{FF2B5EF4-FFF2-40B4-BE49-F238E27FC236}">
                  <a16:creationId xmlns:a16="http://schemas.microsoft.com/office/drawing/2014/main" id="{71915766-B118-D923-A0C6-291169FECEEF}"/>
                </a:ext>
              </a:extLst>
            </p:cNvPr>
            <p:cNvSpPr txBox="1">
              <a:spLocks noChangeArrowheads="1"/>
            </p:cNvSpPr>
            <p:nvPr/>
          </p:nvSpPr>
          <p:spPr bwMode="auto">
            <a:xfrm>
              <a:off x="2741" y="1518"/>
              <a:ext cx="2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1400"/>
                <a:t>0</a:t>
              </a:r>
              <a:endParaRPr kumimoji="1" lang="en-US" altLang="zh-CN" sz="2000"/>
            </a:p>
          </p:txBody>
        </p:sp>
        <p:sp>
          <p:nvSpPr>
            <p:cNvPr id="16" name="Line 14">
              <a:extLst>
                <a:ext uri="{FF2B5EF4-FFF2-40B4-BE49-F238E27FC236}">
                  <a16:creationId xmlns:a16="http://schemas.microsoft.com/office/drawing/2014/main" id="{AE973DB3-54E7-0AA0-9F20-8C0868754529}"/>
                </a:ext>
              </a:extLst>
            </p:cNvPr>
            <p:cNvSpPr>
              <a:spLocks noChangeShapeType="1"/>
            </p:cNvSpPr>
            <p:nvPr/>
          </p:nvSpPr>
          <p:spPr bwMode="auto">
            <a:xfrm>
              <a:off x="2249" y="1788"/>
              <a:ext cx="91"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15">
              <a:extLst>
                <a:ext uri="{FF2B5EF4-FFF2-40B4-BE49-F238E27FC236}">
                  <a16:creationId xmlns:a16="http://schemas.microsoft.com/office/drawing/2014/main" id="{4DA05A27-CA6E-3F27-36FF-3C9B26DDFE73}"/>
                </a:ext>
              </a:extLst>
            </p:cNvPr>
            <p:cNvSpPr>
              <a:spLocks noChangeShapeType="1"/>
            </p:cNvSpPr>
            <p:nvPr/>
          </p:nvSpPr>
          <p:spPr bwMode="auto">
            <a:xfrm>
              <a:off x="2751" y="1517"/>
              <a:ext cx="41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Rectangle 16">
              <a:extLst>
                <a:ext uri="{FF2B5EF4-FFF2-40B4-BE49-F238E27FC236}">
                  <a16:creationId xmlns:a16="http://schemas.microsoft.com/office/drawing/2014/main" id="{F0BAD05E-A606-2D31-2FFB-3AC8100616A7}"/>
                </a:ext>
              </a:extLst>
            </p:cNvPr>
            <p:cNvSpPr>
              <a:spLocks noChangeArrowheads="1"/>
            </p:cNvSpPr>
            <p:nvPr/>
          </p:nvSpPr>
          <p:spPr bwMode="auto">
            <a:xfrm>
              <a:off x="3161" y="1431"/>
              <a:ext cx="411" cy="517"/>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9" name="Line 17">
              <a:extLst>
                <a:ext uri="{FF2B5EF4-FFF2-40B4-BE49-F238E27FC236}">
                  <a16:creationId xmlns:a16="http://schemas.microsoft.com/office/drawing/2014/main" id="{315F21FA-E0CD-CAA7-AEB1-73453056AB3A}"/>
                </a:ext>
              </a:extLst>
            </p:cNvPr>
            <p:cNvSpPr>
              <a:spLocks noChangeShapeType="1"/>
            </p:cNvSpPr>
            <p:nvPr/>
          </p:nvSpPr>
          <p:spPr bwMode="auto">
            <a:xfrm>
              <a:off x="3161" y="1728"/>
              <a:ext cx="91" cy="4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18">
              <a:extLst>
                <a:ext uri="{FF2B5EF4-FFF2-40B4-BE49-F238E27FC236}">
                  <a16:creationId xmlns:a16="http://schemas.microsoft.com/office/drawing/2014/main" id="{F0F81664-08F7-1D67-DE77-57B0B3FF21EC}"/>
                </a:ext>
              </a:extLst>
            </p:cNvPr>
            <p:cNvSpPr>
              <a:spLocks noChangeShapeType="1"/>
            </p:cNvSpPr>
            <p:nvPr/>
          </p:nvSpPr>
          <p:spPr bwMode="auto">
            <a:xfrm flipH="1">
              <a:off x="3156" y="1776"/>
              <a:ext cx="92" cy="6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Text Box 19">
              <a:extLst>
                <a:ext uri="{FF2B5EF4-FFF2-40B4-BE49-F238E27FC236}">
                  <a16:creationId xmlns:a16="http://schemas.microsoft.com/office/drawing/2014/main" id="{9B6FF71F-BEF5-D683-DF89-3A70051001DD}"/>
                </a:ext>
              </a:extLst>
            </p:cNvPr>
            <p:cNvSpPr txBox="1">
              <a:spLocks noChangeArrowheads="1"/>
            </p:cNvSpPr>
            <p:nvPr/>
          </p:nvSpPr>
          <p:spPr bwMode="auto">
            <a:xfrm>
              <a:off x="3197" y="1911"/>
              <a:ext cx="3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FF</a:t>
              </a:r>
              <a:r>
                <a:rPr kumimoji="1" lang="en-US" altLang="zh-CN" sz="1400"/>
                <a:t>1</a:t>
              </a:r>
              <a:endParaRPr kumimoji="1" lang="en-US" altLang="zh-CN" sz="2000"/>
            </a:p>
          </p:txBody>
        </p:sp>
        <p:sp>
          <p:nvSpPr>
            <p:cNvPr id="22" name="Text Box 20">
              <a:extLst>
                <a:ext uri="{FF2B5EF4-FFF2-40B4-BE49-F238E27FC236}">
                  <a16:creationId xmlns:a16="http://schemas.microsoft.com/office/drawing/2014/main" id="{8050E75C-C0AA-1CA5-536C-11FE9B7A36B6}"/>
                </a:ext>
              </a:extLst>
            </p:cNvPr>
            <p:cNvSpPr txBox="1">
              <a:spLocks noChangeArrowheads="1"/>
            </p:cNvSpPr>
            <p:nvPr/>
          </p:nvSpPr>
          <p:spPr bwMode="auto">
            <a:xfrm>
              <a:off x="3562" y="1518"/>
              <a:ext cx="2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1400"/>
                <a:t>1</a:t>
              </a:r>
              <a:endParaRPr kumimoji="1" lang="en-US" altLang="zh-CN" sz="2000"/>
            </a:p>
          </p:txBody>
        </p:sp>
        <p:sp>
          <p:nvSpPr>
            <p:cNvPr id="23" name="Line 21">
              <a:extLst>
                <a:ext uri="{FF2B5EF4-FFF2-40B4-BE49-F238E27FC236}">
                  <a16:creationId xmlns:a16="http://schemas.microsoft.com/office/drawing/2014/main" id="{18EA5E05-0211-B58D-F694-49254398C046}"/>
                </a:ext>
              </a:extLst>
            </p:cNvPr>
            <p:cNvSpPr>
              <a:spLocks noChangeShapeType="1"/>
            </p:cNvSpPr>
            <p:nvPr/>
          </p:nvSpPr>
          <p:spPr bwMode="auto">
            <a:xfrm>
              <a:off x="3070" y="1782"/>
              <a:ext cx="91"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2">
              <a:extLst>
                <a:ext uri="{FF2B5EF4-FFF2-40B4-BE49-F238E27FC236}">
                  <a16:creationId xmlns:a16="http://schemas.microsoft.com/office/drawing/2014/main" id="{87D567FC-A116-9FB5-628B-E19496756F3E}"/>
                </a:ext>
              </a:extLst>
            </p:cNvPr>
            <p:cNvSpPr>
              <a:spLocks noChangeShapeType="1"/>
            </p:cNvSpPr>
            <p:nvPr/>
          </p:nvSpPr>
          <p:spPr bwMode="auto">
            <a:xfrm>
              <a:off x="3572" y="1517"/>
              <a:ext cx="41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Rectangle 23">
              <a:extLst>
                <a:ext uri="{FF2B5EF4-FFF2-40B4-BE49-F238E27FC236}">
                  <a16:creationId xmlns:a16="http://schemas.microsoft.com/office/drawing/2014/main" id="{BD9908ED-A9EB-322E-DE16-9F38E0434FD1}"/>
                </a:ext>
              </a:extLst>
            </p:cNvPr>
            <p:cNvSpPr>
              <a:spLocks noChangeArrowheads="1"/>
            </p:cNvSpPr>
            <p:nvPr/>
          </p:nvSpPr>
          <p:spPr bwMode="auto">
            <a:xfrm>
              <a:off x="3982" y="1431"/>
              <a:ext cx="410" cy="51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26" name="Line 24">
              <a:extLst>
                <a:ext uri="{FF2B5EF4-FFF2-40B4-BE49-F238E27FC236}">
                  <a16:creationId xmlns:a16="http://schemas.microsoft.com/office/drawing/2014/main" id="{746E74F1-734E-2A20-7B10-4F554BC1CA2D}"/>
                </a:ext>
              </a:extLst>
            </p:cNvPr>
            <p:cNvSpPr>
              <a:spLocks noChangeShapeType="1"/>
            </p:cNvSpPr>
            <p:nvPr/>
          </p:nvSpPr>
          <p:spPr bwMode="auto">
            <a:xfrm>
              <a:off x="3982" y="1728"/>
              <a:ext cx="91" cy="4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5">
              <a:extLst>
                <a:ext uri="{FF2B5EF4-FFF2-40B4-BE49-F238E27FC236}">
                  <a16:creationId xmlns:a16="http://schemas.microsoft.com/office/drawing/2014/main" id="{81D66C06-AA96-903A-5461-5C1222F5F4D0}"/>
                </a:ext>
              </a:extLst>
            </p:cNvPr>
            <p:cNvSpPr>
              <a:spLocks noChangeShapeType="1"/>
            </p:cNvSpPr>
            <p:nvPr/>
          </p:nvSpPr>
          <p:spPr bwMode="auto">
            <a:xfrm flipH="1">
              <a:off x="3977" y="1776"/>
              <a:ext cx="91" cy="6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Text Box 26">
              <a:extLst>
                <a:ext uri="{FF2B5EF4-FFF2-40B4-BE49-F238E27FC236}">
                  <a16:creationId xmlns:a16="http://schemas.microsoft.com/office/drawing/2014/main" id="{DFFF901B-C4AD-1CDD-36E4-77DA1F63A1EC}"/>
                </a:ext>
              </a:extLst>
            </p:cNvPr>
            <p:cNvSpPr txBox="1">
              <a:spLocks noChangeArrowheads="1"/>
            </p:cNvSpPr>
            <p:nvPr/>
          </p:nvSpPr>
          <p:spPr bwMode="auto">
            <a:xfrm>
              <a:off x="4018" y="1911"/>
              <a:ext cx="3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FF</a:t>
              </a:r>
              <a:r>
                <a:rPr kumimoji="1" lang="en-US" altLang="zh-CN" sz="1400"/>
                <a:t>2</a:t>
              </a:r>
              <a:endParaRPr kumimoji="1" lang="en-US" altLang="zh-CN" sz="2000"/>
            </a:p>
          </p:txBody>
        </p:sp>
        <p:sp>
          <p:nvSpPr>
            <p:cNvPr id="29" name="Text Box 27">
              <a:extLst>
                <a:ext uri="{FF2B5EF4-FFF2-40B4-BE49-F238E27FC236}">
                  <a16:creationId xmlns:a16="http://schemas.microsoft.com/office/drawing/2014/main" id="{12E7E3DB-2C6B-5FEF-4CA1-20FD192FBD6A}"/>
                </a:ext>
              </a:extLst>
            </p:cNvPr>
            <p:cNvSpPr txBox="1">
              <a:spLocks noChangeArrowheads="1"/>
            </p:cNvSpPr>
            <p:nvPr/>
          </p:nvSpPr>
          <p:spPr bwMode="auto">
            <a:xfrm>
              <a:off x="4383" y="1518"/>
              <a:ext cx="2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1400"/>
                <a:t>2</a:t>
              </a:r>
              <a:endParaRPr kumimoji="1" lang="en-US" altLang="zh-CN" sz="2000"/>
            </a:p>
          </p:txBody>
        </p:sp>
        <p:sp>
          <p:nvSpPr>
            <p:cNvPr id="30" name="Line 28">
              <a:extLst>
                <a:ext uri="{FF2B5EF4-FFF2-40B4-BE49-F238E27FC236}">
                  <a16:creationId xmlns:a16="http://schemas.microsoft.com/office/drawing/2014/main" id="{8ACBADD8-6321-B24D-6A75-5F53ACAF1E65}"/>
                </a:ext>
              </a:extLst>
            </p:cNvPr>
            <p:cNvSpPr>
              <a:spLocks noChangeShapeType="1"/>
            </p:cNvSpPr>
            <p:nvPr/>
          </p:nvSpPr>
          <p:spPr bwMode="auto">
            <a:xfrm>
              <a:off x="3890" y="1788"/>
              <a:ext cx="92"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29">
              <a:extLst>
                <a:ext uri="{FF2B5EF4-FFF2-40B4-BE49-F238E27FC236}">
                  <a16:creationId xmlns:a16="http://schemas.microsoft.com/office/drawing/2014/main" id="{472D6F40-409A-2094-966E-3FB42ACE54B0}"/>
                </a:ext>
              </a:extLst>
            </p:cNvPr>
            <p:cNvSpPr>
              <a:spLocks noChangeShapeType="1"/>
            </p:cNvSpPr>
            <p:nvPr/>
          </p:nvSpPr>
          <p:spPr bwMode="auto">
            <a:xfrm>
              <a:off x="4392" y="1517"/>
              <a:ext cx="41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Rectangle 30">
              <a:extLst>
                <a:ext uri="{FF2B5EF4-FFF2-40B4-BE49-F238E27FC236}">
                  <a16:creationId xmlns:a16="http://schemas.microsoft.com/office/drawing/2014/main" id="{96568F80-8942-1349-BA98-69E741BE2F7C}"/>
                </a:ext>
              </a:extLst>
            </p:cNvPr>
            <p:cNvSpPr>
              <a:spLocks noChangeArrowheads="1"/>
            </p:cNvSpPr>
            <p:nvPr/>
          </p:nvSpPr>
          <p:spPr bwMode="auto">
            <a:xfrm>
              <a:off x="4802" y="1431"/>
              <a:ext cx="411" cy="51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33" name="Line 31">
              <a:extLst>
                <a:ext uri="{FF2B5EF4-FFF2-40B4-BE49-F238E27FC236}">
                  <a16:creationId xmlns:a16="http://schemas.microsoft.com/office/drawing/2014/main" id="{E614AAA1-D064-E58D-A8C2-B5EC93A2602B}"/>
                </a:ext>
              </a:extLst>
            </p:cNvPr>
            <p:cNvSpPr>
              <a:spLocks noChangeShapeType="1"/>
            </p:cNvSpPr>
            <p:nvPr/>
          </p:nvSpPr>
          <p:spPr bwMode="auto">
            <a:xfrm>
              <a:off x="4802" y="1728"/>
              <a:ext cx="92" cy="4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32">
              <a:extLst>
                <a:ext uri="{FF2B5EF4-FFF2-40B4-BE49-F238E27FC236}">
                  <a16:creationId xmlns:a16="http://schemas.microsoft.com/office/drawing/2014/main" id="{DD652FB3-4282-5A66-62B5-0BDF56C7CE91}"/>
                </a:ext>
              </a:extLst>
            </p:cNvPr>
            <p:cNvSpPr>
              <a:spLocks noChangeShapeType="1"/>
            </p:cNvSpPr>
            <p:nvPr/>
          </p:nvSpPr>
          <p:spPr bwMode="auto">
            <a:xfrm flipH="1">
              <a:off x="4798" y="1776"/>
              <a:ext cx="91" cy="6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Text Box 33">
              <a:extLst>
                <a:ext uri="{FF2B5EF4-FFF2-40B4-BE49-F238E27FC236}">
                  <a16:creationId xmlns:a16="http://schemas.microsoft.com/office/drawing/2014/main" id="{C25772DB-7A5B-A0F6-0D29-3049CC0011CB}"/>
                </a:ext>
              </a:extLst>
            </p:cNvPr>
            <p:cNvSpPr txBox="1">
              <a:spLocks noChangeArrowheads="1"/>
            </p:cNvSpPr>
            <p:nvPr/>
          </p:nvSpPr>
          <p:spPr bwMode="auto">
            <a:xfrm>
              <a:off x="4839" y="1911"/>
              <a:ext cx="3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FF</a:t>
              </a:r>
              <a:r>
                <a:rPr kumimoji="1" lang="en-US" altLang="zh-CN" sz="1400"/>
                <a:t>3</a:t>
              </a:r>
              <a:endParaRPr kumimoji="1" lang="en-US" altLang="zh-CN" sz="2000"/>
            </a:p>
          </p:txBody>
        </p:sp>
        <p:sp>
          <p:nvSpPr>
            <p:cNvPr id="36" name="Text Box 34">
              <a:extLst>
                <a:ext uri="{FF2B5EF4-FFF2-40B4-BE49-F238E27FC236}">
                  <a16:creationId xmlns:a16="http://schemas.microsoft.com/office/drawing/2014/main" id="{9A677ACD-1444-1BCD-82F2-F52E91C82DCF}"/>
                </a:ext>
              </a:extLst>
            </p:cNvPr>
            <p:cNvSpPr txBox="1">
              <a:spLocks noChangeArrowheads="1"/>
            </p:cNvSpPr>
            <p:nvPr/>
          </p:nvSpPr>
          <p:spPr bwMode="auto">
            <a:xfrm>
              <a:off x="5203" y="1518"/>
              <a:ext cx="2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1400"/>
                <a:t>3</a:t>
              </a:r>
              <a:endParaRPr kumimoji="1" lang="en-US" altLang="zh-CN" sz="2000"/>
            </a:p>
          </p:txBody>
        </p:sp>
        <p:sp>
          <p:nvSpPr>
            <p:cNvPr id="37" name="Line 35">
              <a:extLst>
                <a:ext uri="{FF2B5EF4-FFF2-40B4-BE49-F238E27FC236}">
                  <a16:creationId xmlns:a16="http://schemas.microsoft.com/office/drawing/2014/main" id="{27069591-F970-105A-0A7C-424EB60F8699}"/>
                </a:ext>
              </a:extLst>
            </p:cNvPr>
            <p:cNvSpPr>
              <a:spLocks noChangeShapeType="1"/>
            </p:cNvSpPr>
            <p:nvPr/>
          </p:nvSpPr>
          <p:spPr bwMode="auto">
            <a:xfrm>
              <a:off x="4711" y="1788"/>
              <a:ext cx="91"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8" name="Group 36">
              <a:extLst>
                <a:ext uri="{FF2B5EF4-FFF2-40B4-BE49-F238E27FC236}">
                  <a16:creationId xmlns:a16="http://schemas.microsoft.com/office/drawing/2014/main" id="{E794BF0C-B676-9D06-2716-48F278451DF9}"/>
                </a:ext>
              </a:extLst>
            </p:cNvPr>
            <p:cNvGrpSpPr>
              <a:grpSpLocks/>
            </p:cNvGrpSpPr>
            <p:nvPr/>
          </p:nvGrpSpPr>
          <p:grpSpPr bwMode="auto">
            <a:xfrm>
              <a:off x="2249" y="1774"/>
              <a:ext cx="2462" cy="401"/>
              <a:chOff x="2249" y="1714"/>
              <a:chExt cx="2462" cy="461"/>
            </a:xfrm>
          </p:grpSpPr>
          <p:sp>
            <p:nvSpPr>
              <p:cNvPr id="47" name="Line 37">
                <a:extLst>
                  <a:ext uri="{FF2B5EF4-FFF2-40B4-BE49-F238E27FC236}">
                    <a16:creationId xmlns:a16="http://schemas.microsoft.com/office/drawing/2014/main" id="{5E920AC4-0227-E336-50A1-BE4B5C52C30D}"/>
                  </a:ext>
                </a:extLst>
              </p:cNvPr>
              <p:cNvSpPr>
                <a:spLocks noChangeShapeType="1"/>
              </p:cNvSpPr>
              <p:nvPr/>
            </p:nvSpPr>
            <p:spPr bwMode="auto">
              <a:xfrm>
                <a:off x="2249" y="1722"/>
                <a:ext cx="0" cy="438"/>
              </a:xfrm>
              <a:prstGeom prst="line">
                <a:avLst/>
              </a:prstGeom>
              <a:noFill/>
              <a:ln w="28575">
                <a:solidFill>
                  <a:schemeClr val="tx1"/>
                </a:solidFill>
                <a:miter lim="800000"/>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Line 38">
                <a:extLst>
                  <a:ext uri="{FF2B5EF4-FFF2-40B4-BE49-F238E27FC236}">
                    <a16:creationId xmlns:a16="http://schemas.microsoft.com/office/drawing/2014/main" id="{7FCE4590-D5D4-0C62-9403-37F43FB78C66}"/>
                  </a:ext>
                </a:extLst>
              </p:cNvPr>
              <p:cNvSpPr>
                <a:spLocks noChangeShapeType="1"/>
              </p:cNvSpPr>
              <p:nvPr/>
            </p:nvSpPr>
            <p:spPr bwMode="auto">
              <a:xfrm>
                <a:off x="3070" y="1714"/>
                <a:ext cx="0" cy="438"/>
              </a:xfrm>
              <a:prstGeom prst="line">
                <a:avLst/>
              </a:prstGeom>
              <a:noFill/>
              <a:ln w="28575">
                <a:solidFill>
                  <a:schemeClr val="tx1"/>
                </a:solidFill>
                <a:miter lim="800000"/>
                <a:headEnd type="none" w="lg" len="me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39">
                <a:extLst>
                  <a:ext uri="{FF2B5EF4-FFF2-40B4-BE49-F238E27FC236}">
                    <a16:creationId xmlns:a16="http://schemas.microsoft.com/office/drawing/2014/main" id="{6FC40716-2E0B-721E-A12B-141B250F010D}"/>
                  </a:ext>
                </a:extLst>
              </p:cNvPr>
              <p:cNvSpPr>
                <a:spLocks noChangeShapeType="1"/>
              </p:cNvSpPr>
              <p:nvPr/>
            </p:nvSpPr>
            <p:spPr bwMode="auto">
              <a:xfrm>
                <a:off x="3890" y="1715"/>
                <a:ext cx="0" cy="438"/>
              </a:xfrm>
              <a:prstGeom prst="line">
                <a:avLst/>
              </a:prstGeom>
              <a:noFill/>
              <a:ln w="28575">
                <a:solidFill>
                  <a:schemeClr val="tx1"/>
                </a:solidFill>
                <a:miter lim="800000"/>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40">
                <a:extLst>
                  <a:ext uri="{FF2B5EF4-FFF2-40B4-BE49-F238E27FC236}">
                    <a16:creationId xmlns:a16="http://schemas.microsoft.com/office/drawing/2014/main" id="{9B6F9308-AF5E-F3C0-4BD2-1650154D4F01}"/>
                  </a:ext>
                </a:extLst>
              </p:cNvPr>
              <p:cNvSpPr>
                <a:spLocks noChangeShapeType="1"/>
              </p:cNvSpPr>
              <p:nvPr/>
            </p:nvSpPr>
            <p:spPr bwMode="auto">
              <a:xfrm>
                <a:off x="4711" y="1715"/>
                <a:ext cx="0" cy="46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9" name="Line 41">
              <a:extLst>
                <a:ext uri="{FF2B5EF4-FFF2-40B4-BE49-F238E27FC236}">
                  <a16:creationId xmlns:a16="http://schemas.microsoft.com/office/drawing/2014/main" id="{EE97D223-8AA5-C944-0D67-D8D54222E20A}"/>
                </a:ext>
              </a:extLst>
            </p:cNvPr>
            <p:cNvSpPr>
              <a:spLocks noChangeShapeType="1"/>
            </p:cNvSpPr>
            <p:nvPr/>
          </p:nvSpPr>
          <p:spPr bwMode="auto">
            <a:xfrm>
              <a:off x="5213" y="1517"/>
              <a:ext cx="228"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42">
              <a:extLst>
                <a:ext uri="{FF2B5EF4-FFF2-40B4-BE49-F238E27FC236}">
                  <a16:creationId xmlns:a16="http://schemas.microsoft.com/office/drawing/2014/main" id="{A027E90C-C1D3-DE5D-C3A5-AE731E7AD4DF}"/>
                </a:ext>
              </a:extLst>
            </p:cNvPr>
            <p:cNvSpPr>
              <a:spLocks noChangeShapeType="1"/>
            </p:cNvSpPr>
            <p:nvPr/>
          </p:nvSpPr>
          <p:spPr bwMode="auto">
            <a:xfrm>
              <a:off x="1927" y="2164"/>
              <a:ext cx="2784"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43">
              <a:extLst>
                <a:ext uri="{FF2B5EF4-FFF2-40B4-BE49-F238E27FC236}">
                  <a16:creationId xmlns:a16="http://schemas.microsoft.com/office/drawing/2014/main" id="{CB1531EC-4856-73FB-CC8E-1CE3B912148C}"/>
                </a:ext>
              </a:extLst>
            </p:cNvPr>
            <p:cNvSpPr>
              <a:spLocks noChangeShapeType="1"/>
            </p:cNvSpPr>
            <p:nvPr/>
          </p:nvSpPr>
          <p:spPr bwMode="auto">
            <a:xfrm flipH="1">
              <a:off x="2200" y="1517"/>
              <a:ext cx="14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44">
              <a:extLst>
                <a:ext uri="{FF2B5EF4-FFF2-40B4-BE49-F238E27FC236}">
                  <a16:creationId xmlns:a16="http://schemas.microsoft.com/office/drawing/2014/main" id="{F9FCA8FB-1848-15CB-E459-7B613B629846}"/>
                </a:ext>
              </a:extLst>
            </p:cNvPr>
            <p:cNvSpPr>
              <a:spLocks noChangeShapeType="1"/>
            </p:cNvSpPr>
            <p:nvPr/>
          </p:nvSpPr>
          <p:spPr bwMode="auto">
            <a:xfrm flipV="1">
              <a:off x="2203" y="1253"/>
              <a:ext cx="0" cy="264"/>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45">
              <a:extLst>
                <a:ext uri="{FF2B5EF4-FFF2-40B4-BE49-F238E27FC236}">
                  <a16:creationId xmlns:a16="http://schemas.microsoft.com/office/drawing/2014/main" id="{21B16056-A80B-BD98-DD79-DD3E8D8FEA8C}"/>
                </a:ext>
              </a:extLst>
            </p:cNvPr>
            <p:cNvSpPr>
              <a:spLocks noChangeShapeType="1"/>
            </p:cNvSpPr>
            <p:nvPr/>
          </p:nvSpPr>
          <p:spPr bwMode="auto">
            <a:xfrm flipH="1">
              <a:off x="2203" y="1253"/>
              <a:ext cx="3247"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Text Box 46">
              <a:extLst>
                <a:ext uri="{FF2B5EF4-FFF2-40B4-BE49-F238E27FC236}">
                  <a16:creationId xmlns:a16="http://schemas.microsoft.com/office/drawing/2014/main" id="{BCB63A5F-51A0-4229-A866-F549CD2E74A7}"/>
                </a:ext>
              </a:extLst>
            </p:cNvPr>
            <p:cNvSpPr txBox="1">
              <a:spLocks noChangeArrowheads="1"/>
            </p:cNvSpPr>
            <p:nvPr/>
          </p:nvSpPr>
          <p:spPr bwMode="auto">
            <a:xfrm>
              <a:off x="1920" y="1356"/>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D</a:t>
              </a:r>
              <a:r>
                <a:rPr kumimoji="1" lang="en-US" altLang="zh-CN" sz="1400"/>
                <a:t>0</a:t>
              </a:r>
              <a:endParaRPr kumimoji="1" lang="en-US" altLang="zh-CN" sz="2000"/>
            </a:p>
          </p:txBody>
        </p:sp>
        <p:sp>
          <p:nvSpPr>
            <p:cNvPr id="45" name="Text Box 47">
              <a:extLst>
                <a:ext uri="{FF2B5EF4-FFF2-40B4-BE49-F238E27FC236}">
                  <a16:creationId xmlns:a16="http://schemas.microsoft.com/office/drawing/2014/main" id="{CED9186C-9895-201B-4A33-029227713A90}"/>
                </a:ext>
              </a:extLst>
            </p:cNvPr>
            <p:cNvSpPr txBox="1">
              <a:spLocks noChangeArrowheads="1"/>
            </p:cNvSpPr>
            <p:nvPr/>
          </p:nvSpPr>
          <p:spPr bwMode="auto">
            <a:xfrm>
              <a:off x="1884" y="1911"/>
              <a:ext cx="33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CP</a:t>
              </a:r>
            </a:p>
          </p:txBody>
        </p:sp>
        <p:sp>
          <p:nvSpPr>
            <p:cNvPr id="46" name="Line 48">
              <a:extLst>
                <a:ext uri="{FF2B5EF4-FFF2-40B4-BE49-F238E27FC236}">
                  <a16:creationId xmlns:a16="http://schemas.microsoft.com/office/drawing/2014/main" id="{2F2919B0-3A37-DBBB-EA3F-13506B29A1A1}"/>
                </a:ext>
              </a:extLst>
            </p:cNvPr>
            <p:cNvSpPr>
              <a:spLocks noChangeShapeType="1"/>
            </p:cNvSpPr>
            <p:nvPr/>
          </p:nvSpPr>
          <p:spPr bwMode="auto">
            <a:xfrm flipV="1">
              <a:off x="5442" y="1253"/>
              <a:ext cx="0" cy="264"/>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1" name="Text Box 49">
            <a:extLst>
              <a:ext uri="{FF2B5EF4-FFF2-40B4-BE49-F238E27FC236}">
                <a16:creationId xmlns:a16="http://schemas.microsoft.com/office/drawing/2014/main" id="{477B06A3-9CED-1A04-0DA8-C32D732ED502}"/>
              </a:ext>
            </a:extLst>
          </p:cNvPr>
          <p:cNvSpPr txBox="1">
            <a:spLocks noChangeArrowheads="1"/>
          </p:cNvSpPr>
          <p:nvPr/>
        </p:nvSpPr>
        <p:spPr bwMode="auto">
          <a:xfrm>
            <a:off x="966569" y="1579398"/>
            <a:ext cx="15414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b="0"/>
              <a:t>D</a:t>
            </a:r>
            <a:r>
              <a:rPr lang="en-US" altLang="zh-CN" sz="2000" b="0"/>
              <a:t>0</a:t>
            </a:r>
            <a:r>
              <a:rPr lang="en-US" altLang="zh-CN" b="0"/>
              <a:t> = Q</a:t>
            </a:r>
            <a:r>
              <a:rPr lang="en-US" altLang="zh-CN" sz="2000" b="0"/>
              <a:t>n-1</a:t>
            </a:r>
          </a:p>
        </p:txBody>
      </p:sp>
      <p:grpSp>
        <p:nvGrpSpPr>
          <p:cNvPr id="52" name="Group 50">
            <a:extLst>
              <a:ext uri="{FF2B5EF4-FFF2-40B4-BE49-F238E27FC236}">
                <a16:creationId xmlns:a16="http://schemas.microsoft.com/office/drawing/2014/main" id="{148FFFF4-6DFE-68F0-9869-E1E0FC64E117}"/>
              </a:ext>
            </a:extLst>
          </p:cNvPr>
          <p:cNvGrpSpPr>
            <a:grpSpLocks/>
          </p:cNvGrpSpPr>
          <p:nvPr/>
        </p:nvGrpSpPr>
        <p:grpSpPr bwMode="auto">
          <a:xfrm>
            <a:off x="834806" y="3198648"/>
            <a:ext cx="7866063" cy="1981200"/>
            <a:chOff x="506" y="2432"/>
            <a:chExt cx="4955" cy="1248"/>
          </a:xfrm>
        </p:grpSpPr>
        <p:sp>
          <p:nvSpPr>
            <p:cNvPr id="53" name="Text Box 51">
              <a:extLst>
                <a:ext uri="{FF2B5EF4-FFF2-40B4-BE49-F238E27FC236}">
                  <a16:creationId xmlns:a16="http://schemas.microsoft.com/office/drawing/2014/main" id="{2E009FDA-BE4B-A10D-A983-9F38508C0D62}"/>
                </a:ext>
              </a:extLst>
            </p:cNvPr>
            <p:cNvSpPr txBox="1">
              <a:spLocks noChangeArrowheads="1"/>
            </p:cNvSpPr>
            <p:nvPr/>
          </p:nvSpPr>
          <p:spPr bwMode="auto">
            <a:xfrm>
              <a:off x="1723" y="2780"/>
              <a:ext cx="103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1110       0111</a:t>
              </a:r>
            </a:p>
            <a:p>
              <a:pPr eaLnBrk="1" hangingPunct="1">
                <a:spcAft>
                  <a:spcPct val="0"/>
                </a:spcAft>
                <a:buFontTx/>
                <a:buNone/>
              </a:pPr>
              <a:endParaRPr kumimoji="1" lang="en-US" altLang="zh-CN" sz="2000"/>
            </a:p>
            <a:p>
              <a:pPr eaLnBrk="1" hangingPunct="1">
                <a:spcAft>
                  <a:spcPct val="0"/>
                </a:spcAft>
                <a:buFontTx/>
                <a:buNone/>
              </a:pPr>
              <a:r>
                <a:rPr kumimoji="1" lang="en-US" altLang="zh-CN" sz="2000"/>
                <a:t>1101       1011</a:t>
              </a:r>
            </a:p>
          </p:txBody>
        </p:sp>
        <p:sp>
          <p:nvSpPr>
            <p:cNvPr id="54" name="Text Box 52">
              <a:extLst>
                <a:ext uri="{FF2B5EF4-FFF2-40B4-BE49-F238E27FC236}">
                  <a16:creationId xmlns:a16="http://schemas.microsoft.com/office/drawing/2014/main" id="{2E8DFF4C-25D3-FB39-6870-FC1EFF808986}"/>
                </a:ext>
              </a:extLst>
            </p:cNvPr>
            <p:cNvSpPr txBox="1">
              <a:spLocks noChangeArrowheads="1"/>
            </p:cNvSpPr>
            <p:nvPr/>
          </p:nvSpPr>
          <p:spPr bwMode="auto">
            <a:xfrm>
              <a:off x="2971" y="2768"/>
              <a:ext cx="103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1100       0110</a:t>
              </a:r>
            </a:p>
            <a:p>
              <a:pPr eaLnBrk="1" hangingPunct="1">
                <a:spcAft>
                  <a:spcPct val="0"/>
                </a:spcAft>
                <a:buFontTx/>
                <a:buNone/>
              </a:pPr>
              <a:endParaRPr kumimoji="1" lang="en-US" altLang="zh-CN" sz="2000"/>
            </a:p>
            <a:p>
              <a:pPr eaLnBrk="1" hangingPunct="1">
                <a:spcAft>
                  <a:spcPct val="0"/>
                </a:spcAft>
                <a:buFontTx/>
                <a:buNone/>
              </a:pPr>
              <a:r>
                <a:rPr kumimoji="1" lang="en-US" altLang="zh-CN" sz="2000"/>
                <a:t>1001       0011</a:t>
              </a:r>
            </a:p>
          </p:txBody>
        </p:sp>
        <p:sp>
          <p:nvSpPr>
            <p:cNvPr id="55" name="Text Box 53">
              <a:extLst>
                <a:ext uri="{FF2B5EF4-FFF2-40B4-BE49-F238E27FC236}">
                  <a16:creationId xmlns:a16="http://schemas.microsoft.com/office/drawing/2014/main" id="{3264BACE-C80E-7565-D3FE-1CD586A8DD0C}"/>
                </a:ext>
              </a:extLst>
            </p:cNvPr>
            <p:cNvSpPr txBox="1">
              <a:spLocks noChangeArrowheads="1"/>
            </p:cNvSpPr>
            <p:nvPr/>
          </p:nvSpPr>
          <p:spPr bwMode="auto">
            <a:xfrm>
              <a:off x="506" y="2777"/>
              <a:ext cx="103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solidFill>
                    <a:srgbClr val="0000FF"/>
                  </a:solidFill>
                </a:rPr>
                <a:t>1000       0100</a:t>
              </a:r>
            </a:p>
            <a:p>
              <a:pPr eaLnBrk="1" hangingPunct="1">
                <a:spcAft>
                  <a:spcPct val="0"/>
                </a:spcAft>
                <a:buFontTx/>
                <a:buNone/>
              </a:pPr>
              <a:endParaRPr kumimoji="1" lang="en-US" altLang="zh-CN" sz="2000">
                <a:solidFill>
                  <a:srgbClr val="0000FF"/>
                </a:solidFill>
              </a:endParaRPr>
            </a:p>
            <a:p>
              <a:pPr eaLnBrk="1" hangingPunct="1">
                <a:spcAft>
                  <a:spcPct val="0"/>
                </a:spcAft>
                <a:buFontTx/>
                <a:buNone/>
              </a:pPr>
              <a:r>
                <a:rPr kumimoji="1" lang="en-US" altLang="zh-CN" sz="2000">
                  <a:solidFill>
                    <a:srgbClr val="0000FF"/>
                  </a:solidFill>
                </a:rPr>
                <a:t>0001       0010</a:t>
              </a:r>
            </a:p>
          </p:txBody>
        </p:sp>
        <p:sp>
          <p:nvSpPr>
            <p:cNvPr id="56" name="Arc 54">
              <a:extLst>
                <a:ext uri="{FF2B5EF4-FFF2-40B4-BE49-F238E27FC236}">
                  <a16:creationId xmlns:a16="http://schemas.microsoft.com/office/drawing/2014/main" id="{ED62B30E-BD07-EFC5-24A8-66C7EFE9D05E}"/>
                </a:ext>
              </a:extLst>
            </p:cNvPr>
            <p:cNvSpPr>
              <a:spLocks/>
            </p:cNvSpPr>
            <p:nvPr/>
          </p:nvSpPr>
          <p:spPr bwMode="auto">
            <a:xfrm rot="5400000">
              <a:off x="4494" y="3040"/>
              <a:ext cx="408" cy="143"/>
            </a:xfrm>
            <a:custGeom>
              <a:avLst/>
              <a:gdLst>
                <a:gd name="T0" fmla="*/ 0 w 43191"/>
                <a:gd name="T1" fmla="*/ 0 h 25870"/>
                <a:gd name="T2" fmla="*/ 0 w 43191"/>
                <a:gd name="T3" fmla="*/ 0 h 25870"/>
                <a:gd name="T4" fmla="*/ 0 w 43191"/>
                <a:gd name="T5" fmla="*/ 0 h 25870"/>
                <a:gd name="T6" fmla="*/ 0 60000 65536"/>
                <a:gd name="T7" fmla="*/ 0 60000 65536"/>
                <a:gd name="T8" fmla="*/ 0 60000 65536"/>
                <a:gd name="T9" fmla="*/ 0 w 43191"/>
                <a:gd name="T10" fmla="*/ 0 h 25870"/>
                <a:gd name="T11" fmla="*/ 43191 w 43191"/>
                <a:gd name="T12" fmla="*/ 25870 h 25870"/>
              </a:gdLst>
              <a:ahLst/>
              <a:cxnLst>
                <a:cxn ang="T6">
                  <a:pos x="T0" y="T1"/>
                </a:cxn>
                <a:cxn ang="T7">
                  <a:pos x="T2" y="T3"/>
                </a:cxn>
                <a:cxn ang="T8">
                  <a:pos x="T4" y="T5"/>
                </a:cxn>
              </a:cxnLst>
              <a:rect l="T9" t="T10" r="T11" b="T12"/>
              <a:pathLst>
                <a:path w="43191" h="25870" fill="none" extrusionOk="0">
                  <a:moveTo>
                    <a:pt x="-1" y="20983"/>
                  </a:moveTo>
                  <a:cubicBezTo>
                    <a:pt x="333" y="9299"/>
                    <a:pt x="9901" y="-1"/>
                    <a:pt x="21591" y="0"/>
                  </a:cubicBezTo>
                  <a:cubicBezTo>
                    <a:pt x="33520" y="0"/>
                    <a:pt x="43191" y="9670"/>
                    <a:pt x="43191" y="21600"/>
                  </a:cubicBezTo>
                  <a:cubicBezTo>
                    <a:pt x="43191" y="23033"/>
                    <a:pt x="43048" y="24464"/>
                    <a:pt x="42764" y="25869"/>
                  </a:cubicBezTo>
                </a:path>
                <a:path w="43191" h="25870" stroke="0" extrusionOk="0">
                  <a:moveTo>
                    <a:pt x="-1" y="20983"/>
                  </a:moveTo>
                  <a:cubicBezTo>
                    <a:pt x="333" y="9299"/>
                    <a:pt x="9901" y="-1"/>
                    <a:pt x="21591" y="0"/>
                  </a:cubicBezTo>
                  <a:cubicBezTo>
                    <a:pt x="33520" y="0"/>
                    <a:pt x="43191" y="9670"/>
                    <a:pt x="43191" y="21600"/>
                  </a:cubicBezTo>
                  <a:cubicBezTo>
                    <a:pt x="43191" y="23033"/>
                    <a:pt x="43048" y="24464"/>
                    <a:pt x="42764" y="25869"/>
                  </a:cubicBezTo>
                  <a:lnTo>
                    <a:pt x="21591" y="21600"/>
                  </a:lnTo>
                  <a:lnTo>
                    <a:pt x="-1" y="20983"/>
                  </a:lnTo>
                  <a:close/>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 name="Arc 55">
              <a:extLst>
                <a:ext uri="{FF2B5EF4-FFF2-40B4-BE49-F238E27FC236}">
                  <a16:creationId xmlns:a16="http://schemas.microsoft.com/office/drawing/2014/main" id="{C396C66C-7204-FA01-03D4-F5BAD2C389C1}"/>
                </a:ext>
              </a:extLst>
            </p:cNvPr>
            <p:cNvSpPr>
              <a:spLocks/>
            </p:cNvSpPr>
            <p:nvPr/>
          </p:nvSpPr>
          <p:spPr bwMode="auto">
            <a:xfrm rot="5400000" flipH="1" flipV="1">
              <a:off x="4017" y="3041"/>
              <a:ext cx="409" cy="143"/>
            </a:xfrm>
            <a:custGeom>
              <a:avLst/>
              <a:gdLst>
                <a:gd name="T0" fmla="*/ 0 w 43200"/>
                <a:gd name="T1" fmla="*/ 0 h 25870"/>
                <a:gd name="T2" fmla="*/ 0 w 43200"/>
                <a:gd name="T3" fmla="*/ 0 h 25870"/>
                <a:gd name="T4" fmla="*/ 0 w 43200"/>
                <a:gd name="T5" fmla="*/ 0 h 25870"/>
                <a:gd name="T6" fmla="*/ 0 60000 65536"/>
                <a:gd name="T7" fmla="*/ 0 60000 65536"/>
                <a:gd name="T8" fmla="*/ 0 60000 65536"/>
                <a:gd name="T9" fmla="*/ 0 w 43200"/>
                <a:gd name="T10" fmla="*/ 0 h 25870"/>
                <a:gd name="T11" fmla="*/ 43200 w 43200"/>
                <a:gd name="T12" fmla="*/ 25870 h 25870"/>
              </a:gdLst>
              <a:ahLst/>
              <a:cxnLst>
                <a:cxn ang="T6">
                  <a:pos x="T0" y="T1"/>
                </a:cxn>
                <a:cxn ang="T7">
                  <a:pos x="T2" y="T3"/>
                </a:cxn>
                <a:cxn ang="T8">
                  <a:pos x="T4" y="T5"/>
                </a:cxn>
              </a:cxnLst>
              <a:rect l="T9" t="T10" r="T11" b="T12"/>
              <a:pathLst>
                <a:path w="43200" h="25870" fill="none" extrusionOk="0">
                  <a:moveTo>
                    <a:pt x="69" y="23330"/>
                  </a:moveTo>
                  <a:cubicBezTo>
                    <a:pt x="23" y="22755"/>
                    <a:pt x="0" y="22177"/>
                    <a:pt x="0" y="21600"/>
                  </a:cubicBezTo>
                  <a:cubicBezTo>
                    <a:pt x="0" y="9670"/>
                    <a:pt x="9670" y="0"/>
                    <a:pt x="21600" y="0"/>
                  </a:cubicBezTo>
                  <a:cubicBezTo>
                    <a:pt x="33529" y="0"/>
                    <a:pt x="43200" y="9670"/>
                    <a:pt x="43200" y="21600"/>
                  </a:cubicBezTo>
                  <a:cubicBezTo>
                    <a:pt x="43200" y="23033"/>
                    <a:pt x="43057" y="24464"/>
                    <a:pt x="42773" y="25869"/>
                  </a:cubicBezTo>
                </a:path>
                <a:path w="43200" h="25870" stroke="0" extrusionOk="0">
                  <a:moveTo>
                    <a:pt x="69" y="23330"/>
                  </a:moveTo>
                  <a:cubicBezTo>
                    <a:pt x="23" y="22755"/>
                    <a:pt x="0" y="22177"/>
                    <a:pt x="0" y="21600"/>
                  </a:cubicBezTo>
                  <a:cubicBezTo>
                    <a:pt x="0" y="9670"/>
                    <a:pt x="9670" y="0"/>
                    <a:pt x="21600" y="0"/>
                  </a:cubicBezTo>
                  <a:cubicBezTo>
                    <a:pt x="33529" y="0"/>
                    <a:pt x="43200" y="9670"/>
                    <a:pt x="43200" y="21600"/>
                  </a:cubicBezTo>
                  <a:cubicBezTo>
                    <a:pt x="43200" y="23033"/>
                    <a:pt x="43057" y="24464"/>
                    <a:pt x="42773" y="25869"/>
                  </a:cubicBezTo>
                  <a:lnTo>
                    <a:pt x="21600" y="21600"/>
                  </a:lnTo>
                  <a:lnTo>
                    <a:pt x="69" y="23330"/>
                  </a:lnTo>
                  <a:close/>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 name="Arc 56">
              <a:extLst>
                <a:ext uri="{FF2B5EF4-FFF2-40B4-BE49-F238E27FC236}">
                  <a16:creationId xmlns:a16="http://schemas.microsoft.com/office/drawing/2014/main" id="{84A5083D-12AB-04E1-4251-F3C28C266D33}"/>
                </a:ext>
              </a:extLst>
            </p:cNvPr>
            <p:cNvSpPr>
              <a:spLocks/>
            </p:cNvSpPr>
            <p:nvPr/>
          </p:nvSpPr>
          <p:spPr bwMode="auto">
            <a:xfrm>
              <a:off x="5261" y="3180"/>
              <a:ext cx="180" cy="242"/>
            </a:xfrm>
            <a:custGeom>
              <a:avLst/>
              <a:gdLst>
                <a:gd name="T0" fmla="*/ 0 w 39411"/>
                <a:gd name="T1" fmla="*/ 0 h 43200"/>
                <a:gd name="T2" fmla="*/ 0 w 39411"/>
                <a:gd name="T3" fmla="*/ 0 h 43200"/>
                <a:gd name="T4" fmla="*/ 0 w 39411"/>
                <a:gd name="T5" fmla="*/ 0 h 43200"/>
                <a:gd name="T6" fmla="*/ 0 60000 65536"/>
                <a:gd name="T7" fmla="*/ 0 60000 65536"/>
                <a:gd name="T8" fmla="*/ 0 60000 65536"/>
                <a:gd name="T9" fmla="*/ 0 w 39411"/>
                <a:gd name="T10" fmla="*/ 0 h 43200"/>
                <a:gd name="T11" fmla="*/ 39411 w 39411"/>
                <a:gd name="T12" fmla="*/ 43200 h 43200"/>
              </a:gdLst>
              <a:ahLst/>
              <a:cxnLst>
                <a:cxn ang="T6">
                  <a:pos x="T0" y="T1"/>
                </a:cxn>
                <a:cxn ang="T7">
                  <a:pos x="T2" y="T3"/>
                </a:cxn>
                <a:cxn ang="T8">
                  <a:pos x="T4" y="T5"/>
                </a:cxn>
              </a:cxnLst>
              <a:rect l="T9" t="T10" r="T11" b="T12"/>
              <a:pathLst>
                <a:path w="39411" h="43200" fill="none" extrusionOk="0">
                  <a:moveTo>
                    <a:pt x="6711" y="3070"/>
                  </a:moveTo>
                  <a:cubicBezTo>
                    <a:pt x="10065" y="1061"/>
                    <a:pt x="13901" y="-1"/>
                    <a:pt x="17811" y="0"/>
                  </a:cubicBezTo>
                  <a:cubicBezTo>
                    <a:pt x="29740" y="0"/>
                    <a:pt x="39411" y="9670"/>
                    <a:pt x="39411" y="21600"/>
                  </a:cubicBezTo>
                  <a:cubicBezTo>
                    <a:pt x="39411" y="33529"/>
                    <a:pt x="29740" y="43200"/>
                    <a:pt x="17811" y="43200"/>
                  </a:cubicBezTo>
                  <a:cubicBezTo>
                    <a:pt x="10690" y="43200"/>
                    <a:pt x="4028" y="39691"/>
                    <a:pt x="0" y="33819"/>
                  </a:cubicBezTo>
                </a:path>
                <a:path w="39411" h="43200" stroke="0" extrusionOk="0">
                  <a:moveTo>
                    <a:pt x="6711" y="3070"/>
                  </a:moveTo>
                  <a:cubicBezTo>
                    <a:pt x="10065" y="1061"/>
                    <a:pt x="13901" y="-1"/>
                    <a:pt x="17811" y="0"/>
                  </a:cubicBezTo>
                  <a:cubicBezTo>
                    <a:pt x="29740" y="0"/>
                    <a:pt x="39411" y="9670"/>
                    <a:pt x="39411" y="21600"/>
                  </a:cubicBezTo>
                  <a:cubicBezTo>
                    <a:pt x="39411" y="33529"/>
                    <a:pt x="29740" y="43200"/>
                    <a:pt x="17811" y="43200"/>
                  </a:cubicBezTo>
                  <a:cubicBezTo>
                    <a:pt x="10690" y="43200"/>
                    <a:pt x="4028" y="39691"/>
                    <a:pt x="0" y="33819"/>
                  </a:cubicBezTo>
                  <a:lnTo>
                    <a:pt x="17811" y="21600"/>
                  </a:lnTo>
                  <a:lnTo>
                    <a:pt x="6711" y="3070"/>
                  </a:lnTo>
                  <a:close/>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9" name="Arc 57">
              <a:extLst>
                <a:ext uri="{FF2B5EF4-FFF2-40B4-BE49-F238E27FC236}">
                  <a16:creationId xmlns:a16="http://schemas.microsoft.com/office/drawing/2014/main" id="{3F950EE4-B07F-8112-DE4E-259FAB229751}"/>
                </a:ext>
              </a:extLst>
            </p:cNvPr>
            <p:cNvSpPr>
              <a:spLocks/>
            </p:cNvSpPr>
            <p:nvPr/>
          </p:nvSpPr>
          <p:spPr bwMode="auto">
            <a:xfrm>
              <a:off x="5284" y="2795"/>
              <a:ext cx="177" cy="242"/>
            </a:xfrm>
            <a:custGeom>
              <a:avLst/>
              <a:gdLst>
                <a:gd name="T0" fmla="*/ 0 w 38605"/>
                <a:gd name="T1" fmla="*/ 0 h 43200"/>
                <a:gd name="T2" fmla="*/ 0 w 38605"/>
                <a:gd name="T3" fmla="*/ 0 h 43200"/>
                <a:gd name="T4" fmla="*/ 0 w 38605"/>
                <a:gd name="T5" fmla="*/ 0 h 43200"/>
                <a:gd name="T6" fmla="*/ 0 60000 65536"/>
                <a:gd name="T7" fmla="*/ 0 60000 65536"/>
                <a:gd name="T8" fmla="*/ 0 60000 65536"/>
                <a:gd name="T9" fmla="*/ 0 w 38605"/>
                <a:gd name="T10" fmla="*/ 0 h 43200"/>
                <a:gd name="T11" fmla="*/ 38605 w 38605"/>
                <a:gd name="T12" fmla="*/ 43200 h 43200"/>
              </a:gdLst>
              <a:ahLst/>
              <a:cxnLst>
                <a:cxn ang="T6">
                  <a:pos x="T0" y="T1"/>
                </a:cxn>
                <a:cxn ang="T7">
                  <a:pos x="T2" y="T3"/>
                </a:cxn>
                <a:cxn ang="T8">
                  <a:pos x="T4" y="T5"/>
                </a:cxn>
              </a:cxnLst>
              <a:rect l="T9" t="T10" r="T11" b="T12"/>
              <a:pathLst>
                <a:path w="38605" h="43200" fill="none" extrusionOk="0">
                  <a:moveTo>
                    <a:pt x="2537" y="5561"/>
                  </a:moveTo>
                  <a:cubicBezTo>
                    <a:pt x="6505" y="1981"/>
                    <a:pt x="11660" y="-1"/>
                    <a:pt x="17005" y="0"/>
                  </a:cubicBezTo>
                  <a:cubicBezTo>
                    <a:pt x="28934" y="0"/>
                    <a:pt x="38605" y="9670"/>
                    <a:pt x="38605" y="21600"/>
                  </a:cubicBezTo>
                  <a:cubicBezTo>
                    <a:pt x="38605" y="33529"/>
                    <a:pt x="28934" y="43200"/>
                    <a:pt x="17005" y="43200"/>
                  </a:cubicBezTo>
                  <a:cubicBezTo>
                    <a:pt x="10365" y="43200"/>
                    <a:pt x="4094" y="40146"/>
                    <a:pt x="0" y="34918"/>
                  </a:cubicBezTo>
                </a:path>
                <a:path w="38605" h="43200" stroke="0" extrusionOk="0">
                  <a:moveTo>
                    <a:pt x="2537" y="5561"/>
                  </a:moveTo>
                  <a:cubicBezTo>
                    <a:pt x="6505" y="1981"/>
                    <a:pt x="11660" y="-1"/>
                    <a:pt x="17005" y="0"/>
                  </a:cubicBezTo>
                  <a:cubicBezTo>
                    <a:pt x="28934" y="0"/>
                    <a:pt x="38605" y="9670"/>
                    <a:pt x="38605" y="21600"/>
                  </a:cubicBezTo>
                  <a:cubicBezTo>
                    <a:pt x="38605" y="33529"/>
                    <a:pt x="28934" y="43200"/>
                    <a:pt x="17005" y="43200"/>
                  </a:cubicBezTo>
                  <a:cubicBezTo>
                    <a:pt x="10365" y="43200"/>
                    <a:pt x="4094" y="40146"/>
                    <a:pt x="0" y="34918"/>
                  </a:cubicBezTo>
                  <a:lnTo>
                    <a:pt x="17005" y="21600"/>
                  </a:lnTo>
                  <a:lnTo>
                    <a:pt x="2537" y="5561"/>
                  </a:lnTo>
                  <a:close/>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 name="Line 58">
              <a:extLst>
                <a:ext uri="{FF2B5EF4-FFF2-40B4-BE49-F238E27FC236}">
                  <a16:creationId xmlns:a16="http://schemas.microsoft.com/office/drawing/2014/main" id="{083CC55D-6A97-012B-D005-6169DCC6A04C}"/>
                </a:ext>
              </a:extLst>
            </p:cNvPr>
            <p:cNvSpPr>
              <a:spLocks noChangeShapeType="1"/>
            </p:cNvSpPr>
            <p:nvPr/>
          </p:nvSpPr>
          <p:spPr bwMode="auto">
            <a:xfrm>
              <a:off x="935" y="2912"/>
              <a:ext cx="197" cy="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 name="Line 59">
              <a:extLst>
                <a:ext uri="{FF2B5EF4-FFF2-40B4-BE49-F238E27FC236}">
                  <a16:creationId xmlns:a16="http://schemas.microsoft.com/office/drawing/2014/main" id="{FA867B9A-D72F-BE9B-49EC-FE96DDCA7343}"/>
                </a:ext>
              </a:extLst>
            </p:cNvPr>
            <p:cNvSpPr>
              <a:spLocks noChangeShapeType="1"/>
            </p:cNvSpPr>
            <p:nvPr/>
          </p:nvSpPr>
          <p:spPr bwMode="auto">
            <a:xfrm flipH="1">
              <a:off x="903" y="3296"/>
              <a:ext cx="197" cy="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 name="Line 60">
              <a:extLst>
                <a:ext uri="{FF2B5EF4-FFF2-40B4-BE49-F238E27FC236}">
                  <a16:creationId xmlns:a16="http://schemas.microsoft.com/office/drawing/2014/main" id="{64DBBEB1-E27E-2B9C-17AC-C858E2E8FE71}"/>
                </a:ext>
              </a:extLst>
            </p:cNvPr>
            <p:cNvSpPr>
              <a:spLocks noChangeShapeType="1"/>
            </p:cNvSpPr>
            <p:nvPr/>
          </p:nvSpPr>
          <p:spPr bwMode="auto">
            <a:xfrm>
              <a:off x="1338" y="3008"/>
              <a:ext cx="0" cy="192"/>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 name="Line 61">
              <a:extLst>
                <a:ext uri="{FF2B5EF4-FFF2-40B4-BE49-F238E27FC236}">
                  <a16:creationId xmlns:a16="http://schemas.microsoft.com/office/drawing/2014/main" id="{8259F4F3-9A9F-150E-BDE3-0EA1750A5034}"/>
                </a:ext>
              </a:extLst>
            </p:cNvPr>
            <p:cNvSpPr>
              <a:spLocks noChangeShapeType="1"/>
            </p:cNvSpPr>
            <p:nvPr/>
          </p:nvSpPr>
          <p:spPr bwMode="auto">
            <a:xfrm flipV="1">
              <a:off x="725" y="3008"/>
              <a:ext cx="0" cy="192"/>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 name="Rectangle 62">
              <a:extLst>
                <a:ext uri="{FF2B5EF4-FFF2-40B4-BE49-F238E27FC236}">
                  <a16:creationId xmlns:a16="http://schemas.microsoft.com/office/drawing/2014/main" id="{02C86A74-8247-AF0C-3D81-8516E479D099}"/>
                </a:ext>
              </a:extLst>
            </p:cNvPr>
            <p:cNvSpPr>
              <a:spLocks noChangeArrowheads="1"/>
            </p:cNvSpPr>
            <p:nvPr/>
          </p:nvSpPr>
          <p:spPr bwMode="auto">
            <a:xfrm>
              <a:off x="862" y="3407"/>
              <a:ext cx="31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b="0">
                  <a:latin typeface="Arial" panose="020B0604020202020204" pitchFamily="34" charset="0"/>
                </a:rPr>
                <a:t>(a)</a:t>
              </a:r>
              <a:endParaRPr kumimoji="1" lang="zh-CN" altLang="en-US" sz="2000" b="0">
                <a:latin typeface="Arial" panose="020B0604020202020204" pitchFamily="34" charset="0"/>
              </a:endParaRPr>
            </a:p>
          </p:txBody>
        </p:sp>
        <p:sp>
          <p:nvSpPr>
            <p:cNvPr id="65" name="Rectangle 63">
              <a:extLst>
                <a:ext uri="{FF2B5EF4-FFF2-40B4-BE49-F238E27FC236}">
                  <a16:creationId xmlns:a16="http://schemas.microsoft.com/office/drawing/2014/main" id="{ACC30C2A-5075-3410-E9A1-07595F4F4F50}"/>
                </a:ext>
              </a:extLst>
            </p:cNvPr>
            <p:cNvSpPr>
              <a:spLocks noChangeArrowheads="1"/>
            </p:cNvSpPr>
            <p:nvPr/>
          </p:nvSpPr>
          <p:spPr bwMode="auto">
            <a:xfrm>
              <a:off x="4921" y="2772"/>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0000</a:t>
              </a:r>
              <a:endParaRPr kumimoji="1" lang="zh-CN" altLang="en-US" sz="2000"/>
            </a:p>
          </p:txBody>
        </p:sp>
        <p:sp>
          <p:nvSpPr>
            <p:cNvPr id="66" name="Rectangle 64">
              <a:extLst>
                <a:ext uri="{FF2B5EF4-FFF2-40B4-BE49-F238E27FC236}">
                  <a16:creationId xmlns:a16="http://schemas.microsoft.com/office/drawing/2014/main" id="{28A0F0C0-3A0E-4F59-8927-A0D7DC41C78C}"/>
                </a:ext>
              </a:extLst>
            </p:cNvPr>
            <p:cNvSpPr>
              <a:spLocks noChangeArrowheads="1"/>
            </p:cNvSpPr>
            <p:nvPr/>
          </p:nvSpPr>
          <p:spPr bwMode="auto">
            <a:xfrm>
              <a:off x="4921" y="315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1111</a:t>
              </a:r>
              <a:endParaRPr kumimoji="1" lang="zh-CN" altLang="en-US" sz="2000"/>
            </a:p>
          </p:txBody>
        </p:sp>
        <p:sp>
          <p:nvSpPr>
            <p:cNvPr id="67" name="Rectangle 65">
              <a:extLst>
                <a:ext uri="{FF2B5EF4-FFF2-40B4-BE49-F238E27FC236}">
                  <a16:creationId xmlns:a16="http://schemas.microsoft.com/office/drawing/2014/main" id="{D64270D8-D0EB-5C2F-0951-917F40864FC3}"/>
                </a:ext>
              </a:extLst>
            </p:cNvPr>
            <p:cNvSpPr>
              <a:spLocks noChangeArrowheads="1"/>
            </p:cNvSpPr>
            <p:nvPr/>
          </p:nvSpPr>
          <p:spPr bwMode="auto">
            <a:xfrm>
              <a:off x="4256" y="2772"/>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0101</a:t>
              </a:r>
              <a:endParaRPr kumimoji="1" lang="zh-CN" altLang="en-US" sz="2000"/>
            </a:p>
          </p:txBody>
        </p:sp>
        <p:sp>
          <p:nvSpPr>
            <p:cNvPr id="68" name="Rectangle 66">
              <a:extLst>
                <a:ext uri="{FF2B5EF4-FFF2-40B4-BE49-F238E27FC236}">
                  <a16:creationId xmlns:a16="http://schemas.microsoft.com/office/drawing/2014/main" id="{DE446FF3-D365-9131-91AD-604A4CC37371}"/>
                </a:ext>
              </a:extLst>
            </p:cNvPr>
            <p:cNvSpPr>
              <a:spLocks noChangeArrowheads="1"/>
            </p:cNvSpPr>
            <p:nvPr/>
          </p:nvSpPr>
          <p:spPr bwMode="auto">
            <a:xfrm>
              <a:off x="4234" y="315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1010</a:t>
              </a:r>
              <a:endParaRPr kumimoji="1" lang="zh-CN" altLang="en-US" sz="2000"/>
            </a:p>
          </p:txBody>
        </p:sp>
        <p:grpSp>
          <p:nvGrpSpPr>
            <p:cNvPr id="69" name="Group 67">
              <a:extLst>
                <a:ext uri="{FF2B5EF4-FFF2-40B4-BE49-F238E27FC236}">
                  <a16:creationId xmlns:a16="http://schemas.microsoft.com/office/drawing/2014/main" id="{52A32842-D95B-9A84-BDB7-FD514F5E2D53}"/>
                </a:ext>
              </a:extLst>
            </p:cNvPr>
            <p:cNvGrpSpPr>
              <a:grpSpLocks/>
            </p:cNvGrpSpPr>
            <p:nvPr/>
          </p:nvGrpSpPr>
          <p:grpSpPr bwMode="auto">
            <a:xfrm>
              <a:off x="1950" y="2908"/>
              <a:ext cx="613" cy="745"/>
              <a:chOff x="725" y="2867"/>
              <a:chExt cx="613" cy="745"/>
            </a:xfrm>
          </p:grpSpPr>
          <p:sp>
            <p:nvSpPr>
              <p:cNvPr id="78" name="Line 68">
                <a:extLst>
                  <a:ext uri="{FF2B5EF4-FFF2-40B4-BE49-F238E27FC236}">
                    <a16:creationId xmlns:a16="http://schemas.microsoft.com/office/drawing/2014/main" id="{08EFA520-BB11-32F2-D5D3-8D779F619FCF}"/>
                  </a:ext>
                </a:extLst>
              </p:cNvPr>
              <p:cNvSpPr>
                <a:spLocks noChangeShapeType="1"/>
              </p:cNvSpPr>
              <p:nvPr/>
            </p:nvSpPr>
            <p:spPr bwMode="auto">
              <a:xfrm>
                <a:off x="935" y="2867"/>
                <a:ext cx="1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 name="Line 69">
                <a:extLst>
                  <a:ext uri="{FF2B5EF4-FFF2-40B4-BE49-F238E27FC236}">
                    <a16:creationId xmlns:a16="http://schemas.microsoft.com/office/drawing/2014/main" id="{B98F7E7B-15B8-919A-68DB-463A90298F69}"/>
                  </a:ext>
                </a:extLst>
              </p:cNvPr>
              <p:cNvSpPr>
                <a:spLocks noChangeShapeType="1"/>
              </p:cNvSpPr>
              <p:nvPr/>
            </p:nvSpPr>
            <p:spPr bwMode="auto">
              <a:xfrm flipH="1">
                <a:off x="903" y="3251"/>
                <a:ext cx="1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 name="Line 70">
                <a:extLst>
                  <a:ext uri="{FF2B5EF4-FFF2-40B4-BE49-F238E27FC236}">
                    <a16:creationId xmlns:a16="http://schemas.microsoft.com/office/drawing/2014/main" id="{B475E2FD-94EB-E011-5F77-5366542DE22B}"/>
                  </a:ext>
                </a:extLst>
              </p:cNvPr>
              <p:cNvSpPr>
                <a:spLocks noChangeShapeType="1"/>
              </p:cNvSpPr>
              <p:nvPr/>
            </p:nvSpPr>
            <p:spPr bwMode="auto">
              <a:xfrm>
                <a:off x="1338" y="2963"/>
                <a:ext cx="0" cy="19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 name="Line 71">
                <a:extLst>
                  <a:ext uri="{FF2B5EF4-FFF2-40B4-BE49-F238E27FC236}">
                    <a16:creationId xmlns:a16="http://schemas.microsoft.com/office/drawing/2014/main" id="{781079FA-8645-6EE1-946A-F36923E73832}"/>
                  </a:ext>
                </a:extLst>
              </p:cNvPr>
              <p:cNvSpPr>
                <a:spLocks noChangeShapeType="1"/>
              </p:cNvSpPr>
              <p:nvPr/>
            </p:nvSpPr>
            <p:spPr bwMode="auto">
              <a:xfrm flipV="1">
                <a:off x="725" y="2963"/>
                <a:ext cx="0" cy="19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 name="Rectangle 72">
                <a:extLst>
                  <a:ext uri="{FF2B5EF4-FFF2-40B4-BE49-F238E27FC236}">
                    <a16:creationId xmlns:a16="http://schemas.microsoft.com/office/drawing/2014/main" id="{9121D608-6599-CF60-32A7-99EA257E698C}"/>
                  </a:ext>
                </a:extLst>
              </p:cNvPr>
              <p:cNvSpPr>
                <a:spLocks noChangeArrowheads="1"/>
              </p:cNvSpPr>
              <p:nvPr/>
            </p:nvSpPr>
            <p:spPr bwMode="auto">
              <a:xfrm>
                <a:off x="862" y="3362"/>
                <a:ext cx="31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b="0">
                    <a:latin typeface="Arial" panose="020B0604020202020204" pitchFamily="34" charset="0"/>
                  </a:rPr>
                  <a:t>(b)</a:t>
                </a:r>
                <a:endParaRPr kumimoji="1" lang="zh-CN" altLang="en-US" sz="2000" b="0">
                  <a:latin typeface="Arial" panose="020B0604020202020204" pitchFamily="34" charset="0"/>
                </a:endParaRPr>
              </a:p>
            </p:txBody>
          </p:sp>
        </p:grpSp>
        <p:sp>
          <p:nvSpPr>
            <p:cNvPr id="70" name="Line 73">
              <a:extLst>
                <a:ext uri="{FF2B5EF4-FFF2-40B4-BE49-F238E27FC236}">
                  <a16:creationId xmlns:a16="http://schemas.microsoft.com/office/drawing/2014/main" id="{8037CAD0-A39D-2FBA-BF8E-6596DB6E09D6}"/>
                </a:ext>
              </a:extLst>
            </p:cNvPr>
            <p:cNvSpPr>
              <a:spLocks noChangeShapeType="1"/>
            </p:cNvSpPr>
            <p:nvPr/>
          </p:nvSpPr>
          <p:spPr bwMode="auto">
            <a:xfrm>
              <a:off x="3385" y="2912"/>
              <a:ext cx="1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 name="Line 74">
              <a:extLst>
                <a:ext uri="{FF2B5EF4-FFF2-40B4-BE49-F238E27FC236}">
                  <a16:creationId xmlns:a16="http://schemas.microsoft.com/office/drawing/2014/main" id="{03F50FAE-8501-3DE6-D922-B0E0128D7537}"/>
                </a:ext>
              </a:extLst>
            </p:cNvPr>
            <p:cNvSpPr>
              <a:spLocks noChangeShapeType="1"/>
            </p:cNvSpPr>
            <p:nvPr/>
          </p:nvSpPr>
          <p:spPr bwMode="auto">
            <a:xfrm flipH="1">
              <a:off x="3353" y="3296"/>
              <a:ext cx="1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 name="Line 75">
              <a:extLst>
                <a:ext uri="{FF2B5EF4-FFF2-40B4-BE49-F238E27FC236}">
                  <a16:creationId xmlns:a16="http://schemas.microsoft.com/office/drawing/2014/main" id="{CCEB2170-1515-FE93-8055-193699F2E8F1}"/>
                </a:ext>
              </a:extLst>
            </p:cNvPr>
            <p:cNvSpPr>
              <a:spLocks noChangeShapeType="1"/>
            </p:cNvSpPr>
            <p:nvPr/>
          </p:nvSpPr>
          <p:spPr bwMode="auto">
            <a:xfrm>
              <a:off x="3788" y="3008"/>
              <a:ext cx="0" cy="19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 name="Line 76">
              <a:extLst>
                <a:ext uri="{FF2B5EF4-FFF2-40B4-BE49-F238E27FC236}">
                  <a16:creationId xmlns:a16="http://schemas.microsoft.com/office/drawing/2014/main" id="{9640604D-EDDB-E296-3513-8A1D52227182}"/>
                </a:ext>
              </a:extLst>
            </p:cNvPr>
            <p:cNvSpPr>
              <a:spLocks noChangeShapeType="1"/>
            </p:cNvSpPr>
            <p:nvPr/>
          </p:nvSpPr>
          <p:spPr bwMode="auto">
            <a:xfrm flipV="1">
              <a:off x="3175" y="3008"/>
              <a:ext cx="0" cy="19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 name="Rectangle 77">
              <a:extLst>
                <a:ext uri="{FF2B5EF4-FFF2-40B4-BE49-F238E27FC236}">
                  <a16:creationId xmlns:a16="http://schemas.microsoft.com/office/drawing/2014/main" id="{1522AB08-790F-5D62-3F04-B2992B39CEDD}"/>
                </a:ext>
              </a:extLst>
            </p:cNvPr>
            <p:cNvSpPr>
              <a:spLocks noChangeArrowheads="1"/>
            </p:cNvSpPr>
            <p:nvPr/>
          </p:nvSpPr>
          <p:spPr bwMode="auto">
            <a:xfrm>
              <a:off x="3312" y="3407"/>
              <a:ext cx="3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b="0">
                  <a:latin typeface="Arial" panose="020B0604020202020204" pitchFamily="34" charset="0"/>
                </a:rPr>
                <a:t>(c)</a:t>
              </a:r>
              <a:endParaRPr kumimoji="1" lang="zh-CN" altLang="en-US" sz="2000" b="0">
                <a:latin typeface="Arial" panose="020B0604020202020204" pitchFamily="34" charset="0"/>
              </a:endParaRPr>
            </a:p>
          </p:txBody>
        </p:sp>
        <p:sp>
          <p:nvSpPr>
            <p:cNvPr id="75" name="Rectangle 78">
              <a:extLst>
                <a:ext uri="{FF2B5EF4-FFF2-40B4-BE49-F238E27FC236}">
                  <a16:creationId xmlns:a16="http://schemas.microsoft.com/office/drawing/2014/main" id="{D5C2336B-CEB2-822F-1125-67FA29ACE236}"/>
                </a:ext>
              </a:extLst>
            </p:cNvPr>
            <p:cNvSpPr>
              <a:spLocks noChangeArrowheads="1"/>
            </p:cNvSpPr>
            <p:nvPr/>
          </p:nvSpPr>
          <p:spPr bwMode="auto">
            <a:xfrm>
              <a:off x="4263" y="3430"/>
              <a:ext cx="31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b="0">
                  <a:latin typeface="Arial" panose="020B0604020202020204" pitchFamily="34" charset="0"/>
                </a:rPr>
                <a:t>(d)</a:t>
              </a:r>
              <a:endParaRPr kumimoji="1" lang="zh-CN" altLang="en-US" sz="2000" b="0">
                <a:latin typeface="Arial" panose="020B0604020202020204" pitchFamily="34" charset="0"/>
              </a:endParaRPr>
            </a:p>
          </p:txBody>
        </p:sp>
        <p:sp>
          <p:nvSpPr>
            <p:cNvPr id="76" name="Rectangle 79">
              <a:extLst>
                <a:ext uri="{FF2B5EF4-FFF2-40B4-BE49-F238E27FC236}">
                  <a16:creationId xmlns:a16="http://schemas.microsoft.com/office/drawing/2014/main" id="{6E1B0CB6-FD12-3A1C-1977-E744E4AD8DA2}"/>
                </a:ext>
              </a:extLst>
            </p:cNvPr>
            <p:cNvSpPr>
              <a:spLocks noChangeArrowheads="1"/>
            </p:cNvSpPr>
            <p:nvPr/>
          </p:nvSpPr>
          <p:spPr bwMode="auto">
            <a:xfrm>
              <a:off x="4967" y="3430"/>
              <a:ext cx="31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b="0">
                  <a:latin typeface="Arial" panose="020B0604020202020204" pitchFamily="34" charset="0"/>
                </a:rPr>
                <a:t>(e)</a:t>
              </a:r>
              <a:endParaRPr kumimoji="1" lang="zh-CN" altLang="en-US" sz="2000" b="0">
                <a:latin typeface="Arial" panose="020B0604020202020204" pitchFamily="34" charset="0"/>
              </a:endParaRPr>
            </a:p>
          </p:txBody>
        </p:sp>
        <p:sp>
          <p:nvSpPr>
            <p:cNvPr id="77" name="Text Box 80">
              <a:extLst>
                <a:ext uri="{FF2B5EF4-FFF2-40B4-BE49-F238E27FC236}">
                  <a16:creationId xmlns:a16="http://schemas.microsoft.com/office/drawing/2014/main" id="{3647AFD2-5423-F5B3-C7F3-53A8FB42A0B9}"/>
                </a:ext>
              </a:extLst>
            </p:cNvPr>
            <p:cNvSpPr txBox="1">
              <a:spLocks noChangeArrowheads="1"/>
            </p:cNvSpPr>
            <p:nvPr/>
          </p:nvSpPr>
          <p:spPr bwMode="auto">
            <a:xfrm>
              <a:off x="2290" y="2432"/>
              <a:ext cx="10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a:t>(Q</a:t>
              </a:r>
              <a:r>
                <a:rPr lang="en-US" altLang="zh-CN" sz="1600"/>
                <a:t>0</a:t>
              </a:r>
              <a:r>
                <a:rPr lang="en-US" altLang="zh-CN" sz="2400"/>
                <a:t>Q</a:t>
              </a:r>
              <a:r>
                <a:rPr lang="en-US" altLang="zh-CN" sz="1600"/>
                <a:t>1</a:t>
              </a:r>
              <a:r>
                <a:rPr lang="en-US" altLang="zh-CN" sz="2400"/>
                <a:t>Q</a:t>
              </a:r>
              <a:r>
                <a:rPr lang="en-US" altLang="zh-CN" sz="1600"/>
                <a:t>2</a:t>
              </a:r>
              <a:r>
                <a:rPr lang="en-US" altLang="zh-CN" sz="2400"/>
                <a:t>Q</a:t>
              </a:r>
              <a:r>
                <a:rPr lang="en-US" altLang="zh-CN" sz="1600"/>
                <a:t>3</a:t>
              </a:r>
              <a:r>
                <a:rPr lang="en-US" altLang="zh-CN" sz="2400"/>
                <a:t>)</a:t>
              </a:r>
            </a:p>
          </p:txBody>
        </p:sp>
      </p:grpSp>
      <p:sp>
        <p:nvSpPr>
          <p:cNvPr id="83" name="Rectangle 81">
            <a:extLst>
              <a:ext uri="{FF2B5EF4-FFF2-40B4-BE49-F238E27FC236}">
                <a16:creationId xmlns:a16="http://schemas.microsoft.com/office/drawing/2014/main" id="{FA38FDA0-A549-677F-31ED-37839DBAA7D8}"/>
              </a:ext>
            </a:extLst>
          </p:cNvPr>
          <p:cNvSpPr>
            <a:spLocks noChangeArrowheads="1"/>
          </p:cNvSpPr>
          <p:nvPr/>
        </p:nvSpPr>
        <p:spPr bwMode="auto">
          <a:xfrm>
            <a:off x="1942871" y="5387588"/>
            <a:ext cx="58785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400" b="0" dirty="0">
                <a:latin typeface="Microsoft YaHei" panose="020B0503020204020204" pitchFamily="34" charset="-122"/>
                <a:ea typeface="Microsoft YaHei" panose="020B0503020204020204" pitchFamily="34" charset="-122"/>
              </a:rPr>
              <a:t>若取</a:t>
            </a:r>
            <a:r>
              <a:rPr kumimoji="1" lang="en-US" altLang="zh-CN" sz="2400" b="0" dirty="0">
                <a:latin typeface="Microsoft YaHei" panose="020B0503020204020204" pitchFamily="34" charset="-122"/>
                <a:ea typeface="Microsoft YaHei" panose="020B0503020204020204" pitchFamily="34" charset="-122"/>
              </a:rPr>
              <a:t>(a)</a:t>
            </a:r>
            <a:r>
              <a:rPr kumimoji="1" lang="zh-CN" altLang="en-US" sz="2400" b="0" dirty="0">
                <a:latin typeface="Microsoft YaHei" panose="020B0503020204020204" pitchFamily="34" charset="-122"/>
                <a:ea typeface="Microsoft YaHei" panose="020B0503020204020204" pitchFamily="34" charset="-122"/>
              </a:rPr>
              <a:t>为有效循环，则</a:t>
            </a:r>
            <a:r>
              <a:rPr kumimoji="1" lang="en-US" altLang="zh-CN" sz="2400" b="0" dirty="0">
                <a:latin typeface="Microsoft YaHei" panose="020B0503020204020204" pitchFamily="34" charset="-122"/>
                <a:ea typeface="Microsoft YaHei" panose="020B0503020204020204" pitchFamily="34" charset="-122"/>
              </a:rPr>
              <a:t>(b)~(e)</a:t>
            </a:r>
            <a:r>
              <a:rPr kumimoji="1" lang="zh-CN" altLang="en-US" sz="2400" b="0" dirty="0">
                <a:latin typeface="Microsoft YaHei" panose="020B0503020204020204" pitchFamily="34" charset="-122"/>
                <a:ea typeface="Microsoft YaHei" panose="020B0503020204020204" pitchFamily="34" charset="-122"/>
              </a:rPr>
              <a:t>为无效循环</a:t>
            </a:r>
          </a:p>
        </p:txBody>
      </p:sp>
    </p:spTree>
    <p:extLst>
      <p:ext uri="{BB962C8B-B14F-4D97-AF65-F5344CB8AC3E}">
        <p14:creationId xmlns:p14="http://schemas.microsoft.com/office/powerpoint/2010/main" val="2657112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3C675C-F752-7F63-4F7A-A3E1FF0798C5}"/>
              </a:ext>
            </a:extLst>
          </p:cNvPr>
          <p:cNvSpPr>
            <a:spLocks noGrp="1"/>
          </p:cNvSpPr>
          <p:nvPr>
            <p:ph type="title"/>
          </p:nvPr>
        </p:nvSpPr>
        <p:spPr/>
        <p:txBody>
          <a:bodyPr>
            <a:normAutofit fontScale="90000"/>
          </a:bodyPr>
          <a:lstStyle/>
          <a:p>
            <a:r>
              <a:rPr kumimoji="1" lang="zh-CN" altLang="en-US" dirty="0"/>
              <a:t>环形计数器</a:t>
            </a:r>
            <a:r>
              <a:rPr kumimoji="1" lang="en-US" altLang="zh-CN" dirty="0">
                <a:latin typeface="宋体" panose="02010600030101010101" pitchFamily="2" charset="-122"/>
              </a:rPr>
              <a:t>(</a:t>
            </a:r>
            <a:r>
              <a:rPr kumimoji="1" lang="zh-CN" altLang="en-US" dirty="0">
                <a:latin typeface="宋体" panose="02010600030101010101" pitchFamily="2" charset="-122"/>
              </a:rPr>
              <a:t>续</a:t>
            </a:r>
            <a:r>
              <a:rPr kumimoji="1" lang="en-US" altLang="zh-CN" dirty="0">
                <a:latin typeface="宋体" panose="02010600030101010101" pitchFamily="2" charset="-122"/>
              </a:rPr>
              <a:t>)</a:t>
            </a:r>
            <a:endParaRPr kumimoji="1" lang="zh-CN" altLang="en-US" dirty="0"/>
          </a:p>
        </p:txBody>
      </p:sp>
      <p:sp>
        <p:nvSpPr>
          <p:cNvPr id="3" name="内容占位符 2">
            <a:extLst>
              <a:ext uri="{FF2B5EF4-FFF2-40B4-BE49-F238E27FC236}">
                <a16:creationId xmlns:a16="http://schemas.microsoft.com/office/drawing/2014/main" id="{525CF297-70FD-FE78-63EA-6DF0C97AF5EC}"/>
              </a:ext>
            </a:extLst>
          </p:cNvPr>
          <p:cNvSpPr>
            <a:spLocks noGrp="1"/>
          </p:cNvSpPr>
          <p:nvPr>
            <p:ph idx="1"/>
          </p:nvPr>
        </p:nvSpPr>
        <p:spPr>
          <a:xfrm>
            <a:off x="17780" y="585760"/>
            <a:ext cx="9367958" cy="5947119"/>
          </a:xfrm>
        </p:spPr>
        <p:txBody>
          <a:bodyPr/>
          <a:lstStyle/>
          <a:p>
            <a:r>
              <a:rPr lang="zh-CN" altLang="en-US" dirty="0"/>
              <a:t>优点：无需附加译码电路即可输出顺序脉冲，称之为顺序或节拍脉冲发生器</a:t>
            </a:r>
            <a:endParaRPr lang="en-US" altLang="zh-CN" dirty="0"/>
          </a:p>
          <a:p>
            <a:r>
              <a:rPr kumimoji="1" lang="zh-CN" altLang="en-US" b="0" dirty="0">
                <a:solidFill>
                  <a:schemeClr val="accent1">
                    <a:lumMod val="50000"/>
                  </a:schemeClr>
                </a:solidFill>
                <a:latin typeface="Microsoft YaHei" panose="020B0503020204020204" pitchFamily="34" charset="-122"/>
                <a:ea typeface="Microsoft YaHei" panose="020B0503020204020204" pitchFamily="34" charset="-122"/>
              </a:rPr>
              <a:t>缺点：状态利用率低，</a:t>
            </a:r>
            <a:r>
              <a:rPr kumimoji="1" lang="en-US" altLang="zh-CN" b="0" dirty="0">
                <a:solidFill>
                  <a:schemeClr val="accent1">
                    <a:lumMod val="50000"/>
                  </a:schemeClr>
                </a:solidFill>
                <a:latin typeface="Microsoft YaHei" panose="020B0503020204020204" pitchFamily="34" charset="-122"/>
                <a:ea typeface="Microsoft YaHei" panose="020B0503020204020204" pitchFamily="34" charset="-122"/>
              </a:rPr>
              <a:t>n </a:t>
            </a:r>
            <a:r>
              <a:rPr kumimoji="1" lang="zh-CN" altLang="en-US" b="0" dirty="0">
                <a:solidFill>
                  <a:schemeClr val="accent1">
                    <a:lumMod val="50000"/>
                  </a:schemeClr>
                </a:solidFill>
                <a:latin typeface="Microsoft YaHei" panose="020B0503020204020204" pitchFamily="34" charset="-122"/>
                <a:ea typeface="Microsoft YaHei" panose="020B0503020204020204" pitchFamily="34" charset="-122"/>
              </a:rPr>
              <a:t>个触发器构成的环形计数器仅有</a:t>
            </a:r>
            <a:r>
              <a:rPr kumimoji="1" lang="en-US" altLang="zh-CN" b="0" dirty="0">
                <a:solidFill>
                  <a:schemeClr val="accent1">
                    <a:lumMod val="50000"/>
                  </a:schemeClr>
                </a:solidFill>
                <a:latin typeface="Microsoft YaHei" panose="020B0503020204020204" pitchFamily="34" charset="-122"/>
                <a:ea typeface="Microsoft YaHei" panose="020B0503020204020204" pitchFamily="34" charset="-122"/>
              </a:rPr>
              <a:t>n </a:t>
            </a:r>
            <a:r>
              <a:rPr kumimoji="1" lang="zh-CN" altLang="en-US" b="0" dirty="0">
                <a:solidFill>
                  <a:schemeClr val="accent1">
                    <a:lumMod val="50000"/>
                  </a:schemeClr>
                </a:solidFill>
                <a:latin typeface="Microsoft YaHei" panose="020B0503020204020204" pitchFamily="34" charset="-122"/>
                <a:ea typeface="Microsoft YaHei" panose="020B0503020204020204" pitchFamily="34" charset="-122"/>
              </a:rPr>
              <a:t>个有效状态，有</a:t>
            </a:r>
            <a:r>
              <a:rPr kumimoji="1" lang="en-US" altLang="zh-CN" b="0" dirty="0">
                <a:solidFill>
                  <a:schemeClr val="accent1">
                    <a:lumMod val="50000"/>
                  </a:schemeClr>
                </a:solidFill>
                <a:latin typeface="Microsoft YaHei" panose="020B0503020204020204" pitchFamily="34" charset="-122"/>
                <a:ea typeface="Microsoft YaHei" panose="020B0503020204020204" pitchFamily="34" charset="-122"/>
              </a:rPr>
              <a:t>2</a:t>
            </a:r>
            <a:r>
              <a:rPr kumimoji="1" lang="en-US" altLang="zh-CN" b="0" baseline="30000" dirty="0">
                <a:solidFill>
                  <a:schemeClr val="accent1">
                    <a:lumMod val="50000"/>
                  </a:schemeClr>
                </a:solidFill>
                <a:latin typeface="Microsoft YaHei" panose="020B0503020204020204" pitchFamily="34" charset="-122"/>
                <a:ea typeface="Microsoft YaHei" panose="020B0503020204020204" pitchFamily="34" charset="-122"/>
              </a:rPr>
              <a:t>n</a:t>
            </a:r>
            <a:r>
              <a:rPr kumimoji="1" lang="en-US" altLang="zh-CN" b="0" dirty="0">
                <a:solidFill>
                  <a:schemeClr val="accent1">
                    <a:lumMod val="50000"/>
                  </a:schemeClr>
                </a:solidFill>
                <a:latin typeface="Microsoft YaHei" panose="020B0503020204020204" pitchFamily="34" charset="-122"/>
                <a:ea typeface="Microsoft YaHei" panose="020B0503020204020204" pitchFamily="34" charset="-122"/>
              </a:rPr>
              <a:t>-n</a:t>
            </a:r>
            <a:r>
              <a:rPr kumimoji="1" lang="zh-CN" altLang="en-US" b="0" dirty="0">
                <a:solidFill>
                  <a:schemeClr val="accent1">
                    <a:lumMod val="50000"/>
                  </a:schemeClr>
                </a:solidFill>
                <a:latin typeface="Microsoft YaHei" panose="020B0503020204020204" pitchFamily="34" charset="-122"/>
                <a:ea typeface="Microsoft YaHei" panose="020B0503020204020204" pitchFamily="34" charset="-122"/>
              </a:rPr>
              <a:t>个无效状态</a:t>
            </a:r>
          </a:p>
          <a:p>
            <a:endParaRPr lang="zh-CN" altLang="en-US" dirty="0"/>
          </a:p>
          <a:p>
            <a:endParaRPr kumimoji="1" lang="zh-CN" altLang="en-US" dirty="0"/>
          </a:p>
        </p:txBody>
      </p:sp>
      <p:sp>
        <p:nvSpPr>
          <p:cNvPr id="4" name="页脚占位符 3">
            <a:extLst>
              <a:ext uri="{FF2B5EF4-FFF2-40B4-BE49-F238E27FC236}">
                <a16:creationId xmlns:a16="http://schemas.microsoft.com/office/drawing/2014/main" id="{84625ED5-C8B8-32DC-B088-F2666936C20E}"/>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DF63A3EF-6789-06FA-A44F-3BD6EB11B56B}"/>
              </a:ext>
            </a:extLst>
          </p:cNvPr>
          <p:cNvSpPr>
            <a:spLocks noGrp="1"/>
          </p:cNvSpPr>
          <p:nvPr>
            <p:ph type="sldNum" sz="quarter" idx="12"/>
          </p:nvPr>
        </p:nvSpPr>
        <p:spPr/>
        <p:txBody>
          <a:bodyPr/>
          <a:lstStyle/>
          <a:p>
            <a:fld id="{9E260BC5-5BF3-8746-862B-DC45E9CAA88B}" type="slidenum">
              <a:rPr lang="en-US" smtClean="0"/>
              <a:pPr/>
              <a:t>27</a:t>
            </a:fld>
            <a:r>
              <a:rPr lang="en-US" altLang="zh-CN" dirty="0"/>
              <a:t>/34</a:t>
            </a:r>
            <a:endParaRPr lang="en-US" dirty="0"/>
          </a:p>
        </p:txBody>
      </p:sp>
      <p:grpSp>
        <p:nvGrpSpPr>
          <p:cNvPr id="8" name="Group 4">
            <a:extLst>
              <a:ext uri="{FF2B5EF4-FFF2-40B4-BE49-F238E27FC236}">
                <a16:creationId xmlns:a16="http://schemas.microsoft.com/office/drawing/2014/main" id="{E774FF47-E45F-317D-C0B4-8E0E483F3C59}"/>
              </a:ext>
            </a:extLst>
          </p:cNvPr>
          <p:cNvGrpSpPr>
            <a:grpSpLocks/>
          </p:cNvGrpSpPr>
          <p:nvPr/>
        </p:nvGrpSpPr>
        <p:grpSpPr bwMode="auto">
          <a:xfrm>
            <a:off x="2667713" y="3025885"/>
            <a:ext cx="5011737" cy="2738438"/>
            <a:chOff x="326" y="1248"/>
            <a:chExt cx="2794" cy="1680"/>
          </a:xfrm>
        </p:grpSpPr>
        <p:sp>
          <p:nvSpPr>
            <p:cNvPr id="9" name="Line 5">
              <a:extLst>
                <a:ext uri="{FF2B5EF4-FFF2-40B4-BE49-F238E27FC236}">
                  <a16:creationId xmlns:a16="http://schemas.microsoft.com/office/drawing/2014/main" id="{343249F7-9AEC-1417-C41E-6F7B7509A25D}"/>
                </a:ext>
              </a:extLst>
            </p:cNvPr>
            <p:cNvSpPr>
              <a:spLocks noChangeShapeType="1"/>
            </p:cNvSpPr>
            <p:nvPr/>
          </p:nvSpPr>
          <p:spPr bwMode="auto">
            <a:xfrm>
              <a:off x="672" y="1488"/>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6">
              <a:extLst>
                <a:ext uri="{FF2B5EF4-FFF2-40B4-BE49-F238E27FC236}">
                  <a16:creationId xmlns:a16="http://schemas.microsoft.com/office/drawing/2014/main" id="{38F28C91-00FE-307C-F526-95AAA3FF81BC}"/>
                </a:ext>
              </a:extLst>
            </p:cNvPr>
            <p:cNvSpPr>
              <a:spLocks noChangeShapeType="1"/>
            </p:cNvSpPr>
            <p:nvPr/>
          </p:nvSpPr>
          <p:spPr bwMode="auto">
            <a:xfrm flipV="1">
              <a:off x="864" y="1248"/>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7">
              <a:extLst>
                <a:ext uri="{FF2B5EF4-FFF2-40B4-BE49-F238E27FC236}">
                  <a16:creationId xmlns:a16="http://schemas.microsoft.com/office/drawing/2014/main" id="{A590A26A-9115-90D8-92F9-475BE78EBA43}"/>
                </a:ext>
              </a:extLst>
            </p:cNvPr>
            <p:cNvSpPr>
              <a:spLocks noChangeShapeType="1"/>
            </p:cNvSpPr>
            <p:nvPr/>
          </p:nvSpPr>
          <p:spPr bwMode="auto">
            <a:xfrm>
              <a:off x="864" y="1248"/>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8">
              <a:extLst>
                <a:ext uri="{FF2B5EF4-FFF2-40B4-BE49-F238E27FC236}">
                  <a16:creationId xmlns:a16="http://schemas.microsoft.com/office/drawing/2014/main" id="{F43796C4-5ADC-F3B6-D26F-7DD134AC1E14}"/>
                </a:ext>
              </a:extLst>
            </p:cNvPr>
            <p:cNvSpPr>
              <a:spLocks noChangeShapeType="1"/>
            </p:cNvSpPr>
            <p:nvPr/>
          </p:nvSpPr>
          <p:spPr bwMode="auto">
            <a:xfrm>
              <a:off x="1056" y="1248"/>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9">
              <a:extLst>
                <a:ext uri="{FF2B5EF4-FFF2-40B4-BE49-F238E27FC236}">
                  <a16:creationId xmlns:a16="http://schemas.microsoft.com/office/drawing/2014/main" id="{2E490A8F-BAB6-6D0D-733B-A511B8364FED}"/>
                </a:ext>
              </a:extLst>
            </p:cNvPr>
            <p:cNvSpPr>
              <a:spLocks noChangeShapeType="1"/>
            </p:cNvSpPr>
            <p:nvPr/>
          </p:nvSpPr>
          <p:spPr bwMode="auto">
            <a:xfrm>
              <a:off x="1056" y="1488"/>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0">
              <a:extLst>
                <a:ext uri="{FF2B5EF4-FFF2-40B4-BE49-F238E27FC236}">
                  <a16:creationId xmlns:a16="http://schemas.microsoft.com/office/drawing/2014/main" id="{EBED5D42-25C7-960F-B00F-216CCE129D93}"/>
                </a:ext>
              </a:extLst>
            </p:cNvPr>
            <p:cNvSpPr>
              <a:spLocks noChangeShapeType="1"/>
            </p:cNvSpPr>
            <p:nvPr/>
          </p:nvSpPr>
          <p:spPr bwMode="auto">
            <a:xfrm flipV="1">
              <a:off x="1248" y="1248"/>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1">
              <a:extLst>
                <a:ext uri="{FF2B5EF4-FFF2-40B4-BE49-F238E27FC236}">
                  <a16:creationId xmlns:a16="http://schemas.microsoft.com/office/drawing/2014/main" id="{E08A600F-CBB3-E908-01D2-6FD82D38E053}"/>
                </a:ext>
              </a:extLst>
            </p:cNvPr>
            <p:cNvSpPr>
              <a:spLocks noChangeShapeType="1"/>
            </p:cNvSpPr>
            <p:nvPr/>
          </p:nvSpPr>
          <p:spPr bwMode="auto">
            <a:xfrm>
              <a:off x="1248" y="1248"/>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12">
              <a:extLst>
                <a:ext uri="{FF2B5EF4-FFF2-40B4-BE49-F238E27FC236}">
                  <a16:creationId xmlns:a16="http://schemas.microsoft.com/office/drawing/2014/main" id="{B4A510CD-0859-5F03-F062-7D815A91605D}"/>
                </a:ext>
              </a:extLst>
            </p:cNvPr>
            <p:cNvSpPr>
              <a:spLocks noChangeShapeType="1"/>
            </p:cNvSpPr>
            <p:nvPr/>
          </p:nvSpPr>
          <p:spPr bwMode="auto">
            <a:xfrm>
              <a:off x="1440" y="1248"/>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3">
              <a:extLst>
                <a:ext uri="{FF2B5EF4-FFF2-40B4-BE49-F238E27FC236}">
                  <a16:creationId xmlns:a16="http://schemas.microsoft.com/office/drawing/2014/main" id="{8E6E781F-8134-39CD-1F7E-B8DB85AB72B6}"/>
                </a:ext>
              </a:extLst>
            </p:cNvPr>
            <p:cNvSpPr>
              <a:spLocks noChangeShapeType="1"/>
            </p:cNvSpPr>
            <p:nvPr/>
          </p:nvSpPr>
          <p:spPr bwMode="auto">
            <a:xfrm>
              <a:off x="1440" y="1488"/>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4">
              <a:extLst>
                <a:ext uri="{FF2B5EF4-FFF2-40B4-BE49-F238E27FC236}">
                  <a16:creationId xmlns:a16="http://schemas.microsoft.com/office/drawing/2014/main" id="{ECB43BBE-2232-6184-FA06-13939F0A6AE8}"/>
                </a:ext>
              </a:extLst>
            </p:cNvPr>
            <p:cNvSpPr>
              <a:spLocks noChangeShapeType="1"/>
            </p:cNvSpPr>
            <p:nvPr/>
          </p:nvSpPr>
          <p:spPr bwMode="auto">
            <a:xfrm flipV="1">
              <a:off x="1632" y="1248"/>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5">
              <a:extLst>
                <a:ext uri="{FF2B5EF4-FFF2-40B4-BE49-F238E27FC236}">
                  <a16:creationId xmlns:a16="http://schemas.microsoft.com/office/drawing/2014/main" id="{4A158BCC-621C-D8F3-3280-DC456EEB53CD}"/>
                </a:ext>
              </a:extLst>
            </p:cNvPr>
            <p:cNvSpPr>
              <a:spLocks noChangeShapeType="1"/>
            </p:cNvSpPr>
            <p:nvPr/>
          </p:nvSpPr>
          <p:spPr bwMode="auto">
            <a:xfrm>
              <a:off x="1632" y="1248"/>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16">
              <a:extLst>
                <a:ext uri="{FF2B5EF4-FFF2-40B4-BE49-F238E27FC236}">
                  <a16:creationId xmlns:a16="http://schemas.microsoft.com/office/drawing/2014/main" id="{513E9C84-B6FA-6F20-3902-EED9653773CF}"/>
                </a:ext>
              </a:extLst>
            </p:cNvPr>
            <p:cNvSpPr>
              <a:spLocks noChangeShapeType="1"/>
            </p:cNvSpPr>
            <p:nvPr/>
          </p:nvSpPr>
          <p:spPr bwMode="auto">
            <a:xfrm>
              <a:off x="1824" y="1248"/>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17">
              <a:extLst>
                <a:ext uri="{FF2B5EF4-FFF2-40B4-BE49-F238E27FC236}">
                  <a16:creationId xmlns:a16="http://schemas.microsoft.com/office/drawing/2014/main" id="{99EF4EDF-0E21-2537-3E81-967767124FA1}"/>
                </a:ext>
              </a:extLst>
            </p:cNvPr>
            <p:cNvSpPr>
              <a:spLocks noChangeShapeType="1"/>
            </p:cNvSpPr>
            <p:nvPr/>
          </p:nvSpPr>
          <p:spPr bwMode="auto">
            <a:xfrm>
              <a:off x="1824" y="1488"/>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18">
              <a:extLst>
                <a:ext uri="{FF2B5EF4-FFF2-40B4-BE49-F238E27FC236}">
                  <a16:creationId xmlns:a16="http://schemas.microsoft.com/office/drawing/2014/main" id="{40FFB9D6-825E-C6E1-D6D0-9D0AE239B7AD}"/>
                </a:ext>
              </a:extLst>
            </p:cNvPr>
            <p:cNvSpPr>
              <a:spLocks noChangeShapeType="1"/>
            </p:cNvSpPr>
            <p:nvPr/>
          </p:nvSpPr>
          <p:spPr bwMode="auto">
            <a:xfrm flipV="1">
              <a:off x="2016" y="1248"/>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19">
              <a:extLst>
                <a:ext uri="{FF2B5EF4-FFF2-40B4-BE49-F238E27FC236}">
                  <a16:creationId xmlns:a16="http://schemas.microsoft.com/office/drawing/2014/main" id="{F7D2062E-2C4B-ED10-D681-4467DD3F93F3}"/>
                </a:ext>
              </a:extLst>
            </p:cNvPr>
            <p:cNvSpPr>
              <a:spLocks noChangeShapeType="1"/>
            </p:cNvSpPr>
            <p:nvPr/>
          </p:nvSpPr>
          <p:spPr bwMode="auto">
            <a:xfrm>
              <a:off x="2016" y="1248"/>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20">
              <a:extLst>
                <a:ext uri="{FF2B5EF4-FFF2-40B4-BE49-F238E27FC236}">
                  <a16:creationId xmlns:a16="http://schemas.microsoft.com/office/drawing/2014/main" id="{AEB8B0AA-387C-7903-872F-D640A1557B95}"/>
                </a:ext>
              </a:extLst>
            </p:cNvPr>
            <p:cNvSpPr>
              <a:spLocks noChangeShapeType="1"/>
            </p:cNvSpPr>
            <p:nvPr/>
          </p:nvSpPr>
          <p:spPr bwMode="auto">
            <a:xfrm>
              <a:off x="2208" y="1248"/>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21">
              <a:extLst>
                <a:ext uri="{FF2B5EF4-FFF2-40B4-BE49-F238E27FC236}">
                  <a16:creationId xmlns:a16="http://schemas.microsoft.com/office/drawing/2014/main" id="{1DD35AC5-CF63-DD8E-98C6-B11D8F64F3E6}"/>
                </a:ext>
              </a:extLst>
            </p:cNvPr>
            <p:cNvSpPr>
              <a:spLocks noChangeShapeType="1"/>
            </p:cNvSpPr>
            <p:nvPr/>
          </p:nvSpPr>
          <p:spPr bwMode="auto">
            <a:xfrm>
              <a:off x="2208" y="1488"/>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2">
              <a:extLst>
                <a:ext uri="{FF2B5EF4-FFF2-40B4-BE49-F238E27FC236}">
                  <a16:creationId xmlns:a16="http://schemas.microsoft.com/office/drawing/2014/main" id="{DFF73C22-2E8C-51E2-F265-922A816357C7}"/>
                </a:ext>
              </a:extLst>
            </p:cNvPr>
            <p:cNvSpPr>
              <a:spLocks noChangeShapeType="1"/>
            </p:cNvSpPr>
            <p:nvPr/>
          </p:nvSpPr>
          <p:spPr bwMode="auto">
            <a:xfrm flipV="1">
              <a:off x="2400" y="1248"/>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23">
              <a:extLst>
                <a:ext uri="{FF2B5EF4-FFF2-40B4-BE49-F238E27FC236}">
                  <a16:creationId xmlns:a16="http://schemas.microsoft.com/office/drawing/2014/main" id="{48EA6683-7014-DB34-E86A-AC01BCE93D5B}"/>
                </a:ext>
              </a:extLst>
            </p:cNvPr>
            <p:cNvSpPr>
              <a:spLocks noChangeShapeType="1"/>
            </p:cNvSpPr>
            <p:nvPr/>
          </p:nvSpPr>
          <p:spPr bwMode="auto">
            <a:xfrm>
              <a:off x="2400" y="1248"/>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4">
              <a:extLst>
                <a:ext uri="{FF2B5EF4-FFF2-40B4-BE49-F238E27FC236}">
                  <a16:creationId xmlns:a16="http://schemas.microsoft.com/office/drawing/2014/main" id="{66E54826-704A-F7F9-5183-E94CE4946991}"/>
                </a:ext>
              </a:extLst>
            </p:cNvPr>
            <p:cNvSpPr>
              <a:spLocks noChangeShapeType="1"/>
            </p:cNvSpPr>
            <p:nvPr/>
          </p:nvSpPr>
          <p:spPr bwMode="auto">
            <a:xfrm>
              <a:off x="2592" y="1248"/>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25">
              <a:extLst>
                <a:ext uri="{FF2B5EF4-FFF2-40B4-BE49-F238E27FC236}">
                  <a16:creationId xmlns:a16="http://schemas.microsoft.com/office/drawing/2014/main" id="{B02D19D5-5459-6C2F-9FB4-2DAFA4E0DB8E}"/>
                </a:ext>
              </a:extLst>
            </p:cNvPr>
            <p:cNvSpPr>
              <a:spLocks noChangeShapeType="1"/>
            </p:cNvSpPr>
            <p:nvPr/>
          </p:nvSpPr>
          <p:spPr bwMode="auto">
            <a:xfrm>
              <a:off x="2592" y="1488"/>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26">
              <a:extLst>
                <a:ext uri="{FF2B5EF4-FFF2-40B4-BE49-F238E27FC236}">
                  <a16:creationId xmlns:a16="http://schemas.microsoft.com/office/drawing/2014/main" id="{DC1E0BE8-0E07-5025-02B9-3078D60ADB46}"/>
                </a:ext>
              </a:extLst>
            </p:cNvPr>
            <p:cNvSpPr>
              <a:spLocks noChangeShapeType="1"/>
            </p:cNvSpPr>
            <p:nvPr/>
          </p:nvSpPr>
          <p:spPr bwMode="auto">
            <a:xfrm flipV="1">
              <a:off x="2784" y="1248"/>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27">
              <a:extLst>
                <a:ext uri="{FF2B5EF4-FFF2-40B4-BE49-F238E27FC236}">
                  <a16:creationId xmlns:a16="http://schemas.microsoft.com/office/drawing/2014/main" id="{23B8D7C9-3FD5-5BC9-D72F-742D60422E7C}"/>
                </a:ext>
              </a:extLst>
            </p:cNvPr>
            <p:cNvSpPr>
              <a:spLocks noChangeShapeType="1"/>
            </p:cNvSpPr>
            <p:nvPr/>
          </p:nvSpPr>
          <p:spPr bwMode="auto">
            <a:xfrm>
              <a:off x="2784" y="1248"/>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28">
              <a:extLst>
                <a:ext uri="{FF2B5EF4-FFF2-40B4-BE49-F238E27FC236}">
                  <a16:creationId xmlns:a16="http://schemas.microsoft.com/office/drawing/2014/main" id="{57B75DD1-9557-EFF0-58C3-6B6FB9C9160D}"/>
                </a:ext>
              </a:extLst>
            </p:cNvPr>
            <p:cNvSpPr>
              <a:spLocks noChangeShapeType="1"/>
            </p:cNvSpPr>
            <p:nvPr/>
          </p:nvSpPr>
          <p:spPr bwMode="auto">
            <a:xfrm>
              <a:off x="2976" y="1248"/>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29">
              <a:extLst>
                <a:ext uri="{FF2B5EF4-FFF2-40B4-BE49-F238E27FC236}">
                  <a16:creationId xmlns:a16="http://schemas.microsoft.com/office/drawing/2014/main" id="{A42F1CCF-2776-5EC5-77E2-C949CDFBBD1D}"/>
                </a:ext>
              </a:extLst>
            </p:cNvPr>
            <p:cNvSpPr>
              <a:spLocks noChangeShapeType="1"/>
            </p:cNvSpPr>
            <p:nvPr/>
          </p:nvSpPr>
          <p:spPr bwMode="auto">
            <a:xfrm>
              <a:off x="2976" y="1488"/>
              <a:ext cx="1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30">
              <a:extLst>
                <a:ext uri="{FF2B5EF4-FFF2-40B4-BE49-F238E27FC236}">
                  <a16:creationId xmlns:a16="http://schemas.microsoft.com/office/drawing/2014/main" id="{E4212AEE-4C03-3703-7642-16A619FE20A8}"/>
                </a:ext>
              </a:extLst>
            </p:cNvPr>
            <p:cNvSpPr>
              <a:spLocks noChangeShapeType="1"/>
            </p:cNvSpPr>
            <p:nvPr/>
          </p:nvSpPr>
          <p:spPr bwMode="auto">
            <a:xfrm>
              <a:off x="864" y="1488"/>
              <a:ext cx="0" cy="144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31">
              <a:extLst>
                <a:ext uri="{FF2B5EF4-FFF2-40B4-BE49-F238E27FC236}">
                  <a16:creationId xmlns:a16="http://schemas.microsoft.com/office/drawing/2014/main" id="{DC5E76CF-9FDF-ACA6-87C1-946205DBF6F3}"/>
                </a:ext>
              </a:extLst>
            </p:cNvPr>
            <p:cNvSpPr>
              <a:spLocks noChangeShapeType="1"/>
            </p:cNvSpPr>
            <p:nvPr/>
          </p:nvSpPr>
          <p:spPr bwMode="auto">
            <a:xfrm>
              <a:off x="1248" y="1488"/>
              <a:ext cx="0" cy="144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32">
              <a:extLst>
                <a:ext uri="{FF2B5EF4-FFF2-40B4-BE49-F238E27FC236}">
                  <a16:creationId xmlns:a16="http://schemas.microsoft.com/office/drawing/2014/main" id="{3662086B-8403-F36B-1897-FE3546EC8272}"/>
                </a:ext>
              </a:extLst>
            </p:cNvPr>
            <p:cNvSpPr>
              <a:spLocks noChangeShapeType="1"/>
            </p:cNvSpPr>
            <p:nvPr/>
          </p:nvSpPr>
          <p:spPr bwMode="auto">
            <a:xfrm>
              <a:off x="1632" y="1488"/>
              <a:ext cx="0" cy="144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33">
              <a:extLst>
                <a:ext uri="{FF2B5EF4-FFF2-40B4-BE49-F238E27FC236}">
                  <a16:creationId xmlns:a16="http://schemas.microsoft.com/office/drawing/2014/main" id="{A0E6769A-2325-62FA-ED5C-25CAB460BF71}"/>
                </a:ext>
              </a:extLst>
            </p:cNvPr>
            <p:cNvSpPr>
              <a:spLocks noChangeShapeType="1"/>
            </p:cNvSpPr>
            <p:nvPr/>
          </p:nvSpPr>
          <p:spPr bwMode="auto">
            <a:xfrm>
              <a:off x="2016" y="1488"/>
              <a:ext cx="0" cy="144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34">
              <a:extLst>
                <a:ext uri="{FF2B5EF4-FFF2-40B4-BE49-F238E27FC236}">
                  <a16:creationId xmlns:a16="http://schemas.microsoft.com/office/drawing/2014/main" id="{1CE3CA8C-7CE2-C07A-B13A-4B1868269116}"/>
                </a:ext>
              </a:extLst>
            </p:cNvPr>
            <p:cNvSpPr>
              <a:spLocks noChangeShapeType="1"/>
            </p:cNvSpPr>
            <p:nvPr/>
          </p:nvSpPr>
          <p:spPr bwMode="auto">
            <a:xfrm>
              <a:off x="2400" y="1488"/>
              <a:ext cx="0" cy="144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35">
              <a:extLst>
                <a:ext uri="{FF2B5EF4-FFF2-40B4-BE49-F238E27FC236}">
                  <a16:creationId xmlns:a16="http://schemas.microsoft.com/office/drawing/2014/main" id="{495E7284-A957-9F1F-DB3D-A0C4FE4BF646}"/>
                </a:ext>
              </a:extLst>
            </p:cNvPr>
            <p:cNvSpPr>
              <a:spLocks noChangeShapeType="1"/>
            </p:cNvSpPr>
            <p:nvPr/>
          </p:nvSpPr>
          <p:spPr bwMode="auto">
            <a:xfrm>
              <a:off x="2784" y="1488"/>
              <a:ext cx="0" cy="144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36">
              <a:extLst>
                <a:ext uri="{FF2B5EF4-FFF2-40B4-BE49-F238E27FC236}">
                  <a16:creationId xmlns:a16="http://schemas.microsoft.com/office/drawing/2014/main" id="{C76D661A-91C7-CD86-8067-A81816EBE179}"/>
                </a:ext>
              </a:extLst>
            </p:cNvPr>
            <p:cNvSpPr>
              <a:spLocks noChangeShapeType="1"/>
            </p:cNvSpPr>
            <p:nvPr/>
          </p:nvSpPr>
          <p:spPr bwMode="auto">
            <a:xfrm>
              <a:off x="672" y="1632"/>
              <a:ext cx="192"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37">
              <a:extLst>
                <a:ext uri="{FF2B5EF4-FFF2-40B4-BE49-F238E27FC236}">
                  <a16:creationId xmlns:a16="http://schemas.microsoft.com/office/drawing/2014/main" id="{D4EE1C7D-945A-0624-9D80-2B20D0A7B316}"/>
                </a:ext>
              </a:extLst>
            </p:cNvPr>
            <p:cNvSpPr>
              <a:spLocks noChangeShapeType="1"/>
            </p:cNvSpPr>
            <p:nvPr/>
          </p:nvSpPr>
          <p:spPr bwMode="auto">
            <a:xfrm>
              <a:off x="864" y="1632"/>
              <a:ext cx="0" cy="24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38">
              <a:extLst>
                <a:ext uri="{FF2B5EF4-FFF2-40B4-BE49-F238E27FC236}">
                  <a16:creationId xmlns:a16="http://schemas.microsoft.com/office/drawing/2014/main" id="{A5E4C101-D61D-B2D0-8E16-9BC1585C51FE}"/>
                </a:ext>
              </a:extLst>
            </p:cNvPr>
            <p:cNvSpPr>
              <a:spLocks noChangeShapeType="1"/>
            </p:cNvSpPr>
            <p:nvPr/>
          </p:nvSpPr>
          <p:spPr bwMode="auto">
            <a:xfrm>
              <a:off x="864" y="1872"/>
              <a:ext cx="115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39">
              <a:extLst>
                <a:ext uri="{FF2B5EF4-FFF2-40B4-BE49-F238E27FC236}">
                  <a16:creationId xmlns:a16="http://schemas.microsoft.com/office/drawing/2014/main" id="{A788CB72-38AB-4351-29C7-45AC34CE4848}"/>
                </a:ext>
              </a:extLst>
            </p:cNvPr>
            <p:cNvSpPr>
              <a:spLocks noChangeShapeType="1"/>
            </p:cNvSpPr>
            <p:nvPr/>
          </p:nvSpPr>
          <p:spPr bwMode="auto">
            <a:xfrm>
              <a:off x="672" y="2256"/>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40">
              <a:extLst>
                <a:ext uri="{FF2B5EF4-FFF2-40B4-BE49-F238E27FC236}">
                  <a16:creationId xmlns:a16="http://schemas.microsoft.com/office/drawing/2014/main" id="{C14C2354-06AE-6B68-477B-D8896B2283A1}"/>
                </a:ext>
              </a:extLst>
            </p:cNvPr>
            <p:cNvSpPr>
              <a:spLocks noChangeShapeType="1"/>
            </p:cNvSpPr>
            <p:nvPr/>
          </p:nvSpPr>
          <p:spPr bwMode="auto">
            <a:xfrm flipV="1">
              <a:off x="864" y="2064"/>
              <a:ext cx="0" cy="19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41">
              <a:extLst>
                <a:ext uri="{FF2B5EF4-FFF2-40B4-BE49-F238E27FC236}">
                  <a16:creationId xmlns:a16="http://schemas.microsoft.com/office/drawing/2014/main" id="{1150CA1E-3E04-1B8B-BED9-0E2DA7FAC3B0}"/>
                </a:ext>
              </a:extLst>
            </p:cNvPr>
            <p:cNvSpPr>
              <a:spLocks noChangeShapeType="1"/>
            </p:cNvSpPr>
            <p:nvPr/>
          </p:nvSpPr>
          <p:spPr bwMode="auto">
            <a:xfrm>
              <a:off x="864" y="2064"/>
              <a:ext cx="384"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42">
              <a:extLst>
                <a:ext uri="{FF2B5EF4-FFF2-40B4-BE49-F238E27FC236}">
                  <a16:creationId xmlns:a16="http://schemas.microsoft.com/office/drawing/2014/main" id="{36089FF3-F031-7110-99F6-8F30C1C6190E}"/>
                </a:ext>
              </a:extLst>
            </p:cNvPr>
            <p:cNvSpPr>
              <a:spLocks noChangeShapeType="1"/>
            </p:cNvSpPr>
            <p:nvPr/>
          </p:nvSpPr>
          <p:spPr bwMode="auto">
            <a:xfrm>
              <a:off x="1248" y="2064"/>
              <a:ext cx="0" cy="19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43">
              <a:extLst>
                <a:ext uri="{FF2B5EF4-FFF2-40B4-BE49-F238E27FC236}">
                  <a16:creationId xmlns:a16="http://schemas.microsoft.com/office/drawing/2014/main" id="{ED65AA12-0226-3A86-A2F3-6812BB998704}"/>
                </a:ext>
              </a:extLst>
            </p:cNvPr>
            <p:cNvSpPr>
              <a:spLocks noChangeShapeType="1"/>
            </p:cNvSpPr>
            <p:nvPr/>
          </p:nvSpPr>
          <p:spPr bwMode="auto">
            <a:xfrm>
              <a:off x="1248" y="2256"/>
              <a:ext cx="115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44">
              <a:extLst>
                <a:ext uri="{FF2B5EF4-FFF2-40B4-BE49-F238E27FC236}">
                  <a16:creationId xmlns:a16="http://schemas.microsoft.com/office/drawing/2014/main" id="{F64A1D56-247E-06C7-5C8E-CEE4EA5B30FC}"/>
                </a:ext>
              </a:extLst>
            </p:cNvPr>
            <p:cNvSpPr>
              <a:spLocks noChangeShapeType="1"/>
            </p:cNvSpPr>
            <p:nvPr/>
          </p:nvSpPr>
          <p:spPr bwMode="auto">
            <a:xfrm>
              <a:off x="672" y="2544"/>
              <a:ext cx="57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45">
              <a:extLst>
                <a:ext uri="{FF2B5EF4-FFF2-40B4-BE49-F238E27FC236}">
                  <a16:creationId xmlns:a16="http://schemas.microsoft.com/office/drawing/2014/main" id="{EF896987-862B-3B73-042A-E6C6FCD93B90}"/>
                </a:ext>
              </a:extLst>
            </p:cNvPr>
            <p:cNvSpPr>
              <a:spLocks noChangeShapeType="1"/>
            </p:cNvSpPr>
            <p:nvPr/>
          </p:nvSpPr>
          <p:spPr bwMode="auto">
            <a:xfrm flipV="1">
              <a:off x="1248" y="2352"/>
              <a:ext cx="0" cy="19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46">
              <a:extLst>
                <a:ext uri="{FF2B5EF4-FFF2-40B4-BE49-F238E27FC236}">
                  <a16:creationId xmlns:a16="http://schemas.microsoft.com/office/drawing/2014/main" id="{DF4D7469-60F7-2A7F-6420-AC9EB8112BE3}"/>
                </a:ext>
              </a:extLst>
            </p:cNvPr>
            <p:cNvSpPr>
              <a:spLocks noChangeShapeType="1"/>
            </p:cNvSpPr>
            <p:nvPr/>
          </p:nvSpPr>
          <p:spPr bwMode="auto">
            <a:xfrm>
              <a:off x="1248" y="2352"/>
              <a:ext cx="384"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47">
              <a:extLst>
                <a:ext uri="{FF2B5EF4-FFF2-40B4-BE49-F238E27FC236}">
                  <a16:creationId xmlns:a16="http://schemas.microsoft.com/office/drawing/2014/main" id="{138C9F93-4EBD-8610-5AF2-4D6FDF937393}"/>
                </a:ext>
              </a:extLst>
            </p:cNvPr>
            <p:cNvSpPr>
              <a:spLocks noChangeShapeType="1"/>
            </p:cNvSpPr>
            <p:nvPr/>
          </p:nvSpPr>
          <p:spPr bwMode="auto">
            <a:xfrm>
              <a:off x="1632" y="2352"/>
              <a:ext cx="0" cy="19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48">
              <a:extLst>
                <a:ext uri="{FF2B5EF4-FFF2-40B4-BE49-F238E27FC236}">
                  <a16:creationId xmlns:a16="http://schemas.microsoft.com/office/drawing/2014/main" id="{8100DA33-559D-F5BC-9343-717B8D59E007}"/>
                </a:ext>
              </a:extLst>
            </p:cNvPr>
            <p:cNvSpPr>
              <a:spLocks noChangeShapeType="1"/>
            </p:cNvSpPr>
            <p:nvPr/>
          </p:nvSpPr>
          <p:spPr bwMode="auto">
            <a:xfrm>
              <a:off x="1632" y="2544"/>
              <a:ext cx="7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49">
              <a:extLst>
                <a:ext uri="{FF2B5EF4-FFF2-40B4-BE49-F238E27FC236}">
                  <a16:creationId xmlns:a16="http://schemas.microsoft.com/office/drawing/2014/main" id="{32154342-A4C2-5FEF-4ED1-CA0DBB209925}"/>
                </a:ext>
              </a:extLst>
            </p:cNvPr>
            <p:cNvSpPr>
              <a:spLocks noChangeShapeType="1"/>
            </p:cNvSpPr>
            <p:nvPr/>
          </p:nvSpPr>
          <p:spPr bwMode="auto">
            <a:xfrm>
              <a:off x="672" y="2832"/>
              <a:ext cx="96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50">
              <a:extLst>
                <a:ext uri="{FF2B5EF4-FFF2-40B4-BE49-F238E27FC236}">
                  <a16:creationId xmlns:a16="http://schemas.microsoft.com/office/drawing/2014/main" id="{95C59189-D89C-F5BB-F5AC-9A5BA90BCDBF}"/>
                </a:ext>
              </a:extLst>
            </p:cNvPr>
            <p:cNvSpPr>
              <a:spLocks noChangeShapeType="1"/>
            </p:cNvSpPr>
            <p:nvPr/>
          </p:nvSpPr>
          <p:spPr bwMode="auto">
            <a:xfrm flipV="1">
              <a:off x="1632" y="2640"/>
              <a:ext cx="0" cy="19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Line 51">
              <a:extLst>
                <a:ext uri="{FF2B5EF4-FFF2-40B4-BE49-F238E27FC236}">
                  <a16:creationId xmlns:a16="http://schemas.microsoft.com/office/drawing/2014/main" id="{1FC98059-DF86-B349-DC83-E2515868C74D}"/>
                </a:ext>
              </a:extLst>
            </p:cNvPr>
            <p:cNvSpPr>
              <a:spLocks noChangeShapeType="1"/>
            </p:cNvSpPr>
            <p:nvPr/>
          </p:nvSpPr>
          <p:spPr bwMode="auto">
            <a:xfrm>
              <a:off x="1632" y="2640"/>
              <a:ext cx="384"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52">
              <a:extLst>
                <a:ext uri="{FF2B5EF4-FFF2-40B4-BE49-F238E27FC236}">
                  <a16:creationId xmlns:a16="http://schemas.microsoft.com/office/drawing/2014/main" id="{467F605A-3E51-DA58-B5C5-5CC7802231E1}"/>
                </a:ext>
              </a:extLst>
            </p:cNvPr>
            <p:cNvSpPr>
              <a:spLocks noChangeShapeType="1"/>
            </p:cNvSpPr>
            <p:nvPr/>
          </p:nvSpPr>
          <p:spPr bwMode="auto">
            <a:xfrm>
              <a:off x="2016" y="2640"/>
              <a:ext cx="0" cy="19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53">
              <a:extLst>
                <a:ext uri="{FF2B5EF4-FFF2-40B4-BE49-F238E27FC236}">
                  <a16:creationId xmlns:a16="http://schemas.microsoft.com/office/drawing/2014/main" id="{C8BE0938-8BE2-1552-B541-C503F7EAC8B1}"/>
                </a:ext>
              </a:extLst>
            </p:cNvPr>
            <p:cNvSpPr>
              <a:spLocks noChangeShapeType="1"/>
            </p:cNvSpPr>
            <p:nvPr/>
          </p:nvSpPr>
          <p:spPr bwMode="auto">
            <a:xfrm>
              <a:off x="2016" y="2832"/>
              <a:ext cx="7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54">
              <a:extLst>
                <a:ext uri="{FF2B5EF4-FFF2-40B4-BE49-F238E27FC236}">
                  <a16:creationId xmlns:a16="http://schemas.microsoft.com/office/drawing/2014/main" id="{D6FD7D75-27E8-BFB1-10F1-C15FADF5DFF6}"/>
                </a:ext>
              </a:extLst>
            </p:cNvPr>
            <p:cNvSpPr>
              <a:spLocks noChangeShapeType="1"/>
            </p:cNvSpPr>
            <p:nvPr/>
          </p:nvSpPr>
          <p:spPr bwMode="auto">
            <a:xfrm flipV="1">
              <a:off x="2016" y="1680"/>
              <a:ext cx="0" cy="19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55">
              <a:extLst>
                <a:ext uri="{FF2B5EF4-FFF2-40B4-BE49-F238E27FC236}">
                  <a16:creationId xmlns:a16="http://schemas.microsoft.com/office/drawing/2014/main" id="{76098165-7889-83E1-A9B5-753391F53E0B}"/>
                </a:ext>
              </a:extLst>
            </p:cNvPr>
            <p:cNvSpPr>
              <a:spLocks noChangeShapeType="1"/>
            </p:cNvSpPr>
            <p:nvPr/>
          </p:nvSpPr>
          <p:spPr bwMode="auto">
            <a:xfrm>
              <a:off x="2016" y="1680"/>
              <a:ext cx="384"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56">
              <a:extLst>
                <a:ext uri="{FF2B5EF4-FFF2-40B4-BE49-F238E27FC236}">
                  <a16:creationId xmlns:a16="http://schemas.microsoft.com/office/drawing/2014/main" id="{81A7C0BE-6CFE-5D22-262B-834A01F1BAAA}"/>
                </a:ext>
              </a:extLst>
            </p:cNvPr>
            <p:cNvSpPr>
              <a:spLocks noChangeShapeType="1"/>
            </p:cNvSpPr>
            <p:nvPr/>
          </p:nvSpPr>
          <p:spPr bwMode="auto">
            <a:xfrm>
              <a:off x="2400" y="1680"/>
              <a:ext cx="0" cy="19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57">
              <a:extLst>
                <a:ext uri="{FF2B5EF4-FFF2-40B4-BE49-F238E27FC236}">
                  <a16:creationId xmlns:a16="http://schemas.microsoft.com/office/drawing/2014/main" id="{1C907FAE-EFDD-AA7E-7B27-EE3F53B99FEC}"/>
                </a:ext>
              </a:extLst>
            </p:cNvPr>
            <p:cNvSpPr>
              <a:spLocks noChangeShapeType="1"/>
            </p:cNvSpPr>
            <p:nvPr/>
          </p:nvSpPr>
          <p:spPr bwMode="auto">
            <a:xfrm>
              <a:off x="2400" y="1872"/>
              <a:ext cx="72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58">
              <a:extLst>
                <a:ext uri="{FF2B5EF4-FFF2-40B4-BE49-F238E27FC236}">
                  <a16:creationId xmlns:a16="http://schemas.microsoft.com/office/drawing/2014/main" id="{08B1C1B4-4150-7A7F-0DE4-7558F185243B}"/>
                </a:ext>
              </a:extLst>
            </p:cNvPr>
            <p:cNvSpPr>
              <a:spLocks noChangeShapeType="1"/>
            </p:cNvSpPr>
            <p:nvPr/>
          </p:nvSpPr>
          <p:spPr bwMode="auto">
            <a:xfrm flipV="1">
              <a:off x="2400" y="2064"/>
              <a:ext cx="0" cy="19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Line 59">
              <a:extLst>
                <a:ext uri="{FF2B5EF4-FFF2-40B4-BE49-F238E27FC236}">
                  <a16:creationId xmlns:a16="http://schemas.microsoft.com/office/drawing/2014/main" id="{81C1D87E-B34B-CE3C-7762-049038A8C025}"/>
                </a:ext>
              </a:extLst>
            </p:cNvPr>
            <p:cNvSpPr>
              <a:spLocks noChangeShapeType="1"/>
            </p:cNvSpPr>
            <p:nvPr/>
          </p:nvSpPr>
          <p:spPr bwMode="auto">
            <a:xfrm>
              <a:off x="2400" y="2064"/>
              <a:ext cx="384"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60">
              <a:extLst>
                <a:ext uri="{FF2B5EF4-FFF2-40B4-BE49-F238E27FC236}">
                  <a16:creationId xmlns:a16="http://schemas.microsoft.com/office/drawing/2014/main" id="{31D61985-92BB-0C64-A90A-10F493D4F466}"/>
                </a:ext>
              </a:extLst>
            </p:cNvPr>
            <p:cNvSpPr>
              <a:spLocks noChangeShapeType="1"/>
            </p:cNvSpPr>
            <p:nvPr/>
          </p:nvSpPr>
          <p:spPr bwMode="auto">
            <a:xfrm>
              <a:off x="2784" y="2064"/>
              <a:ext cx="0" cy="19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61">
              <a:extLst>
                <a:ext uri="{FF2B5EF4-FFF2-40B4-BE49-F238E27FC236}">
                  <a16:creationId xmlns:a16="http://schemas.microsoft.com/office/drawing/2014/main" id="{251E9A35-6793-82FB-25D9-15F9DAC90DFA}"/>
                </a:ext>
              </a:extLst>
            </p:cNvPr>
            <p:cNvSpPr>
              <a:spLocks noChangeShapeType="1"/>
            </p:cNvSpPr>
            <p:nvPr/>
          </p:nvSpPr>
          <p:spPr bwMode="auto">
            <a:xfrm>
              <a:off x="2784" y="2256"/>
              <a:ext cx="3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62">
              <a:extLst>
                <a:ext uri="{FF2B5EF4-FFF2-40B4-BE49-F238E27FC236}">
                  <a16:creationId xmlns:a16="http://schemas.microsoft.com/office/drawing/2014/main" id="{0072DAB6-7669-DF25-FD6B-FFB06235AAC2}"/>
                </a:ext>
              </a:extLst>
            </p:cNvPr>
            <p:cNvSpPr>
              <a:spLocks noChangeShapeType="1"/>
            </p:cNvSpPr>
            <p:nvPr/>
          </p:nvSpPr>
          <p:spPr bwMode="auto">
            <a:xfrm>
              <a:off x="2400" y="2544"/>
              <a:ext cx="38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63">
              <a:extLst>
                <a:ext uri="{FF2B5EF4-FFF2-40B4-BE49-F238E27FC236}">
                  <a16:creationId xmlns:a16="http://schemas.microsoft.com/office/drawing/2014/main" id="{18E4BC0F-C0FF-6D7B-784E-C5538058D24E}"/>
                </a:ext>
              </a:extLst>
            </p:cNvPr>
            <p:cNvSpPr>
              <a:spLocks noChangeShapeType="1"/>
            </p:cNvSpPr>
            <p:nvPr/>
          </p:nvSpPr>
          <p:spPr bwMode="auto">
            <a:xfrm flipV="1">
              <a:off x="2784" y="2352"/>
              <a:ext cx="0" cy="19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64">
              <a:extLst>
                <a:ext uri="{FF2B5EF4-FFF2-40B4-BE49-F238E27FC236}">
                  <a16:creationId xmlns:a16="http://schemas.microsoft.com/office/drawing/2014/main" id="{2D3607FB-4E26-BB02-527E-B7BE60C182BA}"/>
                </a:ext>
              </a:extLst>
            </p:cNvPr>
            <p:cNvSpPr>
              <a:spLocks noChangeShapeType="1"/>
            </p:cNvSpPr>
            <p:nvPr/>
          </p:nvSpPr>
          <p:spPr bwMode="auto">
            <a:xfrm>
              <a:off x="2784" y="2352"/>
              <a:ext cx="336"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Line 65">
              <a:extLst>
                <a:ext uri="{FF2B5EF4-FFF2-40B4-BE49-F238E27FC236}">
                  <a16:creationId xmlns:a16="http://schemas.microsoft.com/office/drawing/2014/main" id="{86F9DFF9-84AC-A1D6-C52B-51414192AA90}"/>
                </a:ext>
              </a:extLst>
            </p:cNvPr>
            <p:cNvSpPr>
              <a:spLocks noChangeShapeType="1"/>
            </p:cNvSpPr>
            <p:nvPr/>
          </p:nvSpPr>
          <p:spPr bwMode="auto">
            <a:xfrm>
              <a:off x="2784" y="2832"/>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Text Box 66">
              <a:extLst>
                <a:ext uri="{FF2B5EF4-FFF2-40B4-BE49-F238E27FC236}">
                  <a16:creationId xmlns:a16="http://schemas.microsoft.com/office/drawing/2014/main" id="{6C3CC766-067A-3426-4A62-3C700125390A}"/>
                </a:ext>
              </a:extLst>
            </p:cNvPr>
            <p:cNvSpPr txBox="1">
              <a:spLocks noChangeArrowheads="1"/>
            </p:cNvSpPr>
            <p:nvPr/>
          </p:nvSpPr>
          <p:spPr bwMode="auto">
            <a:xfrm>
              <a:off x="326" y="1275"/>
              <a:ext cx="32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t>CP</a:t>
              </a:r>
            </a:p>
          </p:txBody>
        </p:sp>
        <p:sp>
          <p:nvSpPr>
            <p:cNvPr id="71" name="Text Box 67">
              <a:extLst>
                <a:ext uri="{FF2B5EF4-FFF2-40B4-BE49-F238E27FC236}">
                  <a16:creationId xmlns:a16="http://schemas.microsoft.com/office/drawing/2014/main" id="{6A56E477-2640-1107-579C-D7146280F925}"/>
                </a:ext>
              </a:extLst>
            </p:cNvPr>
            <p:cNvSpPr txBox="1">
              <a:spLocks noChangeArrowheads="1"/>
            </p:cNvSpPr>
            <p:nvPr/>
          </p:nvSpPr>
          <p:spPr bwMode="auto">
            <a:xfrm>
              <a:off x="336" y="1602"/>
              <a:ext cx="291"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t>Q</a:t>
              </a:r>
              <a:r>
                <a:rPr kumimoji="1" lang="en-US" altLang="zh-CN" sz="2400" baseline="-25000"/>
                <a:t>0</a:t>
              </a:r>
              <a:endParaRPr kumimoji="1" lang="en-US" altLang="zh-CN" sz="2400"/>
            </a:p>
          </p:txBody>
        </p:sp>
        <p:sp>
          <p:nvSpPr>
            <p:cNvPr id="72" name="Text Box 68">
              <a:extLst>
                <a:ext uri="{FF2B5EF4-FFF2-40B4-BE49-F238E27FC236}">
                  <a16:creationId xmlns:a16="http://schemas.microsoft.com/office/drawing/2014/main" id="{35D0AE13-D92B-D9C4-1900-952AF9BB7529}"/>
                </a:ext>
              </a:extLst>
            </p:cNvPr>
            <p:cNvSpPr txBox="1">
              <a:spLocks noChangeArrowheads="1"/>
            </p:cNvSpPr>
            <p:nvPr/>
          </p:nvSpPr>
          <p:spPr bwMode="auto">
            <a:xfrm>
              <a:off x="336" y="1976"/>
              <a:ext cx="291"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t>Q</a:t>
              </a:r>
              <a:r>
                <a:rPr kumimoji="1" lang="en-US" altLang="zh-CN" sz="2400" baseline="-25000"/>
                <a:t>1</a:t>
              </a:r>
              <a:endParaRPr kumimoji="1" lang="en-US" altLang="zh-CN" sz="2400"/>
            </a:p>
          </p:txBody>
        </p:sp>
        <p:sp>
          <p:nvSpPr>
            <p:cNvPr id="73" name="Text Box 69">
              <a:extLst>
                <a:ext uri="{FF2B5EF4-FFF2-40B4-BE49-F238E27FC236}">
                  <a16:creationId xmlns:a16="http://schemas.microsoft.com/office/drawing/2014/main" id="{9846AD0D-8AB9-6AE3-2F8C-078241C720A1}"/>
                </a:ext>
              </a:extLst>
            </p:cNvPr>
            <p:cNvSpPr txBox="1">
              <a:spLocks noChangeArrowheads="1"/>
            </p:cNvSpPr>
            <p:nvPr/>
          </p:nvSpPr>
          <p:spPr bwMode="auto">
            <a:xfrm>
              <a:off x="336" y="2274"/>
              <a:ext cx="291"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t>Q</a:t>
              </a:r>
              <a:r>
                <a:rPr kumimoji="1" lang="en-US" altLang="zh-CN" sz="2400" baseline="-25000"/>
                <a:t>2</a:t>
              </a:r>
              <a:endParaRPr kumimoji="1" lang="en-US" altLang="zh-CN" sz="2400"/>
            </a:p>
          </p:txBody>
        </p:sp>
        <p:sp>
          <p:nvSpPr>
            <p:cNvPr id="74" name="Text Box 70">
              <a:extLst>
                <a:ext uri="{FF2B5EF4-FFF2-40B4-BE49-F238E27FC236}">
                  <a16:creationId xmlns:a16="http://schemas.microsoft.com/office/drawing/2014/main" id="{259C5E60-429D-84B4-C1E7-AF7FDEB11E69}"/>
                </a:ext>
              </a:extLst>
            </p:cNvPr>
            <p:cNvSpPr txBox="1">
              <a:spLocks noChangeArrowheads="1"/>
            </p:cNvSpPr>
            <p:nvPr/>
          </p:nvSpPr>
          <p:spPr bwMode="auto">
            <a:xfrm>
              <a:off x="336" y="2600"/>
              <a:ext cx="291"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t>Q</a:t>
              </a:r>
              <a:r>
                <a:rPr kumimoji="1" lang="en-US" altLang="zh-CN" sz="2400" baseline="-25000"/>
                <a:t>3</a:t>
              </a:r>
              <a:endParaRPr kumimoji="1" lang="en-US" altLang="zh-CN" sz="2400"/>
            </a:p>
          </p:txBody>
        </p:sp>
      </p:grpSp>
      <p:sp>
        <p:nvSpPr>
          <p:cNvPr id="75" name="Text Box 72">
            <a:extLst>
              <a:ext uri="{FF2B5EF4-FFF2-40B4-BE49-F238E27FC236}">
                <a16:creationId xmlns:a16="http://schemas.microsoft.com/office/drawing/2014/main" id="{6B0FC045-DF71-A3BC-6F18-2C71E21236D0}"/>
              </a:ext>
            </a:extLst>
          </p:cNvPr>
          <p:cNvSpPr txBox="1">
            <a:spLocks noChangeArrowheads="1"/>
          </p:cNvSpPr>
          <p:nvPr/>
        </p:nvSpPr>
        <p:spPr bwMode="auto">
          <a:xfrm>
            <a:off x="4577475" y="5891323"/>
            <a:ext cx="1250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a:latin typeface="Arial" panose="020B0604020202020204" pitchFamily="34" charset="0"/>
              </a:rPr>
              <a:t>时序图</a:t>
            </a:r>
          </a:p>
        </p:txBody>
      </p:sp>
    </p:spTree>
    <p:extLst>
      <p:ext uri="{BB962C8B-B14F-4D97-AF65-F5344CB8AC3E}">
        <p14:creationId xmlns:p14="http://schemas.microsoft.com/office/powerpoint/2010/main" val="8067467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583778-31BA-432D-367B-A7F302A2EFE9}"/>
              </a:ext>
            </a:extLst>
          </p:cNvPr>
          <p:cNvSpPr>
            <a:spLocks noGrp="1"/>
          </p:cNvSpPr>
          <p:nvPr>
            <p:ph type="title"/>
          </p:nvPr>
        </p:nvSpPr>
        <p:spPr/>
        <p:txBody>
          <a:bodyPr>
            <a:normAutofit fontScale="90000"/>
          </a:bodyPr>
          <a:lstStyle/>
          <a:p>
            <a:r>
              <a:rPr lang="zh-CN" altLang="en-US" dirty="0"/>
              <a:t>扭环形计数器</a:t>
            </a:r>
            <a:endParaRPr kumimoji="1" lang="zh-CN" altLang="en-US" dirty="0"/>
          </a:p>
        </p:txBody>
      </p:sp>
      <p:sp>
        <p:nvSpPr>
          <p:cNvPr id="3" name="内容占位符 2">
            <a:extLst>
              <a:ext uri="{FF2B5EF4-FFF2-40B4-BE49-F238E27FC236}">
                <a16:creationId xmlns:a16="http://schemas.microsoft.com/office/drawing/2014/main" id="{455402E9-982C-B066-4076-1B8018D2D1C5}"/>
              </a:ext>
            </a:extLst>
          </p:cNvPr>
          <p:cNvSpPr>
            <a:spLocks noGrp="1"/>
          </p:cNvSpPr>
          <p:nvPr>
            <p:ph idx="1"/>
          </p:nvPr>
        </p:nvSpPr>
        <p:spPr/>
        <p:txBody>
          <a:bodyPr/>
          <a:lstStyle/>
          <a:p>
            <a:r>
              <a:rPr lang="zh-CN" altLang="en-US" dirty="0"/>
              <a:t>也称约翰逊计数器</a:t>
            </a:r>
            <a:endParaRPr kumimoji="1" lang="en-US" altLang="zh-CN" sz="2400" dirty="0">
              <a:solidFill>
                <a:schemeClr val="accent1">
                  <a:lumMod val="75000"/>
                </a:schemeClr>
              </a:solidFill>
            </a:endParaRPr>
          </a:p>
          <a:p>
            <a:pPr lvl="1"/>
            <a:r>
              <a:rPr lang="zh-CN" altLang="en-US" dirty="0">
                <a:solidFill>
                  <a:schemeClr val="accent1">
                    <a:lumMod val="50000"/>
                  </a:schemeClr>
                </a:solidFill>
              </a:rPr>
              <a:t>有效循环：每次状态转换，只有一位发生改变</a:t>
            </a:r>
            <a:endParaRPr lang="en-US" altLang="zh-CN" dirty="0">
              <a:solidFill>
                <a:schemeClr val="accent1">
                  <a:lumMod val="50000"/>
                </a:schemeClr>
              </a:solidFill>
            </a:endParaRPr>
          </a:p>
          <a:p>
            <a:pPr lvl="1"/>
            <a:r>
              <a:rPr lang="zh-CN" altLang="en-US" dirty="0">
                <a:solidFill>
                  <a:schemeClr val="accent1">
                    <a:lumMod val="50000"/>
                  </a:schemeClr>
                </a:solidFill>
              </a:rPr>
              <a:t>有效状态数是环形计数器的两倍</a:t>
            </a:r>
          </a:p>
          <a:p>
            <a:endParaRPr kumimoji="1" lang="zh-CN" altLang="en-US" dirty="0"/>
          </a:p>
        </p:txBody>
      </p:sp>
      <p:sp>
        <p:nvSpPr>
          <p:cNvPr id="4" name="页脚占位符 3">
            <a:extLst>
              <a:ext uri="{FF2B5EF4-FFF2-40B4-BE49-F238E27FC236}">
                <a16:creationId xmlns:a16="http://schemas.microsoft.com/office/drawing/2014/main" id="{B5C13FDA-D404-E62A-300A-0E7E828FFF60}"/>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929E5963-4A66-1618-E432-64BAAA8665E9}"/>
              </a:ext>
            </a:extLst>
          </p:cNvPr>
          <p:cNvSpPr>
            <a:spLocks noGrp="1"/>
          </p:cNvSpPr>
          <p:nvPr>
            <p:ph type="sldNum" sz="quarter" idx="12"/>
          </p:nvPr>
        </p:nvSpPr>
        <p:spPr/>
        <p:txBody>
          <a:bodyPr/>
          <a:lstStyle/>
          <a:p>
            <a:fld id="{9E260BC5-5BF3-8746-862B-DC45E9CAA88B}" type="slidenum">
              <a:rPr lang="en-US" smtClean="0"/>
              <a:pPr/>
              <a:t>28</a:t>
            </a:fld>
            <a:r>
              <a:rPr lang="en-US" altLang="zh-CN" dirty="0"/>
              <a:t>/34</a:t>
            </a:r>
            <a:endParaRPr lang="en-US" dirty="0"/>
          </a:p>
        </p:txBody>
      </p:sp>
      <p:grpSp>
        <p:nvGrpSpPr>
          <p:cNvPr id="7" name="组合 6">
            <a:extLst>
              <a:ext uri="{FF2B5EF4-FFF2-40B4-BE49-F238E27FC236}">
                <a16:creationId xmlns:a16="http://schemas.microsoft.com/office/drawing/2014/main" id="{3681D1C2-D50B-96F4-B0B2-9D721B093C76}"/>
              </a:ext>
            </a:extLst>
          </p:cNvPr>
          <p:cNvGrpSpPr/>
          <p:nvPr/>
        </p:nvGrpSpPr>
        <p:grpSpPr>
          <a:xfrm>
            <a:off x="5672932" y="4213833"/>
            <a:ext cx="2754312" cy="2016125"/>
            <a:chOff x="5932488" y="4184650"/>
            <a:chExt cx="2754312" cy="2016125"/>
          </a:xfrm>
        </p:grpSpPr>
        <p:sp>
          <p:nvSpPr>
            <p:cNvPr id="8" name="Rectangle 54">
              <a:extLst>
                <a:ext uri="{FF2B5EF4-FFF2-40B4-BE49-F238E27FC236}">
                  <a16:creationId xmlns:a16="http://schemas.microsoft.com/office/drawing/2014/main" id="{CA6A559F-2CBA-421B-01BA-E2E1EA9B2C26}"/>
                </a:ext>
              </a:extLst>
            </p:cNvPr>
            <p:cNvSpPr>
              <a:spLocks noChangeArrowheads="1"/>
            </p:cNvSpPr>
            <p:nvPr/>
          </p:nvSpPr>
          <p:spPr bwMode="auto">
            <a:xfrm>
              <a:off x="6696075" y="4941888"/>
              <a:ext cx="120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000">
                  <a:latin typeface="Arial" panose="020B0604020202020204" pitchFamily="34" charset="0"/>
                </a:rPr>
                <a:t>无效循环</a:t>
              </a:r>
            </a:p>
          </p:txBody>
        </p:sp>
        <p:grpSp>
          <p:nvGrpSpPr>
            <p:cNvPr id="9" name="Group 74">
              <a:extLst>
                <a:ext uri="{FF2B5EF4-FFF2-40B4-BE49-F238E27FC236}">
                  <a16:creationId xmlns:a16="http://schemas.microsoft.com/office/drawing/2014/main" id="{8DA80C1F-33BB-A01B-E160-62BA7A6A295F}"/>
                </a:ext>
              </a:extLst>
            </p:cNvPr>
            <p:cNvGrpSpPr>
              <a:grpSpLocks/>
            </p:cNvGrpSpPr>
            <p:nvPr/>
          </p:nvGrpSpPr>
          <p:grpSpPr bwMode="auto">
            <a:xfrm>
              <a:off x="5932488" y="4184650"/>
              <a:ext cx="2754312" cy="2016125"/>
              <a:chOff x="2112" y="1392"/>
              <a:chExt cx="1735" cy="1392"/>
            </a:xfrm>
          </p:grpSpPr>
          <p:sp>
            <p:nvSpPr>
              <p:cNvPr id="10" name="Oval 75">
                <a:extLst>
                  <a:ext uri="{FF2B5EF4-FFF2-40B4-BE49-F238E27FC236}">
                    <a16:creationId xmlns:a16="http://schemas.microsoft.com/office/drawing/2014/main" id="{5575BEE7-0BAC-9784-D02D-5A118CD53671}"/>
                  </a:ext>
                </a:extLst>
              </p:cNvPr>
              <p:cNvSpPr>
                <a:spLocks noChangeArrowheads="1"/>
              </p:cNvSpPr>
              <p:nvPr/>
            </p:nvSpPr>
            <p:spPr bwMode="auto">
              <a:xfrm>
                <a:off x="2112" y="1392"/>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1010</a:t>
                </a:r>
              </a:p>
            </p:txBody>
          </p:sp>
          <p:sp>
            <p:nvSpPr>
              <p:cNvPr id="11" name="Line 76">
                <a:extLst>
                  <a:ext uri="{FF2B5EF4-FFF2-40B4-BE49-F238E27FC236}">
                    <a16:creationId xmlns:a16="http://schemas.microsoft.com/office/drawing/2014/main" id="{618D92A3-4DAD-8570-03D5-FA4FEAF1FA87}"/>
                  </a:ext>
                </a:extLst>
              </p:cNvPr>
              <p:cNvSpPr>
                <a:spLocks noChangeShapeType="1"/>
              </p:cNvSpPr>
              <p:nvPr/>
            </p:nvSpPr>
            <p:spPr bwMode="auto">
              <a:xfrm>
                <a:off x="2503" y="1557"/>
                <a:ext cx="274"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Oval 77">
                <a:extLst>
                  <a:ext uri="{FF2B5EF4-FFF2-40B4-BE49-F238E27FC236}">
                    <a16:creationId xmlns:a16="http://schemas.microsoft.com/office/drawing/2014/main" id="{2BF0C066-7AF6-3504-6B98-B52B2C7D03AA}"/>
                  </a:ext>
                </a:extLst>
              </p:cNvPr>
              <p:cNvSpPr>
                <a:spLocks noChangeArrowheads="1"/>
              </p:cNvSpPr>
              <p:nvPr/>
            </p:nvSpPr>
            <p:spPr bwMode="auto">
              <a:xfrm>
                <a:off x="2777" y="1392"/>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1101</a:t>
                </a:r>
              </a:p>
            </p:txBody>
          </p:sp>
          <p:sp>
            <p:nvSpPr>
              <p:cNvPr id="13" name="Line 78">
                <a:extLst>
                  <a:ext uri="{FF2B5EF4-FFF2-40B4-BE49-F238E27FC236}">
                    <a16:creationId xmlns:a16="http://schemas.microsoft.com/office/drawing/2014/main" id="{7E12C87A-9E62-CBC8-CB3E-F109FC1D30CB}"/>
                  </a:ext>
                </a:extLst>
              </p:cNvPr>
              <p:cNvSpPr>
                <a:spLocks noChangeShapeType="1"/>
              </p:cNvSpPr>
              <p:nvPr/>
            </p:nvSpPr>
            <p:spPr bwMode="auto">
              <a:xfrm>
                <a:off x="3648" y="1721"/>
                <a:ext cx="0" cy="206"/>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Oval 79">
                <a:extLst>
                  <a:ext uri="{FF2B5EF4-FFF2-40B4-BE49-F238E27FC236}">
                    <a16:creationId xmlns:a16="http://schemas.microsoft.com/office/drawing/2014/main" id="{645F7226-B4BF-D8A0-E010-476B142A7F94}"/>
                  </a:ext>
                </a:extLst>
              </p:cNvPr>
              <p:cNvSpPr>
                <a:spLocks noChangeArrowheads="1"/>
              </p:cNvSpPr>
              <p:nvPr/>
            </p:nvSpPr>
            <p:spPr bwMode="auto">
              <a:xfrm>
                <a:off x="2112" y="1927"/>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0100</a:t>
                </a:r>
              </a:p>
            </p:txBody>
          </p:sp>
          <p:sp>
            <p:nvSpPr>
              <p:cNvPr id="15" name="Oval 80">
                <a:extLst>
                  <a:ext uri="{FF2B5EF4-FFF2-40B4-BE49-F238E27FC236}">
                    <a16:creationId xmlns:a16="http://schemas.microsoft.com/office/drawing/2014/main" id="{66D972D8-4B9F-8AE7-C2F8-229800D8DB3E}"/>
                  </a:ext>
                </a:extLst>
              </p:cNvPr>
              <p:cNvSpPr>
                <a:spLocks noChangeArrowheads="1"/>
              </p:cNvSpPr>
              <p:nvPr/>
            </p:nvSpPr>
            <p:spPr bwMode="auto">
              <a:xfrm>
                <a:off x="3449" y="1927"/>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1011</a:t>
                </a:r>
              </a:p>
            </p:txBody>
          </p:sp>
          <p:sp>
            <p:nvSpPr>
              <p:cNvPr id="16" name="Line 81">
                <a:extLst>
                  <a:ext uri="{FF2B5EF4-FFF2-40B4-BE49-F238E27FC236}">
                    <a16:creationId xmlns:a16="http://schemas.microsoft.com/office/drawing/2014/main" id="{559D7872-58A0-F493-80B4-BFA7A31A8CA7}"/>
                  </a:ext>
                </a:extLst>
              </p:cNvPr>
              <p:cNvSpPr>
                <a:spLocks noChangeShapeType="1"/>
              </p:cNvSpPr>
              <p:nvPr/>
            </p:nvSpPr>
            <p:spPr bwMode="auto">
              <a:xfrm flipV="1">
                <a:off x="2308" y="1721"/>
                <a:ext cx="0" cy="206"/>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82">
                <a:extLst>
                  <a:ext uri="{FF2B5EF4-FFF2-40B4-BE49-F238E27FC236}">
                    <a16:creationId xmlns:a16="http://schemas.microsoft.com/office/drawing/2014/main" id="{AE879D33-98D1-73A1-61F5-D0266C38FA84}"/>
                  </a:ext>
                </a:extLst>
              </p:cNvPr>
              <p:cNvSpPr>
                <a:spLocks noChangeShapeType="1"/>
              </p:cNvSpPr>
              <p:nvPr/>
            </p:nvSpPr>
            <p:spPr bwMode="auto">
              <a:xfrm>
                <a:off x="3182" y="1550"/>
                <a:ext cx="274"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Oval 83">
                <a:extLst>
                  <a:ext uri="{FF2B5EF4-FFF2-40B4-BE49-F238E27FC236}">
                    <a16:creationId xmlns:a16="http://schemas.microsoft.com/office/drawing/2014/main" id="{CBE66EC8-E191-D713-5909-7F42CD318A25}"/>
                  </a:ext>
                </a:extLst>
              </p:cNvPr>
              <p:cNvSpPr>
                <a:spLocks noChangeArrowheads="1"/>
              </p:cNvSpPr>
              <p:nvPr/>
            </p:nvSpPr>
            <p:spPr bwMode="auto">
              <a:xfrm>
                <a:off x="3456" y="1392"/>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0110</a:t>
                </a:r>
              </a:p>
            </p:txBody>
          </p:sp>
          <p:sp>
            <p:nvSpPr>
              <p:cNvPr id="19" name="Line 84">
                <a:extLst>
                  <a:ext uri="{FF2B5EF4-FFF2-40B4-BE49-F238E27FC236}">
                    <a16:creationId xmlns:a16="http://schemas.microsoft.com/office/drawing/2014/main" id="{2D384078-FE4F-B9D5-8DFC-37473C9EDB56}"/>
                  </a:ext>
                </a:extLst>
              </p:cNvPr>
              <p:cNvSpPr>
                <a:spLocks noChangeShapeType="1"/>
              </p:cNvSpPr>
              <p:nvPr/>
            </p:nvSpPr>
            <p:spPr bwMode="auto">
              <a:xfrm>
                <a:off x="3648" y="2256"/>
                <a:ext cx="0" cy="206"/>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Oval 85">
                <a:extLst>
                  <a:ext uri="{FF2B5EF4-FFF2-40B4-BE49-F238E27FC236}">
                    <a16:creationId xmlns:a16="http://schemas.microsoft.com/office/drawing/2014/main" id="{07D272E9-1FBF-CC0A-A897-77030E833378}"/>
                  </a:ext>
                </a:extLst>
              </p:cNvPr>
              <p:cNvSpPr>
                <a:spLocks noChangeArrowheads="1"/>
              </p:cNvSpPr>
              <p:nvPr/>
            </p:nvSpPr>
            <p:spPr bwMode="auto">
              <a:xfrm>
                <a:off x="3456" y="2455"/>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0101</a:t>
                </a:r>
              </a:p>
            </p:txBody>
          </p:sp>
          <p:sp>
            <p:nvSpPr>
              <p:cNvPr id="21" name="Oval 86">
                <a:extLst>
                  <a:ext uri="{FF2B5EF4-FFF2-40B4-BE49-F238E27FC236}">
                    <a16:creationId xmlns:a16="http://schemas.microsoft.com/office/drawing/2014/main" id="{9C56B31A-200C-6D16-D577-A65BA00EBC5A}"/>
                  </a:ext>
                </a:extLst>
              </p:cNvPr>
              <p:cNvSpPr>
                <a:spLocks noChangeArrowheads="1"/>
              </p:cNvSpPr>
              <p:nvPr/>
            </p:nvSpPr>
            <p:spPr bwMode="auto">
              <a:xfrm>
                <a:off x="2112" y="2455"/>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1001</a:t>
                </a:r>
              </a:p>
            </p:txBody>
          </p:sp>
          <p:sp>
            <p:nvSpPr>
              <p:cNvPr id="22" name="Oval 87">
                <a:extLst>
                  <a:ext uri="{FF2B5EF4-FFF2-40B4-BE49-F238E27FC236}">
                    <a16:creationId xmlns:a16="http://schemas.microsoft.com/office/drawing/2014/main" id="{203C0D5C-7A7F-0C7A-093C-DB887DFA0DB9}"/>
                  </a:ext>
                </a:extLst>
              </p:cNvPr>
              <p:cNvSpPr>
                <a:spLocks noChangeArrowheads="1"/>
              </p:cNvSpPr>
              <p:nvPr/>
            </p:nvSpPr>
            <p:spPr bwMode="auto">
              <a:xfrm>
                <a:off x="2777" y="2455"/>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0010</a:t>
                </a:r>
              </a:p>
            </p:txBody>
          </p:sp>
          <p:sp>
            <p:nvSpPr>
              <p:cNvPr id="23" name="Line 88">
                <a:extLst>
                  <a:ext uri="{FF2B5EF4-FFF2-40B4-BE49-F238E27FC236}">
                    <a16:creationId xmlns:a16="http://schemas.microsoft.com/office/drawing/2014/main" id="{71677952-DBAD-54BB-465B-CDAD5BC18F1D}"/>
                  </a:ext>
                </a:extLst>
              </p:cNvPr>
              <p:cNvSpPr>
                <a:spLocks noChangeShapeType="1"/>
              </p:cNvSpPr>
              <p:nvPr/>
            </p:nvSpPr>
            <p:spPr bwMode="auto">
              <a:xfrm flipV="1">
                <a:off x="2304" y="2242"/>
                <a:ext cx="0" cy="206"/>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89">
                <a:extLst>
                  <a:ext uri="{FF2B5EF4-FFF2-40B4-BE49-F238E27FC236}">
                    <a16:creationId xmlns:a16="http://schemas.microsoft.com/office/drawing/2014/main" id="{217FA177-8B95-D187-F2F3-B040FD735C95}"/>
                  </a:ext>
                </a:extLst>
              </p:cNvPr>
              <p:cNvSpPr>
                <a:spLocks noChangeShapeType="1"/>
              </p:cNvSpPr>
              <p:nvPr/>
            </p:nvSpPr>
            <p:spPr bwMode="auto">
              <a:xfrm flipH="1">
                <a:off x="3168" y="2640"/>
                <a:ext cx="288"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90">
                <a:extLst>
                  <a:ext uri="{FF2B5EF4-FFF2-40B4-BE49-F238E27FC236}">
                    <a16:creationId xmlns:a16="http://schemas.microsoft.com/office/drawing/2014/main" id="{41568164-31B9-318C-2DE1-8E7BDC360002}"/>
                  </a:ext>
                </a:extLst>
              </p:cNvPr>
              <p:cNvSpPr>
                <a:spLocks noChangeShapeType="1"/>
              </p:cNvSpPr>
              <p:nvPr/>
            </p:nvSpPr>
            <p:spPr bwMode="auto">
              <a:xfrm flipH="1">
                <a:off x="2496" y="2640"/>
                <a:ext cx="288"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27" name="Rectangle 53">
            <a:extLst>
              <a:ext uri="{FF2B5EF4-FFF2-40B4-BE49-F238E27FC236}">
                <a16:creationId xmlns:a16="http://schemas.microsoft.com/office/drawing/2014/main" id="{0A883233-6735-E0A2-37F5-5FD91889F555}"/>
              </a:ext>
            </a:extLst>
          </p:cNvPr>
          <p:cNvSpPr>
            <a:spLocks noChangeArrowheads="1"/>
          </p:cNvSpPr>
          <p:nvPr/>
        </p:nvSpPr>
        <p:spPr bwMode="auto">
          <a:xfrm>
            <a:off x="1779829" y="4978692"/>
            <a:ext cx="120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000">
                <a:latin typeface="Arial" panose="020B0604020202020204" pitchFamily="34" charset="0"/>
              </a:rPr>
              <a:t>有效循环</a:t>
            </a:r>
          </a:p>
        </p:txBody>
      </p:sp>
      <p:grpSp>
        <p:nvGrpSpPr>
          <p:cNvPr id="29" name="Group 57">
            <a:extLst>
              <a:ext uri="{FF2B5EF4-FFF2-40B4-BE49-F238E27FC236}">
                <a16:creationId xmlns:a16="http://schemas.microsoft.com/office/drawing/2014/main" id="{20FC2BC0-825D-7433-C336-764FDBAFB21C}"/>
              </a:ext>
            </a:extLst>
          </p:cNvPr>
          <p:cNvGrpSpPr>
            <a:grpSpLocks/>
          </p:cNvGrpSpPr>
          <p:nvPr/>
        </p:nvGrpSpPr>
        <p:grpSpPr bwMode="auto">
          <a:xfrm>
            <a:off x="1017829" y="4221454"/>
            <a:ext cx="2754312" cy="2016125"/>
            <a:chOff x="2112" y="1392"/>
            <a:chExt cx="1735" cy="1392"/>
          </a:xfrm>
        </p:grpSpPr>
        <p:sp>
          <p:nvSpPr>
            <p:cNvPr id="31" name="Oval 58">
              <a:extLst>
                <a:ext uri="{FF2B5EF4-FFF2-40B4-BE49-F238E27FC236}">
                  <a16:creationId xmlns:a16="http://schemas.microsoft.com/office/drawing/2014/main" id="{3A649049-C560-0B01-8AF4-E90F4407227B}"/>
                </a:ext>
              </a:extLst>
            </p:cNvPr>
            <p:cNvSpPr>
              <a:spLocks noChangeArrowheads="1"/>
            </p:cNvSpPr>
            <p:nvPr/>
          </p:nvSpPr>
          <p:spPr bwMode="auto">
            <a:xfrm>
              <a:off x="2112" y="1392"/>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0000</a:t>
              </a:r>
            </a:p>
          </p:txBody>
        </p:sp>
        <p:sp>
          <p:nvSpPr>
            <p:cNvPr id="32" name="Line 59">
              <a:extLst>
                <a:ext uri="{FF2B5EF4-FFF2-40B4-BE49-F238E27FC236}">
                  <a16:creationId xmlns:a16="http://schemas.microsoft.com/office/drawing/2014/main" id="{647AA654-1E62-6F34-56BF-C592FE460E3B}"/>
                </a:ext>
              </a:extLst>
            </p:cNvPr>
            <p:cNvSpPr>
              <a:spLocks noChangeShapeType="1"/>
            </p:cNvSpPr>
            <p:nvPr/>
          </p:nvSpPr>
          <p:spPr bwMode="auto">
            <a:xfrm>
              <a:off x="2503" y="1557"/>
              <a:ext cx="274"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Oval 60">
              <a:extLst>
                <a:ext uri="{FF2B5EF4-FFF2-40B4-BE49-F238E27FC236}">
                  <a16:creationId xmlns:a16="http://schemas.microsoft.com/office/drawing/2014/main" id="{065AA1DF-AD2F-5FC4-F890-F91EE6213608}"/>
                </a:ext>
              </a:extLst>
            </p:cNvPr>
            <p:cNvSpPr>
              <a:spLocks noChangeArrowheads="1"/>
            </p:cNvSpPr>
            <p:nvPr/>
          </p:nvSpPr>
          <p:spPr bwMode="auto">
            <a:xfrm>
              <a:off x="2777" y="1392"/>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1000</a:t>
              </a:r>
            </a:p>
          </p:txBody>
        </p:sp>
        <p:sp>
          <p:nvSpPr>
            <p:cNvPr id="34" name="Line 61">
              <a:extLst>
                <a:ext uri="{FF2B5EF4-FFF2-40B4-BE49-F238E27FC236}">
                  <a16:creationId xmlns:a16="http://schemas.microsoft.com/office/drawing/2014/main" id="{9C763B37-D3F1-2FF5-5DAE-3B14F3F7FBC6}"/>
                </a:ext>
              </a:extLst>
            </p:cNvPr>
            <p:cNvSpPr>
              <a:spLocks noChangeShapeType="1"/>
            </p:cNvSpPr>
            <p:nvPr/>
          </p:nvSpPr>
          <p:spPr bwMode="auto">
            <a:xfrm>
              <a:off x="3648" y="1721"/>
              <a:ext cx="0" cy="206"/>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Oval 62">
              <a:extLst>
                <a:ext uri="{FF2B5EF4-FFF2-40B4-BE49-F238E27FC236}">
                  <a16:creationId xmlns:a16="http://schemas.microsoft.com/office/drawing/2014/main" id="{26809028-3071-A735-AC77-2152D828BB13}"/>
                </a:ext>
              </a:extLst>
            </p:cNvPr>
            <p:cNvSpPr>
              <a:spLocks noChangeArrowheads="1"/>
            </p:cNvSpPr>
            <p:nvPr/>
          </p:nvSpPr>
          <p:spPr bwMode="auto">
            <a:xfrm>
              <a:off x="2112" y="1927"/>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0001</a:t>
              </a:r>
            </a:p>
          </p:txBody>
        </p:sp>
        <p:sp>
          <p:nvSpPr>
            <p:cNvPr id="36" name="Oval 63">
              <a:extLst>
                <a:ext uri="{FF2B5EF4-FFF2-40B4-BE49-F238E27FC236}">
                  <a16:creationId xmlns:a16="http://schemas.microsoft.com/office/drawing/2014/main" id="{172D3301-73B2-1A5E-2132-A120D288452B}"/>
                </a:ext>
              </a:extLst>
            </p:cNvPr>
            <p:cNvSpPr>
              <a:spLocks noChangeArrowheads="1"/>
            </p:cNvSpPr>
            <p:nvPr/>
          </p:nvSpPr>
          <p:spPr bwMode="auto">
            <a:xfrm>
              <a:off x="3449" y="1927"/>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1110</a:t>
              </a:r>
            </a:p>
          </p:txBody>
        </p:sp>
        <p:sp>
          <p:nvSpPr>
            <p:cNvPr id="37" name="Line 64">
              <a:extLst>
                <a:ext uri="{FF2B5EF4-FFF2-40B4-BE49-F238E27FC236}">
                  <a16:creationId xmlns:a16="http://schemas.microsoft.com/office/drawing/2014/main" id="{35D3248C-8D20-68A6-D1D3-A265FEF9708A}"/>
                </a:ext>
              </a:extLst>
            </p:cNvPr>
            <p:cNvSpPr>
              <a:spLocks noChangeShapeType="1"/>
            </p:cNvSpPr>
            <p:nvPr/>
          </p:nvSpPr>
          <p:spPr bwMode="auto">
            <a:xfrm flipV="1">
              <a:off x="2308" y="1721"/>
              <a:ext cx="0" cy="206"/>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65">
              <a:extLst>
                <a:ext uri="{FF2B5EF4-FFF2-40B4-BE49-F238E27FC236}">
                  <a16:creationId xmlns:a16="http://schemas.microsoft.com/office/drawing/2014/main" id="{2F712233-EE8B-737E-E2C9-61074043427C}"/>
                </a:ext>
              </a:extLst>
            </p:cNvPr>
            <p:cNvSpPr>
              <a:spLocks noChangeShapeType="1"/>
            </p:cNvSpPr>
            <p:nvPr/>
          </p:nvSpPr>
          <p:spPr bwMode="auto">
            <a:xfrm>
              <a:off x="3182" y="1550"/>
              <a:ext cx="274"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Oval 66">
              <a:extLst>
                <a:ext uri="{FF2B5EF4-FFF2-40B4-BE49-F238E27FC236}">
                  <a16:creationId xmlns:a16="http://schemas.microsoft.com/office/drawing/2014/main" id="{B0ADEAEE-611E-4638-D98D-8A1BCCED7AF4}"/>
                </a:ext>
              </a:extLst>
            </p:cNvPr>
            <p:cNvSpPr>
              <a:spLocks noChangeArrowheads="1"/>
            </p:cNvSpPr>
            <p:nvPr/>
          </p:nvSpPr>
          <p:spPr bwMode="auto">
            <a:xfrm>
              <a:off x="3456" y="1392"/>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dirty="0">
                  <a:solidFill>
                    <a:srgbClr val="0000FF"/>
                  </a:solidFill>
                  <a:latin typeface="宋体" panose="02010600030101010101" pitchFamily="2" charset="-122"/>
                </a:rPr>
                <a:t>1100</a:t>
              </a:r>
            </a:p>
          </p:txBody>
        </p:sp>
        <p:sp>
          <p:nvSpPr>
            <p:cNvPr id="40" name="Line 67">
              <a:extLst>
                <a:ext uri="{FF2B5EF4-FFF2-40B4-BE49-F238E27FC236}">
                  <a16:creationId xmlns:a16="http://schemas.microsoft.com/office/drawing/2014/main" id="{AFC13970-2727-C9C2-ED34-4FBEDD6E016A}"/>
                </a:ext>
              </a:extLst>
            </p:cNvPr>
            <p:cNvSpPr>
              <a:spLocks noChangeShapeType="1"/>
            </p:cNvSpPr>
            <p:nvPr/>
          </p:nvSpPr>
          <p:spPr bwMode="auto">
            <a:xfrm>
              <a:off x="3648" y="2256"/>
              <a:ext cx="0" cy="206"/>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Oval 68">
              <a:extLst>
                <a:ext uri="{FF2B5EF4-FFF2-40B4-BE49-F238E27FC236}">
                  <a16:creationId xmlns:a16="http://schemas.microsoft.com/office/drawing/2014/main" id="{1F9B52F3-07F8-CD98-8170-F972BE72194A}"/>
                </a:ext>
              </a:extLst>
            </p:cNvPr>
            <p:cNvSpPr>
              <a:spLocks noChangeArrowheads="1"/>
            </p:cNvSpPr>
            <p:nvPr/>
          </p:nvSpPr>
          <p:spPr bwMode="auto">
            <a:xfrm>
              <a:off x="3456" y="2455"/>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1111</a:t>
              </a:r>
            </a:p>
          </p:txBody>
        </p:sp>
        <p:sp>
          <p:nvSpPr>
            <p:cNvPr id="42" name="Oval 69">
              <a:extLst>
                <a:ext uri="{FF2B5EF4-FFF2-40B4-BE49-F238E27FC236}">
                  <a16:creationId xmlns:a16="http://schemas.microsoft.com/office/drawing/2014/main" id="{4448DA73-0EE4-C65C-1D36-C7119F66D758}"/>
                </a:ext>
              </a:extLst>
            </p:cNvPr>
            <p:cNvSpPr>
              <a:spLocks noChangeArrowheads="1"/>
            </p:cNvSpPr>
            <p:nvPr/>
          </p:nvSpPr>
          <p:spPr bwMode="auto">
            <a:xfrm>
              <a:off x="2112" y="2455"/>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0011</a:t>
              </a:r>
            </a:p>
          </p:txBody>
        </p:sp>
        <p:sp>
          <p:nvSpPr>
            <p:cNvPr id="43" name="Oval 70">
              <a:extLst>
                <a:ext uri="{FF2B5EF4-FFF2-40B4-BE49-F238E27FC236}">
                  <a16:creationId xmlns:a16="http://schemas.microsoft.com/office/drawing/2014/main" id="{0642AB92-C178-F03D-C43C-60D02961FC52}"/>
                </a:ext>
              </a:extLst>
            </p:cNvPr>
            <p:cNvSpPr>
              <a:spLocks noChangeArrowheads="1"/>
            </p:cNvSpPr>
            <p:nvPr/>
          </p:nvSpPr>
          <p:spPr bwMode="auto">
            <a:xfrm>
              <a:off x="2777" y="2455"/>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0111</a:t>
              </a:r>
            </a:p>
          </p:txBody>
        </p:sp>
        <p:sp>
          <p:nvSpPr>
            <p:cNvPr id="44" name="Line 71">
              <a:extLst>
                <a:ext uri="{FF2B5EF4-FFF2-40B4-BE49-F238E27FC236}">
                  <a16:creationId xmlns:a16="http://schemas.microsoft.com/office/drawing/2014/main" id="{16FD833D-E127-F213-963B-25CB4FE75414}"/>
                </a:ext>
              </a:extLst>
            </p:cNvPr>
            <p:cNvSpPr>
              <a:spLocks noChangeShapeType="1"/>
            </p:cNvSpPr>
            <p:nvPr/>
          </p:nvSpPr>
          <p:spPr bwMode="auto">
            <a:xfrm flipV="1">
              <a:off x="2304" y="2242"/>
              <a:ext cx="0" cy="206"/>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Line 72">
              <a:extLst>
                <a:ext uri="{FF2B5EF4-FFF2-40B4-BE49-F238E27FC236}">
                  <a16:creationId xmlns:a16="http://schemas.microsoft.com/office/drawing/2014/main" id="{0DE68168-4367-64F0-640A-E97EFCBC0F0D}"/>
                </a:ext>
              </a:extLst>
            </p:cNvPr>
            <p:cNvSpPr>
              <a:spLocks noChangeShapeType="1"/>
            </p:cNvSpPr>
            <p:nvPr/>
          </p:nvSpPr>
          <p:spPr bwMode="auto">
            <a:xfrm flipH="1">
              <a:off x="3168" y="2640"/>
              <a:ext cx="288"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Line 73">
              <a:extLst>
                <a:ext uri="{FF2B5EF4-FFF2-40B4-BE49-F238E27FC236}">
                  <a16:creationId xmlns:a16="http://schemas.microsoft.com/office/drawing/2014/main" id="{D56F9563-9126-6C66-3C71-47ECDB096A7D}"/>
                </a:ext>
              </a:extLst>
            </p:cNvPr>
            <p:cNvSpPr>
              <a:spLocks noChangeShapeType="1"/>
            </p:cNvSpPr>
            <p:nvPr/>
          </p:nvSpPr>
          <p:spPr bwMode="auto">
            <a:xfrm flipH="1">
              <a:off x="2496" y="2640"/>
              <a:ext cx="288"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0" name="Oval 91">
            <a:extLst>
              <a:ext uri="{FF2B5EF4-FFF2-40B4-BE49-F238E27FC236}">
                <a16:creationId xmlns:a16="http://schemas.microsoft.com/office/drawing/2014/main" id="{D81A9802-42D0-ECE0-8971-65213E762595}"/>
              </a:ext>
            </a:extLst>
          </p:cNvPr>
          <p:cNvSpPr>
            <a:spLocks noChangeArrowheads="1"/>
          </p:cNvSpPr>
          <p:nvPr/>
        </p:nvSpPr>
        <p:spPr bwMode="auto">
          <a:xfrm>
            <a:off x="3686175" y="3832753"/>
            <a:ext cx="1670050" cy="503238"/>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400" b="0" dirty="0"/>
              <a:t>Q</a:t>
            </a:r>
            <a:r>
              <a:rPr lang="en-US" altLang="zh-CN" sz="1600" b="0" dirty="0"/>
              <a:t>0</a:t>
            </a:r>
            <a:r>
              <a:rPr lang="en-US" altLang="zh-CN" sz="2400" b="0" dirty="0"/>
              <a:t>Q</a:t>
            </a:r>
            <a:r>
              <a:rPr lang="en-US" altLang="zh-CN" sz="1600" b="0" dirty="0"/>
              <a:t>1</a:t>
            </a:r>
            <a:r>
              <a:rPr lang="en-US" altLang="zh-CN" sz="2400" b="0" dirty="0"/>
              <a:t>Q</a:t>
            </a:r>
            <a:r>
              <a:rPr lang="en-US" altLang="zh-CN" sz="1600" b="0" dirty="0"/>
              <a:t>2</a:t>
            </a:r>
            <a:r>
              <a:rPr lang="en-US" altLang="zh-CN" sz="2400" b="0" dirty="0"/>
              <a:t>Q</a:t>
            </a:r>
            <a:r>
              <a:rPr lang="en-US" altLang="zh-CN" sz="1600" b="0" dirty="0"/>
              <a:t>3</a:t>
            </a:r>
            <a:endParaRPr lang="zh-CN" altLang="en-US" sz="1600" b="0" dirty="0"/>
          </a:p>
        </p:txBody>
      </p:sp>
      <p:sp>
        <p:nvSpPr>
          <p:cNvPr id="47" name="Text Box 92">
            <a:extLst>
              <a:ext uri="{FF2B5EF4-FFF2-40B4-BE49-F238E27FC236}">
                <a16:creationId xmlns:a16="http://schemas.microsoft.com/office/drawing/2014/main" id="{F11559B9-B676-E6DF-4EC3-B0144E03AF6B}"/>
              </a:ext>
            </a:extLst>
          </p:cNvPr>
          <p:cNvSpPr txBox="1">
            <a:spLocks noChangeArrowheads="1"/>
          </p:cNvSpPr>
          <p:nvPr/>
        </p:nvSpPr>
        <p:spPr bwMode="auto">
          <a:xfrm>
            <a:off x="7245350" y="3656622"/>
            <a:ext cx="2490788" cy="476250"/>
          </a:xfrm>
          <a:prstGeom prst="rect">
            <a:avLst/>
          </a:prstGeom>
          <a:solidFill>
            <a:schemeClr val="accent1">
              <a:lumMod val="20000"/>
              <a:lumOff val="80000"/>
            </a:schemeClr>
          </a:solidFill>
          <a:ln w="19050">
            <a:solidFill>
              <a:schemeClr val="accent1"/>
            </a:solidFill>
            <a:miter lim="800000"/>
            <a:headEnd/>
            <a:tailEnd/>
          </a:ln>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b="0">
                <a:latin typeface="Microsoft YaHei" panose="020B0503020204020204" pitchFamily="34" charset="-122"/>
                <a:ea typeface="Microsoft YaHei" panose="020B0503020204020204" pitchFamily="34" charset="-122"/>
              </a:rPr>
              <a:t>自启动，如何</a:t>
            </a:r>
            <a:r>
              <a:rPr lang="en-US" altLang="zh-CN" sz="2400" b="0">
                <a:latin typeface="Microsoft YaHei" panose="020B0503020204020204" pitchFamily="34" charset="-122"/>
                <a:ea typeface="Microsoft YaHei" panose="020B0503020204020204" pitchFamily="34" charset="-122"/>
              </a:rPr>
              <a:t>?</a:t>
            </a:r>
          </a:p>
        </p:txBody>
      </p:sp>
      <p:sp>
        <p:nvSpPr>
          <p:cNvPr id="48" name="Line 2">
            <a:extLst>
              <a:ext uri="{FF2B5EF4-FFF2-40B4-BE49-F238E27FC236}">
                <a16:creationId xmlns:a16="http://schemas.microsoft.com/office/drawing/2014/main" id="{986AF48C-A687-4E30-8F35-8A816EC5D443}"/>
              </a:ext>
            </a:extLst>
          </p:cNvPr>
          <p:cNvSpPr>
            <a:spLocks noChangeShapeType="1"/>
          </p:cNvSpPr>
          <p:nvPr/>
        </p:nvSpPr>
        <p:spPr bwMode="auto">
          <a:xfrm>
            <a:off x="7902575" y="2993047"/>
            <a:ext cx="468313"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Text Box 5">
            <a:extLst>
              <a:ext uri="{FF2B5EF4-FFF2-40B4-BE49-F238E27FC236}">
                <a16:creationId xmlns:a16="http://schemas.microsoft.com/office/drawing/2014/main" id="{3CE37604-9B7A-179B-E589-973965E2BAAB}"/>
              </a:ext>
            </a:extLst>
          </p:cNvPr>
          <p:cNvSpPr txBox="1">
            <a:spLocks noChangeArrowheads="1"/>
          </p:cNvSpPr>
          <p:nvPr/>
        </p:nvSpPr>
        <p:spPr bwMode="auto">
          <a:xfrm>
            <a:off x="3328988" y="2372334"/>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D</a:t>
            </a:r>
          </a:p>
        </p:txBody>
      </p:sp>
      <p:sp>
        <p:nvSpPr>
          <p:cNvPr id="50" name="Text Box 6">
            <a:extLst>
              <a:ext uri="{FF2B5EF4-FFF2-40B4-BE49-F238E27FC236}">
                <a16:creationId xmlns:a16="http://schemas.microsoft.com/office/drawing/2014/main" id="{3E3C93AA-7E5A-66A4-CAF8-3D4DB74756C7}"/>
              </a:ext>
            </a:extLst>
          </p:cNvPr>
          <p:cNvSpPr txBox="1">
            <a:spLocks noChangeArrowheads="1"/>
          </p:cNvSpPr>
          <p:nvPr/>
        </p:nvSpPr>
        <p:spPr bwMode="auto">
          <a:xfrm>
            <a:off x="4632325" y="2372334"/>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D</a:t>
            </a:r>
          </a:p>
        </p:txBody>
      </p:sp>
      <p:sp>
        <p:nvSpPr>
          <p:cNvPr id="51" name="Text Box 7">
            <a:extLst>
              <a:ext uri="{FF2B5EF4-FFF2-40B4-BE49-F238E27FC236}">
                <a16:creationId xmlns:a16="http://schemas.microsoft.com/office/drawing/2014/main" id="{5411C94E-89B7-4683-77E4-8FE699B3DAD4}"/>
              </a:ext>
            </a:extLst>
          </p:cNvPr>
          <p:cNvSpPr txBox="1">
            <a:spLocks noChangeArrowheads="1"/>
          </p:cNvSpPr>
          <p:nvPr/>
        </p:nvSpPr>
        <p:spPr bwMode="auto">
          <a:xfrm>
            <a:off x="5934075" y="2372334"/>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D</a:t>
            </a:r>
          </a:p>
        </p:txBody>
      </p:sp>
      <p:sp>
        <p:nvSpPr>
          <p:cNvPr id="52" name="Text Box 8">
            <a:extLst>
              <a:ext uri="{FF2B5EF4-FFF2-40B4-BE49-F238E27FC236}">
                <a16:creationId xmlns:a16="http://schemas.microsoft.com/office/drawing/2014/main" id="{E5E0E0B4-9441-BA71-28DE-E83B93A93AD7}"/>
              </a:ext>
            </a:extLst>
          </p:cNvPr>
          <p:cNvSpPr txBox="1">
            <a:spLocks noChangeArrowheads="1"/>
          </p:cNvSpPr>
          <p:nvPr/>
        </p:nvSpPr>
        <p:spPr bwMode="auto">
          <a:xfrm>
            <a:off x="7237413" y="2372334"/>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D</a:t>
            </a:r>
          </a:p>
        </p:txBody>
      </p:sp>
      <p:sp>
        <p:nvSpPr>
          <p:cNvPr id="53" name="Rectangle 9">
            <a:extLst>
              <a:ext uri="{FF2B5EF4-FFF2-40B4-BE49-F238E27FC236}">
                <a16:creationId xmlns:a16="http://schemas.microsoft.com/office/drawing/2014/main" id="{3576509B-8FE4-3D42-BC24-E5E399F00C72}"/>
              </a:ext>
            </a:extLst>
          </p:cNvPr>
          <p:cNvSpPr>
            <a:spLocks noChangeArrowheads="1"/>
          </p:cNvSpPr>
          <p:nvPr/>
        </p:nvSpPr>
        <p:spPr bwMode="auto">
          <a:xfrm>
            <a:off x="3336925" y="2351697"/>
            <a:ext cx="652463" cy="820737"/>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54" name="Line 10">
            <a:extLst>
              <a:ext uri="{FF2B5EF4-FFF2-40B4-BE49-F238E27FC236}">
                <a16:creationId xmlns:a16="http://schemas.microsoft.com/office/drawing/2014/main" id="{1F40D161-DA9F-D8FE-CAB5-CF138E1E0B76}"/>
              </a:ext>
            </a:extLst>
          </p:cNvPr>
          <p:cNvSpPr>
            <a:spLocks noChangeShapeType="1"/>
          </p:cNvSpPr>
          <p:nvPr/>
        </p:nvSpPr>
        <p:spPr bwMode="auto">
          <a:xfrm>
            <a:off x="3336925" y="2823184"/>
            <a:ext cx="144463" cy="71438"/>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Line 11">
            <a:extLst>
              <a:ext uri="{FF2B5EF4-FFF2-40B4-BE49-F238E27FC236}">
                <a16:creationId xmlns:a16="http://schemas.microsoft.com/office/drawing/2014/main" id="{4047B5DB-8040-752E-F9B3-2FB5E7441DE4}"/>
              </a:ext>
            </a:extLst>
          </p:cNvPr>
          <p:cNvSpPr>
            <a:spLocks noChangeShapeType="1"/>
          </p:cNvSpPr>
          <p:nvPr/>
        </p:nvSpPr>
        <p:spPr bwMode="auto">
          <a:xfrm flipH="1">
            <a:off x="3328988" y="2899384"/>
            <a:ext cx="146050" cy="10477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Text Box 12">
            <a:extLst>
              <a:ext uri="{FF2B5EF4-FFF2-40B4-BE49-F238E27FC236}">
                <a16:creationId xmlns:a16="http://schemas.microsoft.com/office/drawing/2014/main" id="{9596439D-39A7-BFC4-9BBA-AF046795B39C}"/>
              </a:ext>
            </a:extLst>
          </p:cNvPr>
          <p:cNvSpPr txBox="1">
            <a:spLocks noChangeArrowheads="1"/>
          </p:cNvSpPr>
          <p:nvPr/>
        </p:nvSpPr>
        <p:spPr bwMode="auto">
          <a:xfrm>
            <a:off x="3394075" y="3113697"/>
            <a:ext cx="58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FF</a:t>
            </a:r>
            <a:r>
              <a:rPr kumimoji="1" lang="en-US" altLang="zh-CN" sz="1400"/>
              <a:t>0</a:t>
            </a:r>
            <a:endParaRPr kumimoji="1" lang="en-US" altLang="zh-CN" sz="2000"/>
          </a:p>
        </p:txBody>
      </p:sp>
      <p:sp>
        <p:nvSpPr>
          <p:cNvPr id="57" name="Text Box 13">
            <a:extLst>
              <a:ext uri="{FF2B5EF4-FFF2-40B4-BE49-F238E27FC236}">
                <a16:creationId xmlns:a16="http://schemas.microsoft.com/office/drawing/2014/main" id="{FDB44ED5-2062-37A7-2006-2CDD46FF80C3}"/>
              </a:ext>
            </a:extLst>
          </p:cNvPr>
          <p:cNvSpPr txBox="1">
            <a:spLocks noChangeArrowheads="1"/>
          </p:cNvSpPr>
          <p:nvPr/>
        </p:nvSpPr>
        <p:spPr bwMode="auto">
          <a:xfrm>
            <a:off x="3973513" y="2489809"/>
            <a:ext cx="469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1400"/>
              <a:t>0</a:t>
            </a:r>
            <a:endParaRPr kumimoji="1" lang="en-US" altLang="zh-CN" sz="2000"/>
          </a:p>
        </p:txBody>
      </p:sp>
      <p:sp>
        <p:nvSpPr>
          <p:cNvPr id="58" name="Line 14">
            <a:extLst>
              <a:ext uri="{FF2B5EF4-FFF2-40B4-BE49-F238E27FC236}">
                <a16:creationId xmlns:a16="http://schemas.microsoft.com/office/drawing/2014/main" id="{E3CA9F90-99FE-1774-FBB3-74819933A2BA}"/>
              </a:ext>
            </a:extLst>
          </p:cNvPr>
          <p:cNvSpPr>
            <a:spLocks noChangeShapeType="1"/>
          </p:cNvSpPr>
          <p:nvPr/>
        </p:nvSpPr>
        <p:spPr bwMode="auto">
          <a:xfrm>
            <a:off x="3192463" y="2918434"/>
            <a:ext cx="144462"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15">
            <a:extLst>
              <a:ext uri="{FF2B5EF4-FFF2-40B4-BE49-F238E27FC236}">
                <a16:creationId xmlns:a16="http://schemas.microsoft.com/office/drawing/2014/main" id="{DC701347-4AFE-0DA3-FC0F-1C75EAF1787D}"/>
              </a:ext>
            </a:extLst>
          </p:cNvPr>
          <p:cNvSpPr>
            <a:spLocks noChangeShapeType="1"/>
          </p:cNvSpPr>
          <p:nvPr/>
        </p:nvSpPr>
        <p:spPr bwMode="auto">
          <a:xfrm>
            <a:off x="3989388" y="2488222"/>
            <a:ext cx="65087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Rectangle 16">
            <a:extLst>
              <a:ext uri="{FF2B5EF4-FFF2-40B4-BE49-F238E27FC236}">
                <a16:creationId xmlns:a16="http://schemas.microsoft.com/office/drawing/2014/main" id="{E7800DAC-C903-2711-F541-4C951CB093EF}"/>
              </a:ext>
            </a:extLst>
          </p:cNvPr>
          <p:cNvSpPr>
            <a:spLocks noChangeArrowheads="1"/>
          </p:cNvSpPr>
          <p:nvPr/>
        </p:nvSpPr>
        <p:spPr bwMode="auto">
          <a:xfrm>
            <a:off x="4640263" y="2351697"/>
            <a:ext cx="652462" cy="820737"/>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61" name="Line 17">
            <a:extLst>
              <a:ext uri="{FF2B5EF4-FFF2-40B4-BE49-F238E27FC236}">
                <a16:creationId xmlns:a16="http://schemas.microsoft.com/office/drawing/2014/main" id="{1DE1705F-ADD7-AE5E-4272-86667E9CE847}"/>
              </a:ext>
            </a:extLst>
          </p:cNvPr>
          <p:cNvSpPr>
            <a:spLocks noChangeShapeType="1"/>
          </p:cNvSpPr>
          <p:nvPr/>
        </p:nvSpPr>
        <p:spPr bwMode="auto">
          <a:xfrm>
            <a:off x="4640263" y="2823184"/>
            <a:ext cx="144462" cy="71438"/>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18">
            <a:extLst>
              <a:ext uri="{FF2B5EF4-FFF2-40B4-BE49-F238E27FC236}">
                <a16:creationId xmlns:a16="http://schemas.microsoft.com/office/drawing/2014/main" id="{795E4E08-DD80-93F5-178E-39E5CB9E37D4}"/>
              </a:ext>
            </a:extLst>
          </p:cNvPr>
          <p:cNvSpPr>
            <a:spLocks noChangeShapeType="1"/>
          </p:cNvSpPr>
          <p:nvPr/>
        </p:nvSpPr>
        <p:spPr bwMode="auto">
          <a:xfrm flipH="1">
            <a:off x="4632325" y="2899384"/>
            <a:ext cx="146050" cy="10477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Text Box 19">
            <a:extLst>
              <a:ext uri="{FF2B5EF4-FFF2-40B4-BE49-F238E27FC236}">
                <a16:creationId xmlns:a16="http://schemas.microsoft.com/office/drawing/2014/main" id="{DC8DCC25-AE45-F616-4873-2DEB03382830}"/>
              </a:ext>
            </a:extLst>
          </p:cNvPr>
          <p:cNvSpPr txBox="1">
            <a:spLocks noChangeArrowheads="1"/>
          </p:cNvSpPr>
          <p:nvPr/>
        </p:nvSpPr>
        <p:spPr bwMode="auto">
          <a:xfrm>
            <a:off x="4697413" y="3113697"/>
            <a:ext cx="58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FF</a:t>
            </a:r>
            <a:r>
              <a:rPr kumimoji="1" lang="en-US" altLang="zh-CN" sz="1400"/>
              <a:t>1</a:t>
            </a:r>
            <a:endParaRPr kumimoji="1" lang="en-US" altLang="zh-CN" sz="2000"/>
          </a:p>
        </p:txBody>
      </p:sp>
      <p:sp>
        <p:nvSpPr>
          <p:cNvPr id="64" name="Text Box 20">
            <a:extLst>
              <a:ext uri="{FF2B5EF4-FFF2-40B4-BE49-F238E27FC236}">
                <a16:creationId xmlns:a16="http://schemas.microsoft.com/office/drawing/2014/main" id="{4414AC66-3827-CB94-BB0A-0D1E9E259CAD}"/>
              </a:ext>
            </a:extLst>
          </p:cNvPr>
          <p:cNvSpPr txBox="1">
            <a:spLocks noChangeArrowheads="1"/>
          </p:cNvSpPr>
          <p:nvPr/>
        </p:nvSpPr>
        <p:spPr bwMode="auto">
          <a:xfrm>
            <a:off x="5276850" y="2489809"/>
            <a:ext cx="469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1400"/>
              <a:t>1</a:t>
            </a:r>
            <a:endParaRPr kumimoji="1" lang="en-US" altLang="zh-CN" sz="2000"/>
          </a:p>
        </p:txBody>
      </p:sp>
      <p:sp>
        <p:nvSpPr>
          <p:cNvPr id="65" name="Line 21">
            <a:extLst>
              <a:ext uri="{FF2B5EF4-FFF2-40B4-BE49-F238E27FC236}">
                <a16:creationId xmlns:a16="http://schemas.microsoft.com/office/drawing/2014/main" id="{4BCA8920-18C6-D8C2-94D1-16BA8C76EFAA}"/>
              </a:ext>
            </a:extLst>
          </p:cNvPr>
          <p:cNvSpPr>
            <a:spLocks noChangeShapeType="1"/>
          </p:cNvSpPr>
          <p:nvPr/>
        </p:nvSpPr>
        <p:spPr bwMode="auto">
          <a:xfrm>
            <a:off x="4495800" y="2908909"/>
            <a:ext cx="144463"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22">
            <a:extLst>
              <a:ext uri="{FF2B5EF4-FFF2-40B4-BE49-F238E27FC236}">
                <a16:creationId xmlns:a16="http://schemas.microsoft.com/office/drawing/2014/main" id="{85358746-0E66-9AED-ABB0-92031CC42FE8}"/>
              </a:ext>
            </a:extLst>
          </p:cNvPr>
          <p:cNvSpPr>
            <a:spLocks noChangeShapeType="1"/>
          </p:cNvSpPr>
          <p:nvPr/>
        </p:nvSpPr>
        <p:spPr bwMode="auto">
          <a:xfrm>
            <a:off x="5292725" y="2488222"/>
            <a:ext cx="65087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Rectangle 23">
            <a:extLst>
              <a:ext uri="{FF2B5EF4-FFF2-40B4-BE49-F238E27FC236}">
                <a16:creationId xmlns:a16="http://schemas.microsoft.com/office/drawing/2014/main" id="{1B80728A-1C5D-B894-D929-808FB5D4EC15}"/>
              </a:ext>
            </a:extLst>
          </p:cNvPr>
          <p:cNvSpPr>
            <a:spLocks noChangeArrowheads="1"/>
          </p:cNvSpPr>
          <p:nvPr/>
        </p:nvSpPr>
        <p:spPr bwMode="auto">
          <a:xfrm>
            <a:off x="5943600" y="2351697"/>
            <a:ext cx="650875" cy="8223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68" name="Line 24">
            <a:extLst>
              <a:ext uri="{FF2B5EF4-FFF2-40B4-BE49-F238E27FC236}">
                <a16:creationId xmlns:a16="http://schemas.microsoft.com/office/drawing/2014/main" id="{D74AA34E-9613-25E6-4FF8-CD77BAFA8208}"/>
              </a:ext>
            </a:extLst>
          </p:cNvPr>
          <p:cNvSpPr>
            <a:spLocks noChangeShapeType="1"/>
          </p:cNvSpPr>
          <p:nvPr/>
        </p:nvSpPr>
        <p:spPr bwMode="auto">
          <a:xfrm>
            <a:off x="5943600" y="2823184"/>
            <a:ext cx="144463" cy="71438"/>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 name="Line 25">
            <a:extLst>
              <a:ext uri="{FF2B5EF4-FFF2-40B4-BE49-F238E27FC236}">
                <a16:creationId xmlns:a16="http://schemas.microsoft.com/office/drawing/2014/main" id="{6DCA0BE6-C9DD-080C-6A91-A03FE8BA23D2}"/>
              </a:ext>
            </a:extLst>
          </p:cNvPr>
          <p:cNvSpPr>
            <a:spLocks noChangeShapeType="1"/>
          </p:cNvSpPr>
          <p:nvPr/>
        </p:nvSpPr>
        <p:spPr bwMode="auto">
          <a:xfrm flipH="1">
            <a:off x="5935663" y="2899384"/>
            <a:ext cx="144462" cy="10477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Text Box 26">
            <a:extLst>
              <a:ext uri="{FF2B5EF4-FFF2-40B4-BE49-F238E27FC236}">
                <a16:creationId xmlns:a16="http://schemas.microsoft.com/office/drawing/2014/main" id="{DCC1FD09-95BB-C754-665A-A413CB91081D}"/>
              </a:ext>
            </a:extLst>
          </p:cNvPr>
          <p:cNvSpPr txBox="1">
            <a:spLocks noChangeArrowheads="1"/>
          </p:cNvSpPr>
          <p:nvPr/>
        </p:nvSpPr>
        <p:spPr bwMode="auto">
          <a:xfrm>
            <a:off x="6000750" y="3113697"/>
            <a:ext cx="58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FF</a:t>
            </a:r>
            <a:r>
              <a:rPr kumimoji="1" lang="en-US" altLang="zh-CN" sz="1400"/>
              <a:t>2</a:t>
            </a:r>
            <a:endParaRPr kumimoji="1" lang="en-US" altLang="zh-CN" sz="2000"/>
          </a:p>
        </p:txBody>
      </p:sp>
      <p:sp>
        <p:nvSpPr>
          <p:cNvPr id="71" name="Text Box 27">
            <a:extLst>
              <a:ext uri="{FF2B5EF4-FFF2-40B4-BE49-F238E27FC236}">
                <a16:creationId xmlns:a16="http://schemas.microsoft.com/office/drawing/2014/main" id="{CE20797D-A6EB-8F67-C1A0-6851C34BBF9C}"/>
              </a:ext>
            </a:extLst>
          </p:cNvPr>
          <p:cNvSpPr txBox="1">
            <a:spLocks noChangeArrowheads="1"/>
          </p:cNvSpPr>
          <p:nvPr/>
        </p:nvSpPr>
        <p:spPr bwMode="auto">
          <a:xfrm>
            <a:off x="6580188" y="2489809"/>
            <a:ext cx="469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1400"/>
              <a:t>2</a:t>
            </a:r>
            <a:endParaRPr kumimoji="1" lang="en-US" altLang="zh-CN" sz="2000"/>
          </a:p>
        </p:txBody>
      </p:sp>
      <p:sp>
        <p:nvSpPr>
          <p:cNvPr id="72" name="Line 28">
            <a:extLst>
              <a:ext uri="{FF2B5EF4-FFF2-40B4-BE49-F238E27FC236}">
                <a16:creationId xmlns:a16="http://schemas.microsoft.com/office/drawing/2014/main" id="{B52A7E66-8607-719E-7D0A-C952CDDDDB10}"/>
              </a:ext>
            </a:extLst>
          </p:cNvPr>
          <p:cNvSpPr>
            <a:spLocks noChangeShapeType="1"/>
          </p:cNvSpPr>
          <p:nvPr/>
        </p:nvSpPr>
        <p:spPr bwMode="auto">
          <a:xfrm>
            <a:off x="5797550" y="2918434"/>
            <a:ext cx="14605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 name="Line 29">
            <a:extLst>
              <a:ext uri="{FF2B5EF4-FFF2-40B4-BE49-F238E27FC236}">
                <a16:creationId xmlns:a16="http://schemas.microsoft.com/office/drawing/2014/main" id="{513C4FD2-2328-6CC0-1864-0DB6D4B43815}"/>
              </a:ext>
            </a:extLst>
          </p:cNvPr>
          <p:cNvSpPr>
            <a:spLocks noChangeShapeType="1"/>
          </p:cNvSpPr>
          <p:nvPr/>
        </p:nvSpPr>
        <p:spPr bwMode="auto">
          <a:xfrm>
            <a:off x="6594475" y="2488222"/>
            <a:ext cx="65087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 name="Rectangle 30">
            <a:extLst>
              <a:ext uri="{FF2B5EF4-FFF2-40B4-BE49-F238E27FC236}">
                <a16:creationId xmlns:a16="http://schemas.microsoft.com/office/drawing/2014/main" id="{B53BE9F2-EDB7-63F8-C439-2F7759DD68AE}"/>
              </a:ext>
            </a:extLst>
          </p:cNvPr>
          <p:cNvSpPr>
            <a:spLocks noChangeArrowheads="1"/>
          </p:cNvSpPr>
          <p:nvPr/>
        </p:nvSpPr>
        <p:spPr bwMode="auto">
          <a:xfrm>
            <a:off x="7245350" y="2351697"/>
            <a:ext cx="652463" cy="8223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75" name="Line 31">
            <a:extLst>
              <a:ext uri="{FF2B5EF4-FFF2-40B4-BE49-F238E27FC236}">
                <a16:creationId xmlns:a16="http://schemas.microsoft.com/office/drawing/2014/main" id="{7FE4DBDC-DE4B-5254-00EF-534FDDF29F98}"/>
              </a:ext>
            </a:extLst>
          </p:cNvPr>
          <p:cNvSpPr>
            <a:spLocks noChangeShapeType="1"/>
          </p:cNvSpPr>
          <p:nvPr/>
        </p:nvSpPr>
        <p:spPr bwMode="auto">
          <a:xfrm>
            <a:off x="7245350" y="2823184"/>
            <a:ext cx="146050" cy="71438"/>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Line 32">
            <a:extLst>
              <a:ext uri="{FF2B5EF4-FFF2-40B4-BE49-F238E27FC236}">
                <a16:creationId xmlns:a16="http://schemas.microsoft.com/office/drawing/2014/main" id="{8AEA2174-D708-B2D2-1F1B-784723495445}"/>
              </a:ext>
            </a:extLst>
          </p:cNvPr>
          <p:cNvSpPr>
            <a:spLocks noChangeShapeType="1"/>
          </p:cNvSpPr>
          <p:nvPr/>
        </p:nvSpPr>
        <p:spPr bwMode="auto">
          <a:xfrm flipH="1">
            <a:off x="7239000" y="2899384"/>
            <a:ext cx="144463" cy="10477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 name="Text Box 33">
            <a:extLst>
              <a:ext uri="{FF2B5EF4-FFF2-40B4-BE49-F238E27FC236}">
                <a16:creationId xmlns:a16="http://schemas.microsoft.com/office/drawing/2014/main" id="{F3EC1352-85F8-6FD4-A626-28B271955A48}"/>
              </a:ext>
            </a:extLst>
          </p:cNvPr>
          <p:cNvSpPr txBox="1">
            <a:spLocks noChangeArrowheads="1"/>
          </p:cNvSpPr>
          <p:nvPr/>
        </p:nvSpPr>
        <p:spPr bwMode="auto">
          <a:xfrm>
            <a:off x="7304088" y="3113697"/>
            <a:ext cx="58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FF</a:t>
            </a:r>
            <a:r>
              <a:rPr kumimoji="1" lang="en-US" altLang="zh-CN" sz="1400"/>
              <a:t>3</a:t>
            </a:r>
            <a:endParaRPr kumimoji="1" lang="en-US" altLang="zh-CN" sz="2000"/>
          </a:p>
        </p:txBody>
      </p:sp>
      <p:sp>
        <p:nvSpPr>
          <p:cNvPr id="78" name="Text Box 34">
            <a:extLst>
              <a:ext uri="{FF2B5EF4-FFF2-40B4-BE49-F238E27FC236}">
                <a16:creationId xmlns:a16="http://schemas.microsoft.com/office/drawing/2014/main" id="{D30FDE74-9412-C2CE-187C-A77C0E73F275}"/>
              </a:ext>
            </a:extLst>
          </p:cNvPr>
          <p:cNvSpPr txBox="1">
            <a:spLocks noChangeArrowheads="1"/>
          </p:cNvSpPr>
          <p:nvPr/>
        </p:nvSpPr>
        <p:spPr bwMode="auto">
          <a:xfrm>
            <a:off x="7881938" y="2489809"/>
            <a:ext cx="469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1400"/>
              <a:t>3</a:t>
            </a:r>
            <a:endParaRPr kumimoji="1" lang="en-US" altLang="zh-CN" sz="2000"/>
          </a:p>
        </p:txBody>
      </p:sp>
      <p:sp>
        <p:nvSpPr>
          <p:cNvPr id="79" name="Line 35">
            <a:extLst>
              <a:ext uri="{FF2B5EF4-FFF2-40B4-BE49-F238E27FC236}">
                <a16:creationId xmlns:a16="http://schemas.microsoft.com/office/drawing/2014/main" id="{FAE522A3-8494-FAD0-4BE4-B8DF4F3DB29A}"/>
              </a:ext>
            </a:extLst>
          </p:cNvPr>
          <p:cNvSpPr>
            <a:spLocks noChangeShapeType="1"/>
          </p:cNvSpPr>
          <p:nvPr/>
        </p:nvSpPr>
        <p:spPr bwMode="auto">
          <a:xfrm>
            <a:off x="7100888" y="2918434"/>
            <a:ext cx="144462"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0" name="Group 36">
            <a:extLst>
              <a:ext uri="{FF2B5EF4-FFF2-40B4-BE49-F238E27FC236}">
                <a16:creationId xmlns:a16="http://schemas.microsoft.com/office/drawing/2014/main" id="{DFD94DBF-D476-3D95-5475-7AC78704C972}"/>
              </a:ext>
            </a:extLst>
          </p:cNvPr>
          <p:cNvGrpSpPr>
            <a:grpSpLocks/>
          </p:cNvGrpSpPr>
          <p:nvPr/>
        </p:nvGrpSpPr>
        <p:grpSpPr bwMode="auto">
          <a:xfrm>
            <a:off x="3192463" y="2907322"/>
            <a:ext cx="3908425" cy="639762"/>
            <a:chOff x="2249" y="1722"/>
            <a:chExt cx="2462" cy="463"/>
          </a:xfrm>
        </p:grpSpPr>
        <p:sp>
          <p:nvSpPr>
            <p:cNvPr id="81" name="Line 37">
              <a:extLst>
                <a:ext uri="{FF2B5EF4-FFF2-40B4-BE49-F238E27FC236}">
                  <a16:creationId xmlns:a16="http://schemas.microsoft.com/office/drawing/2014/main" id="{EA7A13F3-9D97-5FD5-DF2E-0F45F915A1AC}"/>
                </a:ext>
              </a:extLst>
            </p:cNvPr>
            <p:cNvSpPr>
              <a:spLocks noChangeShapeType="1"/>
            </p:cNvSpPr>
            <p:nvPr/>
          </p:nvSpPr>
          <p:spPr bwMode="auto">
            <a:xfrm>
              <a:off x="2249" y="1722"/>
              <a:ext cx="0" cy="438"/>
            </a:xfrm>
            <a:prstGeom prst="line">
              <a:avLst/>
            </a:prstGeom>
            <a:noFill/>
            <a:ln w="28575">
              <a:solidFill>
                <a:schemeClr val="tx1"/>
              </a:solidFill>
              <a:miter lim="800000"/>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 name="Line 38">
              <a:extLst>
                <a:ext uri="{FF2B5EF4-FFF2-40B4-BE49-F238E27FC236}">
                  <a16:creationId xmlns:a16="http://schemas.microsoft.com/office/drawing/2014/main" id="{2FAB1468-A56D-595F-C349-FE7B77853389}"/>
                </a:ext>
              </a:extLst>
            </p:cNvPr>
            <p:cNvSpPr>
              <a:spLocks noChangeShapeType="1"/>
            </p:cNvSpPr>
            <p:nvPr/>
          </p:nvSpPr>
          <p:spPr bwMode="auto">
            <a:xfrm>
              <a:off x="3070" y="1724"/>
              <a:ext cx="0" cy="438"/>
            </a:xfrm>
            <a:prstGeom prst="line">
              <a:avLst/>
            </a:prstGeom>
            <a:noFill/>
            <a:ln w="28575">
              <a:solidFill>
                <a:schemeClr val="tx1"/>
              </a:solidFill>
              <a:miter lim="800000"/>
              <a:headEnd type="none" w="lg" len="me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 name="Line 39">
              <a:extLst>
                <a:ext uri="{FF2B5EF4-FFF2-40B4-BE49-F238E27FC236}">
                  <a16:creationId xmlns:a16="http://schemas.microsoft.com/office/drawing/2014/main" id="{8AC70E89-C6F6-A192-E9F8-91EAAE15422B}"/>
                </a:ext>
              </a:extLst>
            </p:cNvPr>
            <p:cNvSpPr>
              <a:spLocks noChangeShapeType="1"/>
            </p:cNvSpPr>
            <p:nvPr/>
          </p:nvSpPr>
          <p:spPr bwMode="auto">
            <a:xfrm>
              <a:off x="3890" y="1725"/>
              <a:ext cx="0" cy="438"/>
            </a:xfrm>
            <a:prstGeom prst="line">
              <a:avLst/>
            </a:prstGeom>
            <a:noFill/>
            <a:ln w="28575">
              <a:solidFill>
                <a:schemeClr val="tx1"/>
              </a:solidFill>
              <a:miter lim="800000"/>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 name="Line 40">
              <a:extLst>
                <a:ext uri="{FF2B5EF4-FFF2-40B4-BE49-F238E27FC236}">
                  <a16:creationId xmlns:a16="http://schemas.microsoft.com/office/drawing/2014/main" id="{981BFAF3-4AB7-C0A2-D050-B061181BDCB8}"/>
                </a:ext>
              </a:extLst>
            </p:cNvPr>
            <p:cNvSpPr>
              <a:spLocks noChangeShapeType="1"/>
            </p:cNvSpPr>
            <p:nvPr/>
          </p:nvSpPr>
          <p:spPr bwMode="auto">
            <a:xfrm>
              <a:off x="4711" y="1725"/>
              <a:ext cx="0" cy="46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5" name="Line 41">
            <a:extLst>
              <a:ext uri="{FF2B5EF4-FFF2-40B4-BE49-F238E27FC236}">
                <a16:creationId xmlns:a16="http://schemas.microsoft.com/office/drawing/2014/main" id="{D696E72B-1058-004D-3A1C-E3D3E5349805}"/>
              </a:ext>
            </a:extLst>
          </p:cNvPr>
          <p:cNvSpPr>
            <a:spLocks noChangeShapeType="1"/>
          </p:cNvSpPr>
          <p:nvPr/>
        </p:nvSpPr>
        <p:spPr bwMode="auto">
          <a:xfrm>
            <a:off x="7897813" y="2488222"/>
            <a:ext cx="2921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 name="Line 42">
            <a:extLst>
              <a:ext uri="{FF2B5EF4-FFF2-40B4-BE49-F238E27FC236}">
                <a16:creationId xmlns:a16="http://schemas.microsoft.com/office/drawing/2014/main" id="{C4EBFE43-FD8E-E936-F6A2-579D5866A5CE}"/>
              </a:ext>
            </a:extLst>
          </p:cNvPr>
          <p:cNvSpPr>
            <a:spLocks noChangeShapeType="1"/>
          </p:cNvSpPr>
          <p:nvPr/>
        </p:nvSpPr>
        <p:spPr bwMode="auto">
          <a:xfrm>
            <a:off x="2681288" y="3528034"/>
            <a:ext cx="4419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Line 43">
            <a:extLst>
              <a:ext uri="{FF2B5EF4-FFF2-40B4-BE49-F238E27FC236}">
                <a16:creationId xmlns:a16="http://schemas.microsoft.com/office/drawing/2014/main" id="{2EC217FC-9A36-D919-AD3C-4839CA7858FD}"/>
              </a:ext>
            </a:extLst>
          </p:cNvPr>
          <p:cNvSpPr>
            <a:spLocks noChangeShapeType="1"/>
          </p:cNvSpPr>
          <p:nvPr/>
        </p:nvSpPr>
        <p:spPr bwMode="auto">
          <a:xfrm flipH="1">
            <a:off x="3114675" y="2488222"/>
            <a:ext cx="22225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 name="Line 44">
            <a:extLst>
              <a:ext uri="{FF2B5EF4-FFF2-40B4-BE49-F238E27FC236}">
                <a16:creationId xmlns:a16="http://schemas.microsoft.com/office/drawing/2014/main" id="{6FE00227-5070-58EC-9D91-DFE7F1F759D5}"/>
              </a:ext>
            </a:extLst>
          </p:cNvPr>
          <p:cNvSpPr>
            <a:spLocks noChangeShapeType="1"/>
          </p:cNvSpPr>
          <p:nvPr/>
        </p:nvSpPr>
        <p:spPr bwMode="auto">
          <a:xfrm flipV="1">
            <a:off x="3119438" y="2069122"/>
            <a:ext cx="0" cy="4191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 name="Line 45">
            <a:extLst>
              <a:ext uri="{FF2B5EF4-FFF2-40B4-BE49-F238E27FC236}">
                <a16:creationId xmlns:a16="http://schemas.microsoft.com/office/drawing/2014/main" id="{ABB1DBDB-7C07-43BF-4E7B-234947BFEB3B}"/>
              </a:ext>
            </a:extLst>
          </p:cNvPr>
          <p:cNvSpPr>
            <a:spLocks noChangeShapeType="1"/>
          </p:cNvSpPr>
          <p:nvPr/>
        </p:nvSpPr>
        <p:spPr bwMode="auto">
          <a:xfrm flipH="1">
            <a:off x="3119438" y="2069122"/>
            <a:ext cx="525145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 name="Text Box 46">
            <a:extLst>
              <a:ext uri="{FF2B5EF4-FFF2-40B4-BE49-F238E27FC236}">
                <a16:creationId xmlns:a16="http://schemas.microsoft.com/office/drawing/2014/main" id="{7E421F99-61F5-2CCD-F8FD-B971D699A3B5}"/>
              </a:ext>
            </a:extLst>
          </p:cNvPr>
          <p:cNvSpPr txBox="1">
            <a:spLocks noChangeArrowheads="1"/>
          </p:cNvSpPr>
          <p:nvPr/>
        </p:nvSpPr>
        <p:spPr bwMode="auto">
          <a:xfrm>
            <a:off x="2670175" y="2232634"/>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D</a:t>
            </a:r>
            <a:r>
              <a:rPr kumimoji="1" lang="en-US" altLang="zh-CN" sz="1400"/>
              <a:t>0</a:t>
            </a:r>
            <a:endParaRPr kumimoji="1" lang="en-US" altLang="zh-CN" sz="2000"/>
          </a:p>
        </p:txBody>
      </p:sp>
      <p:sp>
        <p:nvSpPr>
          <p:cNvPr id="91" name="Text Box 47">
            <a:extLst>
              <a:ext uri="{FF2B5EF4-FFF2-40B4-BE49-F238E27FC236}">
                <a16:creationId xmlns:a16="http://schemas.microsoft.com/office/drawing/2014/main" id="{220F1698-C880-7E7E-A252-ECB3EAC0A4B9}"/>
              </a:ext>
            </a:extLst>
          </p:cNvPr>
          <p:cNvSpPr txBox="1">
            <a:spLocks noChangeArrowheads="1"/>
          </p:cNvSpPr>
          <p:nvPr/>
        </p:nvSpPr>
        <p:spPr bwMode="auto">
          <a:xfrm>
            <a:off x="2613025" y="3113697"/>
            <a:ext cx="523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CP</a:t>
            </a:r>
          </a:p>
        </p:txBody>
      </p:sp>
      <p:sp>
        <p:nvSpPr>
          <p:cNvPr id="92" name="Line 48">
            <a:extLst>
              <a:ext uri="{FF2B5EF4-FFF2-40B4-BE49-F238E27FC236}">
                <a16:creationId xmlns:a16="http://schemas.microsoft.com/office/drawing/2014/main" id="{307D6504-BDE4-03A6-EFE6-48646C2A2ABF}"/>
              </a:ext>
            </a:extLst>
          </p:cNvPr>
          <p:cNvSpPr>
            <a:spLocks noChangeShapeType="1"/>
          </p:cNvSpPr>
          <p:nvPr/>
        </p:nvSpPr>
        <p:spPr bwMode="auto">
          <a:xfrm flipV="1">
            <a:off x="8370888" y="2056422"/>
            <a:ext cx="0" cy="93662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 name="Oval 49">
            <a:extLst>
              <a:ext uri="{FF2B5EF4-FFF2-40B4-BE49-F238E27FC236}">
                <a16:creationId xmlns:a16="http://schemas.microsoft.com/office/drawing/2014/main" id="{C7D3A1DC-A777-6E18-471F-5A3AADE6AA09}"/>
              </a:ext>
            </a:extLst>
          </p:cNvPr>
          <p:cNvSpPr>
            <a:spLocks noChangeArrowheads="1"/>
          </p:cNvSpPr>
          <p:nvPr/>
        </p:nvSpPr>
        <p:spPr bwMode="auto">
          <a:xfrm>
            <a:off x="7897813" y="2932722"/>
            <a:ext cx="101600" cy="96837"/>
          </a:xfrm>
          <a:prstGeom prst="ellipse">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nvGrpSpPr>
          <p:cNvPr id="94" name="Group 50">
            <a:extLst>
              <a:ext uri="{FF2B5EF4-FFF2-40B4-BE49-F238E27FC236}">
                <a16:creationId xmlns:a16="http://schemas.microsoft.com/office/drawing/2014/main" id="{C8E138D5-57FF-E0F5-4703-23190F020B21}"/>
              </a:ext>
            </a:extLst>
          </p:cNvPr>
          <p:cNvGrpSpPr>
            <a:grpSpLocks/>
          </p:cNvGrpSpPr>
          <p:nvPr/>
        </p:nvGrpSpPr>
        <p:grpSpPr bwMode="auto">
          <a:xfrm>
            <a:off x="865981" y="2524734"/>
            <a:ext cx="1541463" cy="519112"/>
            <a:chOff x="662" y="1616"/>
            <a:chExt cx="971" cy="327"/>
          </a:xfrm>
        </p:grpSpPr>
        <p:sp>
          <p:nvSpPr>
            <p:cNvPr id="95" name="Text Box 51">
              <a:extLst>
                <a:ext uri="{FF2B5EF4-FFF2-40B4-BE49-F238E27FC236}">
                  <a16:creationId xmlns:a16="http://schemas.microsoft.com/office/drawing/2014/main" id="{3C939236-CCBD-FDB0-3251-77F4F7D7E0F0}"/>
                </a:ext>
              </a:extLst>
            </p:cNvPr>
            <p:cNvSpPr txBox="1">
              <a:spLocks noChangeArrowheads="1"/>
            </p:cNvSpPr>
            <p:nvPr/>
          </p:nvSpPr>
          <p:spPr bwMode="auto">
            <a:xfrm>
              <a:off x="662" y="1616"/>
              <a:ext cx="97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b="0" dirty="0"/>
                <a:t>D</a:t>
              </a:r>
              <a:r>
                <a:rPr lang="en-US" altLang="zh-CN" sz="2000" b="0" dirty="0"/>
                <a:t>0</a:t>
              </a:r>
              <a:r>
                <a:rPr lang="en-US" altLang="zh-CN" b="0" dirty="0"/>
                <a:t> = Q</a:t>
              </a:r>
              <a:r>
                <a:rPr lang="en-US" altLang="zh-CN" sz="2000" b="0" dirty="0"/>
                <a:t>n-1</a:t>
              </a:r>
            </a:p>
          </p:txBody>
        </p:sp>
        <p:sp>
          <p:nvSpPr>
            <p:cNvPr id="96" name="Line 52">
              <a:extLst>
                <a:ext uri="{FF2B5EF4-FFF2-40B4-BE49-F238E27FC236}">
                  <a16:creationId xmlns:a16="http://schemas.microsoft.com/office/drawing/2014/main" id="{0AE4EFC4-2B52-4EBE-15E3-86262FC010CA}"/>
                </a:ext>
              </a:extLst>
            </p:cNvPr>
            <p:cNvSpPr>
              <a:spLocks noChangeShapeType="1"/>
            </p:cNvSpPr>
            <p:nvPr/>
          </p:nvSpPr>
          <p:spPr bwMode="auto">
            <a:xfrm>
              <a:off x="1184" y="1662"/>
              <a:ext cx="22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2041477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0C4A10-AC30-615A-A854-9B77019734B2}"/>
              </a:ext>
            </a:extLst>
          </p:cNvPr>
          <p:cNvSpPr>
            <a:spLocks noGrp="1"/>
          </p:cNvSpPr>
          <p:nvPr>
            <p:ph type="title"/>
          </p:nvPr>
        </p:nvSpPr>
        <p:spPr/>
        <p:txBody>
          <a:bodyPr>
            <a:normAutofit fontScale="90000"/>
          </a:bodyPr>
          <a:lstStyle/>
          <a:p>
            <a:r>
              <a:rPr lang="zh-CN" altLang="en-US" dirty="0"/>
              <a:t>自启动扭环形计数器</a:t>
            </a:r>
            <a:endParaRPr kumimoji="1" lang="zh-CN" altLang="en-US" dirty="0"/>
          </a:p>
        </p:txBody>
      </p:sp>
      <p:sp>
        <p:nvSpPr>
          <p:cNvPr id="4" name="页脚占位符 3">
            <a:extLst>
              <a:ext uri="{FF2B5EF4-FFF2-40B4-BE49-F238E27FC236}">
                <a16:creationId xmlns:a16="http://schemas.microsoft.com/office/drawing/2014/main" id="{D4804FB6-8EAF-4B48-2AB9-DBBA54CB29F3}"/>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04E6389E-98B6-C399-EB35-91409483D478}"/>
              </a:ext>
            </a:extLst>
          </p:cNvPr>
          <p:cNvSpPr>
            <a:spLocks noGrp="1"/>
          </p:cNvSpPr>
          <p:nvPr>
            <p:ph type="sldNum" sz="quarter" idx="12"/>
          </p:nvPr>
        </p:nvSpPr>
        <p:spPr/>
        <p:txBody>
          <a:bodyPr/>
          <a:lstStyle/>
          <a:p>
            <a:fld id="{9E260BC5-5BF3-8746-862B-DC45E9CAA88B}" type="slidenum">
              <a:rPr lang="en-US" smtClean="0"/>
              <a:pPr/>
              <a:t>29</a:t>
            </a:fld>
            <a:r>
              <a:rPr lang="en-US" altLang="zh-CN" dirty="0"/>
              <a:t>/34</a:t>
            </a:r>
            <a:endParaRPr lang="en-US" dirty="0"/>
          </a:p>
        </p:txBody>
      </p:sp>
      <p:sp>
        <p:nvSpPr>
          <p:cNvPr id="64" name="Rectangle 3">
            <a:extLst>
              <a:ext uri="{FF2B5EF4-FFF2-40B4-BE49-F238E27FC236}">
                <a16:creationId xmlns:a16="http://schemas.microsoft.com/office/drawing/2014/main" id="{1734972A-1FF8-4BA0-CC88-C77277902E4F}"/>
              </a:ext>
            </a:extLst>
          </p:cNvPr>
          <p:cNvSpPr>
            <a:spLocks noChangeArrowheads="1"/>
          </p:cNvSpPr>
          <p:nvPr/>
        </p:nvSpPr>
        <p:spPr bwMode="auto">
          <a:xfrm>
            <a:off x="1522413" y="2024063"/>
            <a:ext cx="2133600" cy="19812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65" name="Line 4">
            <a:extLst>
              <a:ext uri="{FF2B5EF4-FFF2-40B4-BE49-F238E27FC236}">
                <a16:creationId xmlns:a16="http://schemas.microsoft.com/office/drawing/2014/main" id="{DA29604F-E2B6-59AB-AF0F-F28B0996FA0D}"/>
              </a:ext>
            </a:extLst>
          </p:cNvPr>
          <p:cNvSpPr>
            <a:spLocks noChangeShapeType="1"/>
          </p:cNvSpPr>
          <p:nvPr/>
        </p:nvSpPr>
        <p:spPr bwMode="auto">
          <a:xfrm>
            <a:off x="1522413" y="3014663"/>
            <a:ext cx="213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5">
            <a:extLst>
              <a:ext uri="{FF2B5EF4-FFF2-40B4-BE49-F238E27FC236}">
                <a16:creationId xmlns:a16="http://schemas.microsoft.com/office/drawing/2014/main" id="{1B47B09D-44D4-3DCB-BFD4-BF0A971BF668}"/>
              </a:ext>
            </a:extLst>
          </p:cNvPr>
          <p:cNvSpPr>
            <a:spLocks noChangeShapeType="1"/>
          </p:cNvSpPr>
          <p:nvPr/>
        </p:nvSpPr>
        <p:spPr bwMode="auto">
          <a:xfrm>
            <a:off x="3122613" y="2024063"/>
            <a:ext cx="0" cy="1981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6">
            <a:extLst>
              <a:ext uri="{FF2B5EF4-FFF2-40B4-BE49-F238E27FC236}">
                <a16:creationId xmlns:a16="http://schemas.microsoft.com/office/drawing/2014/main" id="{2BF05BE9-918D-EBBE-D0AD-48F358154899}"/>
              </a:ext>
            </a:extLst>
          </p:cNvPr>
          <p:cNvSpPr>
            <a:spLocks noChangeShapeType="1"/>
          </p:cNvSpPr>
          <p:nvPr/>
        </p:nvSpPr>
        <p:spPr bwMode="auto">
          <a:xfrm>
            <a:off x="2589213" y="2024063"/>
            <a:ext cx="0" cy="1981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7">
            <a:extLst>
              <a:ext uri="{FF2B5EF4-FFF2-40B4-BE49-F238E27FC236}">
                <a16:creationId xmlns:a16="http://schemas.microsoft.com/office/drawing/2014/main" id="{AF3D9DE5-C4C5-3AC6-CD01-49FFA65611F3}"/>
              </a:ext>
            </a:extLst>
          </p:cNvPr>
          <p:cNvSpPr>
            <a:spLocks noChangeShapeType="1"/>
          </p:cNvSpPr>
          <p:nvPr/>
        </p:nvSpPr>
        <p:spPr bwMode="auto">
          <a:xfrm>
            <a:off x="2055813" y="2024063"/>
            <a:ext cx="0" cy="1981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Line 8">
            <a:extLst>
              <a:ext uri="{FF2B5EF4-FFF2-40B4-BE49-F238E27FC236}">
                <a16:creationId xmlns:a16="http://schemas.microsoft.com/office/drawing/2014/main" id="{E7862110-AA3F-17EF-8B11-479149763220}"/>
              </a:ext>
            </a:extLst>
          </p:cNvPr>
          <p:cNvSpPr>
            <a:spLocks noChangeShapeType="1"/>
          </p:cNvSpPr>
          <p:nvPr/>
        </p:nvSpPr>
        <p:spPr bwMode="auto">
          <a:xfrm>
            <a:off x="1522413" y="3548063"/>
            <a:ext cx="213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Line 9">
            <a:extLst>
              <a:ext uri="{FF2B5EF4-FFF2-40B4-BE49-F238E27FC236}">
                <a16:creationId xmlns:a16="http://schemas.microsoft.com/office/drawing/2014/main" id="{B27ECA2C-371F-7895-FC18-CDBBB019D9E1}"/>
              </a:ext>
            </a:extLst>
          </p:cNvPr>
          <p:cNvSpPr>
            <a:spLocks noChangeShapeType="1"/>
          </p:cNvSpPr>
          <p:nvPr/>
        </p:nvSpPr>
        <p:spPr bwMode="auto">
          <a:xfrm>
            <a:off x="1522413" y="2557463"/>
            <a:ext cx="213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Text Box 10">
            <a:extLst>
              <a:ext uri="{FF2B5EF4-FFF2-40B4-BE49-F238E27FC236}">
                <a16:creationId xmlns:a16="http://schemas.microsoft.com/office/drawing/2014/main" id="{3672F1D3-F77C-1EE8-B530-C15B3C8B57CF}"/>
              </a:ext>
            </a:extLst>
          </p:cNvPr>
          <p:cNvSpPr txBox="1">
            <a:spLocks noChangeArrowheads="1"/>
          </p:cNvSpPr>
          <p:nvPr/>
        </p:nvSpPr>
        <p:spPr bwMode="auto">
          <a:xfrm>
            <a:off x="1598613" y="1628775"/>
            <a:ext cx="2012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t>00     01      11     10</a:t>
            </a:r>
          </a:p>
        </p:txBody>
      </p:sp>
      <p:sp>
        <p:nvSpPr>
          <p:cNvPr id="72" name="Text Box 11">
            <a:extLst>
              <a:ext uri="{FF2B5EF4-FFF2-40B4-BE49-F238E27FC236}">
                <a16:creationId xmlns:a16="http://schemas.microsoft.com/office/drawing/2014/main" id="{F8DA82D0-7C6C-B755-0566-589F8DFE5028}"/>
              </a:ext>
            </a:extLst>
          </p:cNvPr>
          <p:cNvSpPr txBox="1">
            <a:spLocks noChangeArrowheads="1"/>
          </p:cNvSpPr>
          <p:nvPr/>
        </p:nvSpPr>
        <p:spPr bwMode="auto">
          <a:xfrm>
            <a:off x="1100138" y="21383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t>00</a:t>
            </a:r>
          </a:p>
        </p:txBody>
      </p:sp>
      <p:sp>
        <p:nvSpPr>
          <p:cNvPr id="73" name="Text Box 12">
            <a:extLst>
              <a:ext uri="{FF2B5EF4-FFF2-40B4-BE49-F238E27FC236}">
                <a16:creationId xmlns:a16="http://schemas.microsoft.com/office/drawing/2014/main" id="{9A66E528-587F-EE03-AE4F-08C821556A07}"/>
              </a:ext>
            </a:extLst>
          </p:cNvPr>
          <p:cNvSpPr txBox="1">
            <a:spLocks noChangeArrowheads="1"/>
          </p:cNvSpPr>
          <p:nvPr/>
        </p:nvSpPr>
        <p:spPr bwMode="auto">
          <a:xfrm>
            <a:off x="1100138" y="264795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t>01</a:t>
            </a:r>
          </a:p>
        </p:txBody>
      </p:sp>
      <p:sp>
        <p:nvSpPr>
          <p:cNvPr id="74" name="Text Box 13">
            <a:extLst>
              <a:ext uri="{FF2B5EF4-FFF2-40B4-BE49-F238E27FC236}">
                <a16:creationId xmlns:a16="http://schemas.microsoft.com/office/drawing/2014/main" id="{2A916488-45C3-C55E-786B-7C00B8BC99F7}"/>
              </a:ext>
            </a:extLst>
          </p:cNvPr>
          <p:cNvSpPr txBox="1">
            <a:spLocks noChangeArrowheads="1"/>
          </p:cNvSpPr>
          <p:nvPr/>
        </p:nvSpPr>
        <p:spPr bwMode="auto">
          <a:xfrm>
            <a:off x="1100138" y="310515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t>11</a:t>
            </a:r>
          </a:p>
        </p:txBody>
      </p:sp>
      <p:sp>
        <p:nvSpPr>
          <p:cNvPr id="75" name="Text Box 14">
            <a:extLst>
              <a:ext uri="{FF2B5EF4-FFF2-40B4-BE49-F238E27FC236}">
                <a16:creationId xmlns:a16="http://schemas.microsoft.com/office/drawing/2014/main" id="{93725F24-D58D-93C9-2039-85560567BB02}"/>
              </a:ext>
            </a:extLst>
          </p:cNvPr>
          <p:cNvSpPr txBox="1">
            <a:spLocks noChangeArrowheads="1"/>
          </p:cNvSpPr>
          <p:nvPr/>
        </p:nvSpPr>
        <p:spPr bwMode="auto">
          <a:xfrm>
            <a:off x="1100138" y="363855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t>10</a:t>
            </a:r>
          </a:p>
        </p:txBody>
      </p:sp>
      <p:sp>
        <p:nvSpPr>
          <p:cNvPr id="76" name="Line 15">
            <a:extLst>
              <a:ext uri="{FF2B5EF4-FFF2-40B4-BE49-F238E27FC236}">
                <a16:creationId xmlns:a16="http://schemas.microsoft.com/office/drawing/2014/main" id="{D4FA1519-3B61-8F2E-B3DC-44BD223F7DF3}"/>
              </a:ext>
            </a:extLst>
          </p:cNvPr>
          <p:cNvSpPr>
            <a:spLocks noChangeShapeType="1"/>
          </p:cNvSpPr>
          <p:nvPr/>
        </p:nvSpPr>
        <p:spPr bwMode="auto">
          <a:xfrm flipH="1" flipV="1">
            <a:off x="989013" y="1490663"/>
            <a:ext cx="533400" cy="533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Text Box 16">
            <a:extLst>
              <a:ext uri="{FF2B5EF4-FFF2-40B4-BE49-F238E27FC236}">
                <a16:creationId xmlns:a16="http://schemas.microsoft.com/office/drawing/2014/main" id="{A2BCD506-9174-B959-C17B-1720FBF7292A}"/>
              </a:ext>
            </a:extLst>
          </p:cNvPr>
          <p:cNvSpPr txBox="1">
            <a:spLocks noChangeArrowheads="1"/>
          </p:cNvSpPr>
          <p:nvPr/>
        </p:nvSpPr>
        <p:spPr bwMode="auto">
          <a:xfrm>
            <a:off x="684213" y="1643063"/>
            <a:ext cx="742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2000" baseline="-25000"/>
              <a:t>0</a:t>
            </a:r>
            <a:r>
              <a:rPr kumimoji="1" lang="en-US" altLang="zh-CN" sz="2000"/>
              <a:t>Q</a:t>
            </a:r>
            <a:r>
              <a:rPr kumimoji="1" lang="en-US" altLang="zh-CN" sz="2000" baseline="-25000"/>
              <a:t>1</a:t>
            </a:r>
            <a:endParaRPr kumimoji="1" lang="en-US" altLang="zh-CN" sz="2000"/>
          </a:p>
        </p:txBody>
      </p:sp>
      <p:sp>
        <p:nvSpPr>
          <p:cNvPr id="78" name="Text Box 17">
            <a:extLst>
              <a:ext uri="{FF2B5EF4-FFF2-40B4-BE49-F238E27FC236}">
                <a16:creationId xmlns:a16="http://schemas.microsoft.com/office/drawing/2014/main" id="{BAE036B1-688F-82EA-101E-F73154D5C68D}"/>
              </a:ext>
            </a:extLst>
          </p:cNvPr>
          <p:cNvSpPr txBox="1">
            <a:spLocks noChangeArrowheads="1"/>
          </p:cNvSpPr>
          <p:nvPr/>
        </p:nvSpPr>
        <p:spPr bwMode="auto">
          <a:xfrm>
            <a:off x="1135063" y="1304925"/>
            <a:ext cx="742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2000" baseline="-25000"/>
              <a:t>2</a:t>
            </a:r>
            <a:r>
              <a:rPr kumimoji="1" lang="en-US" altLang="zh-CN" sz="2000"/>
              <a:t>Q</a:t>
            </a:r>
            <a:r>
              <a:rPr kumimoji="1" lang="en-US" altLang="zh-CN" sz="2000" baseline="-25000"/>
              <a:t>3</a:t>
            </a:r>
            <a:endParaRPr kumimoji="1" lang="en-US" altLang="zh-CN" sz="2000"/>
          </a:p>
        </p:txBody>
      </p:sp>
      <p:sp>
        <p:nvSpPr>
          <p:cNvPr id="79" name="Text Box 18">
            <a:extLst>
              <a:ext uri="{FF2B5EF4-FFF2-40B4-BE49-F238E27FC236}">
                <a16:creationId xmlns:a16="http://schemas.microsoft.com/office/drawing/2014/main" id="{EB615407-5ACC-846A-CB4B-22A97EE65242}"/>
              </a:ext>
            </a:extLst>
          </p:cNvPr>
          <p:cNvSpPr txBox="1">
            <a:spLocks noChangeArrowheads="1"/>
          </p:cNvSpPr>
          <p:nvPr/>
        </p:nvSpPr>
        <p:spPr bwMode="auto">
          <a:xfrm>
            <a:off x="1658938" y="2138363"/>
            <a:ext cx="189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1      0      0       x</a:t>
            </a:r>
          </a:p>
        </p:txBody>
      </p:sp>
      <p:sp>
        <p:nvSpPr>
          <p:cNvPr id="80" name="Text Box 19">
            <a:extLst>
              <a:ext uri="{FF2B5EF4-FFF2-40B4-BE49-F238E27FC236}">
                <a16:creationId xmlns:a16="http://schemas.microsoft.com/office/drawing/2014/main" id="{C5CDA878-41DD-D405-E1C5-59C7AEC432BD}"/>
              </a:ext>
            </a:extLst>
          </p:cNvPr>
          <p:cNvSpPr txBox="1">
            <a:spLocks noChangeArrowheads="1"/>
          </p:cNvSpPr>
          <p:nvPr/>
        </p:nvSpPr>
        <p:spPr bwMode="auto">
          <a:xfrm>
            <a:off x="1655763" y="2617788"/>
            <a:ext cx="189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x      x      0       x</a:t>
            </a:r>
          </a:p>
        </p:txBody>
      </p:sp>
      <p:sp>
        <p:nvSpPr>
          <p:cNvPr id="81" name="Text Box 20">
            <a:extLst>
              <a:ext uri="{FF2B5EF4-FFF2-40B4-BE49-F238E27FC236}">
                <a16:creationId xmlns:a16="http://schemas.microsoft.com/office/drawing/2014/main" id="{C6485CD7-D218-C4BC-C682-1EF11A820E09}"/>
              </a:ext>
            </a:extLst>
          </p:cNvPr>
          <p:cNvSpPr txBox="1">
            <a:spLocks noChangeArrowheads="1"/>
          </p:cNvSpPr>
          <p:nvPr/>
        </p:nvSpPr>
        <p:spPr bwMode="auto">
          <a:xfrm>
            <a:off x="1643063" y="3074988"/>
            <a:ext cx="189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1      x      0       1</a:t>
            </a:r>
          </a:p>
        </p:txBody>
      </p:sp>
      <p:sp>
        <p:nvSpPr>
          <p:cNvPr id="82" name="Text Box 21">
            <a:extLst>
              <a:ext uri="{FF2B5EF4-FFF2-40B4-BE49-F238E27FC236}">
                <a16:creationId xmlns:a16="http://schemas.microsoft.com/office/drawing/2014/main" id="{27B562DD-BA5E-44C5-D7FA-AC988E787AB4}"/>
              </a:ext>
            </a:extLst>
          </p:cNvPr>
          <p:cNvSpPr txBox="1">
            <a:spLocks noChangeArrowheads="1"/>
          </p:cNvSpPr>
          <p:nvPr/>
        </p:nvSpPr>
        <p:spPr bwMode="auto">
          <a:xfrm>
            <a:off x="1655763" y="3608388"/>
            <a:ext cx="189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1      x      x       x</a:t>
            </a:r>
          </a:p>
        </p:txBody>
      </p:sp>
      <p:sp>
        <p:nvSpPr>
          <p:cNvPr id="83" name="Text Box 22">
            <a:extLst>
              <a:ext uri="{FF2B5EF4-FFF2-40B4-BE49-F238E27FC236}">
                <a16:creationId xmlns:a16="http://schemas.microsoft.com/office/drawing/2014/main" id="{70A8DAA2-4687-75A1-8DF0-36094CE56ACC}"/>
              </a:ext>
            </a:extLst>
          </p:cNvPr>
          <p:cNvSpPr txBox="1">
            <a:spLocks noChangeArrowheads="1"/>
          </p:cNvSpPr>
          <p:nvPr/>
        </p:nvSpPr>
        <p:spPr bwMode="auto">
          <a:xfrm>
            <a:off x="4932363" y="1527175"/>
            <a:ext cx="3630612" cy="492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kumimoji="1" lang="en-US" altLang="zh-CN" sz="2000"/>
              <a:t>Q</a:t>
            </a:r>
            <a:r>
              <a:rPr kumimoji="1" lang="en-US" altLang="zh-CN" sz="2000" baseline="-25000"/>
              <a:t>0 </a:t>
            </a:r>
            <a:r>
              <a:rPr kumimoji="1" lang="en-US" altLang="zh-CN" sz="2000"/>
              <a:t> Q</a:t>
            </a:r>
            <a:r>
              <a:rPr kumimoji="1" lang="en-US" altLang="zh-CN" sz="2000" baseline="-25000"/>
              <a:t>1 </a:t>
            </a:r>
            <a:r>
              <a:rPr kumimoji="1" lang="en-US" altLang="zh-CN" sz="2000"/>
              <a:t> Q</a:t>
            </a:r>
            <a:r>
              <a:rPr kumimoji="1" lang="en-US" altLang="zh-CN" sz="2000" baseline="-25000"/>
              <a:t>2 </a:t>
            </a:r>
            <a:r>
              <a:rPr kumimoji="1" lang="en-US" altLang="zh-CN" sz="2000"/>
              <a:t> Q</a:t>
            </a:r>
            <a:r>
              <a:rPr kumimoji="1" lang="en-US" altLang="zh-CN" sz="2000" baseline="-25000"/>
              <a:t>3</a:t>
            </a:r>
            <a:r>
              <a:rPr kumimoji="1" lang="en-US" altLang="zh-CN" sz="2000"/>
              <a:t>    Q</a:t>
            </a:r>
            <a:r>
              <a:rPr kumimoji="1" lang="en-US" altLang="zh-CN" sz="2000" baseline="-25000"/>
              <a:t>0</a:t>
            </a:r>
            <a:r>
              <a:rPr kumimoji="1" lang="en-US" altLang="zh-CN" sz="2000"/>
              <a:t>   Q</a:t>
            </a:r>
            <a:r>
              <a:rPr kumimoji="1" lang="en-US" altLang="zh-CN" sz="2000" baseline="-25000"/>
              <a:t>1</a:t>
            </a:r>
            <a:r>
              <a:rPr kumimoji="1" lang="en-US" altLang="zh-CN" sz="2000"/>
              <a:t>   Q</a:t>
            </a:r>
            <a:r>
              <a:rPr kumimoji="1" lang="en-US" altLang="zh-CN" sz="2000" baseline="-25000"/>
              <a:t>2</a:t>
            </a:r>
            <a:r>
              <a:rPr kumimoji="1" lang="en-US" altLang="zh-CN" sz="2000"/>
              <a:t>   Q</a:t>
            </a:r>
            <a:r>
              <a:rPr kumimoji="1" lang="en-US" altLang="zh-CN" sz="2000" baseline="-25000"/>
              <a:t>3</a:t>
            </a:r>
            <a:endParaRPr kumimoji="1" lang="en-US" altLang="zh-CN" sz="2000"/>
          </a:p>
          <a:p>
            <a:pPr eaLnBrk="1" hangingPunct="1">
              <a:lnSpc>
                <a:spcPct val="90000"/>
              </a:lnSpc>
              <a:spcAft>
                <a:spcPct val="0"/>
              </a:spcAft>
              <a:buFontTx/>
              <a:buNone/>
            </a:pPr>
            <a:endParaRPr kumimoji="1" lang="en-US" altLang="zh-CN" sz="1200"/>
          </a:p>
          <a:p>
            <a:pPr eaLnBrk="1" hangingPunct="1">
              <a:lnSpc>
                <a:spcPct val="90000"/>
              </a:lnSpc>
              <a:spcAft>
                <a:spcPct val="0"/>
              </a:spcAft>
              <a:buFontTx/>
              <a:buNone/>
            </a:pPr>
            <a:r>
              <a:rPr kumimoji="1" lang="en-US" altLang="zh-CN" sz="2000"/>
              <a:t> </a:t>
            </a:r>
            <a:r>
              <a:rPr kumimoji="1" lang="en-US" altLang="zh-CN" sz="2000">
                <a:solidFill>
                  <a:srgbClr val="0000FF"/>
                </a:solidFill>
              </a:rPr>
              <a:t>0    0    0    0       1      0     0      0</a:t>
            </a:r>
          </a:p>
          <a:p>
            <a:pPr eaLnBrk="1" hangingPunct="1">
              <a:lnSpc>
                <a:spcPct val="90000"/>
              </a:lnSpc>
              <a:spcAft>
                <a:spcPct val="0"/>
              </a:spcAft>
              <a:buFontTx/>
              <a:buNone/>
            </a:pPr>
            <a:r>
              <a:rPr kumimoji="1" lang="en-US" altLang="zh-CN" sz="2000">
                <a:solidFill>
                  <a:srgbClr val="0000FF"/>
                </a:solidFill>
              </a:rPr>
              <a:t> 0    0    0    1       0      0     0      0</a:t>
            </a:r>
          </a:p>
          <a:p>
            <a:pPr eaLnBrk="1" hangingPunct="1">
              <a:lnSpc>
                <a:spcPct val="90000"/>
              </a:lnSpc>
              <a:spcAft>
                <a:spcPct val="0"/>
              </a:spcAft>
              <a:buFontTx/>
              <a:buNone/>
            </a:pPr>
            <a:r>
              <a:rPr kumimoji="1" lang="en-US" altLang="zh-CN" sz="2000">
                <a:solidFill>
                  <a:srgbClr val="0000FF"/>
                </a:solidFill>
              </a:rPr>
              <a:t> </a:t>
            </a:r>
            <a:r>
              <a:rPr kumimoji="1" lang="en-US" altLang="zh-CN" sz="2000"/>
              <a:t>0    0    1    0       x      x     x      x</a:t>
            </a:r>
          </a:p>
          <a:p>
            <a:pPr eaLnBrk="1" hangingPunct="1">
              <a:lnSpc>
                <a:spcPct val="90000"/>
              </a:lnSpc>
              <a:spcAft>
                <a:spcPct val="0"/>
              </a:spcAft>
              <a:buFontTx/>
              <a:buNone/>
            </a:pPr>
            <a:r>
              <a:rPr kumimoji="1" lang="en-US" altLang="zh-CN" sz="2000"/>
              <a:t> </a:t>
            </a:r>
            <a:r>
              <a:rPr kumimoji="1" lang="en-US" altLang="zh-CN" sz="2000">
                <a:solidFill>
                  <a:srgbClr val="0000FF"/>
                </a:solidFill>
              </a:rPr>
              <a:t>0    0    1    1       0      0     0      1</a:t>
            </a:r>
          </a:p>
          <a:p>
            <a:pPr eaLnBrk="1" hangingPunct="1">
              <a:lnSpc>
                <a:spcPct val="90000"/>
              </a:lnSpc>
              <a:spcAft>
                <a:spcPct val="0"/>
              </a:spcAft>
              <a:buFontTx/>
              <a:buNone/>
            </a:pPr>
            <a:r>
              <a:rPr kumimoji="1" lang="en-US" altLang="zh-CN" sz="2000">
                <a:solidFill>
                  <a:srgbClr val="0000FF"/>
                </a:solidFill>
              </a:rPr>
              <a:t> </a:t>
            </a:r>
            <a:r>
              <a:rPr kumimoji="1" lang="en-US" altLang="zh-CN" sz="2000"/>
              <a:t>0    1    0    0       x      x     x      x</a:t>
            </a:r>
          </a:p>
          <a:p>
            <a:pPr eaLnBrk="1" hangingPunct="1">
              <a:lnSpc>
                <a:spcPct val="90000"/>
              </a:lnSpc>
              <a:spcAft>
                <a:spcPct val="0"/>
              </a:spcAft>
              <a:buFontTx/>
              <a:buNone/>
            </a:pPr>
            <a:r>
              <a:rPr kumimoji="1" lang="en-US" altLang="zh-CN" sz="2000"/>
              <a:t> 0    1    0    1       x      x     x      x</a:t>
            </a:r>
          </a:p>
          <a:p>
            <a:pPr eaLnBrk="1" hangingPunct="1">
              <a:lnSpc>
                <a:spcPct val="90000"/>
              </a:lnSpc>
              <a:spcAft>
                <a:spcPct val="0"/>
              </a:spcAft>
              <a:buFontTx/>
              <a:buNone/>
            </a:pPr>
            <a:r>
              <a:rPr kumimoji="1" lang="en-US" altLang="zh-CN" sz="2000"/>
              <a:t> 0    1    1    0       x      x     x      x</a:t>
            </a:r>
          </a:p>
          <a:p>
            <a:pPr eaLnBrk="1" hangingPunct="1">
              <a:lnSpc>
                <a:spcPct val="90000"/>
              </a:lnSpc>
              <a:spcAft>
                <a:spcPct val="0"/>
              </a:spcAft>
              <a:buFontTx/>
              <a:buNone/>
            </a:pPr>
            <a:r>
              <a:rPr kumimoji="1" lang="en-US" altLang="zh-CN" sz="2000"/>
              <a:t> </a:t>
            </a:r>
            <a:r>
              <a:rPr kumimoji="1" lang="en-US" altLang="zh-CN" sz="2000">
                <a:solidFill>
                  <a:srgbClr val="0000FF"/>
                </a:solidFill>
              </a:rPr>
              <a:t>0    1    1    1       0      0     1      1</a:t>
            </a:r>
          </a:p>
          <a:p>
            <a:pPr eaLnBrk="1" hangingPunct="1">
              <a:lnSpc>
                <a:spcPct val="90000"/>
              </a:lnSpc>
              <a:spcAft>
                <a:spcPct val="0"/>
              </a:spcAft>
              <a:buFontTx/>
              <a:buNone/>
            </a:pPr>
            <a:r>
              <a:rPr kumimoji="1" lang="en-US" altLang="zh-CN" sz="2000"/>
              <a:t> </a:t>
            </a:r>
            <a:r>
              <a:rPr kumimoji="1" lang="en-US" altLang="zh-CN" sz="2000">
                <a:solidFill>
                  <a:srgbClr val="0000FF"/>
                </a:solidFill>
              </a:rPr>
              <a:t>1    0    0    0       1      1     0      0</a:t>
            </a:r>
          </a:p>
          <a:p>
            <a:pPr eaLnBrk="1" hangingPunct="1">
              <a:lnSpc>
                <a:spcPct val="90000"/>
              </a:lnSpc>
              <a:spcAft>
                <a:spcPct val="0"/>
              </a:spcAft>
              <a:buFontTx/>
              <a:buNone/>
            </a:pPr>
            <a:r>
              <a:rPr kumimoji="1" lang="en-US" altLang="zh-CN" sz="2000">
                <a:solidFill>
                  <a:srgbClr val="0000FF"/>
                </a:solidFill>
              </a:rPr>
              <a:t> </a:t>
            </a:r>
            <a:r>
              <a:rPr kumimoji="1" lang="en-US" altLang="zh-CN" sz="2000"/>
              <a:t>1    0    0    1       x      x     x      x</a:t>
            </a:r>
          </a:p>
          <a:p>
            <a:pPr eaLnBrk="1" hangingPunct="1">
              <a:lnSpc>
                <a:spcPct val="90000"/>
              </a:lnSpc>
              <a:spcAft>
                <a:spcPct val="0"/>
              </a:spcAft>
              <a:buFontTx/>
              <a:buNone/>
            </a:pPr>
            <a:r>
              <a:rPr kumimoji="1" lang="en-US" altLang="zh-CN" sz="2000"/>
              <a:t> 1    0    1    0       x      x     x      x</a:t>
            </a:r>
          </a:p>
          <a:p>
            <a:pPr eaLnBrk="1" hangingPunct="1">
              <a:lnSpc>
                <a:spcPct val="90000"/>
              </a:lnSpc>
              <a:spcAft>
                <a:spcPct val="0"/>
              </a:spcAft>
              <a:buFontTx/>
              <a:buNone/>
            </a:pPr>
            <a:r>
              <a:rPr kumimoji="1" lang="en-US" altLang="zh-CN" sz="2000"/>
              <a:t> 1    0    1    1       x      x     x      x</a:t>
            </a:r>
          </a:p>
          <a:p>
            <a:pPr eaLnBrk="1" hangingPunct="1">
              <a:lnSpc>
                <a:spcPct val="90000"/>
              </a:lnSpc>
              <a:spcAft>
                <a:spcPct val="0"/>
              </a:spcAft>
              <a:buFontTx/>
              <a:buNone/>
            </a:pPr>
            <a:r>
              <a:rPr kumimoji="1" lang="en-US" altLang="zh-CN" sz="2000"/>
              <a:t> </a:t>
            </a:r>
            <a:r>
              <a:rPr kumimoji="1" lang="en-US" altLang="zh-CN" sz="2000">
                <a:solidFill>
                  <a:srgbClr val="0000FF"/>
                </a:solidFill>
              </a:rPr>
              <a:t>1    1    0    0       1      1     1      0</a:t>
            </a:r>
          </a:p>
          <a:p>
            <a:pPr eaLnBrk="1" hangingPunct="1">
              <a:lnSpc>
                <a:spcPct val="90000"/>
              </a:lnSpc>
              <a:spcAft>
                <a:spcPct val="0"/>
              </a:spcAft>
              <a:buFontTx/>
              <a:buNone/>
            </a:pPr>
            <a:r>
              <a:rPr kumimoji="1" lang="en-US" altLang="zh-CN" sz="2000"/>
              <a:t> 1    1    0    1       x      x     x      x</a:t>
            </a:r>
          </a:p>
          <a:p>
            <a:pPr eaLnBrk="1" hangingPunct="1">
              <a:lnSpc>
                <a:spcPct val="90000"/>
              </a:lnSpc>
              <a:spcAft>
                <a:spcPct val="0"/>
              </a:spcAft>
              <a:buFontTx/>
              <a:buNone/>
            </a:pPr>
            <a:r>
              <a:rPr kumimoji="1" lang="en-US" altLang="zh-CN" sz="2000"/>
              <a:t> </a:t>
            </a:r>
            <a:r>
              <a:rPr kumimoji="1" lang="en-US" altLang="zh-CN" sz="2000">
                <a:solidFill>
                  <a:srgbClr val="0000FF"/>
                </a:solidFill>
              </a:rPr>
              <a:t>1    1    1    0       1      1     1      1</a:t>
            </a:r>
          </a:p>
          <a:p>
            <a:pPr eaLnBrk="1" hangingPunct="1">
              <a:lnSpc>
                <a:spcPct val="90000"/>
              </a:lnSpc>
              <a:spcAft>
                <a:spcPct val="0"/>
              </a:spcAft>
              <a:buFontTx/>
              <a:buNone/>
            </a:pPr>
            <a:r>
              <a:rPr kumimoji="1" lang="en-US" altLang="zh-CN" sz="2000"/>
              <a:t> </a:t>
            </a:r>
            <a:r>
              <a:rPr kumimoji="1" lang="en-US" altLang="zh-CN" sz="2000">
                <a:solidFill>
                  <a:srgbClr val="0000FF"/>
                </a:solidFill>
              </a:rPr>
              <a:t>1    1    1    1       0      1     1      1</a:t>
            </a:r>
          </a:p>
        </p:txBody>
      </p:sp>
      <p:sp>
        <p:nvSpPr>
          <p:cNvPr id="84" name="Text Box 23">
            <a:extLst>
              <a:ext uri="{FF2B5EF4-FFF2-40B4-BE49-F238E27FC236}">
                <a16:creationId xmlns:a16="http://schemas.microsoft.com/office/drawing/2014/main" id="{BBA0FEE1-E4D9-50AD-12E1-A1140202EA71}"/>
              </a:ext>
            </a:extLst>
          </p:cNvPr>
          <p:cNvSpPr txBox="1">
            <a:spLocks noChangeArrowheads="1"/>
          </p:cNvSpPr>
          <p:nvPr/>
        </p:nvSpPr>
        <p:spPr bwMode="auto">
          <a:xfrm>
            <a:off x="6829425" y="1439863"/>
            <a:ext cx="473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n+1</a:t>
            </a:r>
          </a:p>
        </p:txBody>
      </p:sp>
      <p:sp>
        <p:nvSpPr>
          <p:cNvPr id="85" name="Text Box 24">
            <a:extLst>
              <a:ext uri="{FF2B5EF4-FFF2-40B4-BE49-F238E27FC236}">
                <a16:creationId xmlns:a16="http://schemas.microsoft.com/office/drawing/2014/main" id="{5843561F-B37A-F819-3888-363659F97C0A}"/>
              </a:ext>
            </a:extLst>
          </p:cNvPr>
          <p:cNvSpPr txBox="1">
            <a:spLocks noChangeArrowheads="1"/>
          </p:cNvSpPr>
          <p:nvPr/>
        </p:nvSpPr>
        <p:spPr bwMode="auto">
          <a:xfrm>
            <a:off x="7302500" y="1433513"/>
            <a:ext cx="473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n+1</a:t>
            </a:r>
          </a:p>
        </p:txBody>
      </p:sp>
      <p:sp>
        <p:nvSpPr>
          <p:cNvPr id="86" name="Text Box 25">
            <a:extLst>
              <a:ext uri="{FF2B5EF4-FFF2-40B4-BE49-F238E27FC236}">
                <a16:creationId xmlns:a16="http://schemas.microsoft.com/office/drawing/2014/main" id="{1AE548E9-F92B-690B-4AAB-AE5F3379F532}"/>
              </a:ext>
            </a:extLst>
          </p:cNvPr>
          <p:cNvSpPr txBox="1">
            <a:spLocks noChangeArrowheads="1"/>
          </p:cNvSpPr>
          <p:nvPr/>
        </p:nvSpPr>
        <p:spPr bwMode="auto">
          <a:xfrm>
            <a:off x="7770813" y="1433513"/>
            <a:ext cx="473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n+1</a:t>
            </a:r>
          </a:p>
        </p:txBody>
      </p:sp>
      <p:sp>
        <p:nvSpPr>
          <p:cNvPr id="87" name="Text Box 26">
            <a:extLst>
              <a:ext uri="{FF2B5EF4-FFF2-40B4-BE49-F238E27FC236}">
                <a16:creationId xmlns:a16="http://schemas.microsoft.com/office/drawing/2014/main" id="{55FE607C-E8C5-3F5E-3688-C8B512D39839}"/>
              </a:ext>
            </a:extLst>
          </p:cNvPr>
          <p:cNvSpPr txBox="1">
            <a:spLocks noChangeArrowheads="1"/>
          </p:cNvSpPr>
          <p:nvPr/>
        </p:nvSpPr>
        <p:spPr bwMode="auto">
          <a:xfrm>
            <a:off x="8239125" y="1414463"/>
            <a:ext cx="473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n+1</a:t>
            </a:r>
          </a:p>
        </p:txBody>
      </p:sp>
      <p:sp>
        <p:nvSpPr>
          <p:cNvPr id="88" name="Text Box 27">
            <a:extLst>
              <a:ext uri="{FF2B5EF4-FFF2-40B4-BE49-F238E27FC236}">
                <a16:creationId xmlns:a16="http://schemas.microsoft.com/office/drawing/2014/main" id="{E092587B-BBDE-1496-4570-7CF04819A3C8}"/>
              </a:ext>
            </a:extLst>
          </p:cNvPr>
          <p:cNvSpPr txBox="1">
            <a:spLocks noChangeArrowheads="1"/>
          </p:cNvSpPr>
          <p:nvPr/>
        </p:nvSpPr>
        <p:spPr bwMode="auto">
          <a:xfrm>
            <a:off x="5133975" y="143351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a:t>
            </a:r>
          </a:p>
        </p:txBody>
      </p:sp>
      <p:sp>
        <p:nvSpPr>
          <p:cNvPr id="89" name="Text Box 28">
            <a:extLst>
              <a:ext uri="{FF2B5EF4-FFF2-40B4-BE49-F238E27FC236}">
                <a16:creationId xmlns:a16="http://schemas.microsoft.com/office/drawing/2014/main" id="{322CE776-4202-A624-F388-E9BF7C4B872F}"/>
              </a:ext>
            </a:extLst>
          </p:cNvPr>
          <p:cNvSpPr txBox="1">
            <a:spLocks noChangeArrowheads="1"/>
          </p:cNvSpPr>
          <p:nvPr/>
        </p:nvSpPr>
        <p:spPr bwMode="auto">
          <a:xfrm>
            <a:off x="5538788" y="143351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a:t>
            </a:r>
          </a:p>
        </p:txBody>
      </p:sp>
      <p:sp>
        <p:nvSpPr>
          <p:cNvPr id="90" name="Text Box 29">
            <a:extLst>
              <a:ext uri="{FF2B5EF4-FFF2-40B4-BE49-F238E27FC236}">
                <a16:creationId xmlns:a16="http://schemas.microsoft.com/office/drawing/2014/main" id="{B10832C7-C396-8A99-7964-93B24ACAEB91}"/>
              </a:ext>
            </a:extLst>
          </p:cNvPr>
          <p:cNvSpPr txBox="1">
            <a:spLocks noChangeArrowheads="1"/>
          </p:cNvSpPr>
          <p:nvPr/>
        </p:nvSpPr>
        <p:spPr bwMode="auto">
          <a:xfrm>
            <a:off x="5897563" y="143351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a:t>
            </a:r>
          </a:p>
        </p:txBody>
      </p:sp>
      <p:sp>
        <p:nvSpPr>
          <p:cNvPr id="91" name="Text Box 30">
            <a:extLst>
              <a:ext uri="{FF2B5EF4-FFF2-40B4-BE49-F238E27FC236}">
                <a16:creationId xmlns:a16="http://schemas.microsoft.com/office/drawing/2014/main" id="{6B661C2E-C86C-78FC-90E8-B73BEDDDDDBF}"/>
              </a:ext>
            </a:extLst>
          </p:cNvPr>
          <p:cNvSpPr txBox="1">
            <a:spLocks noChangeArrowheads="1"/>
          </p:cNvSpPr>
          <p:nvPr/>
        </p:nvSpPr>
        <p:spPr bwMode="auto">
          <a:xfrm>
            <a:off x="6294438" y="143351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a:t>
            </a:r>
          </a:p>
        </p:txBody>
      </p:sp>
      <p:sp>
        <p:nvSpPr>
          <p:cNvPr id="92" name="Line 31">
            <a:extLst>
              <a:ext uri="{FF2B5EF4-FFF2-40B4-BE49-F238E27FC236}">
                <a16:creationId xmlns:a16="http://schemas.microsoft.com/office/drawing/2014/main" id="{F306B60C-B6F2-6821-A88B-B9E97476EAEB}"/>
              </a:ext>
            </a:extLst>
          </p:cNvPr>
          <p:cNvSpPr>
            <a:spLocks noChangeShapeType="1"/>
          </p:cNvSpPr>
          <p:nvPr/>
        </p:nvSpPr>
        <p:spPr bwMode="auto">
          <a:xfrm flipH="1">
            <a:off x="6581775" y="1450975"/>
            <a:ext cx="6350" cy="49895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3" name="Group 32">
            <a:extLst>
              <a:ext uri="{FF2B5EF4-FFF2-40B4-BE49-F238E27FC236}">
                <a16:creationId xmlns:a16="http://schemas.microsoft.com/office/drawing/2014/main" id="{F19A3626-D0E2-0800-6180-680A04A62786}"/>
              </a:ext>
            </a:extLst>
          </p:cNvPr>
          <p:cNvGrpSpPr>
            <a:grpSpLocks/>
          </p:cNvGrpSpPr>
          <p:nvPr/>
        </p:nvGrpSpPr>
        <p:grpSpPr bwMode="auto">
          <a:xfrm>
            <a:off x="5003800" y="1450975"/>
            <a:ext cx="3594100" cy="4989513"/>
            <a:chOff x="2929" y="914"/>
            <a:chExt cx="2605" cy="3143"/>
          </a:xfrm>
        </p:grpSpPr>
        <p:sp>
          <p:nvSpPr>
            <p:cNvPr id="94" name="Line 33">
              <a:extLst>
                <a:ext uri="{FF2B5EF4-FFF2-40B4-BE49-F238E27FC236}">
                  <a16:creationId xmlns:a16="http://schemas.microsoft.com/office/drawing/2014/main" id="{C461D3F3-8347-E60F-79F1-086867F26A5A}"/>
                </a:ext>
              </a:extLst>
            </p:cNvPr>
            <p:cNvSpPr>
              <a:spLocks noChangeShapeType="1"/>
            </p:cNvSpPr>
            <p:nvPr/>
          </p:nvSpPr>
          <p:spPr bwMode="auto">
            <a:xfrm>
              <a:off x="2929" y="914"/>
              <a:ext cx="260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 name="Line 34">
              <a:extLst>
                <a:ext uri="{FF2B5EF4-FFF2-40B4-BE49-F238E27FC236}">
                  <a16:creationId xmlns:a16="http://schemas.microsoft.com/office/drawing/2014/main" id="{9E2C7B8F-F4E6-4843-317E-34B1399F811F}"/>
                </a:ext>
              </a:extLst>
            </p:cNvPr>
            <p:cNvSpPr>
              <a:spLocks noChangeShapeType="1"/>
            </p:cNvSpPr>
            <p:nvPr/>
          </p:nvSpPr>
          <p:spPr bwMode="auto">
            <a:xfrm>
              <a:off x="2929" y="1231"/>
              <a:ext cx="260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 name="Line 35">
              <a:extLst>
                <a:ext uri="{FF2B5EF4-FFF2-40B4-BE49-F238E27FC236}">
                  <a16:creationId xmlns:a16="http://schemas.microsoft.com/office/drawing/2014/main" id="{36E607A2-562F-5B86-C0EF-02E3D8AAEFEA}"/>
                </a:ext>
              </a:extLst>
            </p:cNvPr>
            <p:cNvSpPr>
              <a:spLocks noChangeShapeType="1"/>
            </p:cNvSpPr>
            <p:nvPr/>
          </p:nvSpPr>
          <p:spPr bwMode="auto">
            <a:xfrm>
              <a:off x="2929" y="4057"/>
              <a:ext cx="260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7" name="Text Box 36">
            <a:extLst>
              <a:ext uri="{FF2B5EF4-FFF2-40B4-BE49-F238E27FC236}">
                <a16:creationId xmlns:a16="http://schemas.microsoft.com/office/drawing/2014/main" id="{7079FCD5-375A-B35E-CE09-ACFA39F2B30B}"/>
              </a:ext>
            </a:extLst>
          </p:cNvPr>
          <p:cNvSpPr txBox="1">
            <a:spLocks noChangeArrowheads="1"/>
          </p:cNvSpPr>
          <p:nvPr/>
        </p:nvSpPr>
        <p:spPr bwMode="auto">
          <a:xfrm>
            <a:off x="6121400" y="908050"/>
            <a:ext cx="1250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a:latin typeface="Arial" panose="020B0604020202020204" pitchFamily="34" charset="0"/>
              </a:rPr>
              <a:t>状态表</a:t>
            </a:r>
          </a:p>
        </p:txBody>
      </p:sp>
      <p:grpSp>
        <p:nvGrpSpPr>
          <p:cNvPr id="98" name="Group 37">
            <a:extLst>
              <a:ext uri="{FF2B5EF4-FFF2-40B4-BE49-F238E27FC236}">
                <a16:creationId xmlns:a16="http://schemas.microsoft.com/office/drawing/2014/main" id="{37FFD663-940F-1D35-A54F-CCB9FB392153}"/>
              </a:ext>
            </a:extLst>
          </p:cNvPr>
          <p:cNvGrpSpPr>
            <a:grpSpLocks/>
          </p:cNvGrpSpPr>
          <p:nvPr/>
        </p:nvGrpSpPr>
        <p:grpSpPr bwMode="auto">
          <a:xfrm>
            <a:off x="792163" y="4437063"/>
            <a:ext cx="3330575" cy="1800225"/>
            <a:chOff x="2112" y="1392"/>
            <a:chExt cx="1735" cy="1392"/>
          </a:xfrm>
        </p:grpSpPr>
        <p:sp>
          <p:nvSpPr>
            <p:cNvPr id="99" name="Oval 38">
              <a:extLst>
                <a:ext uri="{FF2B5EF4-FFF2-40B4-BE49-F238E27FC236}">
                  <a16:creationId xmlns:a16="http://schemas.microsoft.com/office/drawing/2014/main" id="{BE8FF9E4-F649-4396-EA2E-5C045CCE7144}"/>
                </a:ext>
              </a:extLst>
            </p:cNvPr>
            <p:cNvSpPr>
              <a:spLocks noChangeArrowheads="1"/>
            </p:cNvSpPr>
            <p:nvPr/>
          </p:nvSpPr>
          <p:spPr bwMode="auto">
            <a:xfrm>
              <a:off x="2112" y="1392"/>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0000</a:t>
              </a:r>
            </a:p>
          </p:txBody>
        </p:sp>
        <p:sp>
          <p:nvSpPr>
            <p:cNvPr id="100" name="Line 39">
              <a:extLst>
                <a:ext uri="{FF2B5EF4-FFF2-40B4-BE49-F238E27FC236}">
                  <a16:creationId xmlns:a16="http://schemas.microsoft.com/office/drawing/2014/main" id="{937E47AE-C198-E129-194D-11900E533920}"/>
                </a:ext>
              </a:extLst>
            </p:cNvPr>
            <p:cNvSpPr>
              <a:spLocks noChangeShapeType="1"/>
            </p:cNvSpPr>
            <p:nvPr/>
          </p:nvSpPr>
          <p:spPr bwMode="auto">
            <a:xfrm>
              <a:off x="2503" y="1557"/>
              <a:ext cx="274"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 name="Oval 40">
              <a:extLst>
                <a:ext uri="{FF2B5EF4-FFF2-40B4-BE49-F238E27FC236}">
                  <a16:creationId xmlns:a16="http://schemas.microsoft.com/office/drawing/2014/main" id="{59239C20-0C1B-EFBF-E61E-6EF6BB513276}"/>
                </a:ext>
              </a:extLst>
            </p:cNvPr>
            <p:cNvSpPr>
              <a:spLocks noChangeArrowheads="1"/>
            </p:cNvSpPr>
            <p:nvPr/>
          </p:nvSpPr>
          <p:spPr bwMode="auto">
            <a:xfrm>
              <a:off x="2777" y="1392"/>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1000</a:t>
              </a:r>
            </a:p>
          </p:txBody>
        </p:sp>
        <p:sp>
          <p:nvSpPr>
            <p:cNvPr id="102" name="Line 41">
              <a:extLst>
                <a:ext uri="{FF2B5EF4-FFF2-40B4-BE49-F238E27FC236}">
                  <a16:creationId xmlns:a16="http://schemas.microsoft.com/office/drawing/2014/main" id="{6CFD8F74-789B-68AD-AEC1-D4FD774F2BB2}"/>
                </a:ext>
              </a:extLst>
            </p:cNvPr>
            <p:cNvSpPr>
              <a:spLocks noChangeShapeType="1"/>
            </p:cNvSpPr>
            <p:nvPr/>
          </p:nvSpPr>
          <p:spPr bwMode="auto">
            <a:xfrm>
              <a:off x="3648" y="1721"/>
              <a:ext cx="0" cy="206"/>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 name="Oval 42">
              <a:extLst>
                <a:ext uri="{FF2B5EF4-FFF2-40B4-BE49-F238E27FC236}">
                  <a16:creationId xmlns:a16="http://schemas.microsoft.com/office/drawing/2014/main" id="{16A87DFA-C36F-FBB1-3B82-8B6D708FF88D}"/>
                </a:ext>
              </a:extLst>
            </p:cNvPr>
            <p:cNvSpPr>
              <a:spLocks noChangeArrowheads="1"/>
            </p:cNvSpPr>
            <p:nvPr/>
          </p:nvSpPr>
          <p:spPr bwMode="auto">
            <a:xfrm>
              <a:off x="2112" y="1927"/>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0001</a:t>
              </a:r>
            </a:p>
          </p:txBody>
        </p:sp>
        <p:sp>
          <p:nvSpPr>
            <p:cNvPr id="104" name="Oval 43">
              <a:extLst>
                <a:ext uri="{FF2B5EF4-FFF2-40B4-BE49-F238E27FC236}">
                  <a16:creationId xmlns:a16="http://schemas.microsoft.com/office/drawing/2014/main" id="{A9DA78E8-6EC6-9E72-8BCA-1B93F3904D05}"/>
                </a:ext>
              </a:extLst>
            </p:cNvPr>
            <p:cNvSpPr>
              <a:spLocks noChangeArrowheads="1"/>
            </p:cNvSpPr>
            <p:nvPr/>
          </p:nvSpPr>
          <p:spPr bwMode="auto">
            <a:xfrm>
              <a:off x="3449" y="1927"/>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1110</a:t>
              </a:r>
            </a:p>
          </p:txBody>
        </p:sp>
        <p:sp>
          <p:nvSpPr>
            <p:cNvPr id="105" name="Line 44">
              <a:extLst>
                <a:ext uri="{FF2B5EF4-FFF2-40B4-BE49-F238E27FC236}">
                  <a16:creationId xmlns:a16="http://schemas.microsoft.com/office/drawing/2014/main" id="{DE3CE0E9-6CB9-D5F0-E985-1DC4012C5FFB}"/>
                </a:ext>
              </a:extLst>
            </p:cNvPr>
            <p:cNvSpPr>
              <a:spLocks noChangeShapeType="1"/>
            </p:cNvSpPr>
            <p:nvPr/>
          </p:nvSpPr>
          <p:spPr bwMode="auto">
            <a:xfrm flipV="1">
              <a:off x="2308" y="1721"/>
              <a:ext cx="0" cy="206"/>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 name="Line 45">
              <a:extLst>
                <a:ext uri="{FF2B5EF4-FFF2-40B4-BE49-F238E27FC236}">
                  <a16:creationId xmlns:a16="http://schemas.microsoft.com/office/drawing/2014/main" id="{519B3A6B-32F1-0DF5-FF59-99473CB02B5C}"/>
                </a:ext>
              </a:extLst>
            </p:cNvPr>
            <p:cNvSpPr>
              <a:spLocks noChangeShapeType="1"/>
            </p:cNvSpPr>
            <p:nvPr/>
          </p:nvSpPr>
          <p:spPr bwMode="auto">
            <a:xfrm>
              <a:off x="3182" y="1550"/>
              <a:ext cx="274"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 name="Oval 46">
              <a:extLst>
                <a:ext uri="{FF2B5EF4-FFF2-40B4-BE49-F238E27FC236}">
                  <a16:creationId xmlns:a16="http://schemas.microsoft.com/office/drawing/2014/main" id="{346537DF-2051-F11F-A93A-4598344AA646}"/>
                </a:ext>
              </a:extLst>
            </p:cNvPr>
            <p:cNvSpPr>
              <a:spLocks noChangeArrowheads="1"/>
            </p:cNvSpPr>
            <p:nvPr/>
          </p:nvSpPr>
          <p:spPr bwMode="auto">
            <a:xfrm>
              <a:off x="3456" y="1392"/>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1100</a:t>
              </a:r>
            </a:p>
          </p:txBody>
        </p:sp>
        <p:sp>
          <p:nvSpPr>
            <p:cNvPr id="108" name="Line 47">
              <a:extLst>
                <a:ext uri="{FF2B5EF4-FFF2-40B4-BE49-F238E27FC236}">
                  <a16:creationId xmlns:a16="http://schemas.microsoft.com/office/drawing/2014/main" id="{9B7BDA78-91B5-A970-DD08-B8071991FA3A}"/>
                </a:ext>
              </a:extLst>
            </p:cNvPr>
            <p:cNvSpPr>
              <a:spLocks noChangeShapeType="1"/>
            </p:cNvSpPr>
            <p:nvPr/>
          </p:nvSpPr>
          <p:spPr bwMode="auto">
            <a:xfrm>
              <a:off x="3648" y="2256"/>
              <a:ext cx="0" cy="206"/>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 name="Oval 48">
              <a:extLst>
                <a:ext uri="{FF2B5EF4-FFF2-40B4-BE49-F238E27FC236}">
                  <a16:creationId xmlns:a16="http://schemas.microsoft.com/office/drawing/2014/main" id="{03C6408B-FAB6-EA28-D092-49380ED99F6D}"/>
                </a:ext>
              </a:extLst>
            </p:cNvPr>
            <p:cNvSpPr>
              <a:spLocks noChangeArrowheads="1"/>
            </p:cNvSpPr>
            <p:nvPr/>
          </p:nvSpPr>
          <p:spPr bwMode="auto">
            <a:xfrm>
              <a:off x="3456" y="2455"/>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1111</a:t>
              </a:r>
            </a:p>
          </p:txBody>
        </p:sp>
        <p:sp>
          <p:nvSpPr>
            <p:cNvPr id="110" name="Oval 49">
              <a:extLst>
                <a:ext uri="{FF2B5EF4-FFF2-40B4-BE49-F238E27FC236}">
                  <a16:creationId xmlns:a16="http://schemas.microsoft.com/office/drawing/2014/main" id="{E77AEA23-8781-1CDD-56A1-E69DD4B19427}"/>
                </a:ext>
              </a:extLst>
            </p:cNvPr>
            <p:cNvSpPr>
              <a:spLocks noChangeArrowheads="1"/>
            </p:cNvSpPr>
            <p:nvPr/>
          </p:nvSpPr>
          <p:spPr bwMode="auto">
            <a:xfrm>
              <a:off x="2112" y="2455"/>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0011</a:t>
              </a:r>
            </a:p>
          </p:txBody>
        </p:sp>
        <p:sp>
          <p:nvSpPr>
            <p:cNvPr id="111" name="Oval 50">
              <a:extLst>
                <a:ext uri="{FF2B5EF4-FFF2-40B4-BE49-F238E27FC236}">
                  <a16:creationId xmlns:a16="http://schemas.microsoft.com/office/drawing/2014/main" id="{51C45BE7-2089-7297-7FD3-D4FAFBE187CC}"/>
                </a:ext>
              </a:extLst>
            </p:cNvPr>
            <p:cNvSpPr>
              <a:spLocks noChangeArrowheads="1"/>
            </p:cNvSpPr>
            <p:nvPr/>
          </p:nvSpPr>
          <p:spPr bwMode="auto">
            <a:xfrm>
              <a:off x="2777" y="2455"/>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0111</a:t>
              </a:r>
            </a:p>
          </p:txBody>
        </p:sp>
        <p:sp>
          <p:nvSpPr>
            <p:cNvPr id="112" name="Line 51">
              <a:extLst>
                <a:ext uri="{FF2B5EF4-FFF2-40B4-BE49-F238E27FC236}">
                  <a16:creationId xmlns:a16="http://schemas.microsoft.com/office/drawing/2014/main" id="{3D0D3A14-79D0-DFCD-E6AC-31F1E8688401}"/>
                </a:ext>
              </a:extLst>
            </p:cNvPr>
            <p:cNvSpPr>
              <a:spLocks noChangeShapeType="1"/>
            </p:cNvSpPr>
            <p:nvPr/>
          </p:nvSpPr>
          <p:spPr bwMode="auto">
            <a:xfrm flipV="1">
              <a:off x="2304" y="2242"/>
              <a:ext cx="0" cy="206"/>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 name="Line 52">
              <a:extLst>
                <a:ext uri="{FF2B5EF4-FFF2-40B4-BE49-F238E27FC236}">
                  <a16:creationId xmlns:a16="http://schemas.microsoft.com/office/drawing/2014/main" id="{0074012F-62D7-8052-C858-2BB686B0B35D}"/>
                </a:ext>
              </a:extLst>
            </p:cNvPr>
            <p:cNvSpPr>
              <a:spLocks noChangeShapeType="1"/>
            </p:cNvSpPr>
            <p:nvPr/>
          </p:nvSpPr>
          <p:spPr bwMode="auto">
            <a:xfrm flipH="1">
              <a:off x="3168" y="2640"/>
              <a:ext cx="288"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 name="Line 53">
              <a:extLst>
                <a:ext uri="{FF2B5EF4-FFF2-40B4-BE49-F238E27FC236}">
                  <a16:creationId xmlns:a16="http://schemas.microsoft.com/office/drawing/2014/main" id="{EE264834-66A8-81CE-4D25-AD96F71CC704}"/>
                </a:ext>
              </a:extLst>
            </p:cNvPr>
            <p:cNvSpPr>
              <a:spLocks noChangeShapeType="1"/>
            </p:cNvSpPr>
            <p:nvPr/>
          </p:nvSpPr>
          <p:spPr bwMode="auto">
            <a:xfrm flipH="1">
              <a:off x="2496" y="2640"/>
              <a:ext cx="288"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5" name="Text Box 54">
            <a:extLst>
              <a:ext uri="{FF2B5EF4-FFF2-40B4-BE49-F238E27FC236}">
                <a16:creationId xmlns:a16="http://schemas.microsoft.com/office/drawing/2014/main" id="{578D3BBC-7762-257A-4513-0E902C21A840}"/>
              </a:ext>
            </a:extLst>
          </p:cNvPr>
          <p:cNvSpPr txBox="1">
            <a:spLocks noChangeArrowheads="1"/>
          </p:cNvSpPr>
          <p:nvPr/>
        </p:nvSpPr>
        <p:spPr bwMode="auto">
          <a:xfrm>
            <a:off x="468313" y="1089025"/>
            <a:ext cx="506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t>D</a:t>
            </a:r>
            <a:r>
              <a:rPr kumimoji="1" lang="en-US" altLang="zh-CN" sz="2400" baseline="-25000"/>
              <a:t>0</a:t>
            </a:r>
            <a:endParaRPr kumimoji="1" lang="en-US" altLang="zh-CN" sz="2400"/>
          </a:p>
        </p:txBody>
      </p:sp>
      <p:sp>
        <p:nvSpPr>
          <p:cNvPr id="116" name="Oval 55">
            <a:extLst>
              <a:ext uri="{FF2B5EF4-FFF2-40B4-BE49-F238E27FC236}">
                <a16:creationId xmlns:a16="http://schemas.microsoft.com/office/drawing/2014/main" id="{788537EF-D848-BC6B-DE18-59353EFE7787}"/>
              </a:ext>
            </a:extLst>
          </p:cNvPr>
          <p:cNvSpPr>
            <a:spLocks noChangeArrowheads="1"/>
          </p:cNvSpPr>
          <p:nvPr/>
        </p:nvSpPr>
        <p:spPr bwMode="auto">
          <a:xfrm>
            <a:off x="1692275" y="5084763"/>
            <a:ext cx="1547813" cy="503237"/>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400" b="0"/>
              <a:t>Q</a:t>
            </a:r>
            <a:r>
              <a:rPr lang="en-US" altLang="zh-CN" sz="1600" b="0"/>
              <a:t>0</a:t>
            </a:r>
            <a:r>
              <a:rPr lang="en-US" altLang="zh-CN" sz="2400" b="0"/>
              <a:t>Q</a:t>
            </a:r>
            <a:r>
              <a:rPr lang="en-US" altLang="zh-CN" sz="1600" b="0"/>
              <a:t>1</a:t>
            </a:r>
            <a:r>
              <a:rPr lang="en-US" altLang="zh-CN" sz="2400" b="0"/>
              <a:t>Q</a:t>
            </a:r>
            <a:r>
              <a:rPr lang="en-US" altLang="zh-CN" sz="1600" b="0"/>
              <a:t>2</a:t>
            </a:r>
            <a:r>
              <a:rPr lang="en-US" altLang="zh-CN" sz="2400" b="0"/>
              <a:t>Q</a:t>
            </a:r>
            <a:r>
              <a:rPr lang="en-US" altLang="zh-CN" sz="1600" b="0"/>
              <a:t>3</a:t>
            </a:r>
            <a:endParaRPr lang="zh-CN" altLang="en-US" sz="1600" b="0"/>
          </a:p>
        </p:txBody>
      </p:sp>
      <p:sp>
        <p:nvSpPr>
          <p:cNvPr id="117" name="AutoShape 56">
            <a:extLst>
              <a:ext uri="{FF2B5EF4-FFF2-40B4-BE49-F238E27FC236}">
                <a16:creationId xmlns:a16="http://schemas.microsoft.com/office/drawing/2014/main" id="{142D941D-E1F8-98D0-782F-7D636AFAF11D}"/>
              </a:ext>
            </a:extLst>
          </p:cNvPr>
          <p:cNvSpPr>
            <a:spLocks/>
          </p:cNvSpPr>
          <p:nvPr/>
        </p:nvSpPr>
        <p:spPr bwMode="auto">
          <a:xfrm>
            <a:off x="1476375" y="2133600"/>
            <a:ext cx="503238" cy="1835150"/>
          </a:xfrm>
          <a:prstGeom prst="rightBracket">
            <a:avLst>
              <a:gd name="adj" fmla="val 20665"/>
            </a:avLst>
          </a:pr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18" name="AutoShape 57">
            <a:extLst>
              <a:ext uri="{FF2B5EF4-FFF2-40B4-BE49-F238E27FC236}">
                <a16:creationId xmlns:a16="http://schemas.microsoft.com/office/drawing/2014/main" id="{B6965766-7F20-A73A-EEA0-FE3CDD297FE9}"/>
              </a:ext>
            </a:extLst>
          </p:cNvPr>
          <p:cNvSpPr>
            <a:spLocks/>
          </p:cNvSpPr>
          <p:nvPr/>
        </p:nvSpPr>
        <p:spPr bwMode="auto">
          <a:xfrm rot="10800000">
            <a:off x="3203575" y="2133600"/>
            <a:ext cx="503238" cy="1835150"/>
          </a:xfrm>
          <a:prstGeom prst="rightBracket">
            <a:avLst>
              <a:gd name="adj" fmla="val 20665"/>
            </a:avLst>
          </a:pr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nvGrpSpPr>
          <p:cNvPr id="119" name="Group 58">
            <a:extLst>
              <a:ext uri="{FF2B5EF4-FFF2-40B4-BE49-F238E27FC236}">
                <a16:creationId xmlns:a16="http://schemas.microsoft.com/office/drawing/2014/main" id="{37B4AFE0-031B-52CA-FAA7-8E99B1440AD1}"/>
              </a:ext>
            </a:extLst>
          </p:cNvPr>
          <p:cNvGrpSpPr>
            <a:grpSpLocks/>
          </p:cNvGrpSpPr>
          <p:nvPr/>
        </p:nvGrpSpPr>
        <p:grpSpPr bwMode="auto">
          <a:xfrm>
            <a:off x="3714750" y="1208088"/>
            <a:ext cx="1144588" cy="457200"/>
            <a:chOff x="2245" y="1162"/>
            <a:chExt cx="721" cy="288"/>
          </a:xfrm>
        </p:grpSpPr>
        <p:sp>
          <p:nvSpPr>
            <p:cNvPr id="120" name="Text Box 59">
              <a:extLst>
                <a:ext uri="{FF2B5EF4-FFF2-40B4-BE49-F238E27FC236}">
                  <a16:creationId xmlns:a16="http://schemas.microsoft.com/office/drawing/2014/main" id="{83CB1F1F-B0AD-03A3-2DCC-0556E826FD81}"/>
                </a:ext>
              </a:extLst>
            </p:cNvPr>
            <p:cNvSpPr txBox="1">
              <a:spLocks noChangeArrowheads="1"/>
            </p:cNvSpPr>
            <p:nvPr/>
          </p:nvSpPr>
          <p:spPr bwMode="auto">
            <a:xfrm>
              <a:off x="2245" y="1162"/>
              <a:ext cx="72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t>D</a:t>
              </a:r>
              <a:r>
                <a:rPr kumimoji="1" lang="en-US" altLang="zh-CN" sz="2400" baseline="-25000"/>
                <a:t>0 </a:t>
              </a:r>
              <a:r>
                <a:rPr kumimoji="1" lang="en-US" altLang="zh-CN" sz="2400"/>
                <a:t>= Q</a:t>
              </a:r>
              <a:r>
                <a:rPr kumimoji="1" lang="en-US" altLang="zh-CN" sz="2400" baseline="-25000"/>
                <a:t>3</a:t>
              </a:r>
              <a:endParaRPr kumimoji="1" lang="en-US" altLang="zh-CN" sz="2400"/>
            </a:p>
          </p:txBody>
        </p:sp>
        <p:sp>
          <p:nvSpPr>
            <p:cNvPr id="121" name="Line 60">
              <a:extLst>
                <a:ext uri="{FF2B5EF4-FFF2-40B4-BE49-F238E27FC236}">
                  <a16:creationId xmlns:a16="http://schemas.microsoft.com/office/drawing/2014/main" id="{6F480BFB-590D-E5AE-7301-95286C6A4B31}"/>
                </a:ext>
              </a:extLst>
            </p:cNvPr>
            <p:cNvSpPr>
              <a:spLocks noChangeShapeType="1"/>
            </p:cNvSpPr>
            <p:nvPr/>
          </p:nvSpPr>
          <p:spPr bwMode="auto">
            <a:xfrm>
              <a:off x="2676" y="1207"/>
              <a:ext cx="18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32284684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BEB387-CC1B-A9D6-B5D5-D21A1D6342C0}"/>
              </a:ext>
            </a:extLst>
          </p:cNvPr>
          <p:cNvSpPr>
            <a:spLocks noGrp="1"/>
          </p:cNvSpPr>
          <p:nvPr>
            <p:ph type="title"/>
          </p:nvPr>
        </p:nvSpPr>
        <p:spPr/>
        <p:txBody>
          <a:bodyPr>
            <a:normAutofit fontScale="90000"/>
          </a:bodyPr>
          <a:lstStyle/>
          <a:p>
            <a:r>
              <a:rPr lang="zh-CN" altLang="en-US" dirty="0"/>
              <a:t>自启动扭环形计数器</a:t>
            </a:r>
            <a:r>
              <a:rPr lang="en-US" altLang="zh-CN" dirty="0"/>
              <a:t>(</a:t>
            </a:r>
            <a:r>
              <a:rPr lang="zh-CN" altLang="en-US" dirty="0"/>
              <a:t>续</a:t>
            </a:r>
            <a:r>
              <a:rPr lang="en-US" altLang="zh-CN" dirty="0"/>
              <a:t>1)</a:t>
            </a:r>
            <a:endParaRPr kumimoji="1" lang="zh-CN" altLang="en-US" dirty="0"/>
          </a:p>
        </p:txBody>
      </p:sp>
      <p:sp>
        <p:nvSpPr>
          <p:cNvPr id="4" name="页脚占位符 3">
            <a:extLst>
              <a:ext uri="{FF2B5EF4-FFF2-40B4-BE49-F238E27FC236}">
                <a16:creationId xmlns:a16="http://schemas.microsoft.com/office/drawing/2014/main" id="{289B6FEA-B709-AB5F-3A49-4D9235B70DC5}"/>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ACD9E75E-3B53-2D7B-A604-C0D5ED84CF03}"/>
              </a:ext>
            </a:extLst>
          </p:cNvPr>
          <p:cNvSpPr>
            <a:spLocks noGrp="1"/>
          </p:cNvSpPr>
          <p:nvPr>
            <p:ph type="sldNum" sz="quarter" idx="12"/>
          </p:nvPr>
        </p:nvSpPr>
        <p:spPr/>
        <p:txBody>
          <a:bodyPr/>
          <a:lstStyle/>
          <a:p>
            <a:fld id="{9E260BC5-5BF3-8746-862B-DC45E9CAA88B}" type="slidenum">
              <a:rPr lang="en-US" smtClean="0"/>
              <a:pPr/>
              <a:t>30</a:t>
            </a:fld>
            <a:r>
              <a:rPr lang="en-US" altLang="zh-CN" dirty="0"/>
              <a:t>/34</a:t>
            </a:r>
            <a:endParaRPr lang="en-US" dirty="0"/>
          </a:p>
        </p:txBody>
      </p:sp>
      <p:sp>
        <p:nvSpPr>
          <p:cNvPr id="6" name="Text Box 2">
            <a:extLst>
              <a:ext uri="{FF2B5EF4-FFF2-40B4-BE49-F238E27FC236}">
                <a16:creationId xmlns:a16="http://schemas.microsoft.com/office/drawing/2014/main" id="{0C8E807D-8A11-09E2-6551-E8D2936A5288}"/>
              </a:ext>
            </a:extLst>
          </p:cNvPr>
          <p:cNvSpPr txBox="1">
            <a:spLocks noChangeArrowheads="1"/>
          </p:cNvSpPr>
          <p:nvPr/>
        </p:nvSpPr>
        <p:spPr bwMode="auto">
          <a:xfrm>
            <a:off x="4932363" y="1527175"/>
            <a:ext cx="3630612" cy="492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kumimoji="1" lang="en-US" altLang="zh-CN" sz="2000"/>
              <a:t>Q</a:t>
            </a:r>
            <a:r>
              <a:rPr kumimoji="1" lang="en-US" altLang="zh-CN" sz="2000" baseline="-25000"/>
              <a:t>0 </a:t>
            </a:r>
            <a:r>
              <a:rPr kumimoji="1" lang="en-US" altLang="zh-CN" sz="2000"/>
              <a:t> Q</a:t>
            </a:r>
            <a:r>
              <a:rPr kumimoji="1" lang="en-US" altLang="zh-CN" sz="2000" baseline="-25000"/>
              <a:t>1 </a:t>
            </a:r>
            <a:r>
              <a:rPr kumimoji="1" lang="en-US" altLang="zh-CN" sz="2000"/>
              <a:t> Q</a:t>
            </a:r>
            <a:r>
              <a:rPr kumimoji="1" lang="en-US" altLang="zh-CN" sz="2000" baseline="-25000"/>
              <a:t>2 </a:t>
            </a:r>
            <a:r>
              <a:rPr kumimoji="1" lang="en-US" altLang="zh-CN" sz="2000"/>
              <a:t> Q</a:t>
            </a:r>
            <a:r>
              <a:rPr kumimoji="1" lang="en-US" altLang="zh-CN" sz="2000" baseline="-25000"/>
              <a:t>3</a:t>
            </a:r>
            <a:r>
              <a:rPr kumimoji="1" lang="en-US" altLang="zh-CN" sz="2000"/>
              <a:t>    Q</a:t>
            </a:r>
            <a:r>
              <a:rPr kumimoji="1" lang="en-US" altLang="zh-CN" sz="2000" baseline="-25000"/>
              <a:t>0</a:t>
            </a:r>
            <a:r>
              <a:rPr kumimoji="1" lang="en-US" altLang="zh-CN" sz="2000"/>
              <a:t>   Q</a:t>
            </a:r>
            <a:r>
              <a:rPr kumimoji="1" lang="en-US" altLang="zh-CN" sz="2000" baseline="-25000"/>
              <a:t>1</a:t>
            </a:r>
            <a:r>
              <a:rPr kumimoji="1" lang="en-US" altLang="zh-CN" sz="2000"/>
              <a:t>   Q</a:t>
            </a:r>
            <a:r>
              <a:rPr kumimoji="1" lang="en-US" altLang="zh-CN" sz="2000" baseline="-25000"/>
              <a:t>2</a:t>
            </a:r>
            <a:r>
              <a:rPr kumimoji="1" lang="en-US" altLang="zh-CN" sz="2000"/>
              <a:t>   Q</a:t>
            </a:r>
            <a:r>
              <a:rPr kumimoji="1" lang="en-US" altLang="zh-CN" sz="2000" baseline="-25000"/>
              <a:t>3</a:t>
            </a:r>
            <a:endParaRPr kumimoji="1" lang="en-US" altLang="zh-CN" sz="2000"/>
          </a:p>
          <a:p>
            <a:pPr eaLnBrk="1" hangingPunct="1">
              <a:lnSpc>
                <a:spcPct val="90000"/>
              </a:lnSpc>
              <a:spcAft>
                <a:spcPct val="0"/>
              </a:spcAft>
              <a:buFontTx/>
              <a:buNone/>
            </a:pPr>
            <a:endParaRPr kumimoji="1" lang="en-US" altLang="zh-CN" sz="1200"/>
          </a:p>
          <a:p>
            <a:pPr eaLnBrk="1" hangingPunct="1">
              <a:lnSpc>
                <a:spcPct val="90000"/>
              </a:lnSpc>
              <a:spcAft>
                <a:spcPct val="0"/>
              </a:spcAft>
              <a:buFontTx/>
              <a:buNone/>
            </a:pPr>
            <a:r>
              <a:rPr kumimoji="1" lang="en-US" altLang="zh-CN" sz="2000"/>
              <a:t> </a:t>
            </a:r>
            <a:r>
              <a:rPr kumimoji="1" lang="en-US" altLang="zh-CN" sz="2000">
                <a:solidFill>
                  <a:srgbClr val="0000FF"/>
                </a:solidFill>
              </a:rPr>
              <a:t>0    0    0    0       1      0     0      0</a:t>
            </a:r>
          </a:p>
          <a:p>
            <a:pPr eaLnBrk="1" hangingPunct="1">
              <a:lnSpc>
                <a:spcPct val="90000"/>
              </a:lnSpc>
              <a:spcAft>
                <a:spcPct val="0"/>
              </a:spcAft>
              <a:buFontTx/>
              <a:buNone/>
            </a:pPr>
            <a:r>
              <a:rPr kumimoji="1" lang="en-US" altLang="zh-CN" sz="2000">
                <a:solidFill>
                  <a:srgbClr val="0000FF"/>
                </a:solidFill>
              </a:rPr>
              <a:t> 0    0    0    1       0      0     0      0</a:t>
            </a:r>
          </a:p>
          <a:p>
            <a:pPr eaLnBrk="1" hangingPunct="1">
              <a:lnSpc>
                <a:spcPct val="90000"/>
              </a:lnSpc>
              <a:spcAft>
                <a:spcPct val="0"/>
              </a:spcAft>
              <a:buFontTx/>
              <a:buNone/>
            </a:pPr>
            <a:r>
              <a:rPr kumimoji="1" lang="en-US" altLang="zh-CN" sz="2000">
                <a:solidFill>
                  <a:srgbClr val="0000FF"/>
                </a:solidFill>
              </a:rPr>
              <a:t> </a:t>
            </a:r>
            <a:r>
              <a:rPr kumimoji="1" lang="en-US" altLang="zh-CN" sz="2000"/>
              <a:t>0    0    1    0       1      0     0      1</a:t>
            </a:r>
          </a:p>
          <a:p>
            <a:pPr eaLnBrk="1" hangingPunct="1">
              <a:lnSpc>
                <a:spcPct val="90000"/>
              </a:lnSpc>
              <a:spcAft>
                <a:spcPct val="0"/>
              </a:spcAft>
              <a:buFontTx/>
              <a:buNone/>
            </a:pPr>
            <a:r>
              <a:rPr kumimoji="1" lang="en-US" altLang="zh-CN" sz="2000"/>
              <a:t> </a:t>
            </a:r>
            <a:r>
              <a:rPr kumimoji="1" lang="en-US" altLang="zh-CN" sz="2000">
                <a:solidFill>
                  <a:srgbClr val="0000FF"/>
                </a:solidFill>
              </a:rPr>
              <a:t>0    0    1    1       0      0     0      1</a:t>
            </a:r>
          </a:p>
          <a:p>
            <a:pPr eaLnBrk="1" hangingPunct="1">
              <a:lnSpc>
                <a:spcPct val="90000"/>
              </a:lnSpc>
              <a:spcAft>
                <a:spcPct val="0"/>
              </a:spcAft>
              <a:buFontTx/>
              <a:buNone/>
            </a:pPr>
            <a:r>
              <a:rPr kumimoji="1" lang="en-US" altLang="zh-CN" sz="2000">
                <a:solidFill>
                  <a:srgbClr val="0000FF"/>
                </a:solidFill>
              </a:rPr>
              <a:t> </a:t>
            </a:r>
            <a:r>
              <a:rPr kumimoji="1" lang="en-US" altLang="zh-CN" sz="2000"/>
              <a:t>0    1    0    0       1      0     1      0</a:t>
            </a:r>
          </a:p>
          <a:p>
            <a:pPr eaLnBrk="1" hangingPunct="1">
              <a:lnSpc>
                <a:spcPct val="90000"/>
              </a:lnSpc>
              <a:spcAft>
                <a:spcPct val="0"/>
              </a:spcAft>
              <a:buFontTx/>
              <a:buNone/>
            </a:pPr>
            <a:r>
              <a:rPr kumimoji="1" lang="en-US" altLang="zh-CN" sz="2000"/>
              <a:t> 0    1    0    1       0      0     1      0</a:t>
            </a:r>
          </a:p>
          <a:p>
            <a:pPr eaLnBrk="1" hangingPunct="1">
              <a:lnSpc>
                <a:spcPct val="90000"/>
              </a:lnSpc>
              <a:spcAft>
                <a:spcPct val="0"/>
              </a:spcAft>
              <a:buFontTx/>
              <a:buNone/>
            </a:pPr>
            <a:r>
              <a:rPr kumimoji="1" lang="en-US" altLang="zh-CN" sz="2000"/>
              <a:t> 0    1    1    0       1      0     1      1</a:t>
            </a:r>
          </a:p>
          <a:p>
            <a:pPr eaLnBrk="1" hangingPunct="1">
              <a:lnSpc>
                <a:spcPct val="90000"/>
              </a:lnSpc>
              <a:spcAft>
                <a:spcPct val="0"/>
              </a:spcAft>
              <a:buFontTx/>
              <a:buNone/>
            </a:pPr>
            <a:r>
              <a:rPr kumimoji="1" lang="en-US" altLang="zh-CN" sz="2000"/>
              <a:t> </a:t>
            </a:r>
            <a:r>
              <a:rPr kumimoji="1" lang="en-US" altLang="zh-CN" sz="2000">
                <a:solidFill>
                  <a:srgbClr val="0000FF"/>
                </a:solidFill>
              </a:rPr>
              <a:t>0    1    1    1       0      0     1      1</a:t>
            </a:r>
          </a:p>
          <a:p>
            <a:pPr eaLnBrk="1" hangingPunct="1">
              <a:lnSpc>
                <a:spcPct val="90000"/>
              </a:lnSpc>
              <a:spcAft>
                <a:spcPct val="0"/>
              </a:spcAft>
              <a:buFontTx/>
              <a:buNone/>
            </a:pPr>
            <a:r>
              <a:rPr kumimoji="1" lang="en-US" altLang="zh-CN" sz="2000"/>
              <a:t> </a:t>
            </a:r>
            <a:r>
              <a:rPr kumimoji="1" lang="en-US" altLang="zh-CN" sz="2000">
                <a:solidFill>
                  <a:srgbClr val="0000FF"/>
                </a:solidFill>
              </a:rPr>
              <a:t>1    0    0    0       1      1     0      0</a:t>
            </a:r>
          </a:p>
          <a:p>
            <a:pPr eaLnBrk="1" hangingPunct="1">
              <a:lnSpc>
                <a:spcPct val="90000"/>
              </a:lnSpc>
              <a:spcAft>
                <a:spcPct val="0"/>
              </a:spcAft>
              <a:buFontTx/>
              <a:buNone/>
            </a:pPr>
            <a:r>
              <a:rPr kumimoji="1" lang="en-US" altLang="zh-CN" sz="2000">
                <a:solidFill>
                  <a:srgbClr val="0000FF"/>
                </a:solidFill>
              </a:rPr>
              <a:t> </a:t>
            </a:r>
            <a:r>
              <a:rPr kumimoji="1" lang="en-US" altLang="zh-CN" sz="2000"/>
              <a:t>1    0    0    1       0      1     0      0</a:t>
            </a:r>
          </a:p>
          <a:p>
            <a:pPr eaLnBrk="1" hangingPunct="1">
              <a:lnSpc>
                <a:spcPct val="90000"/>
              </a:lnSpc>
              <a:spcAft>
                <a:spcPct val="0"/>
              </a:spcAft>
              <a:buFontTx/>
              <a:buNone/>
            </a:pPr>
            <a:r>
              <a:rPr kumimoji="1" lang="en-US" altLang="zh-CN" sz="2000"/>
              <a:t> 1    0    1    0       1      1     0      1</a:t>
            </a:r>
          </a:p>
          <a:p>
            <a:pPr eaLnBrk="1" hangingPunct="1">
              <a:lnSpc>
                <a:spcPct val="90000"/>
              </a:lnSpc>
              <a:spcAft>
                <a:spcPct val="0"/>
              </a:spcAft>
              <a:buFontTx/>
              <a:buNone/>
            </a:pPr>
            <a:r>
              <a:rPr kumimoji="1" lang="en-US" altLang="zh-CN" sz="2000"/>
              <a:t> 1    0    1    1       0      1     0      1</a:t>
            </a:r>
          </a:p>
          <a:p>
            <a:pPr eaLnBrk="1" hangingPunct="1">
              <a:lnSpc>
                <a:spcPct val="90000"/>
              </a:lnSpc>
              <a:spcAft>
                <a:spcPct val="0"/>
              </a:spcAft>
              <a:buFontTx/>
              <a:buNone/>
            </a:pPr>
            <a:r>
              <a:rPr kumimoji="1" lang="en-US" altLang="zh-CN" sz="2000"/>
              <a:t> </a:t>
            </a:r>
            <a:r>
              <a:rPr kumimoji="1" lang="en-US" altLang="zh-CN" sz="2000">
                <a:solidFill>
                  <a:srgbClr val="0000FF"/>
                </a:solidFill>
              </a:rPr>
              <a:t>1    1    0    0       1      1     1      0</a:t>
            </a:r>
          </a:p>
          <a:p>
            <a:pPr eaLnBrk="1" hangingPunct="1">
              <a:lnSpc>
                <a:spcPct val="90000"/>
              </a:lnSpc>
              <a:spcAft>
                <a:spcPct val="0"/>
              </a:spcAft>
              <a:buFontTx/>
              <a:buNone/>
            </a:pPr>
            <a:r>
              <a:rPr kumimoji="1" lang="en-US" altLang="zh-CN" sz="2000"/>
              <a:t> 1    1    0    1       0      1     1      0</a:t>
            </a:r>
          </a:p>
          <a:p>
            <a:pPr eaLnBrk="1" hangingPunct="1">
              <a:lnSpc>
                <a:spcPct val="90000"/>
              </a:lnSpc>
              <a:spcAft>
                <a:spcPct val="0"/>
              </a:spcAft>
              <a:buFontTx/>
              <a:buNone/>
            </a:pPr>
            <a:r>
              <a:rPr kumimoji="1" lang="en-US" altLang="zh-CN" sz="2000"/>
              <a:t> </a:t>
            </a:r>
            <a:r>
              <a:rPr kumimoji="1" lang="en-US" altLang="zh-CN" sz="2000">
                <a:solidFill>
                  <a:srgbClr val="0000FF"/>
                </a:solidFill>
              </a:rPr>
              <a:t>1    1    1    0       1      1     1      1</a:t>
            </a:r>
          </a:p>
          <a:p>
            <a:pPr eaLnBrk="1" hangingPunct="1">
              <a:lnSpc>
                <a:spcPct val="90000"/>
              </a:lnSpc>
              <a:spcAft>
                <a:spcPct val="0"/>
              </a:spcAft>
              <a:buFontTx/>
              <a:buNone/>
            </a:pPr>
            <a:r>
              <a:rPr kumimoji="1" lang="en-US" altLang="zh-CN" sz="2000"/>
              <a:t> </a:t>
            </a:r>
            <a:r>
              <a:rPr kumimoji="1" lang="en-US" altLang="zh-CN" sz="2000">
                <a:solidFill>
                  <a:srgbClr val="0000FF"/>
                </a:solidFill>
              </a:rPr>
              <a:t>1    1    1    1       0      1     1      1</a:t>
            </a:r>
          </a:p>
        </p:txBody>
      </p:sp>
      <p:sp>
        <p:nvSpPr>
          <p:cNvPr id="7" name="Text Box 3">
            <a:extLst>
              <a:ext uri="{FF2B5EF4-FFF2-40B4-BE49-F238E27FC236}">
                <a16:creationId xmlns:a16="http://schemas.microsoft.com/office/drawing/2014/main" id="{751B5412-69F7-8447-67F2-203BB54C054F}"/>
              </a:ext>
            </a:extLst>
          </p:cNvPr>
          <p:cNvSpPr txBox="1">
            <a:spLocks noChangeArrowheads="1"/>
          </p:cNvSpPr>
          <p:nvPr/>
        </p:nvSpPr>
        <p:spPr bwMode="auto">
          <a:xfrm>
            <a:off x="6829425" y="1439863"/>
            <a:ext cx="473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n+1</a:t>
            </a:r>
          </a:p>
        </p:txBody>
      </p:sp>
      <p:sp>
        <p:nvSpPr>
          <p:cNvPr id="8" name="Text Box 4">
            <a:extLst>
              <a:ext uri="{FF2B5EF4-FFF2-40B4-BE49-F238E27FC236}">
                <a16:creationId xmlns:a16="http://schemas.microsoft.com/office/drawing/2014/main" id="{17D7D5CD-E863-82AA-7FF2-586201F61B2C}"/>
              </a:ext>
            </a:extLst>
          </p:cNvPr>
          <p:cNvSpPr txBox="1">
            <a:spLocks noChangeArrowheads="1"/>
          </p:cNvSpPr>
          <p:nvPr/>
        </p:nvSpPr>
        <p:spPr bwMode="auto">
          <a:xfrm>
            <a:off x="7302500" y="1433513"/>
            <a:ext cx="473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n+1</a:t>
            </a:r>
          </a:p>
        </p:txBody>
      </p:sp>
      <p:sp>
        <p:nvSpPr>
          <p:cNvPr id="9" name="Text Box 5">
            <a:extLst>
              <a:ext uri="{FF2B5EF4-FFF2-40B4-BE49-F238E27FC236}">
                <a16:creationId xmlns:a16="http://schemas.microsoft.com/office/drawing/2014/main" id="{754201CC-1B23-39F5-7E8B-193CAAB09FD9}"/>
              </a:ext>
            </a:extLst>
          </p:cNvPr>
          <p:cNvSpPr txBox="1">
            <a:spLocks noChangeArrowheads="1"/>
          </p:cNvSpPr>
          <p:nvPr/>
        </p:nvSpPr>
        <p:spPr bwMode="auto">
          <a:xfrm>
            <a:off x="7770813" y="1433513"/>
            <a:ext cx="473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n+1</a:t>
            </a:r>
          </a:p>
        </p:txBody>
      </p:sp>
      <p:sp>
        <p:nvSpPr>
          <p:cNvPr id="10" name="Text Box 6">
            <a:extLst>
              <a:ext uri="{FF2B5EF4-FFF2-40B4-BE49-F238E27FC236}">
                <a16:creationId xmlns:a16="http://schemas.microsoft.com/office/drawing/2014/main" id="{74EF05DE-0DC4-F319-9358-DCB1B84D2D4D}"/>
              </a:ext>
            </a:extLst>
          </p:cNvPr>
          <p:cNvSpPr txBox="1">
            <a:spLocks noChangeArrowheads="1"/>
          </p:cNvSpPr>
          <p:nvPr/>
        </p:nvSpPr>
        <p:spPr bwMode="auto">
          <a:xfrm>
            <a:off x="8239125" y="1414463"/>
            <a:ext cx="473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n+1</a:t>
            </a:r>
          </a:p>
        </p:txBody>
      </p:sp>
      <p:sp>
        <p:nvSpPr>
          <p:cNvPr id="11" name="Text Box 7">
            <a:extLst>
              <a:ext uri="{FF2B5EF4-FFF2-40B4-BE49-F238E27FC236}">
                <a16:creationId xmlns:a16="http://schemas.microsoft.com/office/drawing/2014/main" id="{520DDDE5-A3C5-1C2E-C637-075F3BC378C9}"/>
              </a:ext>
            </a:extLst>
          </p:cNvPr>
          <p:cNvSpPr txBox="1">
            <a:spLocks noChangeArrowheads="1"/>
          </p:cNvSpPr>
          <p:nvPr/>
        </p:nvSpPr>
        <p:spPr bwMode="auto">
          <a:xfrm>
            <a:off x="5133975" y="143351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a:t>
            </a:r>
          </a:p>
        </p:txBody>
      </p:sp>
      <p:sp>
        <p:nvSpPr>
          <p:cNvPr id="12" name="Text Box 8">
            <a:extLst>
              <a:ext uri="{FF2B5EF4-FFF2-40B4-BE49-F238E27FC236}">
                <a16:creationId xmlns:a16="http://schemas.microsoft.com/office/drawing/2014/main" id="{09551C1E-66FF-3610-8BEE-1D489255C42E}"/>
              </a:ext>
            </a:extLst>
          </p:cNvPr>
          <p:cNvSpPr txBox="1">
            <a:spLocks noChangeArrowheads="1"/>
          </p:cNvSpPr>
          <p:nvPr/>
        </p:nvSpPr>
        <p:spPr bwMode="auto">
          <a:xfrm>
            <a:off x="5538788" y="143351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a:t>
            </a:r>
          </a:p>
        </p:txBody>
      </p:sp>
      <p:sp>
        <p:nvSpPr>
          <p:cNvPr id="13" name="Text Box 9">
            <a:extLst>
              <a:ext uri="{FF2B5EF4-FFF2-40B4-BE49-F238E27FC236}">
                <a16:creationId xmlns:a16="http://schemas.microsoft.com/office/drawing/2014/main" id="{408CFD74-3925-281B-4027-180665074BD1}"/>
              </a:ext>
            </a:extLst>
          </p:cNvPr>
          <p:cNvSpPr txBox="1">
            <a:spLocks noChangeArrowheads="1"/>
          </p:cNvSpPr>
          <p:nvPr/>
        </p:nvSpPr>
        <p:spPr bwMode="auto">
          <a:xfrm>
            <a:off x="5897563" y="143351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a:t>
            </a:r>
          </a:p>
        </p:txBody>
      </p:sp>
      <p:sp>
        <p:nvSpPr>
          <p:cNvPr id="14" name="Text Box 10">
            <a:extLst>
              <a:ext uri="{FF2B5EF4-FFF2-40B4-BE49-F238E27FC236}">
                <a16:creationId xmlns:a16="http://schemas.microsoft.com/office/drawing/2014/main" id="{03CE1181-87FA-90FB-BB1D-2CB09BE2E422}"/>
              </a:ext>
            </a:extLst>
          </p:cNvPr>
          <p:cNvSpPr txBox="1">
            <a:spLocks noChangeArrowheads="1"/>
          </p:cNvSpPr>
          <p:nvPr/>
        </p:nvSpPr>
        <p:spPr bwMode="auto">
          <a:xfrm>
            <a:off x="6294438" y="143351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a:t>
            </a:r>
          </a:p>
        </p:txBody>
      </p:sp>
      <p:sp>
        <p:nvSpPr>
          <p:cNvPr id="15" name="Line 11">
            <a:extLst>
              <a:ext uri="{FF2B5EF4-FFF2-40B4-BE49-F238E27FC236}">
                <a16:creationId xmlns:a16="http://schemas.microsoft.com/office/drawing/2014/main" id="{9E4BF855-3201-A24F-B3CE-A860BB8C14FD}"/>
              </a:ext>
            </a:extLst>
          </p:cNvPr>
          <p:cNvSpPr>
            <a:spLocks noChangeShapeType="1"/>
          </p:cNvSpPr>
          <p:nvPr/>
        </p:nvSpPr>
        <p:spPr bwMode="auto">
          <a:xfrm flipH="1">
            <a:off x="6581775" y="1450975"/>
            <a:ext cx="6350" cy="49895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6" name="Group 12">
            <a:extLst>
              <a:ext uri="{FF2B5EF4-FFF2-40B4-BE49-F238E27FC236}">
                <a16:creationId xmlns:a16="http://schemas.microsoft.com/office/drawing/2014/main" id="{8EFBE444-CBAC-D609-8E2D-2CF9BD23FF6F}"/>
              </a:ext>
            </a:extLst>
          </p:cNvPr>
          <p:cNvGrpSpPr>
            <a:grpSpLocks/>
          </p:cNvGrpSpPr>
          <p:nvPr/>
        </p:nvGrpSpPr>
        <p:grpSpPr bwMode="auto">
          <a:xfrm>
            <a:off x="5003800" y="1450975"/>
            <a:ext cx="3594100" cy="4989513"/>
            <a:chOff x="2929" y="914"/>
            <a:chExt cx="2605" cy="3143"/>
          </a:xfrm>
        </p:grpSpPr>
        <p:sp>
          <p:nvSpPr>
            <p:cNvPr id="17" name="Line 13">
              <a:extLst>
                <a:ext uri="{FF2B5EF4-FFF2-40B4-BE49-F238E27FC236}">
                  <a16:creationId xmlns:a16="http://schemas.microsoft.com/office/drawing/2014/main" id="{CD0C3A80-8266-7F94-5AEF-89EA1CA22F02}"/>
                </a:ext>
              </a:extLst>
            </p:cNvPr>
            <p:cNvSpPr>
              <a:spLocks noChangeShapeType="1"/>
            </p:cNvSpPr>
            <p:nvPr/>
          </p:nvSpPr>
          <p:spPr bwMode="auto">
            <a:xfrm>
              <a:off x="2929" y="914"/>
              <a:ext cx="260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4">
              <a:extLst>
                <a:ext uri="{FF2B5EF4-FFF2-40B4-BE49-F238E27FC236}">
                  <a16:creationId xmlns:a16="http://schemas.microsoft.com/office/drawing/2014/main" id="{655B9B55-2CFA-51BA-F74C-87C28B3CC568}"/>
                </a:ext>
              </a:extLst>
            </p:cNvPr>
            <p:cNvSpPr>
              <a:spLocks noChangeShapeType="1"/>
            </p:cNvSpPr>
            <p:nvPr/>
          </p:nvSpPr>
          <p:spPr bwMode="auto">
            <a:xfrm>
              <a:off x="2929" y="1231"/>
              <a:ext cx="260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5">
              <a:extLst>
                <a:ext uri="{FF2B5EF4-FFF2-40B4-BE49-F238E27FC236}">
                  <a16:creationId xmlns:a16="http://schemas.microsoft.com/office/drawing/2014/main" id="{607C132C-1B76-C421-B621-A017B2A925D5}"/>
                </a:ext>
              </a:extLst>
            </p:cNvPr>
            <p:cNvSpPr>
              <a:spLocks noChangeShapeType="1"/>
            </p:cNvSpPr>
            <p:nvPr/>
          </p:nvSpPr>
          <p:spPr bwMode="auto">
            <a:xfrm>
              <a:off x="2929" y="4057"/>
              <a:ext cx="260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0" name="Text Box 16">
            <a:extLst>
              <a:ext uri="{FF2B5EF4-FFF2-40B4-BE49-F238E27FC236}">
                <a16:creationId xmlns:a16="http://schemas.microsoft.com/office/drawing/2014/main" id="{C8672B75-00D2-0226-F5FC-C118455D7B53}"/>
              </a:ext>
            </a:extLst>
          </p:cNvPr>
          <p:cNvSpPr txBox="1">
            <a:spLocks noChangeArrowheads="1"/>
          </p:cNvSpPr>
          <p:nvPr/>
        </p:nvSpPr>
        <p:spPr bwMode="auto">
          <a:xfrm>
            <a:off x="6119813" y="908050"/>
            <a:ext cx="1250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a:latin typeface="Arial" panose="020B0604020202020204" pitchFamily="34" charset="0"/>
              </a:rPr>
              <a:t>状态表</a:t>
            </a:r>
          </a:p>
        </p:txBody>
      </p:sp>
      <p:sp>
        <p:nvSpPr>
          <p:cNvPr id="21" name="Oval 17">
            <a:extLst>
              <a:ext uri="{FF2B5EF4-FFF2-40B4-BE49-F238E27FC236}">
                <a16:creationId xmlns:a16="http://schemas.microsoft.com/office/drawing/2014/main" id="{E366B9CB-A17F-B714-FE03-BAF687EC1BDF}"/>
              </a:ext>
            </a:extLst>
          </p:cNvPr>
          <p:cNvSpPr>
            <a:spLocks noChangeArrowheads="1"/>
          </p:cNvSpPr>
          <p:nvPr/>
        </p:nvSpPr>
        <p:spPr bwMode="auto">
          <a:xfrm>
            <a:off x="790575" y="4329113"/>
            <a:ext cx="795338" cy="45085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1010</a:t>
            </a:r>
          </a:p>
        </p:txBody>
      </p:sp>
      <p:sp>
        <p:nvSpPr>
          <p:cNvPr id="22" name="Line 18">
            <a:extLst>
              <a:ext uri="{FF2B5EF4-FFF2-40B4-BE49-F238E27FC236}">
                <a16:creationId xmlns:a16="http://schemas.microsoft.com/office/drawing/2014/main" id="{82000234-049D-1680-3455-C25726B57893}"/>
              </a:ext>
            </a:extLst>
          </p:cNvPr>
          <p:cNvSpPr>
            <a:spLocks noChangeShapeType="1"/>
          </p:cNvSpPr>
          <p:nvPr/>
        </p:nvSpPr>
        <p:spPr bwMode="auto">
          <a:xfrm>
            <a:off x="1585913" y="4556125"/>
            <a:ext cx="557212"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Oval 19">
            <a:extLst>
              <a:ext uri="{FF2B5EF4-FFF2-40B4-BE49-F238E27FC236}">
                <a16:creationId xmlns:a16="http://schemas.microsoft.com/office/drawing/2014/main" id="{17DE1902-32F7-39DC-DE17-E257957554D9}"/>
              </a:ext>
            </a:extLst>
          </p:cNvPr>
          <p:cNvSpPr>
            <a:spLocks noChangeArrowheads="1"/>
          </p:cNvSpPr>
          <p:nvPr/>
        </p:nvSpPr>
        <p:spPr bwMode="auto">
          <a:xfrm>
            <a:off x="2143125" y="4329113"/>
            <a:ext cx="795338" cy="45085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1101</a:t>
            </a:r>
          </a:p>
        </p:txBody>
      </p:sp>
      <p:sp>
        <p:nvSpPr>
          <p:cNvPr id="24" name="Line 20">
            <a:extLst>
              <a:ext uri="{FF2B5EF4-FFF2-40B4-BE49-F238E27FC236}">
                <a16:creationId xmlns:a16="http://schemas.microsoft.com/office/drawing/2014/main" id="{5EF8FA21-6509-4077-A8CB-B964EF20BFFF}"/>
              </a:ext>
            </a:extLst>
          </p:cNvPr>
          <p:cNvSpPr>
            <a:spLocks noChangeShapeType="1"/>
          </p:cNvSpPr>
          <p:nvPr/>
        </p:nvSpPr>
        <p:spPr bwMode="auto">
          <a:xfrm>
            <a:off x="3914775" y="4779963"/>
            <a:ext cx="0" cy="282575"/>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Oval 21">
            <a:extLst>
              <a:ext uri="{FF2B5EF4-FFF2-40B4-BE49-F238E27FC236}">
                <a16:creationId xmlns:a16="http://schemas.microsoft.com/office/drawing/2014/main" id="{50B68864-A6C4-AB77-44D9-99A0D3FC5E9D}"/>
              </a:ext>
            </a:extLst>
          </p:cNvPr>
          <p:cNvSpPr>
            <a:spLocks noChangeArrowheads="1"/>
          </p:cNvSpPr>
          <p:nvPr/>
        </p:nvSpPr>
        <p:spPr bwMode="auto">
          <a:xfrm>
            <a:off x="790575" y="5062538"/>
            <a:ext cx="795338" cy="45085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0100</a:t>
            </a:r>
          </a:p>
        </p:txBody>
      </p:sp>
      <p:sp>
        <p:nvSpPr>
          <p:cNvPr id="26" name="Oval 22">
            <a:extLst>
              <a:ext uri="{FF2B5EF4-FFF2-40B4-BE49-F238E27FC236}">
                <a16:creationId xmlns:a16="http://schemas.microsoft.com/office/drawing/2014/main" id="{7D1FA62F-BCDD-328A-15B4-FD00BAB3D0C9}"/>
              </a:ext>
            </a:extLst>
          </p:cNvPr>
          <p:cNvSpPr>
            <a:spLocks noChangeArrowheads="1"/>
          </p:cNvSpPr>
          <p:nvPr/>
        </p:nvSpPr>
        <p:spPr bwMode="auto">
          <a:xfrm>
            <a:off x="3509963" y="5062538"/>
            <a:ext cx="795337" cy="45085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1011</a:t>
            </a:r>
          </a:p>
        </p:txBody>
      </p:sp>
      <p:sp>
        <p:nvSpPr>
          <p:cNvPr id="27" name="Line 23">
            <a:extLst>
              <a:ext uri="{FF2B5EF4-FFF2-40B4-BE49-F238E27FC236}">
                <a16:creationId xmlns:a16="http://schemas.microsoft.com/office/drawing/2014/main" id="{97C7BF99-E84A-104C-AE58-40B135840F42}"/>
              </a:ext>
            </a:extLst>
          </p:cNvPr>
          <p:cNvSpPr>
            <a:spLocks noChangeShapeType="1"/>
          </p:cNvSpPr>
          <p:nvPr/>
        </p:nvSpPr>
        <p:spPr bwMode="auto">
          <a:xfrm flipV="1">
            <a:off x="1189038" y="4779963"/>
            <a:ext cx="0" cy="282575"/>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4">
            <a:extLst>
              <a:ext uri="{FF2B5EF4-FFF2-40B4-BE49-F238E27FC236}">
                <a16:creationId xmlns:a16="http://schemas.microsoft.com/office/drawing/2014/main" id="{E69284AC-9A76-15A4-6408-A8D63D55BEBA}"/>
              </a:ext>
            </a:extLst>
          </p:cNvPr>
          <p:cNvSpPr>
            <a:spLocks noChangeShapeType="1"/>
          </p:cNvSpPr>
          <p:nvPr/>
        </p:nvSpPr>
        <p:spPr bwMode="auto">
          <a:xfrm>
            <a:off x="2967038" y="4545013"/>
            <a:ext cx="557212"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Oval 25">
            <a:extLst>
              <a:ext uri="{FF2B5EF4-FFF2-40B4-BE49-F238E27FC236}">
                <a16:creationId xmlns:a16="http://schemas.microsoft.com/office/drawing/2014/main" id="{5CEA9D15-DC11-F97D-37D2-D5192172010C}"/>
              </a:ext>
            </a:extLst>
          </p:cNvPr>
          <p:cNvSpPr>
            <a:spLocks noChangeArrowheads="1"/>
          </p:cNvSpPr>
          <p:nvPr/>
        </p:nvSpPr>
        <p:spPr bwMode="auto">
          <a:xfrm>
            <a:off x="3524250" y="4329113"/>
            <a:ext cx="795338" cy="45085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0110</a:t>
            </a:r>
          </a:p>
        </p:txBody>
      </p:sp>
      <p:sp>
        <p:nvSpPr>
          <p:cNvPr id="30" name="Line 26">
            <a:extLst>
              <a:ext uri="{FF2B5EF4-FFF2-40B4-BE49-F238E27FC236}">
                <a16:creationId xmlns:a16="http://schemas.microsoft.com/office/drawing/2014/main" id="{30D88627-B93C-493D-39BD-A6A3D0FDEC70}"/>
              </a:ext>
            </a:extLst>
          </p:cNvPr>
          <p:cNvSpPr>
            <a:spLocks noChangeShapeType="1"/>
          </p:cNvSpPr>
          <p:nvPr/>
        </p:nvSpPr>
        <p:spPr bwMode="auto">
          <a:xfrm>
            <a:off x="3914775" y="5513388"/>
            <a:ext cx="0" cy="282575"/>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Oval 27">
            <a:extLst>
              <a:ext uri="{FF2B5EF4-FFF2-40B4-BE49-F238E27FC236}">
                <a16:creationId xmlns:a16="http://schemas.microsoft.com/office/drawing/2014/main" id="{A8B5A49F-47F7-A61D-C09E-2BB220E9F254}"/>
              </a:ext>
            </a:extLst>
          </p:cNvPr>
          <p:cNvSpPr>
            <a:spLocks noChangeArrowheads="1"/>
          </p:cNvSpPr>
          <p:nvPr/>
        </p:nvSpPr>
        <p:spPr bwMode="auto">
          <a:xfrm>
            <a:off x="3524250" y="5786438"/>
            <a:ext cx="795338" cy="45085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0101</a:t>
            </a:r>
          </a:p>
        </p:txBody>
      </p:sp>
      <p:sp>
        <p:nvSpPr>
          <p:cNvPr id="32" name="Oval 28">
            <a:extLst>
              <a:ext uri="{FF2B5EF4-FFF2-40B4-BE49-F238E27FC236}">
                <a16:creationId xmlns:a16="http://schemas.microsoft.com/office/drawing/2014/main" id="{E020D4AE-2FD3-D9F0-F5E9-996C897A41BC}"/>
              </a:ext>
            </a:extLst>
          </p:cNvPr>
          <p:cNvSpPr>
            <a:spLocks noChangeArrowheads="1"/>
          </p:cNvSpPr>
          <p:nvPr/>
        </p:nvSpPr>
        <p:spPr bwMode="auto">
          <a:xfrm>
            <a:off x="790575" y="5786438"/>
            <a:ext cx="795338" cy="45085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1001</a:t>
            </a:r>
          </a:p>
        </p:txBody>
      </p:sp>
      <p:sp>
        <p:nvSpPr>
          <p:cNvPr id="33" name="Oval 29">
            <a:extLst>
              <a:ext uri="{FF2B5EF4-FFF2-40B4-BE49-F238E27FC236}">
                <a16:creationId xmlns:a16="http://schemas.microsoft.com/office/drawing/2014/main" id="{1B2CFA9F-FC96-E7CE-CC4C-F34048725D27}"/>
              </a:ext>
            </a:extLst>
          </p:cNvPr>
          <p:cNvSpPr>
            <a:spLocks noChangeArrowheads="1"/>
          </p:cNvSpPr>
          <p:nvPr/>
        </p:nvSpPr>
        <p:spPr bwMode="auto">
          <a:xfrm>
            <a:off x="2143125" y="5786438"/>
            <a:ext cx="795338" cy="45085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0010</a:t>
            </a:r>
          </a:p>
        </p:txBody>
      </p:sp>
      <p:sp>
        <p:nvSpPr>
          <p:cNvPr id="34" name="Line 30">
            <a:extLst>
              <a:ext uri="{FF2B5EF4-FFF2-40B4-BE49-F238E27FC236}">
                <a16:creationId xmlns:a16="http://schemas.microsoft.com/office/drawing/2014/main" id="{58097F32-B1C9-D37E-D54C-0B889C0EC520}"/>
              </a:ext>
            </a:extLst>
          </p:cNvPr>
          <p:cNvSpPr>
            <a:spLocks noChangeShapeType="1"/>
          </p:cNvSpPr>
          <p:nvPr/>
        </p:nvSpPr>
        <p:spPr bwMode="auto">
          <a:xfrm flipV="1">
            <a:off x="1181100" y="5494338"/>
            <a:ext cx="0" cy="280987"/>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31">
            <a:extLst>
              <a:ext uri="{FF2B5EF4-FFF2-40B4-BE49-F238E27FC236}">
                <a16:creationId xmlns:a16="http://schemas.microsoft.com/office/drawing/2014/main" id="{2B163C6B-7E75-6DA6-689A-C292F1BC9688}"/>
              </a:ext>
            </a:extLst>
          </p:cNvPr>
          <p:cNvSpPr>
            <a:spLocks noChangeShapeType="1"/>
          </p:cNvSpPr>
          <p:nvPr/>
        </p:nvSpPr>
        <p:spPr bwMode="auto">
          <a:xfrm flipH="1">
            <a:off x="2938463" y="6040438"/>
            <a:ext cx="585787"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32">
            <a:extLst>
              <a:ext uri="{FF2B5EF4-FFF2-40B4-BE49-F238E27FC236}">
                <a16:creationId xmlns:a16="http://schemas.microsoft.com/office/drawing/2014/main" id="{CB823876-DAA1-728A-A3BD-A279479DAB85}"/>
              </a:ext>
            </a:extLst>
          </p:cNvPr>
          <p:cNvSpPr>
            <a:spLocks noChangeShapeType="1"/>
          </p:cNvSpPr>
          <p:nvPr/>
        </p:nvSpPr>
        <p:spPr bwMode="auto">
          <a:xfrm flipH="1">
            <a:off x="1571625" y="6040438"/>
            <a:ext cx="585788"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Rectangle 33">
            <a:extLst>
              <a:ext uri="{FF2B5EF4-FFF2-40B4-BE49-F238E27FC236}">
                <a16:creationId xmlns:a16="http://schemas.microsoft.com/office/drawing/2014/main" id="{1397B807-3DBD-8C63-D1FE-B0E04CB9F103}"/>
              </a:ext>
            </a:extLst>
          </p:cNvPr>
          <p:cNvSpPr>
            <a:spLocks noChangeArrowheads="1"/>
          </p:cNvSpPr>
          <p:nvPr/>
        </p:nvSpPr>
        <p:spPr bwMode="auto">
          <a:xfrm>
            <a:off x="1931988" y="5048250"/>
            <a:ext cx="120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000">
                <a:latin typeface="Arial" panose="020B0604020202020204" pitchFamily="34" charset="0"/>
              </a:rPr>
              <a:t>无效循环</a:t>
            </a:r>
          </a:p>
        </p:txBody>
      </p:sp>
      <p:sp>
        <p:nvSpPr>
          <p:cNvPr id="38" name="Rectangle 35">
            <a:extLst>
              <a:ext uri="{FF2B5EF4-FFF2-40B4-BE49-F238E27FC236}">
                <a16:creationId xmlns:a16="http://schemas.microsoft.com/office/drawing/2014/main" id="{9C73A040-C7F5-1A81-7D86-91855A6860E2}"/>
              </a:ext>
            </a:extLst>
          </p:cNvPr>
          <p:cNvSpPr>
            <a:spLocks noChangeArrowheads="1"/>
          </p:cNvSpPr>
          <p:nvPr/>
        </p:nvSpPr>
        <p:spPr bwMode="auto">
          <a:xfrm>
            <a:off x="1522413" y="2024063"/>
            <a:ext cx="2133600" cy="19812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39" name="Line 36">
            <a:extLst>
              <a:ext uri="{FF2B5EF4-FFF2-40B4-BE49-F238E27FC236}">
                <a16:creationId xmlns:a16="http://schemas.microsoft.com/office/drawing/2014/main" id="{4E15C468-962D-2EBD-397F-D93FAB45A7E4}"/>
              </a:ext>
            </a:extLst>
          </p:cNvPr>
          <p:cNvSpPr>
            <a:spLocks noChangeShapeType="1"/>
          </p:cNvSpPr>
          <p:nvPr/>
        </p:nvSpPr>
        <p:spPr bwMode="auto">
          <a:xfrm>
            <a:off x="1522413" y="3014663"/>
            <a:ext cx="213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37">
            <a:extLst>
              <a:ext uri="{FF2B5EF4-FFF2-40B4-BE49-F238E27FC236}">
                <a16:creationId xmlns:a16="http://schemas.microsoft.com/office/drawing/2014/main" id="{39D37A9F-0199-E56F-842B-40924DD8C530}"/>
              </a:ext>
            </a:extLst>
          </p:cNvPr>
          <p:cNvSpPr>
            <a:spLocks noChangeShapeType="1"/>
          </p:cNvSpPr>
          <p:nvPr/>
        </p:nvSpPr>
        <p:spPr bwMode="auto">
          <a:xfrm>
            <a:off x="3122613" y="2024063"/>
            <a:ext cx="0" cy="1981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38">
            <a:extLst>
              <a:ext uri="{FF2B5EF4-FFF2-40B4-BE49-F238E27FC236}">
                <a16:creationId xmlns:a16="http://schemas.microsoft.com/office/drawing/2014/main" id="{C6568568-0564-2035-9B52-4B3144F01F22}"/>
              </a:ext>
            </a:extLst>
          </p:cNvPr>
          <p:cNvSpPr>
            <a:spLocks noChangeShapeType="1"/>
          </p:cNvSpPr>
          <p:nvPr/>
        </p:nvSpPr>
        <p:spPr bwMode="auto">
          <a:xfrm>
            <a:off x="2589213" y="2024063"/>
            <a:ext cx="0" cy="1981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39">
            <a:extLst>
              <a:ext uri="{FF2B5EF4-FFF2-40B4-BE49-F238E27FC236}">
                <a16:creationId xmlns:a16="http://schemas.microsoft.com/office/drawing/2014/main" id="{7934741C-121F-DA5F-FFC9-ED3B032C0773}"/>
              </a:ext>
            </a:extLst>
          </p:cNvPr>
          <p:cNvSpPr>
            <a:spLocks noChangeShapeType="1"/>
          </p:cNvSpPr>
          <p:nvPr/>
        </p:nvSpPr>
        <p:spPr bwMode="auto">
          <a:xfrm>
            <a:off x="2055813" y="2024063"/>
            <a:ext cx="0" cy="1981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40">
            <a:extLst>
              <a:ext uri="{FF2B5EF4-FFF2-40B4-BE49-F238E27FC236}">
                <a16:creationId xmlns:a16="http://schemas.microsoft.com/office/drawing/2014/main" id="{09359ACC-68F7-87CA-9B87-7270D2BD234B}"/>
              </a:ext>
            </a:extLst>
          </p:cNvPr>
          <p:cNvSpPr>
            <a:spLocks noChangeShapeType="1"/>
          </p:cNvSpPr>
          <p:nvPr/>
        </p:nvSpPr>
        <p:spPr bwMode="auto">
          <a:xfrm>
            <a:off x="1522413" y="3548063"/>
            <a:ext cx="213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41">
            <a:extLst>
              <a:ext uri="{FF2B5EF4-FFF2-40B4-BE49-F238E27FC236}">
                <a16:creationId xmlns:a16="http://schemas.microsoft.com/office/drawing/2014/main" id="{A9AF3294-66B2-7A94-8C88-B5C03F75A7AB}"/>
              </a:ext>
            </a:extLst>
          </p:cNvPr>
          <p:cNvSpPr>
            <a:spLocks noChangeShapeType="1"/>
          </p:cNvSpPr>
          <p:nvPr/>
        </p:nvSpPr>
        <p:spPr bwMode="auto">
          <a:xfrm>
            <a:off x="1522413" y="2557463"/>
            <a:ext cx="213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Text Box 42">
            <a:extLst>
              <a:ext uri="{FF2B5EF4-FFF2-40B4-BE49-F238E27FC236}">
                <a16:creationId xmlns:a16="http://schemas.microsoft.com/office/drawing/2014/main" id="{0E26EE61-9108-B84F-734C-F2FF0BFC6AD0}"/>
              </a:ext>
            </a:extLst>
          </p:cNvPr>
          <p:cNvSpPr txBox="1">
            <a:spLocks noChangeArrowheads="1"/>
          </p:cNvSpPr>
          <p:nvPr/>
        </p:nvSpPr>
        <p:spPr bwMode="auto">
          <a:xfrm>
            <a:off x="1598613" y="1628775"/>
            <a:ext cx="2012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t>00     01      11     10</a:t>
            </a:r>
          </a:p>
        </p:txBody>
      </p:sp>
      <p:sp>
        <p:nvSpPr>
          <p:cNvPr id="46" name="Text Box 43">
            <a:extLst>
              <a:ext uri="{FF2B5EF4-FFF2-40B4-BE49-F238E27FC236}">
                <a16:creationId xmlns:a16="http://schemas.microsoft.com/office/drawing/2014/main" id="{647C91C7-C3E7-E1F1-8C07-65E449616C1C}"/>
              </a:ext>
            </a:extLst>
          </p:cNvPr>
          <p:cNvSpPr txBox="1">
            <a:spLocks noChangeArrowheads="1"/>
          </p:cNvSpPr>
          <p:nvPr/>
        </p:nvSpPr>
        <p:spPr bwMode="auto">
          <a:xfrm>
            <a:off x="1100138" y="21383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t>00</a:t>
            </a:r>
          </a:p>
        </p:txBody>
      </p:sp>
      <p:sp>
        <p:nvSpPr>
          <p:cNvPr id="47" name="Text Box 44">
            <a:extLst>
              <a:ext uri="{FF2B5EF4-FFF2-40B4-BE49-F238E27FC236}">
                <a16:creationId xmlns:a16="http://schemas.microsoft.com/office/drawing/2014/main" id="{1EC7062C-7972-E25C-5991-0DFE050206ED}"/>
              </a:ext>
            </a:extLst>
          </p:cNvPr>
          <p:cNvSpPr txBox="1">
            <a:spLocks noChangeArrowheads="1"/>
          </p:cNvSpPr>
          <p:nvPr/>
        </p:nvSpPr>
        <p:spPr bwMode="auto">
          <a:xfrm>
            <a:off x="1100138" y="264795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t>01</a:t>
            </a:r>
          </a:p>
        </p:txBody>
      </p:sp>
      <p:sp>
        <p:nvSpPr>
          <p:cNvPr id="48" name="Text Box 45">
            <a:extLst>
              <a:ext uri="{FF2B5EF4-FFF2-40B4-BE49-F238E27FC236}">
                <a16:creationId xmlns:a16="http://schemas.microsoft.com/office/drawing/2014/main" id="{79B1458A-CB9A-D283-31FA-035682A4D300}"/>
              </a:ext>
            </a:extLst>
          </p:cNvPr>
          <p:cNvSpPr txBox="1">
            <a:spLocks noChangeArrowheads="1"/>
          </p:cNvSpPr>
          <p:nvPr/>
        </p:nvSpPr>
        <p:spPr bwMode="auto">
          <a:xfrm>
            <a:off x="1100138" y="310515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t>11</a:t>
            </a:r>
          </a:p>
        </p:txBody>
      </p:sp>
      <p:sp>
        <p:nvSpPr>
          <p:cNvPr id="49" name="Text Box 46">
            <a:extLst>
              <a:ext uri="{FF2B5EF4-FFF2-40B4-BE49-F238E27FC236}">
                <a16:creationId xmlns:a16="http://schemas.microsoft.com/office/drawing/2014/main" id="{FE45D627-795F-57C5-141C-E6F3C18F4371}"/>
              </a:ext>
            </a:extLst>
          </p:cNvPr>
          <p:cNvSpPr txBox="1">
            <a:spLocks noChangeArrowheads="1"/>
          </p:cNvSpPr>
          <p:nvPr/>
        </p:nvSpPr>
        <p:spPr bwMode="auto">
          <a:xfrm>
            <a:off x="1100138" y="363855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t>10</a:t>
            </a:r>
          </a:p>
        </p:txBody>
      </p:sp>
      <p:sp>
        <p:nvSpPr>
          <p:cNvPr id="50" name="Line 47">
            <a:extLst>
              <a:ext uri="{FF2B5EF4-FFF2-40B4-BE49-F238E27FC236}">
                <a16:creationId xmlns:a16="http://schemas.microsoft.com/office/drawing/2014/main" id="{712E6BC3-32CD-92A1-43FA-A4307406AF41}"/>
              </a:ext>
            </a:extLst>
          </p:cNvPr>
          <p:cNvSpPr>
            <a:spLocks noChangeShapeType="1"/>
          </p:cNvSpPr>
          <p:nvPr/>
        </p:nvSpPr>
        <p:spPr bwMode="auto">
          <a:xfrm flipH="1" flipV="1">
            <a:off x="989013" y="1490663"/>
            <a:ext cx="533400" cy="533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Text Box 48">
            <a:extLst>
              <a:ext uri="{FF2B5EF4-FFF2-40B4-BE49-F238E27FC236}">
                <a16:creationId xmlns:a16="http://schemas.microsoft.com/office/drawing/2014/main" id="{43253475-5D7C-3D5E-FC03-FD128F6D4BB6}"/>
              </a:ext>
            </a:extLst>
          </p:cNvPr>
          <p:cNvSpPr txBox="1">
            <a:spLocks noChangeArrowheads="1"/>
          </p:cNvSpPr>
          <p:nvPr/>
        </p:nvSpPr>
        <p:spPr bwMode="auto">
          <a:xfrm>
            <a:off x="684213" y="1643063"/>
            <a:ext cx="742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2000" baseline="-25000"/>
              <a:t>0</a:t>
            </a:r>
            <a:r>
              <a:rPr kumimoji="1" lang="en-US" altLang="zh-CN" sz="2000"/>
              <a:t>Q</a:t>
            </a:r>
            <a:r>
              <a:rPr kumimoji="1" lang="en-US" altLang="zh-CN" sz="2000" baseline="-25000"/>
              <a:t>1</a:t>
            </a:r>
            <a:endParaRPr kumimoji="1" lang="en-US" altLang="zh-CN" sz="2000"/>
          </a:p>
        </p:txBody>
      </p:sp>
      <p:sp>
        <p:nvSpPr>
          <p:cNvPr id="52" name="Text Box 49">
            <a:extLst>
              <a:ext uri="{FF2B5EF4-FFF2-40B4-BE49-F238E27FC236}">
                <a16:creationId xmlns:a16="http://schemas.microsoft.com/office/drawing/2014/main" id="{2CEEC24F-64B9-9E44-7EEA-AE57BCE2C208}"/>
              </a:ext>
            </a:extLst>
          </p:cNvPr>
          <p:cNvSpPr txBox="1">
            <a:spLocks noChangeArrowheads="1"/>
          </p:cNvSpPr>
          <p:nvPr/>
        </p:nvSpPr>
        <p:spPr bwMode="auto">
          <a:xfrm>
            <a:off x="1135063" y="1304925"/>
            <a:ext cx="742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2000" baseline="-25000"/>
              <a:t>2</a:t>
            </a:r>
            <a:r>
              <a:rPr kumimoji="1" lang="en-US" altLang="zh-CN" sz="2000"/>
              <a:t>Q</a:t>
            </a:r>
            <a:r>
              <a:rPr kumimoji="1" lang="en-US" altLang="zh-CN" sz="2000" baseline="-25000"/>
              <a:t>3</a:t>
            </a:r>
            <a:endParaRPr kumimoji="1" lang="en-US" altLang="zh-CN" sz="2000"/>
          </a:p>
        </p:txBody>
      </p:sp>
      <p:sp>
        <p:nvSpPr>
          <p:cNvPr id="53" name="Text Box 50">
            <a:extLst>
              <a:ext uri="{FF2B5EF4-FFF2-40B4-BE49-F238E27FC236}">
                <a16:creationId xmlns:a16="http://schemas.microsoft.com/office/drawing/2014/main" id="{95D0B026-746A-1CFE-9501-417F028AB3ED}"/>
              </a:ext>
            </a:extLst>
          </p:cNvPr>
          <p:cNvSpPr txBox="1">
            <a:spLocks noChangeArrowheads="1"/>
          </p:cNvSpPr>
          <p:nvPr/>
        </p:nvSpPr>
        <p:spPr bwMode="auto">
          <a:xfrm>
            <a:off x="1658938" y="2138363"/>
            <a:ext cx="189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1      0      0       1</a:t>
            </a:r>
          </a:p>
        </p:txBody>
      </p:sp>
      <p:sp>
        <p:nvSpPr>
          <p:cNvPr id="54" name="Text Box 51">
            <a:extLst>
              <a:ext uri="{FF2B5EF4-FFF2-40B4-BE49-F238E27FC236}">
                <a16:creationId xmlns:a16="http://schemas.microsoft.com/office/drawing/2014/main" id="{7BD5CF23-3017-9968-B33E-7B26B0789FAF}"/>
              </a:ext>
            </a:extLst>
          </p:cNvPr>
          <p:cNvSpPr txBox="1">
            <a:spLocks noChangeArrowheads="1"/>
          </p:cNvSpPr>
          <p:nvPr/>
        </p:nvSpPr>
        <p:spPr bwMode="auto">
          <a:xfrm>
            <a:off x="1655763" y="2617788"/>
            <a:ext cx="189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1      0      0       1</a:t>
            </a:r>
          </a:p>
        </p:txBody>
      </p:sp>
      <p:sp>
        <p:nvSpPr>
          <p:cNvPr id="55" name="Text Box 52">
            <a:extLst>
              <a:ext uri="{FF2B5EF4-FFF2-40B4-BE49-F238E27FC236}">
                <a16:creationId xmlns:a16="http://schemas.microsoft.com/office/drawing/2014/main" id="{903C7BB9-4ECB-12B3-BC7F-952D91372CB3}"/>
              </a:ext>
            </a:extLst>
          </p:cNvPr>
          <p:cNvSpPr txBox="1">
            <a:spLocks noChangeArrowheads="1"/>
          </p:cNvSpPr>
          <p:nvPr/>
        </p:nvSpPr>
        <p:spPr bwMode="auto">
          <a:xfrm>
            <a:off x="1643063" y="3074988"/>
            <a:ext cx="189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1      0      0       1</a:t>
            </a:r>
          </a:p>
        </p:txBody>
      </p:sp>
      <p:sp>
        <p:nvSpPr>
          <p:cNvPr id="56" name="Text Box 53">
            <a:extLst>
              <a:ext uri="{FF2B5EF4-FFF2-40B4-BE49-F238E27FC236}">
                <a16:creationId xmlns:a16="http://schemas.microsoft.com/office/drawing/2014/main" id="{2A4E59C4-21B6-D558-2AAB-93918B5E5F68}"/>
              </a:ext>
            </a:extLst>
          </p:cNvPr>
          <p:cNvSpPr txBox="1">
            <a:spLocks noChangeArrowheads="1"/>
          </p:cNvSpPr>
          <p:nvPr/>
        </p:nvSpPr>
        <p:spPr bwMode="auto">
          <a:xfrm>
            <a:off x="1655763" y="3608388"/>
            <a:ext cx="189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1      0      0       1</a:t>
            </a:r>
          </a:p>
        </p:txBody>
      </p:sp>
      <p:sp>
        <p:nvSpPr>
          <p:cNvPr id="57" name="Text Box 54">
            <a:extLst>
              <a:ext uri="{FF2B5EF4-FFF2-40B4-BE49-F238E27FC236}">
                <a16:creationId xmlns:a16="http://schemas.microsoft.com/office/drawing/2014/main" id="{03FE70C2-8E40-757B-8AC8-CF0717E6707B}"/>
              </a:ext>
            </a:extLst>
          </p:cNvPr>
          <p:cNvSpPr txBox="1">
            <a:spLocks noChangeArrowheads="1"/>
          </p:cNvSpPr>
          <p:nvPr/>
        </p:nvSpPr>
        <p:spPr bwMode="auto">
          <a:xfrm>
            <a:off x="468313" y="1089025"/>
            <a:ext cx="506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t>D</a:t>
            </a:r>
            <a:r>
              <a:rPr kumimoji="1" lang="en-US" altLang="zh-CN" sz="2400" baseline="-25000"/>
              <a:t>0</a:t>
            </a:r>
            <a:endParaRPr kumimoji="1" lang="en-US" altLang="zh-CN" sz="2400"/>
          </a:p>
        </p:txBody>
      </p:sp>
      <p:grpSp>
        <p:nvGrpSpPr>
          <p:cNvPr id="58" name="Group 55">
            <a:extLst>
              <a:ext uri="{FF2B5EF4-FFF2-40B4-BE49-F238E27FC236}">
                <a16:creationId xmlns:a16="http://schemas.microsoft.com/office/drawing/2014/main" id="{5D89772E-41BB-1C3D-99D8-35402B3647F9}"/>
              </a:ext>
            </a:extLst>
          </p:cNvPr>
          <p:cNvGrpSpPr>
            <a:grpSpLocks/>
          </p:cNvGrpSpPr>
          <p:nvPr/>
        </p:nvGrpSpPr>
        <p:grpSpPr bwMode="auto">
          <a:xfrm>
            <a:off x="3714750" y="1208088"/>
            <a:ext cx="1144588" cy="457200"/>
            <a:chOff x="2245" y="1162"/>
            <a:chExt cx="721" cy="288"/>
          </a:xfrm>
        </p:grpSpPr>
        <p:sp>
          <p:nvSpPr>
            <p:cNvPr id="59" name="Text Box 56">
              <a:extLst>
                <a:ext uri="{FF2B5EF4-FFF2-40B4-BE49-F238E27FC236}">
                  <a16:creationId xmlns:a16="http://schemas.microsoft.com/office/drawing/2014/main" id="{89F2D481-F691-A6F6-E9E7-6EB20B909AE8}"/>
                </a:ext>
              </a:extLst>
            </p:cNvPr>
            <p:cNvSpPr txBox="1">
              <a:spLocks noChangeArrowheads="1"/>
            </p:cNvSpPr>
            <p:nvPr/>
          </p:nvSpPr>
          <p:spPr bwMode="auto">
            <a:xfrm>
              <a:off x="2245" y="1162"/>
              <a:ext cx="72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t>D</a:t>
              </a:r>
              <a:r>
                <a:rPr kumimoji="1" lang="en-US" altLang="zh-CN" sz="2400" baseline="-25000"/>
                <a:t>0 </a:t>
              </a:r>
              <a:r>
                <a:rPr kumimoji="1" lang="en-US" altLang="zh-CN" sz="2400"/>
                <a:t>= Q</a:t>
              </a:r>
              <a:r>
                <a:rPr kumimoji="1" lang="en-US" altLang="zh-CN" sz="2400" baseline="-25000"/>
                <a:t>3</a:t>
              </a:r>
              <a:endParaRPr kumimoji="1" lang="en-US" altLang="zh-CN" sz="2400"/>
            </a:p>
          </p:txBody>
        </p:sp>
        <p:sp>
          <p:nvSpPr>
            <p:cNvPr id="60" name="Line 57">
              <a:extLst>
                <a:ext uri="{FF2B5EF4-FFF2-40B4-BE49-F238E27FC236}">
                  <a16:creationId xmlns:a16="http://schemas.microsoft.com/office/drawing/2014/main" id="{47507F44-F2EA-647B-F9A8-C2547FC75909}"/>
                </a:ext>
              </a:extLst>
            </p:cNvPr>
            <p:cNvSpPr>
              <a:spLocks noChangeShapeType="1"/>
            </p:cNvSpPr>
            <p:nvPr/>
          </p:nvSpPr>
          <p:spPr bwMode="auto">
            <a:xfrm>
              <a:off x="2676" y="1207"/>
              <a:ext cx="18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1336168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animBg="1"/>
      <p:bldP spid="20" grpId="0"/>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9A7C7C-C0BA-3F05-72CA-166419105CD6}"/>
              </a:ext>
            </a:extLst>
          </p:cNvPr>
          <p:cNvSpPr>
            <a:spLocks noGrp="1"/>
          </p:cNvSpPr>
          <p:nvPr>
            <p:ph type="title"/>
          </p:nvPr>
        </p:nvSpPr>
        <p:spPr/>
        <p:txBody>
          <a:bodyPr>
            <a:normAutofit fontScale="90000"/>
          </a:bodyPr>
          <a:lstStyle/>
          <a:p>
            <a:r>
              <a:rPr lang="zh-CN" altLang="en-US" dirty="0"/>
              <a:t>自启动扭环形计数器</a:t>
            </a:r>
            <a:r>
              <a:rPr lang="en-US" altLang="zh-CN" dirty="0"/>
              <a:t>(</a:t>
            </a:r>
            <a:r>
              <a:rPr lang="zh-CN" altLang="en-US" dirty="0"/>
              <a:t>续</a:t>
            </a:r>
            <a:r>
              <a:rPr lang="en-US" altLang="zh-CN" dirty="0"/>
              <a:t>2)</a:t>
            </a:r>
            <a:endParaRPr kumimoji="1" lang="zh-CN" altLang="en-US" dirty="0"/>
          </a:p>
        </p:txBody>
      </p:sp>
      <p:sp>
        <p:nvSpPr>
          <p:cNvPr id="4" name="页脚占位符 3">
            <a:extLst>
              <a:ext uri="{FF2B5EF4-FFF2-40B4-BE49-F238E27FC236}">
                <a16:creationId xmlns:a16="http://schemas.microsoft.com/office/drawing/2014/main" id="{7516B0BC-CA49-3CF4-2B1D-DB75276F7AA4}"/>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D1FA926F-D2CB-A353-CF4F-2CF76E9AB217}"/>
              </a:ext>
            </a:extLst>
          </p:cNvPr>
          <p:cNvSpPr>
            <a:spLocks noGrp="1"/>
          </p:cNvSpPr>
          <p:nvPr>
            <p:ph type="sldNum" sz="quarter" idx="12"/>
          </p:nvPr>
        </p:nvSpPr>
        <p:spPr/>
        <p:txBody>
          <a:bodyPr/>
          <a:lstStyle/>
          <a:p>
            <a:fld id="{9E260BC5-5BF3-8746-862B-DC45E9CAA88B}" type="slidenum">
              <a:rPr lang="en-US" smtClean="0"/>
              <a:pPr/>
              <a:t>31</a:t>
            </a:fld>
            <a:r>
              <a:rPr lang="en-US" altLang="zh-CN" dirty="0"/>
              <a:t>/34</a:t>
            </a:r>
            <a:endParaRPr lang="en-US" dirty="0"/>
          </a:p>
        </p:txBody>
      </p:sp>
      <p:sp>
        <p:nvSpPr>
          <p:cNvPr id="6" name="Text Box 2">
            <a:extLst>
              <a:ext uri="{FF2B5EF4-FFF2-40B4-BE49-F238E27FC236}">
                <a16:creationId xmlns:a16="http://schemas.microsoft.com/office/drawing/2014/main" id="{6CC4262A-79F2-24F2-ECEA-F143FDA06263}"/>
              </a:ext>
            </a:extLst>
          </p:cNvPr>
          <p:cNvSpPr txBox="1">
            <a:spLocks noChangeArrowheads="1"/>
          </p:cNvSpPr>
          <p:nvPr/>
        </p:nvSpPr>
        <p:spPr bwMode="auto">
          <a:xfrm>
            <a:off x="4932363" y="1527175"/>
            <a:ext cx="3630612" cy="492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kumimoji="1" lang="en-US" altLang="zh-CN" sz="2000"/>
              <a:t>Q</a:t>
            </a:r>
            <a:r>
              <a:rPr kumimoji="1" lang="en-US" altLang="zh-CN" sz="2000" baseline="-25000"/>
              <a:t>0 </a:t>
            </a:r>
            <a:r>
              <a:rPr kumimoji="1" lang="en-US" altLang="zh-CN" sz="2000"/>
              <a:t> Q</a:t>
            </a:r>
            <a:r>
              <a:rPr kumimoji="1" lang="en-US" altLang="zh-CN" sz="2000" baseline="-25000"/>
              <a:t>1 </a:t>
            </a:r>
            <a:r>
              <a:rPr kumimoji="1" lang="en-US" altLang="zh-CN" sz="2000"/>
              <a:t> Q</a:t>
            </a:r>
            <a:r>
              <a:rPr kumimoji="1" lang="en-US" altLang="zh-CN" sz="2000" baseline="-25000"/>
              <a:t>2 </a:t>
            </a:r>
            <a:r>
              <a:rPr kumimoji="1" lang="en-US" altLang="zh-CN" sz="2000"/>
              <a:t> Q</a:t>
            </a:r>
            <a:r>
              <a:rPr kumimoji="1" lang="en-US" altLang="zh-CN" sz="2000" baseline="-25000"/>
              <a:t>3</a:t>
            </a:r>
            <a:r>
              <a:rPr kumimoji="1" lang="en-US" altLang="zh-CN" sz="2000"/>
              <a:t>    Q</a:t>
            </a:r>
            <a:r>
              <a:rPr kumimoji="1" lang="en-US" altLang="zh-CN" sz="2000" baseline="-25000"/>
              <a:t>0</a:t>
            </a:r>
            <a:r>
              <a:rPr kumimoji="1" lang="en-US" altLang="zh-CN" sz="2000"/>
              <a:t>   Q</a:t>
            </a:r>
            <a:r>
              <a:rPr kumimoji="1" lang="en-US" altLang="zh-CN" sz="2000" baseline="-25000"/>
              <a:t>1</a:t>
            </a:r>
            <a:r>
              <a:rPr kumimoji="1" lang="en-US" altLang="zh-CN" sz="2000"/>
              <a:t>   Q</a:t>
            </a:r>
            <a:r>
              <a:rPr kumimoji="1" lang="en-US" altLang="zh-CN" sz="2000" baseline="-25000"/>
              <a:t>2</a:t>
            </a:r>
            <a:r>
              <a:rPr kumimoji="1" lang="en-US" altLang="zh-CN" sz="2000"/>
              <a:t>   Q</a:t>
            </a:r>
            <a:r>
              <a:rPr kumimoji="1" lang="en-US" altLang="zh-CN" sz="2000" baseline="-25000"/>
              <a:t>3</a:t>
            </a:r>
            <a:endParaRPr kumimoji="1" lang="en-US" altLang="zh-CN" sz="2000"/>
          </a:p>
          <a:p>
            <a:pPr eaLnBrk="1" hangingPunct="1">
              <a:lnSpc>
                <a:spcPct val="90000"/>
              </a:lnSpc>
              <a:spcAft>
                <a:spcPct val="0"/>
              </a:spcAft>
              <a:buFontTx/>
              <a:buNone/>
            </a:pPr>
            <a:endParaRPr kumimoji="1" lang="en-US" altLang="zh-CN" sz="1200"/>
          </a:p>
          <a:p>
            <a:pPr eaLnBrk="1" hangingPunct="1">
              <a:lnSpc>
                <a:spcPct val="90000"/>
              </a:lnSpc>
              <a:spcAft>
                <a:spcPct val="0"/>
              </a:spcAft>
              <a:buFontTx/>
              <a:buNone/>
            </a:pPr>
            <a:r>
              <a:rPr kumimoji="1" lang="en-US" altLang="zh-CN" sz="2000"/>
              <a:t> </a:t>
            </a:r>
            <a:r>
              <a:rPr kumimoji="1" lang="en-US" altLang="zh-CN" sz="2000">
                <a:solidFill>
                  <a:srgbClr val="0000FF"/>
                </a:solidFill>
              </a:rPr>
              <a:t>0    0    0    0       1      0     0      0</a:t>
            </a:r>
          </a:p>
          <a:p>
            <a:pPr eaLnBrk="1" hangingPunct="1">
              <a:lnSpc>
                <a:spcPct val="90000"/>
              </a:lnSpc>
              <a:spcAft>
                <a:spcPct val="0"/>
              </a:spcAft>
              <a:buFontTx/>
              <a:buNone/>
            </a:pPr>
            <a:r>
              <a:rPr kumimoji="1" lang="en-US" altLang="zh-CN" sz="2000">
                <a:solidFill>
                  <a:srgbClr val="0000FF"/>
                </a:solidFill>
              </a:rPr>
              <a:t> 0    0    0    1       0      0     0      0</a:t>
            </a:r>
          </a:p>
          <a:p>
            <a:pPr eaLnBrk="1" hangingPunct="1">
              <a:lnSpc>
                <a:spcPct val="90000"/>
              </a:lnSpc>
              <a:spcAft>
                <a:spcPct val="0"/>
              </a:spcAft>
              <a:buFontTx/>
              <a:buNone/>
            </a:pPr>
            <a:r>
              <a:rPr kumimoji="1" lang="en-US" altLang="zh-CN" sz="2000">
                <a:solidFill>
                  <a:srgbClr val="0000FF"/>
                </a:solidFill>
              </a:rPr>
              <a:t> </a:t>
            </a:r>
            <a:r>
              <a:rPr kumimoji="1" lang="en-US" altLang="zh-CN" sz="2000"/>
              <a:t>0    0    1    0       1      0     0      1</a:t>
            </a:r>
          </a:p>
          <a:p>
            <a:pPr eaLnBrk="1" hangingPunct="1">
              <a:lnSpc>
                <a:spcPct val="90000"/>
              </a:lnSpc>
              <a:spcAft>
                <a:spcPct val="0"/>
              </a:spcAft>
              <a:buFontTx/>
              <a:buNone/>
            </a:pPr>
            <a:r>
              <a:rPr kumimoji="1" lang="en-US" altLang="zh-CN" sz="2000"/>
              <a:t> </a:t>
            </a:r>
            <a:r>
              <a:rPr kumimoji="1" lang="en-US" altLang="zh-CN" sz="2000">
                <a:solidFill>
                  <a:srgbClr val="0000FF"/>
                </a:solidFill>
              </a:rPr>
              <a:t>0    0    1    1       0      0     0      1</a:t>
            </a:r>
          </a:p>
          <a:p>
            <a:pPr eaLnBrk="1" hangingPunct="1">
              <a:lnSpc>
                <a:spcPct val="90000"/>
              </a:lnSpc>
              <a:spcAft>
                <a:spcPct val="0"/>
              </a:spcAft>
              <a:buFontTx/>
              <a:buNone/>
            </a:pPr>
            <a:r>
              <a:rPr kumimoji="1" lang="en-US" altLang="zh-CN" sz="2000">
                <a:solidFill>
                  <a:srgbClr val="0000FF"/>
                </a:solidFill>
              </a:rPr>
              <a:t> </a:t>
            </a:r>
            <a:r>
              <a:rPr kumimoji="1" lang="en-US" altLang="zh-CN" sz="2000"/>
              <a:t>0    1    0    0       1      0     1      0</a:t>
            </a:r>
          </a:p>
          <a:p>
            <a:pPr eaLnBrk="1" hangingPunct="1">
              <a:lnSpc>
                <a:spcPct val="90000"/>
              </a:lnSpc>
              <a:spcAft>
                <a:spcPct val="0"/>
              </a:spcAft>
              <a:buFontTx/>
              <a:buNone/>
            </a:pPr>
            <a:r>
              <a:rPr kumimoji="1" lang="en-US" altLang="zh-CN" sz="2000"/>
              <a:t> </a:t>
            </a:r>
            <a:r>
              <a:rPr kumimoji="1" lang="en-US" altLang="zh-CN" sz="2000">
                <a:solidFill>
                  <a:srgbClr val="FF3300"/>
                </a:solidFill>
              </a:rPr>
              <a:t>0    1    0    1       1</a:t>
            </a:r>
            <a:r>
              <a:rPr kumimoji="1" lang="en-US" altLang="zh-CN" sz="2000"/>
              <a:t>      0     1      0</a:t>
            </a:r>
          </a:p>
          <a:p>
            <a:pPr eaLnBrk="1" hangingPunct="1">
              <a:lnSpc>
                <a:spcPct val="90000"/>
              </a:lnSpc>
              <a:spcAft>
                <a:spcPct val="0"/>
              </a:spcAft>
              <a:buFontTx/>
              <a:buNone/>
            </a:pPr>
            <a:r>
              <a:rPr kumimoji="1" lang="en-US" altLang="zh-CN" sz="2000"/>
              <a:t> 0    1    1    0       1      0     1      1</a:t>
            </a:r>
          </a:p>
          <a:p>
            <a:pPr eaLnBrk="1" hangingPunct="1">
              <a:lnSpc>
                <a:spcPct val="90000"/>
              </a:lnSpc>
              <a:spcAft>
                <a:spcPct val="0"/>
              </a:spcAft>
              <a:buFontTx/>
              <a:buNone/>
            </a:pPr>
            <a:r>
              <a:rPr kumimoji="1" lang="en-US" altLang="zh-CN" sz="2000"/>
              <a:t> </a:t>
            </a:r>
            <a:r>
              <a:rPr kumimoji="1" lang="en-US" altLang="zh-CN" sz="2000">
                <a:solidFill>
                  <a:srgbClr val="0000FF"/>
                </a:solidFill>
              </a:rPr>
              <a:t>0    1    1    1       0      0     1      1</a:t>
            </a:r>
          </a:p>
          <a:p>
            <a:pPr eaLnBrk="1" hangingPunct="1">
              <a:lnSpc>
                <a:spcPct val="90000"/>
              </a:lnSpc>
              <a:spcAft>
                <a:spcPct val="0"/>
              </a:spcAft>
              <a:buFontTx/>
              <a:buNone/>
            </a:pPr>
            <a:r>
              <a:rPr kumimoji="1" lang="en-US" altLang="zh-CN" sz="2000"/>
              <a:t> </a:t>
            </a:r>
            <a:r>
              <a:rPr kumimoji="1" lang="en-US" altLang="zh-CN" sz="2000">
                <a:solidFill>
                  <a:srgbClr val="0000FF"/>
                </a:solidFill>
              </a:rPr>
              <a:t>1    0    0    0       1      1     0      0</a:t>
            </a:r>
          </a:p>
          <a:p>
            <a:pPr eaLnBrk="1" hangingPunct="1">
              <a:lnSpc>
                <a:spcPct val="90000"/>
              </a:lnSpc>
              <a:spcAft>
                <a:spcPct val="0"/>
              </a:spcAft>
              <a:buFontTx/>
              <a:buNone/>
            </a:pPr>
            <a:r>
              <a:rPr kumimoji="1" lang="en-US" altLang="zh-CN" sz="2000">
                <a:solidFill>
                  <a:srgbClr val="0000FF"/>
                </a:solidFill>
              </a:rPr>
              <a:t> </a:t>
            </a:r>
            <a:r>
              <a:rPr kumimoji="1" lang="en-US" altLang="zh-CN" sz="2000"/>
              <a:t>1    0    0    1       0      1     0      0</a:t>
            </a:r>
          </a:p>
          <a:p>
            <a:pPr eaLnBrk="1" hangingPunct="1">
              <a:lnSpc>
                <a:spcPct val="90000"/>
              </a:lnSpc>
              <a:spcAft>
                <a:spcPct val="0"/>
              </a:spcAft>
              <a:buFontTx/>
              <a:buNone/>
            </a:pPr>
            <a:r>
              <a:rPr kumimoji="1" lang="en-US" altLang="zh-CN" sz="2000"/>
              <a:t> 1    0    1    0       1      1     0      1</a:t>
            </a:r>
          </a:p>
          <a:p>
            <a:pPr eaLnBrk="1" hangingPunct="1">
              <a:lnSpc>
                <a:spcPct val="90000"/>
              </a:lnSpc>
              <a:spcAft>
                <a:spcPct val="0"/>
              </a:spcAft>
              <a:buFontTx/>
              <a:buNone/>
            </a:pPr>
            <a:r>
              <a:rPr kumimoji="1" lang="en-US" altLang="zh-CN" sz="2000"/>
              <a:t> 1    0    1    1       0      1     0      1</a:t>
            </a:r>
          </a:p>
          <a:p>
            <a:pPr eaLnBrk="1" hangingPunct="1">
              <a:lnSpc>
                <a:spcPct val="90000"/>
              </a:lnSpc>
              <a:spcAft>
                <a:spcPct val="0"/>
              </a:spcAft>
              <a:buFontTx/>
              <a:buNone/>
            </a:pPr>
            <a:r>
              <a:rPr kumimoji="1" lang="en-US" altLang="zh-CN" sz="2000"/>
              <a:t> </a:t>
            </a:r>
            <a:r>
              <a:rPr kumimoji="1" lang="en-US" altLang="zh-CN" sz="2000">
                <a:solidFill>
                  <a:srgbClr val="0000FF"/>
                </a:solidFill>
              </a:rPr>
              <a:t>1    1    0    0       1      1     1      0</a:t>
            </a:r>
          </a:p>
          <a:p>
            <a:pPr eaLnBrk="1" hangingPunct="1">
              <a:lnSpc>
                <a:spcPct val="90000"/>
              </a:lnSpc>
              <a:spcAft>
                <a:spcPct val="0"/>
              </a:spcAft>
              <a:buFontTx/>
              <a:buNone/>
            </a:pPr>
            <a:r>
              <a:rPr kumimoji="1" lang="en-US" altLang="zh-CN" sz="2000"/>
              <a:t> </a:t>
            </a:r>
            <a:r>
              <a:rPr kumimoji="1" lang="en-US" altLang="zh-CN" sz="2000">
                <a:solidFill>
                  <a:srgbClr val="FF3300"/>
                </a:solidFill>
              </a:rPr>
              <a:t>1    1    0    1       1</a:t>
            </a:r>
            <a:r>
              <a:rPr kumimoji="1" lang="en-US" altLang="zh-CN" sz="2000">
                <a:solidFill>
                  <a:srgbClr val="0000FF"/>
                </a:solidFill>
              </a:rPr>
              <a:t>      1     1      0</a:t>
            </a:r>
          </a:p>
          <a:p>
            <a:pPr eaLnBrk="1" hangingPunct="1">
              <a:lnSpc>
                <a:spcPct val="90000"/>
              </a:lnSpc>
              <a:spcAft>
                <a:spcPct val="0"/>
              </a:spcAft>
              <a:buFontTx/>
              <a:buNone/>
            </a:pPr>
            <a:r>
              <a:rPr kumimoji="1" lang="en-US" altLang="zh-CN" sz="2000"/>
              <a:t> </a:t>
            </a:r>
            <a:r>
              <a:rPr kumimoji="1" lang="en-US" altLang="zh-CN" sz="2000">
                <a:solidFill>
                  <a:srgbClr val="0000FF"/>
                </a:solidFill>
              </a:rPr>
              <a:t>1    1    1    0       1      1     1      1</a:t>
            </a:r>
          </a:p>
          <a:p>
            <a:pPr eaLnBrk="1" hangingPunct="1">
              <a:lnSpc>
                <a:spcPct val="90000"/>
              </a:lnSpc>
              <a:spcAft>
                <a:spcPct val="0"/>
              </a:spcAft>
              <a:buFontTx/>
              <a:buNone/>
            </a:pPr>
            <a:r>
              <a:rPr kumimoji="1" lang="en-US" altLang="zh-CN" sz="2000"/>
              <a:t> </a:t>
            </a:r>
            <a:r>
              <a:rPr kumimoji="1" lang="en-US" altLang="zh-CN" sz="2000">
                <a:solidFill>
                  <a:srgbClr val="0000FF"/>
                </a:solidFill>
              </a:rPr>
              <a:t>1    1    1    1       0      1     1      1</a:t>
            </a:r>
          </a:p>
        </p:txBody>
      </p:sp>
      <p:sp>
        <p:nvSpPr>
          <p:cNvPr id="7" name="Text Box 3">
            <a:extLst>
              <a:ext uri="{FF2B5EF4-FFF2-40B4-BE49-F238E27FC236}">
                <a16:creationId xmlns:a16="http://schemas.microsoft.com/office/drawing/2014/main" id="{8B487F58-3888-93C0-D638-2EF865257289}"/>
              </a:ext>
            </a:extLst>
          </p:cNvPr>
          <p:cNvSpPr txBox="1">
            <a:spLocks noChangeArrowheads="1"/>
          </p:cNvSpPr>
          <p:nvPr/>
        </p:nvSpPr>
        <p:spPr bwMode="auto">
          <a:xfrm>
            <a:off x="6829425" y="1439863"/>
            <a:ext cx="473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n+1</a:t>
            </a:r>
          </a:p>
        </p:txBody>
      </p:sp>
      <p:sp>
        <p:nvSpPr>
          <p:cNvPr id="8" name="Text Box 4">
            <a:extLst>
              <a:ext uri="{FF2B5EF4-FFF2-40B4-BE49-F238E27FC236}">
                <a16:creationId xmlns:a16="http://schemas.microsoft.com/office/drawing/2014/main" id="{1AE5B0F6-C6AE-04E3-EEE7-C7388112204A}"/>
              </a:ext>
            </a:extLst>
          </p:cNvPr>
          <p:cNvSpPr txBox="1">
            <a:spLocks noChangeArrowheads="1"/>
          </p:cNvSpPr>
          <p:nvPr/>
        </p:nvSpPr>
        <p:spPr bwMode="auto">
          <a:xfrm>
            <a:off x="7302500" y="1433513"/>
            <a:ext cx="473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n+1</a:t>
            </a:r>
          </a:p>
        </p:txBody>
      </p:sp>
      <p:sp>
        <p:nvSpPr>
          <p:cNvPr id="9" name="Text Box 5">
            <a:extLst>
              <a:ext uri="{FF2B5EF4-FFF2-40B4-BE49-F238E27FC236}">
                <a16:creationId xmlns:a16="http://schemas.microsoft.com/office/drawing/2014/main" id="{3C24BFB7-9178-228E-C907-50E6F568DE17}"/>
              </a:ext>
            </a:extLst>
          </p:cNvPr>
          <p:cNvSpPr txBox="1">
            <a:spLocks noChangeArrowheads="1"/>
          </p:cNvSpPr>
          <p:nvPr/>
        </p:nvSpPr>
        <p:spPr bwMode="auto">
          <a:xfrm>
            <a:off x="7770813" y="1433513"/>
            <a:ext cx="473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n+1</a:t>
            </a:r>
          </a:p>
        </p:txBody>
      </p:sp>
      <p:sp>
        <p:nvSpPr>
          <p:cNvPr id="10" name="Text Box 6">
            <a:extLst>
              <a:ext uri="{FF2B5EF4-FFF2-40B4-BE49-F238E27FC236}">
                <a16:creationId xmlns:a16="http://schemas.microsoft.com/office/drawing/2014/main" id="{B4B382A7-CF1F-FBBF-ACAF-37D927CC34E7}"/>
              </a:ext>
            </a:extLst>
          </p:cNvPr>
          <p:cNvSpPr txBox="1">
            <a:spLocks noChangeArrowheads="1"/>
          </p:cNvSpPr>
          <p:nvPr/>
        </p:nvSpPr>
        <p:spPr bwMode="auto">
          <a:xfrm>
            <a:off x="8239125" y="1414463"/>
            <a:ext cx="473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n+1</a:t>
            </a:r>
          </a:p>
        </p:txBody>
      </p:sp>
      <p:sp>
        <p:nvSpPr>
          <p:cNvPr id="11" name="Text Box 7">
            <a:extLst>
              <a:ext uri="{FF2B5EF4-FFF2-40B4-BE49-F238E27FC236}">
                <a16:creationId xmlns:a16="http://schemas.microsoft.com/office/drawing/2014/main" id="{A53FCDBE-2AB6-4B2F-555F-DB5375BBCB7E}"/>
              </a:ext>
            </a:extLst>
          </p:cNvPr>
          <p:cNvSpPr txBox="1">
            <a:spLocks noChangeArrowheads="1"/>
          </p:cNvSpPr>
          <p:nvPr/>
        </p:nvSpPr>
        <p:spPr bwMode="auto">
          <a:xfrm>
            <a:off x="5133975" y="143351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a:t>
            </a:r>
          </a:p>
        </p:txBody>
      </p:sp>
      <p:sp>
        <p:nvSpPr>
          <p:cNvPr id="12" name="Text Box 8">
            <a:extLst>
              <a:ext uri="{FF2B5EF4-FFF2-40B4-BE49-F238E27FC236}">
                <a16:creationId xmlns:a16="http://schemas.microsoft.com/office/drawing/2014/main" id="{040FD70C-FD8A-6819-25C0-48087E0ECA83}"/>
              </a:ext>
            </a:extLst>
          </p:cNvPr>
          <p:cNvSpPr txBox="1">
            <a:spLocks noChangeArrowheads="1"/>
          </p:cNvSpPr>
          <p:nvPr/>
        </p:nvSpPr>
        <p:spPr bwMode="auto">
          <a:xfrm>
            <a:off x="5538788" y="143351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a:t>
            </a:r>
          </a:p>
        </p:txBody>
      </p:sp>
      <p:sp>
        <p:nvSpPr>
          <p:cNvPr id="13" name="Text Box 9">
            <a:extLst>
              <a:ext uri="{FF2B5EF4-FFF2-40B4-BE49-F238E27FC236}">
                <a16:creationId xmlns:a16="http://schemas.microsoft.com/office/drawing/2014/main" id="{57E51AEC-6F4C-89B7-8C61-4321B97B9F77}"/>
              </a:ext>
            </a:extLst>
          </p:cNvPr>
          <p:cNvSpPr txBox="1">
            <a:spLocks noChangeArrowheads="1"/>
          </p:cNvSpPr>
          <p:nvPr/>
        </p:nvSpPr>
        <p:spPr bwMode="auto">
          <a:xfrm>
            <a:off x="5897563" y="143351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a:t>
            </a:r>
          </a:p>
        </p:txBody>
      </p:sp>
      <p:sp>
        <p:nvSpPr>
          <p:cNvPr id="14" name="Text Box 10">
            <a:extLst>
              <a:ext uri="{FF2B5EF4-FFF2-40B4-BE49-F238E27FC236}">
                <a16:creationId xmlns:a16="http://schemas.microsoft.com/office/drawing/2014/main" id="{48951219-3FAF-7C21-E657-86E7ADE63308}"/>
              </a:ext>
            </a:extLst>
          </p:cNvPr>
          <p:cNvSpPr txBox="1">
            <a:spLocks noChangeArrowheads="1"/>
          </p:cNvSpPr>
          <p:nvPr/>
        </p:nvSpPr>
        <p:spPr bwMode="auto">
          <a:xfrm>
            <a:off x="6294438" y="143351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400"/>
              <a:t>n</a:t>
            </a:r>
          </a:p>
        </p:txBody>
      </p:sp>
      <p:sp>
        <p:nvSpPr>
          <p:cNvPr id="15" name="Line 11">
            <a:extLst>
              <a:ext uri="{FF2B5EF4-FFF2-40B4-BE49-F238E27FC236}">
                <a16:creationId xmlns:a16="http://schemas.microsoft.com/office/drawing/2014/main" id="{72BCA147-3AC2-5E64-7751-27E2AE093381}"/>
              </a:ext>
            </a:extLst>
          </p:cNvPr>
          <p:cNvSpPr>
            <a:spLocks noChangeShapeType="1"/>
          </p:cNvSpPr>
          <p:nvPr/>
        </p:nvSpPr>
        <p:spPr bwMode="auto">
          <a:xfrm flipH="1">
            <a:off x="6581775" y="1450975"/>
            <a:ext cx="6350" cy="49895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6" name="Group 12">
            <a:extLst>
              <a:ext uri="{FF2B5EF4-FFF2-40B4-BE49-F238E27FC236}">
                <a16:creationId xmlns:a16="http://schemas.microsoft.com/office/drawing/2014/main" id="{C0A24C14-D7E9-FAB9-DF71-19A94AD4CCF3}"/>
              </a:ext>
            </a:extLst>
          </p:cNvPr>
          <p:cNvGrpSpPr>
            <a:grpSpLocks/>
          </p:cNvGrpSpPr>
          <p:nvPr/>
        </p:nvGrpSpPr>
        <p:grpSpPr bwMode="auto">
          <a:xfrm>
            <a:off x="5003800" y="1450975"/>
            <a:ext cx="3594100" cy="4989513"/>
            <a:chOff x="2929" y="914"/>
            <a:chExt cx="2605" cy="3143"/>
          </a:xfrm>
        </p:grpSpPr>
        <p:sp>
          <p:nvSpPr>
            <p:cNvPr id="17" name="Line 13">
              <a:extLst>
                <a:ext uri="{FF2B5EF4-FFF2-40B4-BE49-F238E27FC236}">
                  <a16:creationId xmlns:a16="http://schemas.microsoft.com/office/drawing/2014/main" id="{F4D450CB-2609-C4C4-C3A4-B7CEDBF715A1}"/>
                </a:ext>
              </a:extLst>
            </p:cNvPr>
            <p:cNvSpPr>
              <a:spLocks noChangeShapeType="1"/>
            </p:cNvSpPr>
            <p:nvPr/>
          </p:nvSpPr>
          <p:spPr bwMode="auto">
            <a:xfrm>
              <a:off x="2929" y="914"/>
              <a:ext cx="260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4">
              <a:extLst>
                <a:ext uri="{FF2B5EF4-FFF2-40B4-BE49-F238E27FC236}">
                  <a16:creationId xmlns:a16="http://schemas.microsoft.com/office/drawing/2014/main" id="{5660D142-10BF-00BF-84A7-46313C580093}"/>
                </a:ext>
              </a:extLst>
            </p:cNvPr>
            <p:cNvSpPr>
              <a:spLocks noChangeShapeType="1"/>
            </p:cNvSpPr>
            <p:nvPr/>
          </p:nvSpPr>
          <p:spPr bwMode="auto">
            <a:xfrm>
              <a:off x="2929" y="1231"/>
              <a:ext cx="260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5">
              <a:extLst>
                <a:ext uri="{FF2B5EF4-FFF2-40B4-BE49-F238E27FC236}">
                  <a16:creationId xmlns:a16="http://schemas.microsoft.com/office/drawing/2014/main" id="{8AC86628-C097-A087-9A19-484A8CED868A}"/>
                </a:ext>
              </a:extLst>
            </p:cNvPr>
            <p:cNvSpPr>
              <a:spLocks noChangeShapeType="1"/>
            </p:cNvSpPr>
            <p:nvPr/>
          </p:nvSpPr>
          <p:spPr bwMode="auto">
            <a:xfrm>
              <a:off x="2929" y="4057"/>
              <a:ext cx="260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0" name="Text Box 16">
            <a:extLst>
              <a:ext uri="{FF2B5EF4-FFF2-40B4-BE49-F238E27FC236}">
                <a16:creationId xmlns:a16="http://schemas.microsoft.com/office/drawing/2014/main" id="{6B1BCD8F-29EA-82F3-9FDF-ADA9EE37D628}"/>
              </a:ext>
            </a:extLst>
          </p:cNvPr>
          <p:cNvSpPr txBox="1">
            <a:spLocks noChangeArrowheads="1"/>
          </p:cNvSpPr>
          <p:nvPr/>
        </p:nvSpPr>
        <p:spPr bwMode="auto">
          <a:xfrm>
            <a:off x="6121400" y="908050"/>
            <a:ext cx="1250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a:latin typeface="Arial" panose="020B0604020202020204" pitchFamily="34" charset="0"/>
              </a:rPr>
              <a:t>状态表</a:t>
            </a:r>
          </a:p>
        </p:txBody>
      </p:sp>
      <p:grpSp>
        <p:nvGrpSpPr>
          <p:cNvPr id="21" name="Group 17">
            <a:extLst>
              <a:ext uri="{FF2B5EF4-FFF2-40B4-BE49-F238E27FC236}">
                <a16:creationId xmlns:a16="http://schemas.microsoft.com/office/drawing/2014/main" id="{4322F774-E402-9E14-D178-CE082254008B}"/>
              </a:ext>
            </a:extLst>
          </p:cNvPr>
          <p:cNvGrpSpPr>
            <a:grpSpLocks/>
          </p:cNvGrpSpPr>
          <p:nvPr/>
        </p:nvGrpSpPr>
        <p:grpSpPr bwMode="auto">
          <a:xfrm>
            <a:off x="863600" y="4076700"/>
            <a:ext cx="3455988" cy="2305050"/>
            <a:chOff x="714" y="2522"/>
            <a:chExt cx="1735" cy="1520"/>
          </a:xfrm>
        </p:grpSpPr>
        <p:sp>
          <p:nvSpPr>
            <p:cNvPr id="22" name="Oval 18">
              <a:extLst>
                <a:ext uri="{FF2B5EF4-FFF2-40B4-BE49-F238E27FC236}">
                  <a16:creationId xmlns:a16="http://schemas.microsoft.com/office/drawing/2014/main" id="{37AE2B04-DCAB-3B49-1CEB-642C76BE9250}"/>
                </a:ext>
              </a:extLst>
            </p:cNvPr>
            <p:cNvSpPr>
              <a:spLocks noChangeArrowheads="1"/>
            </p:cNvSpPr>
            <p:nvPr/>
          </p:nvSpPr>
          <p:spPr bwMode="auto">
            <a:xfrm>
              <a:off x="714" y="2772"/>
              <a:ext cx="391" cy="30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1010</a:t>
              </a:r>
            </a:p>
          </p:txBody>
        </p:sp>
        <p:sp>
          <p:nvSpPr>
            <p:cNvPr id="23" name="Line 19">
              <a:extLst>
                <a:ext uri="{FF2B5EF4-FFF2-40B4-BE49-F238E27FC236}">
                  <a16:creationId xmlns:a16="http://schemas.microsoft.com/office/drawing/2014/main" id="{5F2DDDA2-93CC-0F6C-D6FF-AB96EC6757A3}"/>
                </a:ext>
              </a:extLst>
            </p:cNvPr>
            <p:cNvSpPr>
              <a:spLocks noChangeShapeType="1"/>
            </p:cNvSpPr>
            <p:nvPr/>
          </p:nvSpPr>
          <p:spPr bwMode="auto">
            <a:xfrm>
              <a:off x="1105" y="2923"/>
              <a:ext cx="274"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Oval 20">
              <a:extLst>
                <a:ext uri="{FF2B5EF4-FFF2-40B4-BE49-F238E27FC236}">
                  <a16:creationId xmlns:a16="http://schemas.microsoft.com/office/drawing/2014/main" id="{DF8CADBD-C063-E8B2-D1C6-3CCBFC85C256}"/>
                </a:ext>
              </a:extLst>
            </p:cNvPr>
            <p:cNvSpPr>
              <a:spLocks noChangeArrowheads="1"/>
            </p:cNvSpPr>
            <p:nvPr/>
          </p:nvSpPr>
          <p:spPr bwMode="auto">
            <a:xfrm>
              <a:off x="1379" y="2772"/>
              <a:ext cx="391" cy="30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1101</a:t>
              </a:r>
            </a:p>
          </p:txBody>
        </p:sp>
        <p:sp>
          <p:nvSpPr>
            <p:cNvPr id="25" name="Line 21">
              <a:extLst>
                <a:ext uri="{FF2B5EF4-FFF2-40B4-BE49-F238E27FC236}">
                  <a16:creationId xmlns:a16="http://schemas.microsoft.com/office/drawing/2014/main" id="{52EB3CD9-58F5-B670-4112-F1D78652BD42}"/>
                </a:ext>
              </a:extLst>
            </p:cNvPr>
            <p:cNvSpPr>
              <a:spLocks noChangeShapeType="1"/>
            </p:cNvSpPr>
            <p:nvPr/>
          </p:nvSpPr>
          <p:spPr bwMode="auto">
            <a:xfrm>
              <a:off x="2250" y="3072"/>
              <a:ext cx="0" cy="188"/>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Oval 22">
              <a:extLst>
                <a:ext uri="{FF2B5EF4-FFF2-40B4-BE49-F238E27FC236}">
                  <a16:creationId xmlns:a16="http://schemas.microsoft.com/office/drawing/2014/main" id="{186CB22C-A8D2-D9FB-9F0D-694266D52067}"/>
                </a:ext>
              </a:extLst>
            </p:cNvPr>
            <p:cNvSpPr>
              <a:spLocks noChangeArrowheads="1"/>
            </p:cNvSpPr>
            <p:nvPr/>
          </p:nvSpPr>
          <p:spPr bwMode="auto">
            <a:xfrm>
              <a:off x="714" y="3260"/>
              <a:ext cx="391" cy="30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0100</a:t>
              </a:r>
            </a:p>
          </p:txBody>
        </p:sp>
        <p:sp>
          <p:nvSpPr>
            <p:cNvPr id="27" name="Oval 23">
              <a:extLst>
                <a:ext uri="{FF2B5EF4-FFF2-40B4-BE49-F238E27FC236}">
                  <a16:creationId xmlns:a16="http://schemas.microsoft.com/office/drawing/2014/main" id="{39719503-142D-E8F5-2623-8D1768BF7309}"/>
                </a:ext>
              </a:extLst>
            </p:cNvPr>
            <p:cNvSpPr>
              <a:spLocks noChangeArrowheads="1"/>
            </p:cNvSpPr>
            <p:nvPr/>
          </p:nvSpPr>
          <p:spPr bwMode="auto">
            <a:xfrm>
              <a:off x="2051" y="3260"/>
              <a:ext cx="391" cy="30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1011</a:t>
              </a:r>
            </a:p>
          </p:txBody>
        </p:sp>
        <p:sp>
          <p:nvSpPr>
            <p:cNvPr id="28" name="Line 24">
              <a:extLst>
                <a:ext uri="{FF2B5EF4-FFF2-40B4-BE49-F238E27FC236}">
                  <a16:creationId xmlns:a16="http://schemas.microsoft.com/office/drawing/2014/main" id="{7DFC86A0-DB67-F4DE-D7F2-1853176D0F94}"/>
                </a:ext>
              </a:extLst>
            </p:cNvPr>
            <p:cNvSpPr>
              <a:spLocks noChangeShapeType="1"/>
            </p:cNvSpPr>
            <p:nvPr/>
          </p:nvSpPr>
          <p:spPr bwMode="auto">
            <a:xfrm flipV="1">
              <a:off x="910" y="3072"/>
              <a:ext cx="0" cy="188"/>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25">
              <a:extLst>
                <a:ext uri="{FF2B5EF4-FFF2-40B4-BE49-F238E27FC236}">
                  <a16:creationId xmlns:a16="http://schemas.microsoft.com/office/drawing/2014/main" id="{FF63CBDB-8EE2-920F-CE5E-49DD2129EF20}"/>
                </a:ext>
              </a:extLst>
            </p:cNvPr>
            <p:cNvSpPr>
              <a:spLocks noChangeShapeType="1"/>
            </p:cNvSpPr>
            <p:nvPr/>
          </p:nvSpPr>
          <p:spPr bwMode="auto">
            <a:xfrm flipV="1">
              <a:off x="1576" y="2590"/>
              <a:ext cx="0" cy="183"/>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Oval 26">
              <a:extLst>
                <a:ext uri="{FF2B5EF4-FFF2-40B4-BE49-F238E27FC236}">
                  <a16:creationId xmlns:a16="http://schemas.microsoft.com/office/drawing/2014/main" id="{AE7825E4-FFB5-0A3E-3311-C60735CC2373}"/>
                </a:ext>
              </a:extLst>
            </p:cNvPr>
            <p:cNvSpPr>
              <a:spLocks noChangeArrowheads="1"/>
            </p:cNvSpPr>
            <p:nvPr/>
          </p:nvSpPr>
          <p:spPr bwMode="auto">
            <a:xfrm>
              <a:off x="2058" y="2772"/>
              <a:ext cx="391" cy="30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0110</a:t>
              </a:r>
            </a:p>
          </p:txBody>
        </p:sp>
        <p:sp>
          <p:nvSpPr>
            <p:cNvPr id="31" name="Line 27">
              <a:extLst>
                <a:ext uri="{FF2B5EF4-FFF2-40B4-BE49-F238E27FC236}">
                  <a16:creationId xmlns:a16="http://schemas.microsoft.com/office/drawing/2014/main" id="{C8B48543-0427-E14F-ECA7-54EF48E9AEB2}"/>
                </a:ext>
              </a:extLst>
            </p:cNvPr>
            <p:cNvSpPr>
              <a:spLocks noChangeShapeType="1"/>
            </p:cNvSpPr>
            <p:nvPr/>
          </p:nvSpPr>
          <p:spPr bwMode="auto">
            <a:xfrm>
              <a:off x="2250" y="3560"/>
              <a:ext cx="0" cy="188"/>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Oval 28">
              <a:extLst>
                <a:ext uri="{FF2B5EF4-FFF2-40B4-BE49-F238E27FC236}">
                  <a16:creationId xmlns:a16="http://schemas.microsoft.com/office/drawing/2014/main" id="{D7ED32E5-699A-28FC-463D-969E0598B7BA}"/>
                </a:ext>
              </a:extLst>
            </p:cNvPr>
            <p:cNvSpPr>
              <a:spLocks noChangeArrowheads="1"/>
            </p:cNvSpPr>
            <p:nvPr/>
          </p:nvSpPr>
          <p:spPr bwMode="auto">
            <a:xfrm>
              <a:off x="2058" y="3742"/>
              <a:ext cx="391" cy="30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0101</a:t>
              </a:r>
            </a:p>
          </p:txBody>
        </p:sp>
        <p:sp>
          <p:nvSpPr>
            <p:cNvPr id="33" name="Oval 29">
              <a:extLst>
                <a:ext uri="{FF2B5EF4-FFF2-40B4-BE49-F238E27FC236}">
                  <a16:creationId xmlns:a16="http://schemas.microsoft.com/office/drawing/2014/main" id="{03EB4F1D-A873-CC9D-DBA6-B095C19D8E77}"/>
                </a:ext>
              </a:extLst>
            </p:cNvPr>
            <p:cNvSpPr>
              <a:spLocks noChangeArrowheads="1"/>
            </p:cNvSpPr>
            <p:nvPr/>
          </p:nvSpPr>
          <p:spPr bwMode="auto">
            <a:xfrm>
              <a:off x="714" y="3742"/>
              <a:ext cx="391" cy="30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1001</a:t>
              </a:r>
            </a:p>
          </p:txBody>
        </p:sp>
        <p:sp>
          <p:nvSpPr>
            <p:cNvPr id="34" name="Oval 30">
              <a:extLst>
                <a:ext uri="{FF2B5EF4-FFF2-40B4-BE49-F238E27FC236}">
                  <a16:creationId xmlns:a16="http://schemas.microsoft.com/office/drawing/2014/main" id="{39D139BD-8571-F425-9B72-042B7AD3FF79}"/>
                </a:ext>
              </a:extLst>
            </p:cNvPr>
            <p:cNvSpPr>
              <a:spLocks noChangeArrowheads="1"/>
            </p:cNvSpPr>
            <p:nvPr/>
          </p:nvSpPr>
          <p:spPr bwMode="auto">
            <a:xfrm>
              <a:off x="1379" y="3742"/>
              <a:ext cx="391" cy="30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0010</a:t>
              </a:r>
            </a:p>
          </p:txBody>
        </p:sp>
        <p:sp>
          <p:nvSpPr>
            <p:cNvPr id="35" name="Line 31">
              <a:extLst>
                <a:ext uri="{FF2B5EF4-FFF2-40B4-BE49-F238E27FC236}">
                  <a16:creationId xmlns:a16="http://schemas.microsoft.com/office/drawing/2014/main" id="{D2AD2FD0-5603-03CD-E34D-08A53BF8BC6D}"/>
                </a:ext>
              </a:extLst>
            </p:cNvPr>
            <p:cNvSpPr>
              <a:spLocks noChangeShapeType="1"/>
            </p:cNvSpPr>
            <p:nvPr/>
          </p:nvSpPr>
          <p:spPr bwMode="auto">
            <a:xfrm flipV="1">
              <a:off x="906" y="3548"/>
              <a:ext cx="0" cy="187"/>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32">
              <a:extLst>
                <a:ext uri="{FF2B5EF4-FFF2-40B4-BE49-F238E27FC236}">
                  <a16:creationId xmlns:a16="http://schemas.microsoft.com/office/drawing/2014/main" id="{147785F0-AE57-E9F5-1555-3350D7A7BEB5}"/>
                </a:ext>
              </a:extLst>
            </p:cNvPr>
            <p:cNvSpPr>
              <a:spLocks noChangeShapeType="1"/>
            </p:cNvSpPr>
            <p:nvPr/>
          </p:nvSpPr>
          <p:spPr bwMode="auto">
            <a:xfrm flipH="1" flipV="1">
              <a:off x="1055" y="3044"/>
              <a:ext cx="1036" cy="749"/>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33">
              <a:extLst>
                <a:ext uri="{FF2B5EF4-FFF2-40B4-BE49-F238E27FC236}">
                  <a16:creationId xmlns:a16="http://schemas.microsoft.com/office/drawing/2014/main" id="{2E5BF29D-3702-21B8-7325-D13FFCB017AB}"/>
                </a:ext>
              </a:extLst>
            </p:cNvPr>
            <p:cNvSpPr>
              <a:spLocks noChangeShapeType="1"/>
            </p:cNvSpPr>
            <p:nvPr/>
          </p:nvSpPr>
          <p:spPr bwMode="auto">
            <a:xfrm flipH="1">
              <a:off x="1098" y="3911"/>
              <a:ext cx="288"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Oval 34">
              <a:extLst>
                <a:ext uri="{FF2B5EF4-FFF2-40B4-BE49-F238E27FC236}">
                  <a16:creationId xmlns:a16="http://schemas.microsoft.com/office/drawing/2014/main" id="{CD41BC2A-C212-05A0-8E47-A34D8CBFEFEC}"/>
                </a:ext>
              </a:extLst>
            </p:cNvPr>
            <p:cNvSpPr>
              <a:spLocks noChangeArrowheads="1"/>
            </p:cNvSpPr>
            <p:nvPr/>
          </p:nvSpPr>
          <p:spPr bwMode="auto">
            <a:xfrm>
              <a:off x="1603" y="2522"/>
              <a:ext cx="391" cy="3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1110</a:t>
              </a:r>
            </a:p>
          </p:txBody>
        </p:sp>
      </p:grpSp>
      <p:grpSp>
        <p:nvGrpSpPr>
          <p:cNvPr id="39" name="Group 35">
            <a:extLst>
              <a:ext uri="{FF2B5EF4-FFF2-40B4-BE49-F238E27FC236}">
                <a16:creationId xmlns:a16="http://schemas.microsoft.com/office/drawing/2014/main" id="{891CBB07-798F-57F0-EAA8-5B76CDDDA799}"/>
              </a:ext>
            </a:extLst>
          </p:cNvPr>
          <p:cNvGrpSpPr>
            <a:grpSpLocks/>
          </p:cNvGrpSpPr>
          <p:nvPr/>
        </p:nvGrpSpPr>
        <p:grpSpPr bwMode="auto">
          <a:xfrm>
            <a:off x="3816350" y="1773238"/>
            <a:ext cx="1147763" cy="457200"/>
            <a:chOff x="2391" y="1492"/>
            <a:chExt cx="723" cy="288"/>
          </a:xfrm>
        </p:grpSpPr>
        <p:sp>
          <p:nvSpPr>
            <p:cNvPr id="40" name="Text Box 36">
              <a:extLst>
                <a:ext uri="{FF2B5EF4-FFF2-40B4-BE49-F238E27FC236}">
                  <a16:creationId xmlns:a16="http://schemas.microsoft.com/office/drawing/2014/main" id="{17963EDF-2597-8C03-B46D-4D3E9AA5C882}"/>
                </a:ext>
              </a:extLst>
            </p:cNvPr>
            <p:cNvSpPr txBox="1">
              <a:spLocks noChangeArrowheads="1"/>
            </p:cNvSpPr>
            <p:nvPr/>
          </p:nvSpPr>
          <p:spPr bwMode="auto">
            <a:xfrm>
              <a:off x="2391" y="1492"/>
              <a:ext cx="7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000" b="0">
                  <a:solidFill>
                    <a:srgbClr val="FF3300"/>
                  </a:solidFill>
                  <a:latin typeface="Arial" panose="020B0604020202020204" pitchFamily="34" charset="0"/>
                </a:rPr>
                <a:t>+ </a:t>
              </a:r>
              <a:r>
                <a:rPr kumimoji="1" lang="en-US" altLang="zh-CN" sz="2400">
                  <a:solidFill>
                    <a:srgbClr val="FF0000"/>
                  </a:solidFill>
                </a:rPr>
                <a:t>Q</a:t>
              </a:r>
              <a:r>
                <a:rPr kumimoji="1" lang="en-US" altLang="zh-CN" sz="2400" baseline="-25000">
                  <a:solidFill>
                    <a:srgbClr val="FF0000"/>
                  </a:solidFill>
                </a:rPr>
                <a:t>1</a:t>
              </a:r>
              <a:r>
                <a:rPr kumimoji="1" lang="en-US" altLang="zh-CN" sz="2400">
                  <a:solidFill>
                    <a:srgbClr val="FF0000"/>
                  </a:solidFill>
                </a:rPr>
                <a:t>Q</a:t>
              </a:r>
              <a:r>
                <a:rPr kumimoji="1" lang="en-US" altLang="zh-CN" sz="2400" baseline="-25000">
                  <a:solidFill>
                    <a:srgbClr val="FF0000"/>
                  </a:solidFill>
                </a:rPr>
                <a:t>2</a:t>
              </a:r>
              <a:r>
                <a:rPr lang="en-US" altLang="zh-CN" sz="2000" b="0">
                  <a:latin typeface="Arial" panose="020B0604020202020204" pitchFamily="34" charset="0"/>
                </a:rPr>
                <a:t> </a:t>
              </a:r>
            </a:p>
          </p:txBody>
        </p:sp>
        <p:sp>
          <p:nvSpPr>
            <p:cNvPr id="41" name="Line 37">
              <a:extLst>
                <a:ext uri="{FF2B5EF4-FFF2-40B4-BE49-F238E27FC236}">
                  <a16:creationId xmlns:a16="http://schemas.microsoft.com/office/drawing/2014/main" id="{626739DD-D597-48CF-27BE-1D28FEF8A2F9}"/>
                </a:ext>
              </a:extLst>
            </p:cNvPr>
            <p:cNvSpPr>
              <a:spLocks noChangeShapeType="1"/>
            </p:cNvSpPr>
            <p:nvPr/>
          </p:nvSpPr>
          <p:spPr bwMode="auto">
            <a:xfrm>
              <a:off x="2789" y="1525"/>
              <a:ext cx="181"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2" name="Group 39">
            <a:extLst>
              <a:ext uri="{FF2B5EF4-FFF2-40B4-BE49-F238E27FC236}">
                <a16:creationId xmlns:a16="http://schemas.microsoft.com/office/drawing/2014/main" id="{5EFAEAD8-8DCB-84AD-69F9-678EBFE6F396}"/>
              </a:ext>
            </a:extLst>
          </p:cNvPr>
          <p:cNvGrpSpPr>
            <a:grpSpLocks/>
          </p:cNvGrpSpPr>
          <p:nvPr/>
        </p:nvGrpSpPr>
        <p:grpSpPr bwMode="auto">
          <a:xfrm>
            <a:off x="3714750" y="1208088"/>
            <a:ext cx="1144588" cy="457200"/>
            <a:chOff x="2245" y="1162"/>
            <a:chExt cx="721" cy="288"/>
          </a:xfrm>
        </p:grpSpPr>
        <p:sp>
          <p:nvSpPr>
            <p:cNvPr id="43" name="Text Box 40">
              <a:extLst>
                <a:ext uri="{FF2B5EF4-FFF2-40B4-BE49-F238E27FC236}">
                  <a16:creationId xmlns:a16="http://schemas.microsoft.com/office/drawing/2014/main" id="{7F4D8EA2-4210-2CB3-668C-E599ECE330ED}"/>
                </a:ext>
              </a:extLst>
            </p:cNvPr>
            <p:cNvSpPr txBox="1">
              <a:spLocks noChangeArrowheads="1"/>
            </p:cNvSpPr>
            <p:nvPr/>
          </p:nvSpPr>
          <p:spPr bwMode="auto">
            <a:xfrm>
              <a:off x="2245" y="1162"/>
              <a:ext cx="72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t>D</a:t>
              </a:r>
              <a:r>
                <a:rPr kumimoji="1" lang="en-US" altLang="zh-CN" sz="2400" baseline="-25000"/>
                <a:t>0 </a:t>
              </a:r>
              <a:r>
                <a:rPr kumimoji="1" lang="en-US" altLang="zh-CN" sz="2400"/>
                <a:t>= Q</a:t>
              </a:r>
              <a:r>
                <a:rPr kumimoji="1" lang="en-US" altLang="zh-CN" sz="2400" baseline="-25000"/>
                <a:t>3</a:t>
              </a:r>
              <a:endParaRPr kumimoji="1" lang="en-US" altLang="zh-CN" sz="2400"/>
            </a:p>
          </p:txBody>
        </p:sp>
        <p:sp>
          <p:nvSpPr>
            <p:cNvPr id="44" name="Line 41">
              <a:extLst>
                <a:ext uri="{FF2B5EF4-FFF2-40B4-BE49-F238E27FC236}">
                  <a16:creationId xmlns:a16="http://schemas.microsoft.com/office/drawing/2014/main" id="{F68667DB-8E62-A83C-F62F-C7C7322D3AF6}"/>
                </a:ext>
              </a:extLst>
            </p:cNvPr>
            <p:cNvSpPr>
              <a:spLocks noChangeShapeType="1"/>
            </p:cNvSpPr>
            <p:nvPr/>
          </p:nvSpPr>
          <p:spPr bwMode="auto">
            <a:xfrm>
              <a:off x="2676" y="1207"/>
              <a:ext cx="18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5" name="Rectangle 42">
            <a:extLst>
              <a:ext uri="{FF2B5EF4-FFF2-40B4-BE49-F238E27FC236}">
                <a16:creationId xmlns:a16="http://schemas.microsoft.com/office/drawing/2014/main" id="{919DA998-6196-D519-93B8-D5D6B1AD4B1C}"/>
              </a:ext>
            </a:extLst>
          </p:cNvPr>
          <p:cNvSpPr>
            <a:spLocks noChangeArrowheads="1"/>
          </p:cNvSpPr>
          <p:nvPr/>
        </p:nvSpPr>
        <p:spPr bwMode="auto">
          <a:xfrm>
            <a:off x="1522413" y="2024063"/>
            <a:ext cx="2133600" cy="19812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46" name="Line 43">
            <a:extLst>
              <a:ext uri="{FF2B5EF4-FFF2-40B4-BE49-F238E27FC236}">
                <a16:creationId xmlns:a16="http://schemas.microsoft.com/office/drawing/2014/main" id="{32C74450-9D0A-E312-D949-686C64858BFA}"/>
              </a:ext>
            </a:extLst>
          </p:cNvPr>
          <p:cNvSpPr>
            <a:spLocks noChangeShapeType="1"/>
          </p:cNvSpPr>
          <p:nvPr/>
        </p:nvSpPr>
        <p:spPr bwMode="auto">
          <a:xfrm>
            <a:off x="1522413" y="3014663"/>
            <a:ext cx="213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44">
            <a:extLst>
              <a:ext uri="{FF2B5EF4-FFF2-40B4-BE49-F238E27FC236}">
                <a16:creationId xmlns:a16="http://schemas.microsoft.com/office/drawing/2014/main" id="{8104DD34-6AB6-161C-12FA-67226FF78E96}"/>
              </a:ext>
            </a:extLst>
          </p:cNvPr>
          <p:cNvSpPr>
            <a:spLocks noChangeShapeType="1"/>
          </p:cNvSpPr>
          <p:nvPr/>
        </p:nvSpPr>
        <p:spPr bwMode="auto">
          <a:xfrm>
            <a:off x="3122613" y="2024063"/>
            <a:ext cx="0" cy="1981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45">
            <a:extLst>
              <a:ext uri="{FF2B5EF4-FFF2-40B4-BE49-F238E27FC236}">
                <a16:creationId xmlns:a16="http://schemas.microsoft.com/office/drawing/2014/main" id="{2398EEE8-9C78-1AC4-7145-B34BB5B6623B}"/>
              </a:ext>
            </a:extLst>
          </p:cNvPr>
          <p:cNvSpPr>
            <a:spLocks noChangeShapeType="1"/>
          </p:cNvSpPr>
          <p:nvPr/>
        </p:nvSpPr>
        <p:spPr bwMode="auto">
          <a:xfrm>
            <a:off x="2589213" y="2024063"/>
            <a:ext cx="0" cy="1981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46">
            <a:extLst>
              <a:ext uri="{FF2B5EF4-FFF2-40B4-BE49-F238E27FC236}">
                <a16:creationId xmlns:a16="http://schemas.microsoft.com/office/drawing/2014/main" id="{C6576E92-8F83-7366-3D69-A463603AD665}"/>
              </a:ext>
            </a:extLst>
          </p:cNvPr>
          <p:cNvSpPr>
            <a:spLocks noChangeShapeType="1"/>
          </p:cNvSpPr>
          <p:nvPr/>
        </p:nvSpPr>
        <p:spPr bwMode="auto">
          <a:xfrm>
            <a:off x="2055813" y="2024063"/>
            <a:ext cx="0" cy="1981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47">
            <a:extLst>
              <a:ext uri="{FF2B5EF4-FFF2-40B4-BE49-F238E27FC236}">
                <a16:creationId xmlns:a16="http://schemas.microsoft.com/office/drawing/2014/main" id="{E8B49EAC-D1C1-66D1-BC2B-C072A0C33937}"/>
              </a:ext>
            </a:extLst>
          </p:cNvPr>
          <p:cNvSpPr>
            <a:spLocks noChangeShapeType="1"/>
          </p:cNvSpPr>
          <p:nvPr/>
        </p:nvSpPr>
        <p:spPr bwMode="auto">
          <a:xfrm>
            <a:off x="1522413" y="3548063"/>
            <a:ext cx="213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48">
            <a:extLst>
              <a:ext uri="{FF2B5EF4-FFF2-40B4-BE49-F238E27FC236}">
                <a16:creationId xmlns:a16="http://schemas.microsoft.com/office/drawing/2014/main" id="{1D8FE86F-AE13-726F-B5DB-CCEF9EDE1179}"/>
              </a:ext>
            </a:extLst>
          </p:cNvPr>
          <p:cNvSpPr>
            <a:spLocks noChangeShapeType="1"/>
          </p:cNvSpPr>
          <p:nvPr/>
        </p:nvSpPr>
        <p:spPr bwMode="auto">
          <a:xfrm>
            <a:off x="1522413" y="2557463"/>
            <a:ext cx="213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Text Box 49">
            <a:extLst>
              <a:ext uri="{FF2B5EF4-FFF2-40B4-BE49-F238E27FC236}">
                <a16:creationId xmlns:a16="http://schemas.microsoft.com/office/drawing/2014/main" id="{6D79ABB0-B891-7C02-5692-7D82C3AA7B2A}"/>
              </a:ext>
            </a:extLst>
          </p:cNvPr>
          <p:cNvSpPr txBox="1">
            <a:spLocks noChangeArrowheads="1"/>
          </p:cNvSpPr>
          <p:nvPr/>
        </p:nvSpPr>
        <p:spPr bwMode="auto">
          <a:xfrm>
            <a:off x="1598613" y="1628775"/>
            <a:ext cx="2012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t>00     01      11     10</a:t>
            </a:r>
          </a:p>
        </p:txBody>
      </p:sp>
      <p:sp>
        <p:nvSpPr>
          <p:cNvPr id="53" name="Text Box 50">
            <a:extLst>
              <a:ext uri="{FF2B5EF4-FFF2-40B4-BE49-F238E27FC236}">
                <a16:creationId xmlns:a16="http://schemas.microsoft.com/office/drawing/2014/main" id="{DE79EC43-C885-3215-DDEA-E141B11C192F}"/>
              </a:ext>
            </a:extLst>
          </p:cNvPr>
          <p:cNvSpPr txBox="1">
            <a:spLocks noChangeArrowheads="1"/>
          </p:cNvSpPr>
          <p:nvPr/>
        </p:nvSpPr>
        <p:spPr bwMode="auto">
          <a:xfrm>
            <a:off x="1100138" y="21383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t>00</a:t>
            </a:r>
          </a:p>
        </p:txBody>
      </p:sp>
      <p:sp>
        <p:nvSpPr>
          <p:cNvPr id="54" name="Text Box 51">
            <a:extLst>
              <a:ext uri="{FF2B5EF4-FFF2-40B4-BE49-F238E27FC236}">
                <a16:creationId xmlns:a16="http://schemas.microsoft.com/office/drawing/2014/main" id="{E547FF01-32D7-20DB-4806-BF4B46446D54}"/>
              </a:ext>
            </a:extLst>
          </p:cNvPr>
          <p:cNvSpPr txBox="1">
            <a:spLocks noChangeArrowheads="1"/>
          </p:cNvSpPr>
          <p:nvPr/>
        </p:nvSpPr>
        <p:spPr bwMode="auto">
          <a:xfrm>
            <a:off x="1100138" y="264795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t>01</a:t>
            </a:r>
          </a:p>
        </p:txBody>
      </p:sp>
      <p:sp>
        <p:nvSpPr>
          <p:cNvPr id="55" name="Text Box 52">
            <a:extLst>
              <a:ext uri="{FF2B5EF4-FFF2-40B4-BE49-F238E27FC236}">
                <a16:creationId xmlns:a16="http://schemas.microsoft.com/office/drawing/2014/main" id="{DE9D0101-8D47-C244-5C3C-5EECBAEBD934}"/>
              </a:ext>
            </a:extLst>
          </p:cNvPr>
          <p:cNvSpPr txBox="1">
            <a:spLocks noChangeArrowheads="1"/>
          </p:cNvSpPr>
          <p:nvPr/>
        </p:nvSpPr>
        <p:spPr bwMode="auto">
          <a:xfrm>
            <a:off x="1100138" y="310515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t>11</a:t>
            </a:r>
          </a:p>
        </p:txBody>
      </p:sp>
      <p:sp>
        <p:nvSpPr>
          <p:cNvPr id="56" name="Text Box 53">
            <a:extLst>
              <a:ext uri="{FF2B5EF4-FFF2-40B4-BE49-F238E27FC236}">
                <a16:creationId xmlns:a16="http://schemas.microsoft.com/office/drawing/2014/main" id="{2CF3304B-74DD-1F2C-14B6-9991127ABB22}"/>
              </a:ext>
            </a:extLst>
          </p:cNvPr>
          <p:cNvSpPr txBox="1">
            <a:spLocks noChangeArrowheads="1"/>
          </p:cNvSpPr>
          <p:nvPr/>
        </p:nvSpPr>
        <p:spPr bwMode="auto">
          <a:xfrm>
            <a:off x="1100138" y="363855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a:t>10</a:t>
            </a:r>
          </a:p>
        </p:txBody>
      </p:sp>
      <p:sp>
        <p:nvSpPr>
          <p:cNvPr id="57" name="Line 54">
            <a:extLst>
              <a:ext uri="{FF2B5EF4-FFF2-40B4-BE49-F238E27FC236}">
                <a16:creationId xmlns:a16="http://schemas.microsoft.com/office/drawing/2014/main" id="{C551EBF8-697E-021B-CDA8-505AEA495D03}"/>
              </a:ext>
            </a:extLst>
          </p:cNvPr>
          <p:cNvSpPr>
            <a:spLocks noChangeShapeType="1"/>
          </p:cNvSpPr>
          <p:nvPr/>
        </p:nvSpPr>
        <p:spPr bwMode="auto">
          <a:xfrm flipH="1" flipV="1">
            <a:off x="989013" y="1490663"/>
            <a:ext cx="533400" cy="533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Text Box 55">
            <a:extLst>
              <a:ext uri="{FF2B5EF4-FFF2-40B4-BE49-F238E27FC236}">
                <a16:creationId xmlns:a16="http://schemas.microsoft.com/office/drawing/2014/main" id="{30E35B11-FF32-5FAA-A429-779682575EC1}"/>
              </a:ext>
            </a:extLst>
          </p:cNvPr>
          <p:cNvSpPr txBox="1">
            <a:spLocks noChangeArrowheads="1"/>
          </p:cNvSpPr>
          <p:nvPr/>
        </p:nvSpPr>
        <p:spPr bwMode="auto">
          <a:xfrm>
            <a:off x="684213" y="1643063"/>
            <a:ext cx="742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2000" baseline="-25000"/>
              <a:t>0</a:t>
            </a:r>
            <a:r>
              <a:rPr kumimoji="1" lang="en-US" altLang="zh-CN" sz="2000"/>
              <a:t>Q</a:t>
            </a:r>
            <a:r>
              <a:rPr kumimoji="1" lang="en-US" altLang="zh-CN" sz="2000" baseline="-25000"/>
              <a:t>1</a:t>
            </a:r>
            <a:endParaRPr kumimoji="1" lang="en-US" altLang="zh-CN" sz="2000"/>
          </a:p>
        </p:txBody>
      </p:sp>
      <p:sp>
        <p:nvSpPr>
          <p:cNvPr id="59" name="Text Box 56">
            <a:extLst>
              <a:ext uri="{FF2B5EF4-FFF2-40B4-BE49-F238E27FC236}">
                <a16:creationId xmlns:a16="http://schemas.microsoft.com/office/drawing/2014/main" id="{CD94F165-D290-3CFF-AFA2-27AF1E3EB50E}"/>
              </a:ext>
            </a:extLst>
          </p:cNvPr>
          <p:cNvSpPr txBox="1">
            <a:spLocks noChangeArrowheads="1"/>
          </p:cNvSpPr>
          <p:nvPr/>
        </p:nvSpPr>
        <p:spPr bwMode="auto">
          <a:xfrm>
            <a:off x="1135063" y="1304925"/>
            <a:ext cx="742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2000" baseline="-25000"/>
              <a:t>2</a:t>
            </a:r>
            <a:r>
              <a:rPr kumimoji="1" lang="en-US" altLang="zh-CN" sz="2000"/>
              <a:t>Q</a:t>
            </a:r>
            <a:r>
              <a:rPr kumimoji="1" lang="en-US" altLang="zh-CN" sz="2000" baseline="-25000"/>
              <a:t>3</a:t>
            </a:r>
            <a:endParaRPr kumimoji="1" lang="en-US" altLang="zh-CN" sz="2000"/>
          </a:p>
        </p:txBody>
      </p:sp>
      <p:sp>
        <p:nvSpPr>
          <p:cNvPr id="60" name="Text Box 57">
            <a:extLst>
              <a:ext uri="{FF2B5EF4-FFF2-40B4-BE49-F238E27FC236}">
                <a16:creationId xmlns:a16="http://schemas.microsoft.com/office/drawing/2014/main" id="{D8B08C3B-D78E-FEB9-B45D-3506CFC5A250}"/>
              </a:ext>
            </a:extLst>
          </p:cNvPr>
          <p:cNvSpPr txBox="1">
            <a:spLocks noChangeArrowheads="1"/>
          </p:cNvSpPr>
          <p:nvPr/>
        </p:nvSpPr>
        <p:spPr bwMode="auto">
          <a:xfrm>
            <a:off x="1658938" y="2138363"/>
            <a:ext cx="189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1      0      0       x</a:t>
            </a:r>
          </a:p>
        </p:txBody>
      </p:sp>
      <p:sp>
        <p:nvSpPr>
          <p:cNvPr id="61" name="Text Box 58">
            <a:extLst>
              <a:ext uri="{FF2B5EF4-FFF2-40B4-BE49-F238E27FC236}">
                <a16:creationId xmlns:a16="http://schemas.microsoft.com/office/drawing/2014/main" id="{7A285879-8F4C-D7DC-4773-1368E56CC640}"/>
              </a:ext>
            </a:extLst>
          </p:cNvPr>
          <p:cNvSpPr txBox="1">
            <a:spLocks noChangeArrowheads="1"/>
          </p:cNvSpPr>
          <p:nvPr/>
        </p:nvSpPr>
        <p:spPr bwMode="auto">
          <a:xfrm>
            <a:off x="1655763" y="2617788"/>
            <a:ext cx="189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x      x      0       x</a:t>
            </a:r>
          </a:p>
        </p:txBody>
      </p:sp>
      <p:sp>
        <p:nvSpPr>
          <p:cNvPr id="62" name="Text Box 59">
            <a:extLst>
              <a:ext uri="{FF2B5EF4-FFF2-40B4-BE49-F238E27FC236}">
                <a16:creationId xmlns:a16="http://schemas.microsoft.com/office/drawing/2014/main" id="{FB905341-0F40-B568-5318-F4312E8D80C6}"/>
              </a:ext>
            </a:extLst>
          </p:cNvPr>
          <p:cNvSpPr txBox="1">
            <a:spLocks noChangeArrowheads="1"/>
          </p:cNvSpPr>
          <p:nvPr/>
        </p:nvSpPr>
        <p:spPr bwMode="auto">
          <a:xfrm>
            <a:off x="1643063" y="3074988"/>
            <a:ext cx="189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1      x      0       1</a:t>
            </a:r>
          </a:p>
        </p:txBody>
      </p:sp>
      <p:sp>
        <p:nvSpPr>
          <p:cNvPr id="63" name="Text Box 60">
            <a:extLst>
              <a:ext uri="{FF2B5EF4-FFF2-40B4-BE49-F238E27FC236}">
                <a16:creationId xmlns:a16="http://schemas.microsoft.com/office/drawing/2014/main" id="{F886BE62-562A-8197-71DE-D0C13DE49BCF}"/>
              </a:ext>
            </a:extLst>
          </p:cNvPr>
          <p:cNvSpPr txBox="1">
            <a:spLocks noChangeArrowheads="1"/>
          </p:cNvSpPr>
          <p:nvPr/>
        </p:nvSpPr>
        <p:spPr bwMode="auto">
          <a:xfrm>
            <a:off x="1655763" y="3608388"/>
            <a:ext cx="189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1      x      x       x</a:t>
            </a:r>
          </a:p>
        </p:txBody>
      </p:sp>
      <p:sp>
        <p:nvSpPr>
          <p:cNvPr id="64" name="Text Box 61">
            <a:extLst>
              <a:ext uri="{FF2B5EF4-FFF2-40B4-BE49-F238E27FC236}">
                <a16:creationId xmlns:a16="http://schemas.microsoft.com/office/drawing/2014/main" id="{06BEF600-D5B3-A245-182A-7FD9197E15F7}"/>
              </a:ext>
            </a:extLst>
          </p:cNvPr>
          <p:cNvSpPr txBox="1">
            <a:spLocks noChangeArrowheads="1"/>
          </p:cNvSpPr>
          <p:nvPr/>
        </p:nvSpPr>
        <p:spPr bwMode="auto">
          <a:xfrm>
            <a:off x="468313" y="1089025"/>
            <a:ext cx="506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t>D</a:t>
            </a:r>
            <a:r>
              <a:rPr kumimoji="1" lang="en-US" altLang="zh-CN" sz="2400" baseline="-25000"/>
              <a:t>0</a:t>
            </a:r>
            <a:endParaRPr kumimoji="1" lang="en-US" altLang="zh-CN" sz="2400"/>
          </a:p>
        </p:txBody>
      </p:sp>
      <p:sp>
        <p:nvSpPr>
          <p:cNvPr id="65" name="AutoShape 62">
            <a:extLst>
              <a:ext uri="{FF2B5EF4-FFF2-40B4-BE49-F238E27FC236}">
                <a16:creationId xmlns:a16="http://schemas.microsoft.com/office/drawing/2014/main" id="{1969E241-B0AB-BECF-49A9-AF5F1FC4E8C7}"/>
              </a:ext>
            </a:extLst>
          </p:cNvPr>
          <p:cNvSpPr>
            <a:spLocks/>
          </p:cNvSpPr>
          <p:nvPr/>
        </p:nvSpPr>
        <p:spPr bwMode="auto">
          <a:xfrm>
            <a:off x="1476375" y="2133600"/>
            <a:ext cx="503238" cy="1835150"/>
          </a:xfrm>
          <a:prstGeom prst="rightBracket">
            <a:avLst>
              <a:gd name="adj" fmla="val 20665"/>
            </a:avLst>
          </a:pr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66" name="AutoShape 63">
            <a:extLst>
              <a:ext uri="{FF2B5EF4-FFF2-40B4-BE49-F238E27FC236}">
                <a16:creationId xmlns:a16="http://schemas.microsoft.com/office/drawing/2014/main" id="{56D54772-6A25-970E-0C0A-6A3B9F46FF43}"/>
              </a:ext>
            </a:extLst>
          </p:cNvPr>
          <p:cNvSpPr>
            <a:spLocks/>
          </p:cNvSpPr>
          <p:nvPr/>
        </p:nvSpPr>
        <p:spPr bwMode="auto">
          <a:xfrm rot="10800000">
            <a:off x="3203575" y="2133600"/>
            <a:ext cx="503238" cy="1835150"/>
          </a:xfrm>
          <a:prstGeom prst="rightBracket">
            <a:avLst>
              <a:gd name="adj" fmla="val 20665"/>
            </a:avLst>
          </a:pr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67" name="AutoShape 64">
            <a:extLst>
              <a:ext uri="{FF2B5EF4-FFF2-40B4-BE49-F238E27FC236}">
                <a16:creationId xmlns:a16="http://schemas.microsoft.com/office/drawing/2014/main" id="{D05AACEC-8237-5840-7F39-ABA1043ABC87}"/>
              </a:ext>
            </a:extLst>
          </p:cNvPr>
          <p:cNvSpPr>
            <a:spLocks noChangeArrowheads="1"/>
          </p:cNvSpPr>
          <p:nvPr/>
        </p:nvSpPr>
        <p:spPr bwMode="auto">
          <a:xfrm>
            <a:off x="1619250" y="2673350"/>
            <a:ext cx="865188" cy="792163"/>
          </a:xfrm>
          <a:prstGeom prst="roundRect">
            <a:avLst>
              <a:gd name="adj" fmla="val 16667"/>
            </a:avLst>
          </a:prstGeom>
          <a:noFill/>
          <a:ln w="1905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Tree>
    <p:extLst>
      <p:ext uri="{BB962C8B-B14F-4D97-AF65-F5344CB8AC3E}">
        <p14:creationId xmlns:p14="http://schemas.microsoft.com/office/powerpoint/2010/main" val="3942729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98E08D-5AEB-1D36-4638-A2A1B9947D6C}"/>
              </a:ext>
            </a:extLst>
          </p:cNvPr>
          <p:cNvSpPr>
            <a:spLocks noGrp="1"/>
          </p:cNvSpPr>
          <p:nvPr>
            <p:ph type="title"/>
          </p:nvPr>
        </p:nvSpPr>
        <p:spPr/>
        <p:txBody>
          <a:bodyPr>
            <a:normAutofit fontScale="90000"/>
          </a:bodyPr>
          <a:lstStyle/>
          <a:p>
            <a:r>
              <a:rPr lang="zh-CN" altLang="en-US" dirty="0">
                <a:latin typeface="宋体" panose="02010600030101010101" pitchFamily="2" charset="-122"/>
              </a:rPr>
              <a:t>自启动扭环形计数器</a:t>
            </a:r>
            <a:r>
              <a:rPr lang="en-US" altLang="zh-CN" dirty="0">
                <a:latin typeface="宋体" panose="02010600030101010101" pitchFamily="2" charset="-122"/>
              </a:rPr>
              <a:t>(</a:t>
            </a:r>
            <a:r>
              <a:rPr lang="zh-CN" altLang="en-US" dirty="0">
                <a:latin typeface="宋体" panose="02010600030101010101" pitchFamily="2" charset="-122"/>
              </a:rPr>
              <a:t>续</a:t>
            </a:r>
            <a:r>
              <a:rPr lang="en-US" altLang="zh-CN" dirty="0">
                <a:latin typeface="宋体" panose="02010600030101010101" pitchFamily="2" charset="-122"/>
              </a:rPr>
              <a:t>2)</a:t>
            </a:r>
            <a:endParaRPr kumimoji="1" lang="zh-CN" altLang="en-US" dirty="0"/>
          </a:p>
        </p:txBody>
      </p:sp>
      <p:sp>
        <p:nvSpPr>
          <p:cNvPr id="4" name="页脚占位符 3">
            <a:extLst>
              <a:ext uri="{FF2B5EF4-FFF2-40B4-BE49-F238E27FC236}">
                <a16:creationId xmlns:a16="http://schemas.microsoft.com/office/drawing/2014/main" id="{F6ADF114-47B9-779C-00EB-A8AD014810E1}"/>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F2580F53-1809-4EF7-6F6D-396F5D1B92FE}"/>
              </a:ext>
            </a:extLst>
          </p:cNvPr>
          <p:cNvSpPr>
            <a:spLocks noGrp="1"/>
          </p:cNvSpPr>
          <p:nvPr>
            <p:ph type="sldNum" sz="quarter" idx="12"/>
          </p:nvPr>
        </p:nvSpPr>
        <p:spPr/>
        <p:txBody>
          <a:bodyPr/>
          <a:lstStyle/>
          <a:p>
            <a:fld id="{9E260BC5-5BF3-8746-862B-DC45E9CAA88B}" type="slidenum">
              <a:rPr lang="en-US" smtClean="0"/>
              <a:pPr/>
              <a:t>32</a:t>
            </a:fld>
            <a:r>
              <a:rPr lang="en-US" altLang="zh-CN" dirty="0"/>
              <a:t>/34</a:t>
            </a:r>
            <a:endParaRPr lang="en-US" dirty="0"/>
          </a:p>
        </p:txBody>
      </p:sp>
      <p:sp>
        <p:nvSpPr>
          <p:cNvPr id="6" name="Text Box 2">
            <a:extLst>
              <a:ext uri="{FF2B5EF4-FFF2-40B4-BE49-F238E27FC236}">
                <a16:creationId xmlns:a16="http://schemas.microsoft.com/office/drawing/2014/main" id="{83AF0C19-A39C-EA10-D138-259383314B85}"/>
              </a:ext>
            </a:extLst>
          </p:cNvPr>
          <p:cNvSpPr txBox="1">
            <a:spLocks noChangeArrowheads="1"/>
          </p:cNvSpPr>
          <p:nvPr/>
        </p:nvSpPr>
        <p:spPr bwMode="auto">
          <a:xfrm>
            <a:off x="3716337" y="1767030"/>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D</a:t>
            </a:r>
          </a:p>
        </p:txBody>
      </p:sp>
      <p:sp>
        <p:nvSpPr>
          <p:cNvPr id="7" name="Text Box 3">
            <a:extLst>
              <a:ext uri="{FF2B5EF4-FFF2-40B4-BE49-F238E27FC236}">
                <a16:creationId xmlns:a16="http://schemas.microsoft.com/office/drawing/2014/main" id="{085EA751-E01F-66A4-868B-37FF0AC34486}"/>
              </a:ext>
            </a:extLst>
          </p:cNvPr>
          <p:cNvSpPr txBox="1">
            <a:spLocks noChangeArrowheads="1"/>
          </p:cNvSpPr>
          <p:nvPr/>
        </p:nvSpPr>
        <p:spPr bwMode="auto">
          <a:xfrm>
            <a:off x="5019675" y="1767030"/>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D</a:t>
            </a:r>
          </a:p>
        </p:txBody>
      </p:sp>
      <p:sp>
        <p:nvSpPr>
          <p:cNvPr id="8" name="Text Box 4">
            <a:extLst>
              <a:ext uri="{FF2B5EF4-FFF2-40B4-BE49-F238E27FC236}">
                <a16:creationId xmlns:a16="http://schemas.microsoft.com/office/drawing/2014/main" id="{70685758-582D-C39F-860F-18883C8627C4}"/>
              </a:ext>
            </a:extLst>
          </p:cNvPr>
          <p:cNvSpPr txBox="1">
            <a:spLocks noChangeArrowheads="1"/>
          </p:cNvSpPr>
          <p:nvPr/>
        </p:nvSpPr>
        <p:spPr bwMode="auto">
          <a:xfrm>
            <a:off x="6321425" y="1767030"/>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D</a:t>
            </a:r>
          </a:p>
        </p:txBody>
      </p:sp>
      <p:sp>
        <p:nvSpPr>
          <p:cNvPr id="9" name="Text Box 5">
            <a:extLst>
              <a:ext uri="{FF2B5EF4-FFF2-40B4-BE49-F238E27FC236}">
                <a16:creationId xmlns:a16="http://schemas.microsoft.com/office/drawing/2014/main" id="{79AA34AD-C10A-8BF9-5ECF-DA9607292568}"/>
              </a:ext>
            </a:extLst>
          </p:cNvPr>
          <p:cNvSpPr txBox="1">
            <a:spLocks noChangeArrowheads="1"/>
          </p:cNvSpPr>
          <p:nvPr/>
        </p:nvSpPr>
        <p:spPr bwMode="auto">
          <a:xfrm>
            <a:off x="7624762" y="1767030"/>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D</a:t>
            </a:r>
          </a:p>
        </p:txBody>
      </p:sp>
      <p:sp>
        <p:nvSpPr>
          <p:cNvPr id="10" name="Rectangle 6">
            <a:extLst>
              <a:ext uri="{FF2B5EF4-FFF2-40B4-BE49-F238E27FC236}">
                <a16:creationId xmlns:a16="http://schemas.microsoft.com/office/drawing/2014/main" id="{37E460E4-5CE9-622E-CFD0-2AF85671269E}"/>
              </a:ext>
            </a:extLst>
          </p:cNvPr>
          <p:cNvSpPr>
            <a:spLocks noChangeArrowheads="1"/>
          </p:cNvSpPr>
          <p:nvPr/>
        </p:nvSpPr>
        <p:spPr bwMode="auto">
          <a:xfrm>
            <a:off x="3724275" y="1746393"/>
            <a:ext cx="652462" cy="820737"/>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1" name="Line 7">
            <a:extLst>
              <a:ext uri="{FF2B5EF4-FFF2-40B4-BE49-F238E27FC236}">
                <a16:creationId xmlns:a16="http://schemas.microsoft.com/office/drawing/2014/main" id="{A5ED1CDC-DD43-0FA0-89C7-F2A4E997D9C4}"/>
              </a:ext>
            </a:extLst>
          </p:cNvPr>
          <p:cNvSpPr>
            <a:spLocks noChangeShapeType="1"/>
          </p:cNvSpPr>
          <p:nvPr/>
        </p:nvSpPr>
        <p:spPr bwMode="auto">
          <a:xfrm>
            <a:off x="3724275" y="2217880"/>
            <a:ext cx="144462" cy="71438"/>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8">
            <a:extLst>
              <a:ext uri="{FF2B5EF4-FFF2-40B4-BE49-F238E27FC236}">
                <a16:creationId xmlns:a16="http://schemas.microsoft.com/office/drawing/2014/main" id="{038FFF86-A2CE-CB48-1849-3296C1BE4361}"/>
              </a:ext>
            </a:extLst>
          </p:cNvPr>
          <p:cNvSpPr>
            <a:spLocks noChangeShapeType="1"/>
          </p:cNvSpPr>
          <p:nvPr/>
        </p:nvSpPr>
        <p:spPr bwMode="auto">
          <a:xfrm flipH="1">
            <a:off x="3716337" y="2294080"/>
            <a:ext cx="146050" cy="10477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Text Box 9">
            <a:extLst>
              <a:ext uri="{FF2B5EF4-FFF2-40B4-BE49-F238E27FC236}">
                <a16:creationId xmlns:a16="http://schemas.microsoft.com/office/drawing/2014/main" id="{F5D27939-9C48-8AE1-25C6-0A8EFED8B072}"/>
              </a:ext>
            </a:extLst>
          </p:cNvPr>
          <p:cNvSpPr txBox="1">
            <a:spLocks noChangeArrowheads="1"/>
          </p:cNvSpPr>
          <p:nvPr/>
        </p:nvSpPr>
        <p:spPr bwMode="auto">
          <a:xfrm>
            <a:off x="3781425" y="2508393"/>
            <a:ext cx="58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FF</a:t>
            </a:r>
            <a:r>
              <a:rPr kumimoji="1" lang="en-US" altLang="zh-CN" sz="1400"/>
              <a:t>0</a:t>
            </a:r>
            <a:endParaRPr kumimoji="1" lang="en-US" altLang="zh-CN" sz="2000"/>
          </a:p>
        </p:txBody>
      </p:sp>
      <p:sp>
        <p:nvSpPr>
          <p:cNvPr id="14" name="Text Box 10">
            <a:extLst>
              <a:ext uri="{FF2B5EF4-FFF2-40B4-BE49-F238E27FC236}">
                <a16:creationId xmlns:a16="http://schemas.microsoft.com/office/drawing/2014/main" id="{665A9BCD-3312-40D3-0AD9-44E9945F040C}"/>
              </a:ext>
            </a:extLst>
          </p:cNvPr>
          <p:cNvSpPr txBox="1">
            <a:spLocks noChangeArrowheads="1"/>
          </p:cNvSpPr>
          <p:nvPr/>
        </p:nvSpPr>
        <p:spPr bwMode="auto">
          <a:xfrm>
            <a:off x="4360862" y="1884505"/>
            <a:ext cx="469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1400"/>
              <a:t>0</a:t>
            </a:r>
            <a:endParaRPr kumimoji="1" lang="en-US" altLang="zh-CN" sz="2000"/>
          </a:p>
        </p:txBody>
      </p:sp>
      <p:sp>
        <p:nvSpPr>
          <p:cNvPr id="15" name="Line 11">
            <a:extLst>
              <a:ext uri="{FF2B5EF4-FFF2-40B4-BE49-F238E27FC236}">
                <a16:creationId xmlns:a16="http://schemas.microsoft.com/office/drawing/2014/main" id="{00B0D449-803D-FA5E-7A63-59BFF42E011B}"/>
              </a:ext>
            </a:extLst>
          </p:cNvPr>
          <p:cNvSpPr>
            <a:spLocks noChangeShapeType="1"/>
          </p:cNvSpPr>
          <p:nvPr/>
        </p:nvSpPr>
        <p:spPr bwMode="auto">
          <a:xfrm>
            <a:off x="3579812" y="2313130"/>
            <a:ext cx="144463"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12">
            <a:extLst>
              <a:ext uri="{FF2B5EF4-FFF2-40B4-BE49-F238E27FC236}">
                <a16:creationId xmlns:a16="http://schemas.microsoft.com/office/drawing/2014/main" id="{B9E7B5B7-E336-18FD-E4EB-DD57AEE8D3A7}"/>
              </a:ext>
            </a:extLst>
          </p:cNvPr>
          <p:cNvSpPr>
            <a:spLocks noChangeShapeType="1"/>
          </p:cNvSpPr>
          <p:nvPr/>
        </p:nvSpPr>
        <p:spPr bwMode="auto">
          <a:xfrm>
            <a:off x="4376737" y="1882918"/>
            <a:ext cx="65087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Rectangle 13">
            <a:extLst>
              <a:ext uri="{FF2B5EF4-FFF2-40B4-BE49-F238E27FC236}">
                <a16:creationId xmlns:a16="http://schemas.microsoft.com/office/drawing/2014/main" id="{CD8998A5-70BA-DC80-ED73-BD2B7C31E355}"/>
              </a:ext>
            </a:extLst>
          </p:cNvPr>
          <p:cNvSpPr>
            <a:spLocks noChangeArrowheads="1"/>
          </p:cNvSpPr>
          <p:nvPr/>
        </p:nvSpPr>
        <p:spPr bwMode="auto">
          <a:xfrm>
            <a:off x="5027612" y="1746393"/>
            <a:ext cx="652463" cy="820737"/>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8" name="Line 14">
            <a:extLst>
              <a:ext uri="{FF2B5EF4-FFF2-40B4-BE49-F238E27FC236}">
                <a16:creationId xmlns:a16="http://schemas.microsoft.com/office/drawing/2014/main" id="{2B351AE4-1C3C-82A5-24D9-29E402A32DDD}"/>
              </a:ext>
            </a:extLst>
          </p:cNvPr>
          <p:cNvSpPr>
            <a:spLocks noChangeShapeType="1"/>
          </p:cNvSpPr>
          <p:nvPr/>
        </p:nvSpPr>
        <p:spPr bwMode="auto">
          <a:xfrm>
            <a:off x="5027612" y="2217880"/>
            <a:ext cx="144463" cy="71438"/>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15">
            <a:extLst>
              <a:ext uri="{FF2B5EF4-FFF2-40B4-BE49-F238E27FC236}">
                <a16:creationId xmlns:a16="http://schemas.microsoft.com/office/drawing/2014/main" id="{F8AB16A2-A037-59BC-5206-32AD53CE7612}"/>
              </a:ext>
            </a:extLst>
          </p:cNvPr>
          <p:cNvSpPr>
            <a:spLocks noChangeShapeType="1"/>
          </p:cNvSpPr>
          <p:nvPr/>
        </p:nvSpPr>
        <p:spPr bwMode="auto">
          <a:xfrm flipH="1">
            <a:off x="5019675" y="2294080"/>
            <a:ext cx="146050" cy="10477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Text Box 16">
            <a:extLst>
              <a:ext uri="{FF2B5EF4-FFF2-40B4-BE49-F238E27FC236}">
                <a16:creationId xmlns:a16="http://schemas.microsoft.com/office/drawing/2014/main" id="{AA6F5D34-DA3C-6CB8-7677-58C37EC7E817}"/>
              </a:ext>
            </a:extLst>
          </p:cNvPr>
          <p:cNvSpPr txBox="1">
            <a:spLocks noChangeArrowheads="1"/>
          </p:cNvSpPr>
          <p:nvPr/>
        </p:nvSpPr>
        <p:spPr bwMode="auto">
          <a:xfrm>
            <a:off x="5084762" y="2508393"/>
            <a:ext cx="58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FF</a:t>
            </a:r>
            <a:r>
              <a:rPr kumimoji="1" lang="en-US" altLang="zh-CN" sz="1400"/>
              <a:t>1</a:t>
            </a:r>
            <a:endParaRPr kumimoji="1" lang="en-US" altLang="zh-CN" sz="2000"/>
          </a:p>
        </p:txBody>
      </p:sp>
      <p:sp>
        <p:nvSpPr>
          <p:cNvPr id="21" name="Text Box 17">
            <a:extLst>
              <a:ext uri="{FF2B5EF4-FFF2-40B4-BE49-F238E27FC236}">
                <a16:creationId xmlns:a16="http://schemas.microsoft.com/office/drawing/2014/main" id="{82A97F2C-B45E-1D83-8EEB-70CD393FBCDF}"/>
              </a:ext>
            </a:extLst>
          </p:cNvPr>
          <p:cNvSpPr txBox="1">
            <a:spLocks noChangeArrowheads="1"/>
          </p:cNvSpPr>
          <p:nvPr/>
        </p:nvSpPr>
        <p:spPr bwMode="auto">
          <a:xfrm>
            <a:off x="5664200" y="1884505"/>
            <a:ext cx="469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1400"/>
              <a:t>1</a:t>
            </a:r>
            <a:endParaRPr kumimoji="1" lang="en-US" altLang="zh-CN" sz="2000"/>
          </a:p>
        </p:txBody>
      </p:sp>
      <p:sp>
        <p:nvSpPr>
          <p:cNvPr id="22" name="Line 18">
            <a:extLst>
              <a:ext uri="{FF2B5EF4-FFF2-40B4-BE49-F238E27FC236}">
                <a16:creationId xmlns:a16="http://schemas.microsoft.com/office/drawing/2014/main" id="{23C2FDEF-48EE-62E0-8150-9E6429761A97}"/>
              </a:ext>
            </a:extLst>
          </p:cNvPr>
          <p:cNvSpPr>
            <a:spLocks noChangeShapeType="1"/>
          </p:cNvSpPr>
          <p:nvPr/>
        </p:nvSpPr>
        <p:spPr bwMode="auto">
          <a:xfrm>
            <a:off x="4883150" y="2303605"/>
            <a:ext cx="144462"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19">
            <a:extLst>
              <a:ext uri="{FF2B5EF4-FFF2-40B4-BE49-F238E27FC236}">
                <a16:creationId xmlns:a16="http://schemas.microsoft.com/office/drawing/2014/main" id="{B0B047F5-B31A-20D9-61AC-E0F1545F2B65}"/>
              </a:ext>
            </a:extLst>
          </p:cNvPr>
          <p:cNvSpPr>
            <a:spLocks noChangeShapeType="1"/>
          </p:cNvSpPr>
          <p:nvPr/>
        </p:nvSpPr>
        <p:spPr bwMode="auto">
          <a:xfrm>
            <a:off x="5680075" y="1882918"/>
            <a:ext cx="65087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Rectangle 20">
            <a:extLst>
              <a:ext uri="{FF2B5EF4-FFF2-40B4-BE49-F238E27FC236}">
                <a16:creationId xmlns:a16="http://schemas.microsoft.com/office/drawing/2014/main" id="{03391A9B-458A-A9C4-33B8-D40FBEE13BBD}"/>
              </a:ext>
            </a:extLst>
          </p:cNvPr>
          <p:cNvSpPr>
            <a:spLocks noChangeArrowheads="1"/>
          </p:cNvSpPr>
          <p:nvPr/>
        </p:nvSpPr>
        <p:spPr bwMode="auto">
          <a:xfrm>
            <a:off x="6330950" y="1746393"/>
            <a:ext cx="650875" cy="8223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25" name="Line 21">
            <a:extLst>
              <a:ext uri="{FF2B5EF4-FFF2-40B4-BE49-F238E27FC236}">
                <a16:creationId xmlns:a16="http://schemas.microsoft.com/office/drawing/2014/main" id="{1915A960-AB56-0167-2FC4-F65CA2626982}"/>
              </a:ext>
            </a:extLst>
          </p:cNvPr>
          <p:cNvSpPr>
            <a:spLocks noChangeShapeType="1"/>
          </p:cNvSpPr>
          <p:nvPr/>
        </p:nvSpPr>
        <p:spPr bwMode="auto">
          <a:xfrm>
            <a:off x="6330950" y="2217880"/>
            <a:ext cx="144462" cy="71438"/>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2">
            <a:extLst>
              <a:ext uri="{FF2B5EF4-FFF2-40B4-BE49-F238E27FC236}">
                <a16:creationId xmlns:a16="http://schemas.microsoft.com/office/drawing/2014/main" id="{042EDD25-B62A-6E6E-5C11-BB2255082583}"/>
              </a:ext>
            </a:extLst>
          </p:cNvPr>
          <p:cNvSpPr>
            <a:spLocks noChangeShapeType="1"/>
          </p:cNvSpPr>
          <p:nvPr/>
        </p:nvSpPr>
        <p:spPr bwMode="auto">
          <a:xfrm flipH="1">
            <a:off x="6323012" y="2294080"/>
            <a:ext cx="144463" cy="10477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Text Box 23">
            <a:extLst>
              <a:ext uri="{FF2B5EF4-FFF2-40B4-BE49-F238E27FC236}">
                <a16:creationId xmlns:a16="http://schemas.microsoft.com/office/drawing/2014/main" id="{EEC2E02F-4D6E-2F85-B6AF-A7100C689A5D}"/>
              </a:ext>
            </a:extLst>
          </p:cNvPr>
          <p:cNvSpPr txBox="1">
            <a:spLocks noChangeArrowheads="1"/>
          </p:cNvSpPr>
          <p:nvPr/>
        </p:nvSpPr>
        <p:spPr bwMode="auto">
          <a:xfrm>
            <a:off x="6388100" y="2508393"/>
            <a:ext cx="58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FF</a:t>
            </a:r>
            <a:r>
              <a:rPr kumimoji="1" lang="en-US" altLang="zh-CN" sz="1400"/>
              <a:t>2</a:t>
            </a:r>
            <a:endParaRPr kumimoji="1" lang="en-US" altLang="zh-CN" sz="2000"/>
          </a:p>
        </p:txBody>
      </p:sp>
      <p:sp>
        <p:nvSpPr>
          <p:cNvPr id="28" name="Text Box 24">
            <a:extLst>
              <a:ext uri="{FF2B5EF4-FFF2-40B4-BE49-F238E27FC236}">
                <a16:creationId xmlns:a16="http://schemas.microsoft.com/office/drawing/2014/main" id="{077EB994-2CB7-7B0F-B405-B922228F9A11}"/>
              </a:ext>
            </a:extLst>
          </p:cNvPr>
          <p:cNvSpPr txBox="1">
            <a:spLocks noChangeArrowheads="1"/>
          </p:cNvSpPr>
          <p:nvPr/>
        </p:nvSpPr>
        <p:spPr bwMode="auto">
          <a:xfrm>
            <a:off x="6561137" y="1751155"/>
            <a:ext cx="469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1400"/>
              <a:t>2</a:t>
            </a:r>
            <a:endParaRPr kumimoji="1" lang="en-US" altLang="zh-CN" sz="2000"/>
          </a:p>
        </p:txBody>
      </p:sp>
      <p:sp>
        <p:nvSpPr>
          <p:cNvPr id="29" name="Oval 25">
            <a:extLst>
              <a:ext uri="{FF2B5EF4-FFF2-40B4-BE49-F238E27FC236}">
                <a16:creationId xmlns:a16="http://schemas.microsoft.com/office/drawing/2014/main" id="{6E5E162B-6FB4-CB7E-F0BD-F6019D5F6CA1}"/>
              </a:ext>
            </a:extLst>
          </p:cNvPr>
          <p:cNvSpPr>
            <a:spLocks noChangeArrowheads="1"/>
          </p:cNvSpPr>
          <p:nvPr/>
        </p:nvSpPr>
        <p:spPr bwMode="auto">
          <a:xfrm>
            <a:off x="6981825" y="2327418"/>
            <a:ext cx="103187" cy="96837"/>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30" name="Line 26">
            <a:extLst>
              <a:ext uri="{FF2B5EF4-FFF2-40B4-BE49-F238E27FC236}">
                <a16:creationId xmlns:a16="http://schemas.microsoft.com/office/drawing/2014/main" id="{5BE74D6E-0DC7-6316-2561-9855ED69386E}"/>
              </a:ext>
            </a:extLst>
          </p:cNvPr>
          <p:cNvSpPr>
            <a:spLocks noChangeShapeType="1"/>
          </p:cNvSpPr>
          <p:nvPr/>
        </p:nvSpPr>
        <p:spPr bwMode="auto">
          <a:xfrm>
            <a:off x="6184900" y="2313130"/>
            <a:ext cx="14605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27">
            <a:extLst>
              <a:ext uri="{FF2B5EF4-FFF2-40B4-BE49-F238E27FC236}">
                <a16:creationId xmlns:a16="http://schemas.microsoft.com/office/drawing/2014/main" id="{F4DF6316-CFB6-FD9C-E922-DC627638F8D3}"/>
              </a:ext>
            </a:extLst>
          </p:cNvPr>
          <p:cNvSpPr>
            <a:spLocks noChangeShapeType="1"/>
          </p:cNvSpPr>
          <p:nvPr/>
        </p:nvSpPr>
        <p:spPr bwMode="auto">
          <a:xfrm>
            <a:off x="6981825" y="1882918"/>
            <a:ext cx="65087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Rectangle 28">
            <a:extLst>
              <a:ext uri="{FF2B5EF4-FFF2-40B4-BE49-F238E27FC236}">
                <a16:creationId xmlns:a16="http://schemas.microsoft.com/office/drawing/2014/main" id="{E3B15D2C-900E-B695-8CDB-ED2411742FE0}"/>
              </a:ext>
            </a:extLst>
          </p:cNvPr>
          <p:cNvSpPr>
            <a:spLocks noChangeArrowheads="1"/>
          </p:cNvSpPr>
          <p:nvPr/>
        </p:nvSpPr>
        <p:spPr bwMode="auto">
          <a:xfrm>
            <a:off x="7632700" y="1746393"/>
            <a:ext cx="652462" cy="8223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33" name="Line 29">
            <a:extLst>
              <a:ext uri="{FF2B5EF4-FFF2-40B4-BE49-F238E27FC236}">
                <a16:creationId xmlns:a16="http://schemas.microsoft.com/office/drawing/2014/main" id="{77C965CA-EE2C-A3FE-B850-DF60A07CFCE5}"/>
              </a:ext>
            </a:extLst>
          </p:cNvPr>
          <p:cNvSpPr>
            <a:spLocks noChangeShapeType="1"/>
          </p:cNvSpPr>
          <p:nvPr/>
        </p:nvSpPr>
        <p:spPr bwMode="auto">
          <a:xfrm>
            <a:off x="7632700" y="2217880"/>
            <a:ext cx="146050" cy="71438"/>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30">
            <a:extLst>
              <a:ext uri="{FF2B5EF4-FFF2-40B4-BE49-F238E27FC236}">
                <a16:creationId xmlns:a16="http://schemas.microsoft.com/office/drawing/2014/main" id="{A37D19A6-1D90-F7F1-D765-54D187D455EE}"/>
              </a:ext>
            </a:extLst>
          </p:cNvPr>
          <p:cNvSpPr>
            <a:spLocks noChangeShapeType="1"/>
          </p:cNvSpPr>
          <p:nvPr/>
        </p:nvSpPr>
        <p:spPr bwMode="auto">
          <a:xfrm flipH="1">
            <a:off x="7626350" y="2294080"/>
            <a:ext cx="144462" cy="10477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Text Box 31">
            <a:extLst>
              <a:ext uri="{FF2B5EF4-FFF2-40B4-BE49-F238E27FC236}">
                <a16:creationId xmlns:a16="http://schemas.microsoft.com/office/drawing/2014/main" id="{4A257A30-47EB-2A1F-CABB-93D22AC19CB1}"/>
              </a:ext>
            </a:extLst>
          </p:cNvPr>
          <p:cNvSpPr txBox="1">
            <a:spLocks noChangeArrowheads="1"/>
          </p:cNvSpPr>
          <p:nvPr/>
        </p:nvSpPr>
        <p:spPr bwMode="auto">
          <a:xfrm>
            <a:off x="7691437" y="2508393"/>
            <a:ext cx="58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FF</a:t>
            </a:r>
            <a:r>
              <a:rPr kumimoji="1" lang="en-US" altLang="zh-CN" sz="1400"/>
              <a:t>3</a:t>
            </a:r>
            <a:endParaRPr kumimoji="1" lang="en-US" altLang="zh-CN" sz="2000"/>
          </a:p>
        </p:txBody>
      </p:sp>
      <p:sp>
        <p:nvSpPr>
          <p:cNvPr id="36" name="Text Box 32">
            <a:extLst>
              <a:ext uri="{FF2B5EF4-FFF2-40B4-BE49-F238E27FC236}">
                <a16:creationId xmlns:a16="http://schemas.microsoft.com/office/drawing/2014/main" id="{DF9B6B38-8CBD-4146-6ACF-F669711E1069}"/>
              </a:ext>
            </a:extLst>
          </p:cNvPr>
          <p:cNvSpPr txBox="1">
            <a:spLocks noChangeArrowheads="1"/>
          </p:cNvSpPr>
          <p:nvPr/>
        </p:nvSpPr>
        <p:spPr bwMode="auto">
          <a:xfrm>
            <a:off x="8269287" y="1884505"/>
            <a:ext cx="469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Q</a:t>
            </a:r>
            <a:r>
              <a:rPr kumimoji="1" lang="en-US" altLang="zh-CN" sz="1400"/>
              <a:t>3</a:t>
            </a:r>
            <a:endParaRPr kumimoji="1" lang="en-US" altLang="zh-CN" sz="2000"/>
          </a:p>
        </p:txBody>
      </p:sp>
      <p:sp>
        <p:nvSpPr>
          <p:cNvPr id="37" name="Line 33">
            <a:extLst>
              <a:ext uri="{FF2B5EF4-FFF2-40B4-BE49-F238E27FC236}">
                <a16:creationId xmlns:a16="http://schemas.microsoft.com/office/drawing/2014/main" id="{5F5A1AC1-5A51-7E31-11FF-58D79A39D6EF}"/>
              </a:ext>
            </a:extLst>
          </p:cNvPr>
          <p:cNvSpPr>
            <a:spLocks noChangeShapeType="1"/>
          </p:cNvSpPr>
          <p:nvPr/>
        </p:nvSpPr>
        <p:spPr bwMode="auto">
          <a:xfrm>
            <a:off x="7488237" y="2313130"/>
            <a:ext cx="144463"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8" name="Group 34">
            <a:extLst>
              <a:ext uri="{FF2B5EF4-FFF2-40B4-BE49-F238E27FC236}">
                <a16:creationId xmlns:a16="http://schemas.microsoft.com/office/drawing/2014/main" id="{F20F9C0F-441A-EF05-B2CE-F740A725518D}"/>
              </a:ext>
            </a:extLst>
          </p:cNvPr>
          <p:cNvGrpSpPr>
            <a:grpSpLocks/>
          </p:cNvGrpSpPr>
          <p:nvPr/>
        </p:nvGrpSpPr>
        <p:grpSpPr bwMode="auto">
          <a:xfrm>
            <a:off x="3579812" y="2290905"/>
            <a:ext cx="3908425" cy="636588"/>
            <a:chOff x="2249" y="1714"/>
            <a:chExt cx="2462" cy="461"/>
          </a:xfrm>
        </p:grpSpPr>
        <p:sp>
          <p:nvSpPr>
            <p:cNvPr id="39" name="Line 35">
              <a:extLst>
                <a:ext uri="{FF2B5EF4-FFF2-40B4-BE49-F238E27FC236}">
                  <a16:creationId xmlns:a16="http://schemas.microsoft.com/office/drawing/2014/main" id="{146ADD26-5F39-7839-6E4F-13259B0CB5EF}"/>
                </a:ext>
              </a:extLst>
            </p:cNvPr>
            <p:cNvSpPr>
              <a:spLocks noChangeShapeType="1"/>
            </p:cNvSpPr>
            <p:nvPr/>
          </p:nvSpPr>
          <p:spPr bwMode="auto">
            <a:xfrm>
              <a:off x="2249" y="1722"/>
              <a:ext cx="0" cy="438"/>
            </a:xfrm>
            <a:prstGeom prst="line">
              <a:avLst/>
            </a:prstGeom>
            <a:noFill/>
            <a:ln w="28575">
              <a:solidFill>
                <a:schemeClr val="tx1"/>
              </a:solidFill>
              <a:miter lim="800000"/>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36">
              <a:extLst>
                <a:ext uri="{FF2B5EF4-FFF2-40B4-BE49-F238E27FC236}">
                  <a16:creationId xmlns:a16="http://schemas.microsoft.com/office/drawing/2014/main" id="{5F3404DA-CF8B-E0F0-E2BD-22813732FA5E}"/>
                </a:ext>
              </a:extLst>
            </p:cNvPr>
            <p:cNvSpPr>
              <a:spLocks noChangeShapeType="1"/>
            </p:cNvSpPr>
            <p:nvPr/>
          </p:nvSpPr>
          <p:spPr bwMode="auto">
            <a:xfrm>
              <a:off x="3070" y="1714"/>
              <a:ext cx="0" cy="438"/>
            </a:xfrm>
            <a:prstGeom prst="line">
              <a:avLst/>
            </a:prstGeom>
            <a:noFill/>
            <a:ln w="28575">
              <a:solidFill>
                <a:schemeClr val="tx1"/>
              </a:solidFill>
              <a:miter lim="800000"/>
              <a:headEnd type="none" w="lg" len="me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37">
              <a:extLst>
                <a:ext uri="{FF2B5EF4-FFF2-40B4-BE49-F238E27FC236}">
                  <a16:creationId xmlns:a16="http://schemas.microsoft.com/office/drawing/2014/main" id="{62F3FD97-4B28-1530-9CA9-F3B75F969D51}"/>
                </a:ext>
              </a:extLst>
            </p:cNvPr>
            <p:cNvSpPr>
              <a:spLocks noChangeShapeType="1"/>
            </p:cNvSpPr>
            <p:nvPr/>
          </p:nvSpPr>
          <p:spPr bwMode="auto">
            <a:xfrm>
              <a:off x="3890" y="1715"/>
              <a:ext cx="0" cy="438"/>
            </a:xfrm>
            <a:prstGeom prst="line">
              <a:avLst/>
            </a:prstGeom>
            <a:noFill/>
            <a:ln w="28575">
              <a:solidFill>
                <a:schemeClr val="tx1"/>
              </a:solidFill>
              <a:miter lim="800000"/>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38">
              <a:extLst>
                <a:ext uri="{FF2B5EF4-FFF2-40B4-BE49-F238E27FC236}">
                  <a16:creationId xmlns:a16="http://schemas.microsoft.com/office/drawing/2014/main" id="{3ACEF9F0-7098-64EC-185C-6636C5D80F47}"/>
                </a:ext>
              </a:extLst>
            </p:cNvPr>
            <p:cNvSpPr>
              <a:spLocks noChangeShapeType="1"/>
            </p:cNvSpPr>
            <p:nvPr/>
          </p:nvSpPr>
          <p:spPr bwMode="auto">
            <a:xfrm>
              <a:off x="4711" y="1715"/>
              <a:ext cx="0" cy="46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3" name="Line 39">
            <a:extLst>
              <a:ext uri="{FF2B5EF4-FFF2-40B4-BE49-F238E27FC236}">
                <a16:creationId xmlns:a16="http://schemas.microsoft.com/office/drawing/2014/main" id="{B6E1F84D-C6F2-FDE9-8332-AB23199F54A6}"/>
              </a:ext>
            </a:extLst>
          </p:cNvPr>
          <p:cNvSpPr>
            <a:spLocks noChangeShapeType="1"/>
          </p:cNvSpPr>
          <p:nvPr/>
        </p:nvSpPr>
        <p:spPr bwMode="auto">
          <a:xfrm>
            <a:off x="8285162" y="1882918"/>
            <a:ext cx="328613"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40">
            <a:extLst>
              <a:ext uri="{FF2B5EF4-FFF2-40B4-BE49-F238E27FC236}">
                <a16:creationId xmlns:a16="http://schemas.microsoft.com/office/drawing/2014/main" id="{FEC5AD0F-2DA4-FF33-B724-EEB527E897E4}"/>
              </a:ext>
            </a:extLst>
          </p:cNvPr>
          <p:cNvSpPr>
            <a:spLocks noChangeShapeType="1"/>
          </p:cNvSpPr>
          <p:nvPr/>
        </p:nvSpPr>
        <p:spPr bwMode="auto">
          <a:xfrm>
            <a:off x="3068637" y="2910030"/>
            <a:ext cx="4419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Line 41">
            <a:extLst>
              <a:ext uri="{FF2B5EF4-FFF2-40B4-BE49-F238E27FC236}">
                <a16:creationId xmlns:a16="http://schemas.microsoft.com/office/drawing/2014/main" id="{1A0179FE-D78C-AAEF-A5E5-A363E13C0FBF}"/>
              </a:ext>
            </a:extLst>
          </p:cNvPr>
          <p:cNvSpPr>
            <a:spLocks noChangeShapeType="1"/>
          </p:cNvSpPr>
          <p:nvPr/>
        </p:nvSpPr>
        <p:spPr bwMode="auto">
          <a:xfrm flipH="1">
            <a:off x="3502025" y="1882918"/>
            <a:ext cx="22225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Line 42">
            <a:extLst>
              <a:ext uri="{FF2B5EF4-FFF2-40B4-BE49-F238E27FC236}">
                <a16:creationId xmlns:a16="http://schemas.microsoft.com/office/drawing/2014/main" id="{5DDD573E-CA08-CE39-9B09-DA1AC0B2CBC0}"/>
              </a:ext>
            </a:extLst>
          </p:cNvPr>
          <p:cNvSpPr>
            <a:spLocks noChangeShapeType="1"/>
          </p:cNvSpPr>
          <p:nvPr/>
        </p:nvSpPr>
        <p:spPr bwMode="auto">
          <a:xfrm flipV="1">
            <a:off x="3506787" y="1139968"/>
            <a:ext cx="0" cy="74295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Line 43">
            <a:extLst>
              <a:ext uri="{FF2B5EF4-FFF2-40B4-BE49-F238E27FC236}">
                <a16:creationId xmlns:a16="http://schemas.microsoft.com/office/drawing/2014/main" id="{5C5D04DA-2DE2-4D1D-B240-E5359ABD8765}"/>
              </a:ext>
            </a:extLst>
          </p:cNvPr>
          <p:cNvSpPr>
            <a:spLocks noChangeShapeType="1"/>
          </p:cNvSpPr>
          <p:nvPr/>
        </p:nvSpPr>
        <p:spPr bwMode="auto">
          <a:xfrm flipH="1">
            <a:off x="5589587" y="1427305"/>
            <a:ext cx="4318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Text Box 44">
            <a:extLst>
              <a:ext uri="{FF2B5EF4-FFF2-40B4-BE49-F238E27FC236}">
                <a16:creationId xmlns:a16="http://schemas.microsoft.com/office/drawing/2014/main" id="{14F1A565-011C-5DA9-87D1-E161E6FF6BB1}"/>
              </a:ext>
            </a:extLst>
          </p:cNvPr>
          <p:cNvSpPr txBox="1">
            <a:spLocks noChangeArrowheads="1"/>
          </p:cNvSpPr>
          <p:nvPr/>
        </p:nvSpPr>
        <p:spPr bwMode="auto">
          <a:xfrm>
            <a:off x="3033712" y="162733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D</a:t>
            </a:r>
            <a:r>
              <a:rPr kumimoji="1" lang="en-US" altLang="zh-CN" sz="1400"/>
              <a:t>0</a:t>
            </a:r>
            <a:endParaRPr kumimoji="1" lang="en-US" altLang="zh-CN" sz="2000"/>
          </a:p>
        </p:txBody>
      </p:sp>
      <p:sp>
        <p:nvSpPr>
          <p:cNvPr id="49" name="Text Box 45">
            <a:extLst>
              <a:ext uri="{FF2B5EF4-FFF2-40B4-BE49-F238E27FC236}">
                <a16:creationId xmlns:a16="http://schemas.microsoft.com/office/drawing/2014/main" id="{AAC3BEA1-CE89-1A0A-F6A9-4215596A1FF0}"/>
              </a:ext>
            </a:extLst>
          </p:cNvPr>
          <p:cNvSpPr txBox="1">
            <a:spLocks noChangeArrowheads="1"/>
          </p:cNvSpPr>
          <p:nvPr/>
        </p:nvSpPr>
        <p:spPr bwMode="auto">
          <a:xfrm>
            <a:off x="3000375" y="2508393"/>
            <a:ext cx="523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a:t>CP</a:t>
            </a:r>
          </a:p>
        </p:txBody>
      </p:sp>
      <p:sp>
        <p:nvSpPr>
          <p:cNvPr id="50" name="Line 46">
            <a:extLst>
              <a:ext uri="{FF2B5EF4-FFF2-40B4-BE49-F238E27FC236}">
                <a16:creationId xmlns:a16="http://schemas.microsoft.com/office/drawing/2014/main" id="{6945E1DA-0C9B-9CCE-65A5-5F5B32D710A3}"/>
              </a:ext>
            </a:extLst>
          </p:cNvPr>
          <p:cNvSpPr>
            <a:spLocks noChangeShapeType="1"/>
          </p:cNvSpPr>
          <p:nvPr/>
        </p:nvSpPr>
        <p:spPr bwMode="auto">
          <a:xfrm flipV="1">
            <a:off x="8613775" y="924068"/>
            <a:ext cx="0" cy="958850"/>
          </a:xfrm>
          <a:prstGeom prst="line">
            <a:avLst/>
          </a:prstGeom>
          <a:noFill/>
          <a:ln w="28575">
            <a:solidFill>
              <a:schemeClr val="tx1"/>
            </a:solidFill>
            <a:miter lim="800000"/>
            <a:headEnd type="none"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47">
            <a:extLst>
              <a:ext uri="{FF2B5EF4-FFF2-40B4-BE49-F238E27FC236}">
                <a16:creationId xmlns:a16="http://schemas.microsoft.com/office/drawing/2014/main" id="{E27C39AA-CA97-0620-1162-151763BB5079}"/>
              </a:ext>
            </a:extLst>
          </p:cNvPr>
          <p:cNvSpPr>
            <a:spLocks noChangeShapeType="1"/>
          </p:cNvSpPr>
          <p:nvPr/>
        </p:nvSpPr>
        <p:spPr bwMode="auto">
          <a:xfrm flipH="1">
            <a:off x="5591175" y="1211405"/>
            <a:ext cx="1690687"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Line 48">
            <a:extLst>
              <a:ext uri="{FF2B5EF4-FFF2-40B4-BE49-F238E27FC236}">
                <a16:creationId xmlns:a16="http://schemas.microsoft.com/office/drawing/2014/main" id="{CC7479B2-C478-50C9-60A4-3C556B57CDF8}"/>
              </a:ext>
            </a:extLst>
          </p:cNvPr>
          <p:cNvSpPr>
            <a:spLocks noChangeShapeType="1"/>
          </p:cNvSpPr>
          <p:nvPr/>
        </p:nvSpPr>
        <p:spPr bwMode="auto">
          <a:xfrm flipH="1">
            <a:off x="4330700" y="924068"/>
            <a:ext cx="428307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Line 49">
            <a:extLst>
              <a:ext uri="{FF2B5EF4-FFF2-40B4-BE49-F238E27FC236}">
                <a16:creationId xmlns:a16="http://schemas.microsoft.com/office/drawing/2014/main" id="{60B97359-40F0-A77C-F93E-73B0A4F63D6A}"/>
              </a:ext>
            </a:extLst>
          </p:cNvPr>
          <p:cNvSpPr>
            <a:spLocks noChangeShapeType="1"/>
          </p:cNvSpPr>
          <p:nvPr/>
        </p:nvSpPr>
        <p:spPr bwMode="auto">
          <a:xfrm flipV="1">
            <a:off x="6021387" y="1427305"/>
            <a:ext cx="0" cy="455613"/>
          </a:xfrm>
          <a:prstGeom prst="line">
            <a:avLst/>
          </a:prstGeom>
          <a:noFill/>
          <a:ln w="28575">
            <a:solidFill>
              <a:schemeClr val="tx1"/>
            </a:solidFill>
            <a:miter lim="800000"/>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Line 50">
            <a:extLst>
              <a:ext uri="{FF2B5EF4-FFF2-40B4-BE49-F238E27FC236}">
                <a16:creationId xmlns:a16="http://schemas.microsoft.com/office/drawing/2014/main" id="{DCFA749C-891E-0C29-E1E6-09F357C781AF}"/>
              </a:ext>
            </a:extLst>
          </p:cNvPr>
          <p:cNvSpPr>
            <a:spLocks noChangeShapeType="1"/>
          </p:cNvSpPr>
          <p:nvPr/>
        </p:nvSpPr>
        <p:spPr bwMode="auto">
          <a:xfrm flipV="1">
            <a:off x="7281862" y="1211405"/>
            <a:ext cx="0" cy="1152525"/>
          </a:xfrm>
          <a:prstGeom prst="line">
            <a:avLst/>
          </a:prstGeom>
          <a:noFill/>
          <a:ln w="28575">
            <a:solidFill>
              <a:schemeClr val="tx1"/>
            </a:solidFill>
            <a:miter lim="800000"/>
            <a:headEnd type="none" w="lg" len="lg"/>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5" name="Group 51">
            <a:extLst>
              <a:ext uri="{FF2B5EF4-FFF2-40B4-BE49-F238E27FC236}">
                <a16:creationId xmlns:a16="http://schemas.microsoft.com/office/drawing/2014/main" id="{52A699ED-42B7-3F4D-99DD-1B2625FD143D}"/>
              </a:ext>
            </a:extLst>
          </p:cNvPr>
          <p:cNvGrpSpPr>
            <a:grpSpLocks/>
          </p:cNvGrpSpPr>
          <p:nvPr/>
        </p:nvGrpSpPr>
        <p:grpSpPr bwMode="auto">
          <a:xfrm>
            <a:off x="696912" y="924068"/>
            <a:ext cx="1144588" cy="457200"/>
            <a:chOff x="2245" y="1162"/>
            <a:chExt cx="721" cy="288"/>
          </a:xfrm>
        </p:grpSpPr>
        <p:sp>
          <p:nvSpPr>
            <p:cNvPr id="56" name="Text Box 52">
              <a:extLst>
                <a:ext uri="{FF2B5EF4-FFF2-40B4-BE49-F238E27FC236}">
                  <a16:creationId xmlns:a16="http://schemas.microsoft.com/office/drawing/2014/main" id="{822E6411-95A2-4C07-8C06-958E94E42BC3}"/>
                </a:ext>
              </a:extLst>
            </p:cNvPr>
            <p:cNvSpPr txBox="1">
              <a:spLocks noChangeArrowheads="1"/>
            </p:cNvSpPr>
            <p:nvPr/>
          </p:nvSpPr>
          <p:spPr bwMode="auto">
            <a:xfrm>
              <a:off x="2245" y="1162"/>
              <a:ext cx="72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t>D</a:t>
              </a:r>
              <a:r>
                <a:rPr kumimoji="1" lang="en-US" altLang="zh-CN" sz="2400" baseline="-25000"/>
                <a:t>0 </a:t>
              </a:r>
              <a:r>
                <a:rPr kumimoji="1" lang="en-US" altLang="zh-CN" sz="2400"/>
                <a:t>= Q</a:t>
              </a:r>
              <a:r>
                <a:rPr kumimoji="1" lang="en-US" altLang="zh-CN" sz="2400" baseline="-25000"/>
                <a:t>3</a:t>
              </a:r>
              <a:endParaRPr kumimoji="1" lang="en-US" altLang="zh-CN" sz="2400"/>
            </a:p>
          </p:txBody>
        </p:sp>
        <p:sp>
          <p:nvSpPr>
            <p:cNvPr id="57" name="Line 53">
              <a:extLst>
                <a:ext uri="{FF2B5EF4-FFF2-40B4-BE49-F238E27FC236}">
                  <a16:creationId xmlns:a16="http://schemas.microsoft.com/office/drawing/2014/main" id="{1E9DB470-DB0C-6BF3-F321-C5D4FC207016}"/>
                </a:ext>
              </a:extLst>
            </p:cNvPr>
            <p:cNvSpPr>
              <a:spLocks noChangeShapeType="1"/>
            </p:cNvSpPr>
            <p:nvPr/>
          </p:nvSpPr>
          <p:spPr bwMode="auto">
            <a:xfrm>
              <a:off x="2676" y="1207"/>
              <a:ext cx="18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8" name="Group 54">
            <a:extLst>
              <a:ext uri="{FF2B5EF4-FFF2-40B4-BE49-F238E27FC236}">
                <a16:creationId xmlns:a16="http://schemas.microsoft.com/office/drawing/2014/main" id="{56080679-99FA-51DE-B8E8-7B3EF6CE92B5}"/>
              </a:ext>
            </a:extLst>
          </p:cNvPr>
          <p:cNvGrpSpPr>
            <a:grpSpLocks/>
          </p:cNvGrpSpPr>
          <p:nvPr/>
        </p:nvGrpSpPr>
        <p:grpSpPr bwMode="auto">
          <a:xfrm>
            <a:off x="1778000" y="924068"/>
            <a:ext cx="1147762" cy="457200"/>
            <a:chOff x="2391" y="1492"/>
            <a:chExt cx="723" cy="288"/>
          </a:xfrm>
        </p:grpSpPr>
        <p:sp>
          <p:nvSpPr>
            <p:cNvPr id="59" name="Text Box 55">
              <a:extLst>
                <a:ext uri="{FF2B5EF4-FFF2-40B4-BE49-F238E27FC236}">
                  <a16:creationId xmlns:a16="http://schemas.microsoft.com/office/drawing/2014/main" id="{66C14DC6-1783-A8DE-FE56-028AD2F37507}"/>
                </a:ext>
              </a:extLst>
            </p:cNvPr>
            <p:cNvSpPr txBox="1">
              <a:spLocks noChangeArrowheads="1"/>
            </p:cNvSpPr>
            <p:nvPr/>
          </p:nvSpPr>
          <p:spPr bwMode="auto">
            <a:xfrm>
              <a:off x="2391" y="1492"/>
              <a:ext cx="7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000" b="0">
                  <a:latin typeface="Arial" panose="020B0604020202020204" pitchFamily="34" charset="0"/>
                </a:rPr>
                <a:t>+ </a:t>
              </a:r>
              <a:r>
                <a:rPr kumimoji="1" lang="en-US" altLang="zh-CN" sz="2400"/>
                <a:t>Q</a:t>
              </a:r>
              <a:r>
                <a:rPr kumimoji="1" lang="en-US" altLang="zh-CN" sz="2400" baseline="-25000"/>
                <a:t>1</a:t>
              </a:r>
              <a:r>
                <a:rPr kumimoji="1" lang="en-US" altLang="zh-CN" sz="2400"/>
                <a:t>Q</a:t>
              </a:r>
              <a:r>
                <a:rPr kumimoji="1" lang="en-US" altLang="zh-CN" sz="2400" baseline="-25000"/>
                <a:t>2</a:t>
              </a:r>
              <a:r>
                <a:rPr lang="en-US" altLang="zh-CN" sz="2000" b="0">
                  <a:latin typeface="Arial" panose="020B0604020202020204" pitchFamily="34" charset="0"/>
                </a:rPr>
                <a:t> </a:t>
              </a:r>
            </a:p>
          </p:txBody>
        </p:sp>
        <p:sp>
          <p:nvSpPr>
            <p:cNvPr id="60" name="Line 56">
              <a:extLst>
                <a:ext uri="{FF2B5EF4-FFF2-40B4-BE49-F238E27FC236}">
                  <a16:creationId xmlns:a16="http://schemas.microsoft.com/office/drawing/2014/main" id="{C18D57C7-2B1F-7557-CD51-48FFF6ED1C7F}"/>
                </a:ext>
              </a:extLst>
            </p:cNvPr>
            <p:cNvSpPr>
              <a:spLocks noChangeShapeType="1"/>
            </p:cNvSpPr>
            <p:nvPr/>
          </p:nvSpPr>
          <p:spPr bwMode="auto">
            <a:xfrm>
              <a:off x="2789" y="1525"/>
              <a:ext cx="18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1" name="Line 57">
            <a:extLst>
              <a:ext uri="{FF2B5EF4-FFF2-40B4-BE49-F238E27FC236}">
                <a16:creationId xmlns:a16="http://schemas.microsoft.com/office/drawing/2014/main" id="{CC7CE71F-A1BD-75FA-3563-5CF2C37BCF12}"/>
              </a:ext>
            </a:extLst>
          </p:cNvPr>
          <p:cNvSpPr>
            <a:spLocks noChangeShapeType="1"/>
          </p:cNvSpPr>
          <p:nvPr/>
        </p:nvSpPr>
        <p:spPr bwMode="auto">
          <a:xfrm flipH="1">
            <a:off x="7059612" y="2363930"/>
            <a:ext cx="22225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AutoShape 58">
            <a:extLst>
              <a:ext uri="{FF2B5EF4-FFF2-40B4-BE49-F238E27FC236}">
                <a16:creationId xmlns:a16="http://schemas.microsoft.com/office/drawing/2014/main" id="{33E39D54-EEFE-0888-3F60-9C24CDB9FB86}"/>
              </a:ext>
            </a:extLst>
          </p:cNvPr>
          <p:cNvSpPr>
            <a:spLocks noChangeArrowheads="1"/>
          </p:cNvSpPr>
          <p:nvPr/>
        </p:nvSpPr>
        <p:spPr bwMode="auto">
          <a:xfrm rot="10800000">
            <a:off x="5086350" y="1066943"/>
            <a:ext cx="503237" cy="504825"/>
          </a:xfrm>
          <a:prstGeom prst="flowChartDelay">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63" name="Oval 59">
            <a:extLst>
              <a:ext uri="{FF2B5EF4-FFF2-40B4-BE49-F238E27FC236}">
                <a16:creationId xmlns:a16="http://schemas.microsoft.com/office/drawing/2014/main" id="{1DAE5F92-D218-E2AC-4245-31F6BD2AB69B}"/>
              </a:ext>
            </a:extLst>
          </p:cNvPr>
          <p:cNvSpPr>
            <a:spLocks noChangeArrowheads="1"/>
          </p:cNvSpPr>
          <p:nvPr/>
        </p:nvSpPr>
        <p:spPr bwMode="auto">
          <a:xfrm rot="10800000">
            <a:off x="4976812" y="1271730"/>
            <a:ext cx="119063" cy="119063"/>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64" name="Line 60">
            <a:extLst>
              <a:ext uri="{FF2B5EF4-FFF2-40B4-BE49-F238E27FC236}">
                <a16:creationId xmlns:a16="http://schemas.microsoft.com/office/drawing/2014/main" id="{45F7AFC9-A858-31DA-F5BD-FF23DB9D15BD}"/>
              </a:ext>
            </a:extLst>
          </p:cNvPr>
          <p:cNvSpPr>
            <a:spLocks noChangeShapeType="1"/>
          </p:cNvSpPr>
          <p:nvPr/>
        </p:nvSpPr>
        <p:spPr bwMode="auto">
          <a:xfrm flipH="1">
            <a:off x="4545012" y="1319355"/>
            <a:ext cx="4318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AutoShape 61">
            <a:extLst>
              <a:ext uri="{FF2B5EF4-FFF2-40B4-BE49-F238E27FC236}">
                <a16:creationId xmlns:a16="http://schemas.microsoft.com/office/drawing/2014/main" id="{207B3B67-0FD3-5329-7524-68B67EED6B93}"/>
              </a:ext>
            </a:extLst>
          </p:cNvPr>
          <p:cNvSpPr>
            <a:spLocks noChangeArrowheads="1"/>
          </p:cNvSpPr>
          <p:nvPr/>
        </p:nvSpPr>
        <p:spPr bwMode="auto">
          <a:xfrm rot="10800000">
            <a:off x="4041775" y="779605"/>
            <a:ext cx="503237" cy="684213"/>
          </a:xfrm>
          <a:prstGeom prst="flowChartDelay">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66" name="Line 62">
            <a:extLst>
              <a:ext uri="{FF2B5EF4-FFF2-40B4-BE49-F238E27FC236}">
                <a16:creationId xmlns:a16="http://schemas.microsoft.com/office/drawing/2014/main" id="{8E59543E-DDC5-FA5A-E887-3A70AE5D9B35}"/>
              </a:ext>
            </a:extLst>
          </p:cNvPr>
          <p:cNvSpPr>
            <a:spLocks noChangeShapeType="1"/>
          </p:cNvSpPr>
          <p:nvPr/>
        </p:nvSpPr>
        <p:spPr bwMode="auto">
          <a:xfrm flipH="1">
            <a:off x="3500437" y="1138380"/>
            <a:ext cx="4318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Oval 63">
            <a:extLst>
              <a:ext uri="{FF2B5EF4-FFF2-40B4-BE49-F238E27FC236}">
                <a16:creationId xmlns:a16="http://schemas.microsoft.com/office/drawing/2014/main" id="{86BF6D80-D403-3D4B-0493-9BC53621A666}"/>
              </a:ext>
            </a:extLst>
          </p:cNvPr>
          <p:cNvSpPr>
            <a:spLocks noChangeArrowheads="1"/>
          </p:cNvSpPr>
          <p:nvPr/>
        </p:nvSpPr>
        <p:spPr bwMode="auto">
          <a:xfrm rot="10800000">
            <a:off x="3922712" y="1066943"/>
            <a:ext cx="119063" cy="11906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68" name="Rectangle 64">
            <a:extLst>
              <a:ext uri="{FF2B5EF4-FFF2-40B4-BE49-F238E27FC236}">
                <a16:creationId xmlns:a16="http://schemas.microsoft.com/office/drawing/2014/main" id="{100056A4-B4DE-6586-429F-57BEDFDD802C}"/>
              </a:ext>
            </a:extLst>
          </p:cNvPr>
          <p:cNvSpPr>
            <a:spLocks noChangeArrowheads="1"/>
          </p:cNvSpPr>
          <p:nvPr/>
        </p:nvSpPr>
        <p:spPr bwMode="auto">
          <a:xfrm>
            <a:off x="1095375" y="1859105"/>
            <a:ext cx="771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t>= Q</a:t>
            </a:r>
            <a:r>
              <a:rPr kumimoji="1" lang="en-US" altLang="zh-CN" sz="2400" baseline="-25000"/>
              <a:t>3</a:t>
            </a:r>
            <a:endParaRPr kumimoji="1" lang="zh-CN" altLang="en-US" sz="2400" baseline="-25000"/>
          </a:p>
        </p:txBody>
      </p:sp>
      <p:sp>
        <p:nvSpPr>
          <p:cNvPr id="69" name="Text Box 65">
            <a:extLst>
              <a:ext uri="{FF2B5EF4-FFF2-40B4-BE49-F238E27FC236}">
                <a16:creationId xmlns:a16="http://schemas.microsoft.com/office/drawing/2014/main" id="{39C6C189-F309-387A-FFF9-603CDC8F3F63}"/>
              </a:ext>
            </a:extLst>
          </p:cNvPr>
          <p:cNvSpPr txBox="1">
            <a:spLocks noChangeArrowheads="1"/>
          </p:cNvSpPr>
          <p:nvPr/>
        </p:nvSpPr>
        <p:spPr bwMode="auto">
          <a:xfrm>
            <a:off x="1779587" y="1859105"/>
            <a:ext cx="93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t>Q</a:t>
            </a:r>
            <a:r>
              <a:rPr kumimoji="1" lang="en-US" altLang="zh-CN" sz="2400" baseline="-25000"/>
              <a:t>1</a:t>
            </a:r>
            <a:r>
              <a:rPr kumimoji="1" lang="en-US" altLang="zh-CN" sz="2400"/>
              <a:t>Q</a:t>
            </a:r>
            <a:r>
              <a:rPr kumimoji="1" lang="en-US" altLang="zh-CN" sz="2400" baseline="-25000"/>
              <a:t>2</a:t>
            </a:r>
            <a:r>
              <a:rPr lang="en-US" altLang="zh-CN" sz="2000" b="0">
                <a:latin typeface="Arial" panose="020B0604020202020204" pitchFamily="34" charset="0"/>
              </a:rPr>
              <a:t> </a:t>
            </a:r>
          </a:p>
        </p:txBody>
      </p:sp>
      <p:sp>
        <p:nvSpPr>
          <p:cNvPr id="70" name="Line 66">
            <a:extLst>
              <a:ext uri="{FF2B5EF4-FFF2-40B4-BE49-F238E27FC236}">
                <a16:creationId xmlns:a16="http://schemas.microsoft.com/office/drawing/2014/main" id="{F9BA5A97-9DD7-277E-7D64-E8202C57E531}"/>
              </a:ext>
            </a:extLst>
          </p:cNvPr>
          <p:cNvSpPr>
            <a:spLocks noChangeShapeType="1"/>
          </p:cNvSpPr>
          <p:nvPr/>
        </p:nvSpPr>
        <p:spPr bwMode="auto">
          <a:xfrm>
            <a:off x="2211387" y="1948005"/>
            <a:ext cx="2873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67">
            <a:extLst>
              <a:ext uri="{FF2B5EF4-FFF2-40B4-BE49-F238E27FC236}">
                <a16:creationId xmlns:a16="http://schemas.microsoft.com/office/drawing/2014/main" id="{F425C75E-0380-C4BE-54AB-4A997D7796FD}"/>
              </a:ext>
            </a:extLst>
          </p:cNvPr>
          <p:cNvSpPr>
            <a:spLocks noChangeShapeType="1"/>
          </p:cNvSpPr>
          <p:nvPr/>
        </p:nvSpPr>
        <p:spPr bwMode="auto">
          <a:xfrm>
            <a:off x="1887537" y="1859105"/>
            <a:ext cx="6111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68">
            <a:extLst>
              <a:ext uri="{FF2B5EF4-FFF2-40B4-BE49-F238E27FC236}">
                <a16:creationId xmlns:a16="http://schemas.microsoft.com/office/drawing/2014/main" id="{FDA88AAE-F493-762C-71B5-C7A6B79F01CE}"/>
              </a:ext>
            </a:extLst>
          </p:cNvPr>
          <p:cNvSpPr>
            <a:spLocks noChangeShapeType="1"/>
          </p:cNvSpPr>
          <p:nvPr/>
        </p:nvSpPr>
        <p:spPr bwMode="auto">
          <a:xfrm>
            <a:off x="1419225" y="1751155"/>
            <a:ext cx="10795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3" name="Group 70">
            <a:extLst>
              <a:ext uri="{FF2B5EF4-FFF2-40B4-BE49-F238E27FC236}">
                <a16:creationId xmlns:a16="http://schemas.microsoft.com/office/drawing/2014/main" id="{44D9112D-8DB5-7055-B428-4B6DFB3E6EA1}"/>
              </a:ext>
            </a:extLst>
          </p:cNvPr>
          <p:cNvGrpSpPr>
            <a:grpSpLocks/>
          </p:cNvGrpSpPr>
          <p:nvPr/>
        </p:nvGrpSpPr>
        <p:grpSpPr bwMode="auto">
          <a:xfrm>
            <a:off x="469900" y="3981450"/>
            <a:ext cx="2862263" cy="2016125"/>
            <a:chOff x="2112" y="1392"/>
            <a:chExt cx="1735" cy="1392"/>
          </a:xfrm>
        </p:grpSpPr>
        <p:sp>
          <p:nvSpPr>
            <p:cNvPr id="74" name="Oval 71">
              <a:extLst>
                <a:ext uri="{FF2B5EF4-FFF2-40B4-BE49-F238E27FC236}">
                  <a16:creationId xmlns:a16="http://schemas.microsoft.com/office/drawing/2014/main" id="{026B3EC8-D903-51FA-1D2D-2DCF283D10A0}"/>
                </a:ext>
              </a:extLst>
            </p:cNvPr>
            <p:cNvSpPr>
              <a:spLocks noChangeArrowheads="1"/>
            </p:cNvSpPr>
            <p:nvPr/>
          </p:nvSpPr>
          <p:spPr bwMode="auto">
            <a:xfrm>
              <a:off x="2112" y="1392"/>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0000</a:t>
              </a:r>
            </a:p>
          </p:txBody>
        </p:sp>
        <p:sp>
          <p:nvSpPr>
            <p:cNvPr id="75" name="Line 72">
              <a:extLst>
                <a:ext uri="{FF2B5EF4-FFF2-40B4-BE49-F238E27FC236}">
                  <a16:creationId xmlns:a16="http://schemas.microsoft.com/office/drawing/2014/main" id="{679D1358-C70C-26AA-5894-09766C66B5BE}"/>
                </a:ext>
              </a:extLst>
            </p:cNvPr>
            <p:cNvSpPr>
              <a:spLocks noChangeShapeType="1"/>
            </p:cNvSpPr>
            <p:nvPr/>
          </p:nvSpPr>
          <p:spPr bwMode="auto">
            <a:xfrm>
              <a:off x="2503" y="1557"/>
              <a:ext cx="274"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Oval 73">
              <a:extLst>
                <a:ext uri="{FF2B5EF4-FFF2-40B4-BE49-F238E27FC236}">
                  <a16:creationId xmlns:a16="http://schemas.microsoft.com/office/drawing/2014/main" id="{F9B7A168-28B4-3AF7-3402-F27E8DC66533}"/>
                </a:ext>
              </a:extLst>
            </p:cNvPr>
            <p:cNvSpPr>
              <a:spLocks noChangeArrowheads="1"/>
            </p:cNvSpPr>
            <p:nvPr/>
          </p:nvSpPr>
          <p:spPr bwMode="auto">
            <a:xfrm>
              <a:off x="2777" y="1392"/>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1000</a:t>
              </a:r>
            </a:p>
          </p:txBody>
        </p:sp>
        <p:sp>
          <p:nvSpPr>
            <p:cNvPr id="77" name="Line 74">
              <a:extLst>
                <a:ext uri="{FF2B5EF4-FFF2-40B4-BE49-F238E27FC236}">
                  <a16:creationId xmlns:a16="http://schemas.microsoft.com/office/drawing/2014/main" id="{34BD1F58-D4CB-D31A-91AB-3B22CCEF73AA}"/>
                </a:ext>
              </a:extLst>
            </p:cNvPr>
            <p:cNvSpPr>
              <a:spLocks noChangeShapeType="1"/>
            </p:cNvSpPr>
            <p:nvPr/>
          </p:nvSpPr>
          <p:spPr bwMode="auto">
            <a:xfrm>
              <a:off x="3648" y="1721"/>
              <a:ext cx="0" cy="206"/>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 name="Oval 75">
              <a:extLst>
                <a:ext uri="{FF2B5EF4-FFF2-40B4-BE49-F238E27FC236}">
                  <a16:creationId xmlns:a16="http://schemas.microsoft.com/office/drawing/2014/main" id="{1BA63377-50BB-92C2-A8A6-A1416D39592A}"/>
                </a:ext>
              </a:extLst>
            </p:cNvPr>
            <p:cNvSpPr>
              <a:spLocks noChangeArrowheads="1"/>
            </p:cNvSpPr>
            <p:nvPr/>
          </p:nvSpPr>
          <p:spPr bwMode="auto">
            <a:xfrm>
              <a:off x="2112" y="1927"/>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0001</a:t>
              </a:r>
            </a:p>
          </p:txBody>
        </p:sp>
        <p:sp>
          <p:nvSpPr>
            <p:cNvPr id="79" name="Oval 76">
              <a:extLst>
                <a:ext uri="{FF2B5EF4-FFF2-40B4-BE49-F238E27FC236}">
                  <a16:creationId xmlns:a16="http://schemas.microsoft.com/office/drawing/2014/main" id="{9BE9D310-FAE6-46A7-67DF-8646777826C7}"/>
                </a:ext>
              </a:extLst>
            </p:cNvPr>
            <p:cNvSpPr>
              <a:spLocks noChangeArrowheads="1"/>
            </p:cNvSpPr>
            <p:nvPr/>
          </p:nvSpPr>
          <p:spPr bwMode="auto">
            <a:xfrm>
              <a:off x="3449" y="1927"/>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1110</a:t>
              </a:r>
            </a:p>
          </p:txBody>
        </p:sp>
        <p:sp>
          <p:nvSpPr>
            <p:cNvPr id="80" name="Line 77">
              <a:extLst>
                <a:ext uri="{FF2B5EF4-FFF2-40B4-BE49-F238E27FC236}">
                  <a16:creationId xmlns:a16="http://schemas.microsoft.com/office/drawing/2014/main" id="{FBA056B1-999F-79EA-1CB5-9ECCE10F37BF}"/>
                </a:ext>
              </a:extLst>
            </p:cNvPr>
            <p:cNvSpPr>
              <a:spLocks noChangeShapeType="1"/>
            </p:cNvSpPr>
            <p:nvPr/>
          </p:nvSpPr>
          <p:spPr bwMode="auto">
            <a:xfrm flipV="1">
              <a:off x="2308" y="1721"/>
              <a:ext cx="0" cy="206"/>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 name="Line 78">
              <a:extLst>
                <a:ext uri="{FF2B5EF4-FFF2-40B4-BE49-F238E27FC236}">
                  <a16:creationId xmlns:a16="http://schemas.microsoft.com/office/drawing/2014/main" id="{F01840DF-CA4A-036B-2CFC-7A8EB2CC1032}"/>
                </a:ext>
              </a:extLst>
            </p:cNvPr>
            <p:cNvSpPr>
              <a:spLocks noChangeShapeType="1"/>
            </p:cNvSpPr>
            <p:nvPr/>
          </p:nvSpPr>
          <p:spPr bwMode="auto">
            <a:xfrm>
              <a:off x="3182" y="1550"/>
              <a:ext cx="274"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 name="Oval 79">
              <a:extLst>
                <a:ext uri="{FF2B5EF4-FFF2-40B4-BE49-F238E27FC236}">
                  <a16:creationId xmlns:a16="http://schemas.microsoft.com/office/drawing/2014/main" id="{A524A4DE-9018-41BD-F947-74B4DF9F4C55}"/>
                </a:ext>
              </a:extLst>
            </p:cNvPr>
            <p:cNvSpPr>
              <a:spLocks noChangeArrowheads="1"/>
            </p:cNvSpPr>
            <p:nvPr/>
          </p:nvSpPr>
          <p:spPr bwMode="auto">
            <a:xfrm>
              <a:off x="3456" y="1392"/>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1100</a:t>
              </a:r>
            </a:p>
          </p:txBody>
        </p:sp>
        <p:sp>
          <p:nvSpPr>
            <p:cNvPr id="83" name="Line 80">
              <a:extLst>
                <a:ext uri="{FF2B5EF4-FFF2-40B4-BE49-F238E27FC236}">
                  <a16:creationId xmlns:a16="http://schemas.microsoft.com/office/drawing/2014/main" id="{860A0645-EA39-09C9-4697-EB8ED006B969}"/>
                </a:ext>
              </a:extLst>
            </p:cNvPr>
            <p:cNvSpPr>
              <a:spLocks noChangeShapeType="1"/>
            </p:cNvSpPr>
            <p:nvPr/>
          </p:nvSpPr>
          <p:spPr bwMode="auto">
            <a:xfrm>
              <a:off x="3648" y="2256"/>
              <a:ext cx="0" cy="206"/>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 name="Oval 81">
              <a:extLst>
                <a:ext uri="{FF2B5EF4-FFF2-40B4-BE49-F238E27FC236}">
                  <a16:creationId xmlns:a16="http://schemas.microsoft.com/office/drawing/2014/main" id="{62EAEAAD-17A3-5A49-0971-1BDF5494DA09}"/>
                </a:ext>
              </a:extLst>
            </p:cNvPr>
            <p:cNvSpPr>
              <a:spLocks noChangeArrowheads="1"/>
            </p:cNvSpPr>
            <p:nvPr/>
          </p:nvSpPr>
          <p:spPr bwMode="auto">
            <a:xfrm>
              <a:off x="3456" y="2455"/>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1111</a:t>
              </a:r>
            </a:p>
          </p:txBody>
        </p:sp>
        <p:sp>
          <p:nvSpPr>
            <p:cNvPr id="85" name="Oval 82">
              <a:extLst>
                <a:ext uri="{FF2B5EF4-FFF2-40B4-BE49-F238E27FC236}">
                  <a16:creationId xmlns:a16="http://schemas.microsoft.com/office/drawing/2014/main" id="{CEDB0287-CCDD-C7CE-F8B2-63E22A53DEC7}"/>
                </a:ext>
              </a:extLst>
            </p:cNvPr>
            <p:cNvSpPr>
              <a:spLocks noChangeArrowheads="1"/>
            </p:cNvSpPr>
            <p:nvPr/>
          </p:nvSpPr>
          <p:spPr bwMode="auto">
            <a:xfrm>
              <a:off x="2112" y="2455"/>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0011</a:t>
              </a:r>
            </a:p>
          </p:txBody>
        </p:sp>
        <p:sp>
          <p:nvSpPr>
            <p:cNvPr id="86" name="Oval 83">
              <a:extLst>
                <a:ext uri="{FF2B5EF4-FFF2-40B4-BE49-F238E27FC236}">
                  <a16:creationId xmlns:a16="http://schemas.microsoft.com/office/drawing/2014/main" id="{72EA2C58-345C-AA0D-39B9-8264BAF087D5}"/>
                </a:ext>
              </a:extLst>
            </p:cNvPr>
            <p:cNvSpPr>
              <a:spLocks noChangeArrowheads="1"/>
            </p:cNvSpPr>
            <p:nvPr/>
          </p:nvSpPr>
          <p:spPr bwMode="auto">
            <a:xfrm>
              <a:off x="2777" y="2455"/>
              <a:ext cx="391" cy="329"/>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solidFill>
                    <a:srgbClr val="0000FF"/>
                  </a:solidFill>
                  <a:latin typeface="宋体" panose="02010600030101010101" pitchFamily="2" charset="-122"/>
                </a:rPr>
                <a:t>0111</a:t>
              </a:r>
            </a:p>
          </p:txBody>
        </p:sp>
        <p:sp>
          <p:nvSpPr>
            <p:cNvPr id="87" name="Line 84">
              <a:extLst>
                <a:ext uri="{FF2B5EF4-FFF2-40B4-BE49-F238E27FC236}">
                  <a16:creationId xmlns:a16="http://schemas.microsoft.com/office/drawing/2014/main" id="{6FDB7E5E-19C3-FDE8-5987-9076D5DC3F47}"/>
                </a:ext>
              </a:extLst>
            </p:cNvPr>
            <p:cNvSpPr>
              <a:spLocks noChangeShapeType="1"/>
            </p:cNvSpPr>
            <p:nvPr/>
          </p:nvSpPr>
          <p:spPr bwMode="auto">
            <a:xfrm flipV="1">
              <a:off x="2304" y="2242"/>
              <a:ext cx="0" cy="206"/>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 name="Line 85">
              <a:extLst>
                <a:ext uri="{FF2B5EF4-FFF2-40B4-BE49-F238E27FC236}">
                  <a16:creationId xmlns:a16="http://schemas.microsoft.com/office/drawing/2014/main" id="{2C2D32DE-45FD-3794-70DB-5913FAD9A4EC}"/>
                </a:ext>
              </a:extLst>
            </p:cNvPr>
            <p:cNvSpPr>
              <a:spLocks noChangeShapeType="1"/>
            </p:cNvSpPr>
            <p:nvPr/>
          </p:nvSpPr>
          <p:spPr bwMode="auto">
            <a:xfrm flipH="1">
              <a:off x="3168" y="2640"/>
              <a:ext cx="288"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 name="Line 86">
              <a:extLst>
                <a:ext uri="{FF2B5EF4-FFF2-40B4-BE49-F238E27FC236}">
                  <a16:creationId xmlns:a16="http://schemas.microsoft.com/office/drawing/2014/main" id="{FAAB87E8-5815-1B2F-0E08-A202A2ED5F69}"/>
                </a:ext>
              </a:extLst>
            </p:cNvPr>
            <p:cNvSpPr>
              <a:spLocks noChangeShapeType="1"/>
            </p:cNvSpPr>
            <p:nvPr/>
          </p:nvSpPr>
          <p:spPr bwMode="auto">
            <a:xfrm flipH="1">
              <a:off x="2496" y="2640"/>
              <a:ext cx="288"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0" name="Oval 87">
            <a:extLst>
              <a:ext uri="{FF2B5EF4-FFF2-40B4-BE49-F238E27FC236}">
                <a16:creationId xmlns:a16="http://schemas.microsoft.com/office/drawing/2014/main" id="{F7B8B21E-8270-E8C6-757B-EACD2108811D}"/>
              </a:ext>
            </a:extLst>
          </p:cNvPr>
          <p:cNvSpPr>
            <a:spLocks noChangeArrowheads="1"/>
          </p:cNvSpPr>
          <p:nvPr/>
        </p:nvSpPr>
        <p:spPr bwMode="auto">
          <a:xfrm>
            <a:off x="4033838" y="3981450"/>
            <a:ext cx="620712" cy="47625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1010</a:t>
            </a:r>
          </a:p>
        </p:txBody>
      </p:sp>
      <p:sp>
        <p:nvSpPr>
          <p:cNvPr id="91" name="Line 88">
            <a:extLst>
              <a:ext uri="{FF2B5EF4-FFF2-40B4-BE49-F238E27FC236}">
                <a16:creationId xmlns:a16="http://schemas.microsoft.com/office/drawing/2014/main" id="{4C209ADB-B7A6-6A2B-89B6-5DD56AD1E3B5}"/>
              </a:ext>
            </a:extLst>
          </p:cNvPr>
          <p:cNvSpPr>
            <a:spLocks noChangeShapeType="1"/>
          </p:cNvSpPr>
          <p:nvPr/>
        </p:nvSpPr>
        <p:spPr bwMode="auto">
          <a:xfrm>
            <a:off x="4654550" y="4221163"/>
            <a:ext cx="434975"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Oval 89">
            <a:extLst>
              <a:ext uri="{FF2B5EF4-FFF2-40B4-BE49-F238E27FC236}">
                <a16:creationId xmlns:a16="http://schemas.microsoft.com/office/drawing/2014/main" id="{D5D9A9F9-7E91-A224-52FF-248909AB92E1}"/>
              </a:ext>
            </a:extLst>
          </p:cNvPr>
          <p:cNvSpPr>
            <a:spLocks noChangeArrowheads="1"/>
          </p:cNvSpPr>
          <p:nvPr/>
        </p:nvSpPr>
        <p:spPr bwMode="auto">
          <a:xfrm>
            <a:off x="5089525" y="3981450"/>
            <a:ext cx="620713" cy="47625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1101</a:t>
            </a:r>
          </a:p>
        </p:txBody>
      </p:sp>
      <p:sp>
        <p:nvSpPr>
          <p:cNvPr id="93" name="Line 90">
            <a:extLst>
              <a:ext uri="{FF2B5EF4-FFF2-40B4-BE49-F238E27FC236}">
                <a16:creationId xmlns:a16="http://schemas.microsoft.com/office/drawing/2014/main" id="{97C737F2-F092-79F7-D6E3-276E042E451D}"/>
              </a:ext>
            </a:extLst>
          </p:cNvPr>
          <p:cNvSpPr>
            <a:spLocks noChangeShapeType="1"/>
          </p:cNvSpPr>
          <p:nvPr/>
        </p:nvSpPr>
        <p:spPr bwMode="auto">
          <a:xfrm>
            <a:off x="6472238" y="4457700"/>
            <a:ext cx="0" cy="29845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 name="Oval 91">
            <a:extLst>
              <a:ext uri="{FF2B5EF4-FFF2-40B4-BE49-F238E27FC236}">
                <a16:creationId xmlns:a16="http://schemas.microsoft.com/office/drawing/2014/main" id="{DAECF7D4-E5E7-2319-1939-DF8F2BBEFD18}"/>
              </a:ext>
            </a:extLst>
          </p:cNvPr>
          <p:cNvSpPr>
            <a:spLocks noChangeArrowheads="1"/>
          </p:cNvSpPr>
          <p:nvPr/>
        </p:nvSpPr>
        <p:spPr bwMode="auto">
          <a:xfrm>
            <a:off x="4033838" y="4756150"/>
            <a:ext cx="620712" cy="47625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0100</a:t>
            </a:r>
          </a:p>
        </p:txBody>
      </p:sp>
      <p:sp>
        <p:nvSpPr>
          <p:cNvPr id="95" name="Oval 92">
            <a:extLst>
              <a:ext uri="{FF2B5EF4-FFF2-40B4-BE49-F238E27FC236}">
                <a16:creationId xmlns:a16="http://schemas.microsoft.com/office/drawing/2014/main" id="{6849963F-A951-77E2-E83C-6186A1563A81}"/>
              </a:ext>
            </a:extLst>
          </p:cNvPr>
          <p:cNvSpPr>
            <a:spLocks noChangeArrowheads="1"/>
          </p:cNvSpPr>
          <p:nvPr/>
        </p:nvSpPr>
        <p:spPr bwMode="auto">
          <a:xfrm>
            <a:off x="6156325" y="4756150"/>
            <a:ext cx="620713" cy="47625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1011</a:t>
            </a:r>
          </a:p>
        </p:txBody>
      </p:sp>
      <p:sp>
        <p:nvSpPr>
          <p:cNvPr id="96" name="Line 93">
            <a:extLst>
              <a:ext uri="{FF2B5EF4-FFF2-40B4-BE49-F238E27FC236}">
                <a16:creationId xmlns:a16="http://schemas.microsoft.com/office/drawing/2014/main" id="{02D9AC2E-BEDC-97D8-2C14-8FCD00647DA4}"/>
              </a:ext>
            </a:extLst>
          </p:cNvPr>
          <p:cNvSpPr>
            <a:spLocks noChangeShapeType="1"/>
          </p:cNvSpPr>
          <p:nvPr/>
        </p:nvSpPr>
        <p:spPr bwMode="auto">
          <a:xfrm flipV="1">
            <a:off x="4344988" y="4457700"/>
            <a:ext cx="0" cy="29845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 name="Line 94">
            <a:extLst>
              <a:ext uri="{FF2B5EF4-FFF2-40B4-BE49-F238E27FC236}">
                <a16:creationId xmlns:a16="http://schemas.microsoft.com/office/drawing/2014/main" id="{8EF74E69-D8CE-35AA-2901-D9C137351DF8}"/>
              </a:ext>
            </a:extLst>
          </p:cNvPr>
          <p:cNvSpPr>
            <a:spLocks noChangeShapeType="1"/>
          </p:cNvSpPr>
          <p:nvPr/>
        </p:nvSpPr>
        <p:spPr bwMode="auto">
          <a:xfrm flipV="1">
            <a:off x="5402263" y="3692525"/>
            <a:ext cx="0" cy="290513"/>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 name="Oval 95">
            <a:extLst>
              <a:ext uri="{FF2B5EF4-FFF2-40B4-BE49-F238E27FC236}">
                <a16:creationId xmlns:a16="http://schemas.microsoft.com/office/drawing/2014/main" id="{EDEE150D-014D-248A-59F1-AE1B42227027}"/>
              </a:ext>
            </a:extLst>
          </p:cNvPr>
          <p:cNvSpPr>
            <a:spLocks noChangeArrowheads="1"/>
          </p:cNvSpPr>
          <p:nvPr/>
        </p:nvSpPr>
        <p:spPr bwMode="auto">
          <a:xfrm>
            <a:off x="6167438" y="3981450"/>
            <a:ext cx="620712" cy="47625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0110</a:t>
            </a:r>
          </a:p>
        </p:txBody>
      </p:sp>
      <p:sp>
        <p:nvSpPr>
          <p:cNvPr id="99" name="Line 96">
            <a:extLst>
              <a:ext uri="{FF2B5EF4-FFF2-40B4-BE49-F238E27FC236}">
                <a16:creationId xmlns:a16="http://schemas.microsoft.com/office/drawing/2014/main" id="{66B68D4D-1F89-658B-B736-1244639EBC25}"/>
              </a:ext>
            </a:extLst>
          </p:cNvPr>
          <p:cNvSpPr>
            <a:spLocks noChangeShapeType="1"/>
          </p:cNvSpPr>
          <p:nvPr/>
        </p:nvSpPr>
        <p:spPr bwMode="auto">
          <a:xfrm>
            <a:off x="6472238" y="5232400"/>
            <a:ext cx="0" cy="29845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 name="Oval 97">
            <a:extLst>
              <a:ext uri="{FF2B5EF4-FFF2-40B4-BE49-F238E27FC236}">
                <a16:creationId xmlns:a16="http://schemas.microsoft.com/office/drawing/2014/main" id="{40F81FA5-CA9C-E342-0067-616514D3BD4D}"/>
              </a:ext>
            </a:extLst>
          </p:cNvPr>
          <p:cNvSpPr>
            <a:spLocks noChangeArrowheads="1"/>
          </p:cNvSpPr>
          <p:nvPr/>
        </p:nvSpPr>
        <p:spPr bwMode="auto">
          <a:xfrm>
            <a:off x="6167438" y="5521325"/>
            <a:ext cx="620712" cy="47625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0101</a:t>
            </a:r>
          </a:p>
        </p:txBody>
      </p:sp>
      <p:sp>
        <p:nvSpPr>
          <p:cNvPr id="101" name="Oval 98">
            <a:extLst>
              <a:ext uri="{FF2B5EF4-FFF2-40B4-BE49-F238E27FC236}">
                <a16:creationId xmlns:a16="http://schemas.microsoft.com/office/drawing/2014/main" id="{068A00D0-365C-85EA-44C6-FDF0FAB1C297}"/>
              </a:ext>
            </a:extLst>
          </p:cNvPr>
          <p:cNvSpPr>
            <a:spLocks noChangeArrowheads="1"/>
          </p:cNvSpPr>
          <p:nvPr/>
        </p:nvSpPr>
        <p:spPr bwMode="auto">
          <a:xfrm>
            <a:off x="4033838" y="5521325"/>
            <a:ext cx="620712" cy="47625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1001</a:t>
            </a:r>
          </a:p>
        </p:txBody>
      </p:sp>
      <p:sp>
        <p:nvSpPr>
          <p:cNvPr id="102" name="Oval 99">
            <a:extLst>
              <a:ext uri="{FF2B5EF4-FFF2-40B4-BE49-F238E27FC236}">
                <a16:creationId xmlns:a16="http://schemas.microsoft.com/office/drawing/2014/main" id="{7D95CF2F-C969-E017-3246-2209319E0F45}"/>
              </a:ext>
            </a:extLst>
          </p:cNvPr>
          <p:cNvSpPr>
            <a:spLocks noChangeArrowheads="1"/>
          </p:cNvSpPr>
          <p:nvPr/>
        </p:nvSpPr>
        <p:spPr bwMode="auto">
          <a:xfrm>
            <a:off x="5089525" y="5521325"/>
            <a:ext cx="620713" cy="47625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a:latin typeface="宋体" panose="02010600030101010101" pitchFamily="2" charset="-122"/>
              </a:rPr>
              <a:t>0010</a:t>
            </a:r>
          </a:p>
        </p:txBody>
      </p:sp>
      <p:sp>
        <p:nvSpPr>
          <p:cNvPr id="103" name="Line 100">
            <a:extLst>
              <a:ext uri="{FF2B5EF4-FFF2-40B4-BE49-F238E27FC236}">
                <a16:creationId xmlns:a16="http://schemas.microsoft.com/office/drawing/2014/main" id="{42415C86-A78D-22B3-C89C-B00EF566A2E7}"/>
              </a:ext>
            </a:extLst>
          </p:cNvPr>
          <p:cNvSpPr>
            <a:spLocks noChangeShapeType="1"/>
          </p:cNvSpPr>
          <p:nvPr/>
        </p:nvSpPr>
        <p:spPr bwMode="auto">
          <a:xfrm flipV="1">
            <a:off x="4338638" y="5213350"/>
            <a:ext cx="0" cy="296863"/>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Line 101">
            <a:extLst>
              <a:ext uri="{FF2B5EF4-FFF2-40B4-BE49-F238E27FC236}">
                <a16:creationId xmlns:a16="http://schemas.microsoft.com/office/drawing/2014/main" id="{15FBB2B6-E9A3-0C8A-24BD-C062C1B3B29E}"/>
              </a:ext>
            </a:extLst>
          </p:cNvPr>
          <p:cNvSpPr>
            <a:spLocks noChangeShapeType="1"/>
          </p:cNvSpPr>
          <p:nvPr/>
        </p:nvSpPr>
        <p:spPr bwMode="auto">
          <a:xfrm flipH="1" flipV="1">
            <a:off x="4575175" y="4413250"/>
            <a:ext cx="1644650" cy="1189038"/>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Line 102">
            <a:extLst>
              <a:ext uri="{FF2B5EF4-FFF2-40B4-BE49-F238E27FC236}">
                <a16:creationId xmlns:a16="http://schemas.microsoft.com/office/drawing/2014/main" id="{1EC685BE-6376-1160-887B-749E56EC1DF9}"/>
              </a:ext>
            </a:extLst>
          </p:cNvPr>
          <p:cNvSpPr>
            <a:spLocks noChangeShapeType="1"/>
          </p:cNvSpPr>
          <p:nvPr/>
        </p:nvSpPr>
        <p:spPr bwMode="auto">
          <a:xfrm flipH="1">
            <a:off x="4643438" y="5789613"/>
            <a:ext cx="45720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 name="Line 103">
            <a:extLst>
              <a:ext uri="{FF2B5EF4-FFF2-40B4-BE49-F238E27FC236}">
                <a16:creationId xmlns:a16="http://schemas.microsoft.com/office/drawing/2014/main" id="{468A8D65-882D-73A8-316D-20918D20A13E}"/>
              </a:ext>
            </a:extLst>
          </p:cNvPr>
          <p:cNvSpPr>
            <a:spLocks noChangeShapeType="1"/>
          </p:cNvSpPr>
          <p:nvPr/>
        </p:nvSpPr>
        <p:spPr bwMode="auto">
          <a:xfrm flipH="1">
            <a:off x="3781425" y="3692525"/>
            <a:ext cx="161925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 name="Line 104">
            <a:extLst>
              <a:ext uri="{FF2B5EF4-FFF2-40B4-BE49-F238E27FC236}">
                <a16:creationId xmlns:a16="http://schemas.microsoft.com/office/drawing/2014/main" id="{74AA83EC-79C1-46A2-DA31-2921311711A4}"/>
              </a:ext>
            </a:extLst>
          </p:cNvPr>
          <p:cNvSpPr>
            <a:spLocks noChangeShapeType="1"/>
          </p:cNvSpPr>
          <p:nvPr/>
        </p:nvSpPr>
        <p:spPr bwMode="auto">
          <a:xfrm>
            <a:off x="3783013" y="3692525"/>
            <a:ext cx="0" cy="1295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 name="Line 105">
            <a:extLst>
              <a:ext uri="{FF2B5EF4-FFF2-40B4-BE49-F238E27FC236}">
                <a16:creationId xmlns:a16="http://schemas.microsoft.com/office/drawing/2014/main" id="{3F626E01-BC77-8068-A35D-4331C73B3499}"/>
              </a:ext>
            </a:extLst>
          </p:cNvPr>
          <p:cNvSpPr>
            <a:spLocks noChangeShapeType="1"/>
          </p:cNvSpPr>
          <p:nvPr/>
        </p:nvSpPr>
        <p:spPr bwMode="auto">
          <a:xfrm flipH="1">
            <a:off x="3314700" y="4989513"/>
            <a:ext cx="45720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 name="Oval 106">
            <a:extLst>
              <a:ext uri="{FF2B5EF4-FFF2-40B4-BE49-F238E27FC236}">
                <a16:creationId xmlns:a16="http://schemas.microsoft.com/office/drawing/2014/main" id="{E8BFD68D-21DF-9B33-3D19-B26EFD32A57C}"/>
              </a:ext>
            </a:extLst>
          </p:cNvPr>
          <p:cNvSpPr>
            <a:spLocks noChangeArrowheads="1"/>
          </p:cNvSpPr>
          <p:nvPr/>
        </p:nvSpPr>
        <p:spPr bwMode="auto">
          <a:xfrm>
            <a:off x="534988" y="3316288"/>
            <a:ext cx="1549400" cy="503237"/>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400" b="0"/>
              <a:t>Q</a:t>
            </a:r>
            <a:r>
              <a:rPr lang="en-US" altLang="zh-CN" sz="1600" b="0"/>
              <a:t>0</a:t>
            </a:r>
            <a:r>
              <a:rPr lang="en-US" altLang="zh-CN" sz="2400" b="0"/>
              <a:t>Q</a:t>
            </a:r>
            <a:r>
              <a:rPr lang="en-US" altLang="zh-CN" sz="1600" b="0"/>
              <a:t>1</a:t>
            </a:r>
            <a:r>
              <a:rPr lang="en-US" altLang="zh-CN" sz="2400" b="0"/>
              <a:t>Q</a:t>
            </a:r>
            <a:r>
              <a:rPr lang="en-US" altLang="zh-CN" sz="1600" b="0"/>
              <a:t>2</a:t>
            </a:r>
            <a:r>
              <a:rPr lang="en-US" altLang="zh-CN" sz="2400" b="0"/>
              <a:t>Q</a:t>
            </a:r>
            <a:r>
              <a:rPr lang="en-US" altLang="zh-CN" sz="1600" b="0"/>
              <a:t>3</a:t>
            </a:r>
            <a:endParaRPr lang="zh-CN" altLang="en-US" sz="1600" b="0"/>
          </a:p>
        </p:txBody>
      </p:sp>
      <p:sp>
        <p:nvSpPr>
          <p:cNvPr id="110" name="文本框 2">
            <a:extLst>
              <a:ext uri="{FF2B5EF4-FFF2-40B4-BE49-F238E27FC236}">
                <a16:creationId xmlns:a16="http://schemas.microsoft.com/office/drawing/2014/main" id="{7E67F3C5-C8A3-64A8-8A04-75A6E0F6997A}"/>
              </a:ext>
            </a:extLst>
          </p:cNvPr>
          <p:cNvSpPr txBox="1">
            <a:spLocks noChangeArrowheads="1"/>
          </p:cNvSpPr>
          <p:nvPr/>
        </p:nvSpPr>
        <p:spPr bwMode="auto">
          <a:xfrm>
            <a:off x="6656386" y="3352799"/>
            <a:ext cx="3130231" cy="461665"/>
          </a:xfrm>
          <a:prstGeom prst="rect">
            <a:avLst/>
          </a:prstGeom>
          <a:solidFill>
            <a:schemeClr val="accent1">
              <a:lumMod val="20000"/>
              <a:lumOff val="80000"/>
            </a:schemeClr>
          </a:solidFill>
          <a:ln w="9525">
            <a:solidFill>
              <a:srgbClr val="000000"/>
            </a:solid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chemeClr val="accent1">
                    <a:lumMod val="50000"/>
                  </a:schemeClr>
                </a:solidFill>
                <a:latin typeface="Microsoft YaHei" panose="020B0503020204020204" pitchFamily="34" charset="-122"/>
                <a:ea typeface="Microsoft YaHei" panose="020B0503020204020204" pitchFamily="34" charset="-122"/>
              </a:rPr>
              <a:t>有没有别的修改方式？</a:t>
            </a:r>
          </a:p>
        </p:txBody>
      </p:sp>
    </p:spTree>
    <p:extLst>
      <p:ext uri="{BB962C8B-B14F-4D97-AF65-F5344CB8AC3E}">
        <p14:creationId xmlns:p14="http://schemas.microsoft.com/office/powerpoint/2010/main" val="53081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A92BC4-F3C4-3AEF-EC86-F47B0BED0F93}"/>
              </a:ext>
            </a:extLst>
          </p:cNvPr>
          <p:cNvSpPr>
            <a:spLocks noGrp="1"/>
          </p:cNvSpPr>
          <p:nvPr>
            <p:ph type="title"/>
          </p:nvPr>
        </p:nvSpPr>
        <p:spPr/>
        <p:txBody>
          <a:bodyPr>
            <a:normAutofit fontScale="90000"/>
          </a:bodyPr>
          <a:lstStyle/>
          <a:p>
            <a:r>
              <a:rPr lang="zh-CN" altLang="en-US" dirty="0"/>
              <a:t>作业</a:t>
            </a:r>
            <a:endParaRPr kumimoji="1" lang="zh-CN" altLang="en-US" dirty="0"/>
          </a:p>
        </p:txBody>
      </p:sp>
      <p:sp>
        <p:nvSpPr>
          <p:cNvPr id="3" name="内容占位符 2">
            <a:extLst>
              <a:ext uri="{FF2B5EF4-FFF2-40B4-BE49-F238E27FC236}">
                <a16:creationId xmlns:a16="http://schemas.microsoft.com/office/drawing/2014/main" id="{7C2D1469-A401-31ED-3543-D565F3B08801}"/>
              </a:ext>
            </a:extLst>
          </p:cNvPr>
          <p:cNvSpPr>
            <a:spLocks noGrp="1"/>
          </p:cNvSpPr>
          <p:nvPr>
            <p:ph idx="1"/>
          </p:nvPr>
        </p:nvSpPr>
        <p:spPr/>
        <p:txBody>
          <a:bodyPr/>
          <a:lstStyle/>
          <a:p>
            <a:pPr>
              <a:lnSpc>
                <a:spcPct val="110000"/>
              </a:lnSpc>
              <a:spcAft>
                <a:spcPct val="30000"/>
              </a:spcAft>
              <a:defRPr/>
            </a:pPr>
            <a:r>
              <a:rPr lang="zh-CN" altLang="en-US" sz="2800" kern="0" dirty="0">
                <a:latin typeface="Microsoft YaHei" panose="020B0503020204020204" pitchFamily="34" charset="-122"/>
                <a:ea typeface="Microsoft YaHei" panose="020B0503020204020204" pitchFamily="34" charset="-122"/>
              </a:rPr>
              <a:t>电子技术基础</a:t>
            </a:r>
            <a:r>
              <a:rPr lang="en-US" altLang="zh-CN" sz="2800" kern="0" dirty="0">
                <a:latin typeface="Microsoft YaHei" panose="020B0503020204020204" pitchFamily="34" charset="-122"/>
                <a:ea typeface="Microsoft YaHei" panose="020B0503020204020204" pitchFamily="34" charset="-122"/>
              </a:rPr>
              <a:t>-</a:t>
            </a:r>
            <a:r>
              <a:rPr lang="zh-CN" altLang="en-US" sz="2800" kern="0" dirty="0">
                <a:latin typeface="Microsoft YaHei" panose="020B0503020204020204" pitchFamily="34" charset="-122"/>
                <a:ea typeface="Microsoft YaHei" panose="020B0503020204020204" pitchFamily="34" charset="-122"/>
              </a:rPr>
              <a:t>数字部分</a:t>
            </a:r>
            <a:endParaRPr lang="en-US" altLang="zh-CN" sz="2800" kern="0" dirty="0">
              <a:latin typeface="Microsoft YaHei" panose="020B0503020204020204" pitchFamily="34" charset="-122"/>
              <a:ea typeface="Microsoft YaHei" panose="020B0503020204020204" pitchFamily="34" charset="-122"/>
            </a:endParaRPr>
          </a:p>
          <a:p>
            <a:pPr>
              <a:lnSpc>
                <a:spcPct val="110000"/>
              </a:lnSpc>
              <a:spcAft>
                <a:spcPct val="30000"/>
              </a:spcAft>
              <a:defRPr/>
            </a:pPr>
            <a:r>
              <a:rPr lang="en-US" altLang="zh-CN" sz="2800" kern="0" dirty="0">
                <a:latin typeface="Microsoft YaHei" panose="020B0503020204020204" pitchFamily="34" charset="-122"/>
                <a:ea typeface="Microsoft YaHei" panose="020B0503020204020204" pitchFamily="34" charset="-122"/>
              </a:rPr>
              <a:t>P327-329</a:t>
            </a:r>
            <a:r>
              <a:rPr lang="zh-CN" altLang="en-US" sz="2800" kern="0" dirty="0">
                <a:latin typeface="Microsoft YaHei" panose="020B0503020204020204" pitchFamily="34" charset="-122"/>
                <a:ea typeface="Microsoft YaHei" panose="020B0503020204020204" pitchFamily="34" charset="-122"/>
              </a:rPr>
              <a:t>：</a:t>
            </a:r>
            <a:endParaRPr lang="en-US" altLang="zh-CN" sz="2800" kern="0" dirty="0">
              <a:latin typeface="Microsoft YaHei" panose="020B0503020204020204" pitchFamily="34" charset="-122"/>
              <a:ea typeface="Microsoft YaHei" panose="020B0503020204020204" pitchFamily="34" charset="-122"/>
            </a:endParaRPr>
          </a:p>
          <a:p>
            <a:pPr lvl="1">
              <a:lnSpc>
                <a:spcPct val="110000"/>
              </a:lnSpc>
              <a:spcAft>
                <a:spcPct val="30000"/>
              </a:spcAft>
              <a:defRPr/>
            </a:pPr>
            <a:r>
              <a:rPr lang="en-US" altLang="zh-CN" sz="2400" kern="0" dirty="0">
                <a:latin typeface="Microsoft YaHei" panose="020B0503020204020204" pitchFamily="34" charset="-122"/>
                <a:ea typeface="Microsoft YaHei" panose="020B0503020204020204" pitchFamily="34" charset="-122"/>
              </a:rPr>
              <a:t>6.5.8</a:t>
            </a:r>
            <a:r>
              <a:rPr lang="zh-CN" altLang="en-US" sz="2400" kern="0" dirty="0">
                <a:latin typeface="Microsoft YaHei" panose="020B0503020204020204" pitchFamily="34" charset="-122"/>
                <a:ea typeface="Microsoft YaHei" panose="020B0503020204020204" pitchFamily="34" charset="-122"/>
              </a:rPr>
              <a:t>，</a:t>
            </a:r>
            <a:r>
              <a:rPr lang="en-US" altLang="zh-CN" sz="2400" kern="0" dirty="0">
                <a:latin typeface="Microsoft YaHei" panose="020B0503020204020204" pitchFamily="34" charset="-122"/>
                <a:ea typeface="Microsoft YaHei" panose="020B0503020204020204" pitchFamily="34" charset="-122"/>
              </a:rPr>
              <a:t>6.5.10</a:t>
            </a:r>
            <a:r>
              <a:rPr lang="zh-CN" altLang="en-US" sz="2400" kern="0" dirty="0">
                <a:latin typeface="Microsoft YaHei" panose="020B0503020204020204" pitchFamily="34" charset="-122"/>
                <a:ea typeface="Microsoft YaHei" panose="020B0503020204020204" pitchFamily="34" charset="-122"/>
              </a:rPr>
              <a:t>，</a:t>
            </a:r>
            <a:r>
              <a:rPr lang="en-US" altLang="zh-CN" sz="2400" kern="0" dirty="0">
                <a:latin typeface="Microsoft YaHei" panose="020B0503020204020204" pitchFamily="34" charset="-122"/>
                <a:ea typeface="Microsoft YaHei" panose="020B0503020204020204" pitchFamily="34" charset="-122"/>
              </a:rPr>
              <a:t>6.5.14</a:t>
            </a:r>
            <a:r>
              <a:rPr lang="zh-CN" altLang="en-US" sz="2400" kern="0" dirty="0">
                <a:latin typeface="Microsoft YaHei" panose="020B0503020204020204" pitchFamily="34" charset="-122"/>
                <a:ea typeface="Microsoft YaHei" panose="020B0503020204020204" pitchFamily="34" charset="-122"/>
              </a:rPr>
              <a:t>，</a:t>
            </a:r>
            <a:r>
              <a:rPr lang="en-US" altLang="zh-CN" sz="2400" kern="0" dirty="0">
                <a:latin typeface="Microsoft YaHei" panose="020B0503020204020204" pitchFamily="34" charset="-122"/>
                <a:ea typeface="Microsoft YaHei" panose="020B0503020204020204" pitchFamily="34" charset="-122"/>
              </a:rPr>
              <a:t>6.5.16</a:t>
            </a:r>
            <a:r>
              <a:rPr lang="zh-CN" altLang="en-US" sz="2400" kern="0" dirty="0">
                <a:latin typeface="Microsoft YaHei" panose="020B0503020204020204" pitchFamily="34" charset="-122"/>
                <a:ea typeface="Microsoft YaHei" panose="020B0503020204020204" pitchFamily="34" charset="-122"/>
              </a:rPr>
              <a:t>，</a:t>
            </a:r>
            <a:r>
              <a:rPr lang="en-US" altLang="zh-CN" sz="2400" kern="0" dirty="0">
                <a:latin typeface="Microsoft YaHei" panose="020B0503020204020204" pitchFamily="34" charset="-122"/>
                <a:ea typeface="Microsoft YaHei" panose="020B0503020204020204" pitchFamily="34" charset="-122"/>
              </a:rPr>
              <a:t> 6.5.18</a:t>
            </a:r>
            <a:r>
              <a:rPr lang="zh-CN" altLang="en-US" sz="2400" kern="0" dirty="0">
                <a:latin typeface="Microsoft YaHei" panose="020B0503020204020204" pitchFamily="34" charset="-122"/>
                <a:ea typeface="Microsoft YaHei" panose="020B0503020204020204" pitchFamily="34" charset="-122"/>
              </a:rPr>
              <a:t>，</a:t>
            </a:r>
            <a:r>
              <a:rPr lang="en-US" altLang="zh-CN" sz="2400" kern="0" dirty="0">
                <a:latin typeface="Microsoft YaHei" panose="020B0503020204020204" pitchFamily="34" charset="-122"/>
                <a:ea typeface="Microsoft YaHei" panose="020B0503020204020204" pitchFamily="34" charset="-122"/>
              </a:rPr>
              <a:t>6.5.19</a:t>
            </a:r>
            <a:r>
              <a:rPr lang="zh-CN" altLang="en-US" sz="2400" kern="0" dirty="0">
                <a:latin typeface="Microsoft YaHei" panose="020B0503020204020204" pitchFamily="34" charset="-122"/>
                <a:ea typeface="Microsoft YaHei" panose="020B0503020204020204" pitchFamily="34" charset="-122"/>
              </a:rPr>
              <a:t> ，</a:t>
            </a:r>
            <a:r>
              <a:rPr lang="en-US" altLang="zh-CN" sz="2400" kern="0" dirty="0">
                <a:latin typeface="Microsoft YaHei" panose="020B0503020204020204" pitchFamily="34" charset="-122"/>
                <a:ea typeface="Microsoft YaHei" panose="020B0503020204020204" pitchFamily="34" charset="-122"/>
              </a:rPr>
              <a:t> 6.5.20</a:t>
            </a:r>
          </a:p>
          <a:p>
            <a:endParaRPr kumimoji="1" lang="zh-CN" altLang="en-US"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AF1EBEAF-E105-3D6B-A44A-1A805B927131}"/>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B9440A33-A646-F11A-EF20-5480EA527777}"/>
              </a:ext>
            </a:extLst>
          </p:cNvPr>
          <p:cNvSpPr>
            <a:spLocks noGrp="1"/>
          </p:cNvSpPr>
          <p:nvPr>
            <p:ph type="sldNum" sz="quarter" idx="12"/>
          </p:nvPr>
        </p:nvSpPr>
        <p:spPr/>
        <p:txBody>
          <a:bodyPr/>
          <a:lstStyle/>
          <a:p>
            <a:fld id="{9E260BC5-5BF3-8746-862B-DC45E9CAA88B}" type="slidenum">
              <a:rPr lang="en-US" smtClean="0"/>
              <a:pPr/>
              <a:t>33</a:t>
            </a:fld>
            <a:r>
              <a:rPr lang="en-US" altLang="zh-CN" dirty="0"/>
              <a:t>/34</a:t>
            </a:r>
            <a:endParaRPr lang="en-US" dirty="0"/>
          </a:p>
        </p:txBody>
      </p:sp>
    </p:spTree>
    <p:extLst>
      <p:ext uri="{BB962C8B-B14F-4D97-AF65-F5344CB8AC3E}">
        <p14:creationId xmlns:p14="http://schemas.microsoft.com/office/powerpoint/2010/main" val="7013915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6B7F91-5F9E-7EC8-D8A5-42E29B8F503F}"/>
              </a:ext>
            </a:extLst>
          </p:cNvPr>
          <p:cNvSpPr>
            <a:spLocks noGrp="1"/>
          </p:cNvSpPr>
          <p:nvPr>
            <p:ph type="title"/>
          </p:nvPr>
        </p:nvSpPr>
        <p:spPr/>
        <p:txBody>
          <a:bodyPr>
            <a:normAutofit fontScale="90000"/>
          </a:bodyPr>
          <a:lstStyle/>
          <a:p>
            <a:r>
              <a:rPr lang="zh-CN" altLang="de-DE" sz="3200" dirty="0"/>
              <a:t>补充内容</a:t>
            </a:r>
            <a:r>
              <a:rPr lang="zh-CN" altLang="en-US" sz="3200" dirty="0"/>
              <a:t>：有没有别的修改方式？</a:t>
            </a:r>
            <a:endParaRPr kumimoji="1" lang="zh-CN" altLang="en-US" dirty="0"/>
          </a:p>
        </p:txBody>
      </p:sp>
      <p:sp>
        <p:nvSpPr>
          <p:cNvPr id="4" name="页脚占位符 3">
            <a:extLst>
              <a:ext uri="{FF2B5EF4-FFF2-40B4-BE49-F238E27FC236}">
                <a16:creationId xmlns:a16="http://schemas.microsoft.com/office/drawing/2014/main" id="{B75E4ADE-F074-5CE7-40B0-03FD28B21AF2}"/>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419C7346-680F-89C5-59DB-63833B07153C}"/>
              </a:ext>
            </a:extLst>
          </p:cNvPr>
          <p:cNvSpPr>
            <a:spLocks noGrp="1"/>
          </p:cNvSpPr>
          <p:nvPr>
            <p:ph type="sldNum" sz="quarter" idx="12"/>
          </p:nvPr>
        </p:nvSpPr>
        <p:spPr/>
        <p:txBody>
          <a:bodyPr/>
          <a:lstStyle/>
          <a:p>
            <a:fld id="{9E260BC5-5BF3-8746-862B-DC45E9CAA88B}" type="slidenum">
              <a:rPr lang="en-US" smtClean="0"/>
              <a:pPr/>
              <a:t>34</a:t>
            </a:fld>
            <a:r>
              <a:rPr lang="en-US" altLang="zh-CN" dirty="0"/>
              <a:t>/34</a:t>
            </a:r>
            <a:endParaRPr lang="en-US" dirty="0"/>
          </a:p>
        </p:txBody>
      </p:sp>
      <p:pic>
        <p:nvPicPr>
          <p:cNvPr id="6" name="图片 5" descr="Scan">
            <a:extLst>
              <a:ext uri="{FF2B5EF4-FFF2-40B4-BE49-F238E27FC236}">
                <a16:creationId xmlns:a16="http://schemas.microsoft.com/office/drawing/2014/main" id="{28E07417-FA6B-578E-0A3E-F25A73C8971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1964837" y="-1454198"/>
            <a:ext cx="5976325" cy="9906001"/>
          </a:xfrm>
          <a:prstGeom prst="rect">
            <a:avLst/>
          </a:prstGeom>
          <a:noFill/>
          <a:ln>
            <a:noFill/>
          </a:ln>
        </p:spPr>
      </p:pic>
    </p:spTree>
    <p:extLst>
      <p:ext uri="{BB962C8B-B14F-4D97-AF65-F5344CB8AC3E}">
        <p14:creationId xmlns:p14="http://schemas.microsoft.com/office/powerpoint/2010/main" val="29080589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C1DA34-AFD7-362D-72AF-6CDBA4CEB77B}"/>
              </a:ext>
            </a:extLst>
          </p:cNvPr>
          <p:cNvSpPr>
            <a:spLocks noGrp="1"/>
          </p:cNvSpPr>
          <p:nvPr>
            <p:ph type="title"/>
          </p:nvPr>
        </p:nvSpPr>
        <p:spPr/>
        <p:txBody>
          <a:bodyPr>
            <a:normAutofit fontScale="90000"/>
          </a:bodyPr>
          <a:lstStyle/>
          <a:p>
            <a:endParaRPr kumimoji="1" lang="zh-CN" altLang="en-US"/>
          </a:p>
        </p:txBody>
      </p:sp>
      <p:sp>
        <p:nvSpPr>
          <p:cNvPr id="4" name="页脚占位符 3">
            <a:extLst>
              <a:ext uri="{FF2B5EF4-FFF2-40B4-BE49-F238E27FC236}">
                <a16:creationId xmlns:a16="http://schemas.microsoft.com/office/drawing/2014/main" id="{8E2C7697-D27D-13F5-AC7A-0141F22BED15}"/>
              </a:ext>
            </a:extLst>
          </p:cNvPr>
          <p:cNvSpPr>
            <a:spLocks noGrp="1"/>
          </p:cNvSpPr>
          <p:nvPr>
            <p:ph type="ftr" sz="quarter" idx="11"/>
          </p:nvPr>
        </p:nvSpPr>
        <p:spPr/>
        <p:txBody>
          <a:bodyPr/>
          <a:lstStyle/>
          <a:p>
            <a:r>
              <a:rPr lang="zh-CN" altLang="en-US"/>
              <a:t>模拟与数字电路：</a:t>
            </a:r>
            <a:r>
              <a:rPr lang="en-US" altLang="zh-CN"/>
              <a:t>18. </a:t>
            </a:r>
            <a:r>
              <a:rPr lang="zh-CN" altLang="en-US"/>
              <a:t>时序逻辑电路</a:t>
            </a:r>
            <a:r>
              <a:rPr lang="en-US" altLang="zh-CN"/>
              <a:t>5</a:t>
            </a:r>
            <a:endParaRPr lang="en-US" dirty="0"/>
          </a:p>
        </p:txBody>
      </p:sp>
      <p:sp>
        <p:nvSpPr>
          <p:cNvPr id="5" name="灯片编号占位符 4">
            <a:extLst>
              <a:ext uri="{FF2B5EF4-FFF2-40B4-BE49-F238E27FC236}">
                <a16:creationId xmlns:a16="http://schemas.microsoft.com/office/drawing/2014/main" id="{1192B080-3953-81F2-327E-52464B952CB1}"/>
              </a:ext>
            </a:extLst>
          </p:cNvPr>
          <p:cNvSpPr>
            <a:spLocks noGrp="1"/>
          </p:cNvSpPr>
          <p:nvPr>
            <p:ph type="sldNum" sz="quarter" idx="12"/>
          </p:nvPr>
        </p:nvSpPr>
        <p:spPr/>
        <p:txBody>
          <a:bodyPr/>
          <a:lstStyle/>
          <a:p>
            <a:fld id="{9E260BC5-5BF3-8746-862B-DC45E9CAA88B}" type="slidenum">
              <a:rPr lang="en-US" smtClean="0"/>
              <a:pPr/>
              <a:t>35</a:t>
            </a:fld>
            <a:r>
              <a:rPr lang="en-US" altLang="zh-CN" dirty="0"/>
              <a:t>/34</a:t>
            </a:r>
            <a:endParaRPr lang="en-US" dirty="0"/>
          </a:p>
        </p:txBody>
      </p:sp>
      <p:pic>
        <p:nvPicPr>
          <p:cNvPr id="6" name="图片 5" descr="Scan 1">
            <a:extLst>
              <a:ext uri="{FF2B5EF4-FFF2-40B4-BE49-F238E27FC236}">
                <a16:creationId xmlns:a16="http://schemas.microsoft.com/office/drawing/2014/main" id="{E6C86A2E-CB04-6889-4511-674B0DB6A67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1686559" y="-1676401"/>
            <a:ext cx="6532881" cy="9906002"/>
          </a:xfrm>
          <a:prstGeom prst="rect">
            <a:avLst/>
          </a:prstGeom>
          <a:noFill/>
          <a:ln>
            <a:noFill/>
          </a:ln>
        </p:spPr>
      </p:pic>
    </p:spTree>
    <p:extLst>
      <p:ext uri="{BB962C8B-B14F-4D97-AF65-F5344CB8AC3E}">
        <p14:creationId xmlns:p14="http://schemas.microsoft.com/office/powerpoint/2010/main" val="2527455299"/>
      </p:ext>
    </p:extLst>
  </p:cSld>
  <p:clrMapOvr>
    <a:masterClrMapping/>
  </p:clrMapOvr>
</p:sld>
</file>

<file path=ppt/theme/theme1.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19281</TotalTime>
  <Words>3949</Words>
  <Application>Microsoft Macintosh PowerPoint</Application>
  <PresentationFormat>A4 纸张(210x297 毫米)</PresentationFormat>
  <Paragraphs>1046</Paragraphs>
  <Slides>35</Slides>
  <Notes>15</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35</vt:i4>
      </vt:variant>
    </vt:vector>
  </HeadingPairs>
  <TitlesOfParts>
    <vt:vector size="48" baseType="lpstr">
      <vt:lpstr>等线</vt:lpstr>
      <vt:lpstr>黑体</vt:lpstr>
      <vt:lpstr>宋体</vt:lpstr>
      <vt:lpstr>微软雅黑</vt:lpstr>
      <vt:lpstr>微软雅黑</vt:lpstr>
      <vt:lpstr>Arial</vt:lpstr>
      <vt:lpstr>Arial Black</vt:lpstr>
      <vt:lpstr>Cambria Math</vt:lpstr>
      <vt:lpstr>Times New Roman</vt:lpstr>
      <vt:lpstr>Office-Design</vt:lpstr>
      <vt:lpstr>Picture</vt:lpstr>
      <vt:lpstr>图片</vt:lpstr>
      <vt:lpstr>Photo Editor 照片</vt:lpstr>
      <vt:lpstr>  模拟与数字电路 Analog and Digital Circuits</vt:lpstr>
      <vt:lpstr>内容提纲</vt:lpstr>
      <vt:lpstr>计数器</vt:lpstr>
      <vt:lpstr>异步二进制递增计数器</vt:lpstr>
      <vt:lpstr>异步二进制递增计数器(续1)</vt:lpstr>
      <vt:lpstr>异步二进制递增计数器(续2)</vt:lpstr>
      <vt:lpstr>同步二进制递增计数器</vt:lpstr>
      <vt:lpstr>同步二进制递增计数器(续)</vt:lpstr>
      <vt:lpstr>计数器74x161</vt:lpstr>
      <vt:lpstr>计数器74x161：逻辑图</vt:lpstr>
      <vt:lpstr>功能分析</vt:lpstr>
      <vt:lpstr>计数器74x161：时序图</vt:lpstr>
      <vt:lpstr>计数器74x160</vt:lpstr>
      <vt:lpstr>任意进制计数器构成方法</vt:lpstr>
      <vt:lpstr>清零法和置数法</vt:lpstr>
      <vt:lpstr>清零法和置数法 (另一套方案)</vt:lpstr>
      <vt:lpstr>示例1: 用74x161构成六进制 (1)</vt:lpstr>
      <vt:lpstr>示例1: 用74x161构成六进制 (2)</vt:lpstr>
      <vt:lpstr>示例1: 用74x161构成六进制 (3)</vt:lpstr>
      <vt:lpstr>示例1: 用74x161构成六进制 (4)</vt:lpstr>
      <vt:lpstr>示例2：用74x160构成100进制</vt:lpstr>
      <vt:lpstr>示例3: 用74x160构成60进制 (1)</vt:lpstr>
      <vt:lpstr>示例3: 用74x160构成60进制 (2)</vt:lpstr>
      <vt:lpstr>示例4: 异步整体清零</vt:lpstr>
      <vt:lpstr>移位寄存器型计数器</vt:lpstr>
      <vt:lpstr>环形计数器</vt:lpstr>
      <vt:lpstr>环形计数器(续)</vt:lpstr>
      <vt:lpstr>扭环形计数器</vt:lpstr>
      <vt:lpstr>自启动扭环形计数器</vt:lpstr>
      <vt:lpstr>自启动扭环形计数器(续1)</vt:lpstr>
      <vt:lpstr>自启动扭环形计数器(续2)</vt:lpstr>
      <vt:lpstr>自启动扭环形计数器(续2)</vt:lpstr>
      <vt:lpstr>作业</vt:lpstr>
      <vt:lpstr>补充内容：有没有别的修改方式？</vt:lpstr>
      <vt:lpstr>PowerPoint 演示文稿</vt:lpstr>
    </vt:vector>
  </TitlesOfParts>
  <Company>DFKI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从本科到硕士到博士</dc:title>
  <dc:creator>jingyuan cheng</dc:creator>
  <cp:lastModifiedBy>Microsoft Office User</cp:lastModifiedBy>
  <cp:revision>2543</cp:revision>
  <cp:lastPrinted>2020-05-26T13:24:01Z</cp:lastPrinted>
  <dcterms:created xsi:type="dcterms:W3CDTF">2020-04-07T12:23:01Z</dcterms:created>
  <dcterms:modified xsi:type="dcterms:W3CDTF">2024-10-29T01:24:49Z</dcterms:modified>
</cp:coreProperties>
</file>